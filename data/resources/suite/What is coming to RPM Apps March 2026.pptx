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8"/>
  </p:notesMasterIdLst>
  <p:sldIdLst>
    <p:sldId id="2147483617" r:id="rId5"/>
    <p:sldId id="2147480596" r:id="rId6"/>
    <p:sldId id="2147483621" r:id="rId7"/>
    <p:sldId id="2147483618" r:id="rId8"/>
    <p:sldId id="348" r:id="rId9"/>
    <p:sldId id="268" r:id="rId10"/>
    <p:sldId id="2147483635" r:id="rId11"/>
    <p:sldId id="291" r:id="rId12"/>
    <p:sldId id="2147483637" r:id="rId13"/>
    <p:sldId id="2147483636" r:id="rId14"/>
    <p:sldId id="2147483634" r:id="rId15"/>
    <p:sldId id="2147483638" r:id="rId16"/>
    <p:sldId id="214748363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2B9412-F933-6BA0-6B06-1E246B2955F7}" v="342" dt="2026-03-23T11:54:42.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 Duh" userId="b840b9db-54ae-4d18-a5e4-ccd87183607d" providerId="ADAL" clId="{1873150C-23E9-4169-9BCC-F607496261A8}"/>
    <pc:docChg chg="addSld delSld modSld">
      <pc:chgData name="Chan Duh" userId="b840b9db-54ae-4d18-a5e4-ccd87183607d" providerId="ADAL" clId="{1873150C-23E9-4169-9BCC-F607496261A8}" dt="2026-03-19T20:13:16.994" v="18" actId="47"/>
      <pc:docMkLst>
        <pc:docMk/>
      </pc:docMkLst>
    </pc:docChg>
  </pc:docChgLst>
  <pc:docChgLst>
    <pc:chgData name="Jon Newcomb" userId="S::jon.newcomb@anaplan.com::d672d284-d87e-4cae-bfeb-0aed989ae14e" providerId="AD" clId="Web-{65C99A1A-2A10-52BA-E466-30B01232284A}"/>
    <pc:docChg chg="addSld modSld">
      <pc:chgData name="Jon Newcomb" userId="S::jon.newcomb@anaplan.com::d672d284-d87e-4cae-bfeb-0aed989ae14e" providerId="AD" clId="Web-{65C99A1A-2A10-52BA-E466-30B01232284A}" dt="2026-03-19T21:09:30.091" v="387" actId="20577"/>
      <pc:docMkLst>
        <pc:docMk/>
      </pc:docMkLst>
      <pc:sldChg chg="modSp add">
        <pc:chgData name="Jon Newcomb" userId="S::jon.newcomb@anaplan.com::d672d284-d87e-4cae-bfeb-0aed989ae14e" providerId="AD" clId="Web-{65C99A1A-2A10-52BA-E466-30B01232284A}" dt="2026-03-19T20:53:56.233" v="78" actId="14100"/>
        <pc:sldMkLst>
          <pc:docMk/>
          <pc:sldMk cId="788157943" sldId="291"/>
        </pc:sldMkLst>
        <pc:spChg chg="mod">
          <ac:chgData name="Jon Newcomb" userId="S::jon.newcomb@anaplan.com::d672d284-d87e-4cae-bfeb-0aed989ae14e" providerId="AD" clId="Web-{65C99A1A-2A10-52BA-E466-30B01232284A}" dt="2026-03-19T20:52:50.296" v="72" actId="20577"/>
          <ac:spMkLst>
            <pc:docMk/>
            <pc:sldMk cId="788157943" sldId="291"/>
            <ac:spMk id="2" creationId="{86796309-795C-756E-CD96-E30EFC2D4B67}"/>
          </ac:spMkLst>
        </pc:spChg>
        <pc:spChg chg="mod">
          <ac:chgData name="Jon Newcomb" userId="S::jon.newcomb@anaplan.com::d672d284-d87e-4cae-bfeb-0aed989ae14e" providerId="AD" clId="Web-{65C99A1A-2A10-52BA-E466-30B01232284A}" dt="2026-03-19T20:52:58.827" v="74"/>
          <ac:spMkLst>
            <pc:docMk/>
            <pc:sldMk cId="788157943" sldId="291"/>
            <ac:spMk id="6" creationId="{71EA0151-4B5B-84B7-3971-A39DE4ACEFF4}"/>
          </ac:spMkLst>
        </pc:spChg>
        <pc:picChg chg="mod">
          <ac:chgData name="Jon Newcomb" userId="S::jon.newcomb@anaplan.com::d672d284-d87e-4cae-bfeb-0aed989ae14e" providerId="AD" clId="Web-{65C99A1A-2A10-52BA-E466-30B01232284A}" dt="2026-03-19T20:53:56.233" v="78" actId="14100"/>
          <ac:picMkLst>
            <pc:docMk/>
            <pc:sldMk cId="788157943" sldId="291"/>
            <ac:picMk id="7" creationId="{EB241C96-98BF-3D74-52E3-B79E824233A6}"/>
          </ac:picMkLst>
        </pc:picChg>
      </pc:sldChg>
      <pc:sldChg chg="modSp">
        <pc:chgData name="Jon Newcomb" userId="S::jon.newcomb@anaplan.com::d672d284-d87e-4cae-bfeb-0aed989ae14e" providerId="AD" clId="Web-{65C99A1A-2A10-52BA-E466-30B01232284A}" dt="2026-03-19T20:41:49.031" v="5"/>
        <pc:sldMkLst>
          <pc:docMk/>
          <pc:sldMk cId="795085449" sldId="348"/>
        </pc:sldMkLst>
        <pc:spChg chg="mod">
          <ac:chgData name="Jon Newcomb" userId="S::jon.newcomb@anaplan.com::d672d284-d87e-4cae-bfeb-0aed989ae14e" providerId="AD" clId="Web-{65C99A1A-2A10-52BA-E466-30B01232284A}" dt="2026-03-19T20:41:17.593" v="3"/>
          <ac:spMkLst>
            <pc:docMk/>
            <pc:sldMk cId="795085449" sldId="348"/>
            <ac:spMk id="24" creationId="{49225192-D2F2-094D-3920-DA45161E655E}"/>
          </ac:spMkLst>
        </pc:spChg>
        <pc:spChg chg="mod">
          <ac:chgData name="Jon Newcomb" userId="S::jon.newcomb@anaplan.com::d672d284-d87e-4cae-bfeb-0aed989ae14e" providerId="AD" clId="Web-{65C99A1A-2A10-52BA-E466-30B01232284A}" dt="2026-03-19T20:41:17.593" v="2"/>
          <ac:spMkLst>
            <pc:docMk/>
            <pc:sldMk cId="795085449" sldId="348"/>
            <ac:spMk id="46" creationId="{8555F79F-5AD9-3EB7-C037-0E8E70EE520F}"/>
          </ac:spMkLst>
        </pc:spChg>
        <pc:spChg chg="mod">
          <ac:chgData name="Jon Newcomb" userId="S::jon.newcomb@anaplan.com::d672d284-d87e-4cae-bfeb-0aed989ae14e" providerId="AD" clId="Web-{65C99A1A-2A10-52BA-E466-30B01232284A}" dt="2026-03-19T20:41:17.593" v="1"/>
          <ac:spMkLst>
            <pc:docMk/>
            <pc:sldMk cId="795085449" sldId="348"/>
            <ac:spMk id="47" creationId="{61D5B645-BAEE-D703-4B7A-B5775F0DE76E}"/>
          </ac:spMkLst>
        </pc:spChg>
        <pc:spChg chg="mod">
          <ac:chgData name="Jon Newcomb" userId="S::jon.newcomb@anaplan.com::d672d284-d87e-4cae-bfeb-0aed989ae14e" providerId="AD" clId="Web-{65C99A1A-2A10-52BA-E466-30B01232284A}" dt="2026-03-19T20:41:49.031" v="5"/>
          <ac:spMkLst>
            <pc:docMk/>
            <pc:sldMk cId="795085449" sldId="348"/>
            <ac:spMk id="48" creationId="{E2D48A68-E17A-8D7B-19EA-691BD4C3D555}"/>
          </ac:spMkLst>
        </pc:spChg>
      </pc:sldChg>
      <pc:sldChg chg="addSp delSp modSp add">
        <pc:chgData name="Jon Newcomb" userId="S::jon.newcomb@anaplan.com::d672d284-d87e-4cae-bfeb-0aed989ae14e" providerId="AD" clId="Web-{65C99A1A-2A10-52BA-E466-30B01232284A}" dt="2026-03-19T21:06:21.654" v="219"/>
        <pc:sldMkLst>
          <pc:docMk/>
          <pc:sldMk cId="1417791530" sldId="2147483634"/>
        </pc:sldMkLst>
        <pc:spChg chg="mod">
          <ac:chgData name="Jon Newcomb" userId="S::jon.newcomb@anaplan.com::d672d284-d87e-4cae-bfeb-0aed989ae14e" providerId="AD" clId="Web-{65C99A1A-2A10-52BA-E466-30B01232284A}" dt="2026-03-19T20:53:16.655" v="76" actId="20577"/>
          <ac:spMkLst>
            <pc:docMk/>
            <pc:sldMk cId="1417791530" sldId="2147483634"/>
            <ac:spMk id="2" creationId="{0D17ACA2-E25A-6342-1F40-EA49C4FF3364}"/>
          </ac:spMkLst>
        </pc:spChg>
        <pc:spChg chg="mod">
          <ac:chgData name="Jon Newcomb" userId="S::jon.newcomb@anaplan.com::d672d284-d87e-4cae-bfeb-0aed989ae14e" providerId="AD" clId="Web-{65C99A1A-2A10-52BA-E466-30B01232284A}" dt="2026-03-19T20:58:06.905" v="206"/>
          <ac:spMkLst>
            <pc:docMk/>
            <pc:sldMk cId="1417791530" sldId="2147483634"/>
            <ac:spMk id="6" creationId="{8D356335-A7B2-ACAD-6313-4B8E80793DA4}"/>
          </ac:spMkLst>
        </pc:spChg>
        <pc:picChg chg="mod">
          <ac:chgData name="Jon Newcomb" userId="S::jon.newcomb@anaplan.com::d672d284-d87e-4cae-bfeb-0aed989ae14e" providerId="AD" clId="Web-{65C99A1A-2A10-52BA-E466-30B01232284A}" dt="2026-03-19T20:58:11.170" v="208" actId="1076"/>
          <ac:picMkLst>
            <pc:docMk/>
            <pc:sldMk cId="1417791530" sldId="2147483634"/>
            <ac:picMk id="8" creationId="{BE815F46-81B2-38BE-C792-B61721A9B8A6}"/>
          </ac:picMkLst>
        </pc:picChg>
      </pc:sldChg>
      <pc:sldChg chg="modSp add">
        <pc:chgData name="Jon Newcomb" userId="S::jon.newcomb@anaplan.com::d672d284-d87e-4cae-bfeb-0aed989ae14e" providerId="AD" clId="Web-{65C99A1A-2A10-52BA-E466-30B01232284A}" dt="2026-03-19T20:52:20.546" v="70" actId="20577"/>
        <pc:sldMkLst>
          <pc:docMk/>
          <pc:sldMk cId="4133233708" sldId="2147483635"/>
        </pc:sldMkLst>
        <pc:spChg chg="mod">
          <ac:chgData name="Jon Newcomb" userId="S::jon.newcomb@anaplan.com::d672d284-d87e-4cae-bfeb-0aed989ae14e" providerId="AD" clId="Web-{65C99A1A-2A10-52BA-E466-30B01232284A}" dt="2026-03-19T20:52:20.546" v="70" actId="20577"/>
          <ac:spMkLst>
            <pc:docMk/>
            <pc:sldMk cId="4133233708" sldId="2147483635"/>
            <ac:spMk id="2" creationId="{CCC53DD1-C510-EFC0-F3EF-D74978D018D9}"/>
          </ac:spMkLst>
        </pc:spChg>
      </pc:sldChg>
      <pc:sldChg chg="addSp delSp modSp add replId">
        <pc:chgData name="Jon Newcomb" userId="S::jon.newcomb@anaplan.com::d672d284-d87e-4cae-bfeb-0aed989ae14e" providerId="AD" clId="Web-{65C99A1A-2A10-52BA-E466-30B01232284A}" dt="2026-03-19T20:57:52.498" v="202" actId="20577"/>
        <pc:sldMkLst>
          <pc:docMk/>
          <pc:sldMk cId="1655426868" sldId="2147483636"/>
        </pc:sldMkLst>
        <pc:spChg chg="mod">
          <ac:chgData name="Jon Newcomb" userId="S::jon.newcomb@anaplan.com::d672d284-d87e-4cae-bfeb-0aed989ae14e" providerId="AD" clId="Web-{65C99A1A-2A10-52BA-E466-30B01232284A}" dt="2026-03-19T20:57:10.514" v="97" actId="20577"/>
          <ac:spMkLst>
            <pc:docMk/>
            <pc:sldMk cId="1655426868" sldId="2147483636"/>
            <ac:spMk id="4" creationId="{B8912994-BCF9-6681-71AA-D38B4DF8EB8D}"/>
          </ac:spMkLst>
        </pc:spChg>
        <pc:spChg chg="mod">
          <ac:chgData name="Jon Newcomb" userId="S::jon.newcomb@anaplan.com::d672d284-d87e-4cae-bfeb-0aed989ae14e" providerId="AD" clId="Web-{65C99A1A-2A10-52BA-E466-30B01232284A}" dt="2026-03-19T20:57:52.498" v="202" actId="20577"/>
          <ac:spMkLst>
            <pc:docMk/>
            <pc:sldMk cId="1655426868" sldId="2147483636"/>
            <ac:spMk id="6" creationId="{534B6DFE-783F-2C6C-A6AF-45E1E2C4BC18}"/>
          </ac:spMkLst>
        </pc:spChg>
        <pc:picChg chg="add mod ord">
          <ac:chgData name="Jon Newcomb" userId="S::jon.newcomb@anaplan.com::d672d284-d87e-4cae-bfeb-0aed989ae14e" providerId="AD" clId="Web-{65C99A1A-2A10-52BA-E466-30B01232284A}" dt="2026-03-19T20:57:20.889" v="101"/>
          <ac:picMkLst>
            <pc:docMk/>
            <pc:sldMk cId="1655426868" sldId="2147483636"/>
            <ac:picMk id="12" creationId="{39D22D03-8DD5-0F22-61BA-3C40F281A401}"/>
          </ac:picMkLst>
        </pc:picChg>
      </pc:sldChg>
      <pc:sldChg chg="addSp delSp modSp add replId">
        <pc:chgData name="Jon Newcomb" userId="S::jon.newcomb@anaplan.com::d672d284-d87e-4cae-bfeb-0aed989ae14e" providerId="AD" clId="Web-{65C99A1A-2A10-52BA-E466-30B01232284A}" dt="2026-03-19T21:04:35.889" v="215"/>
        <pc:sldMkLst>
          <pc:docMk/>
          <pc:sldMk cId="2036078582" sldId="2147483637"/>
        </pc:sldMkLst>
        <pc:picChg chg="add mod">
          <ac:chgData name="Jon Newcomb" userId="S::jon.newcomb@anaplan.com::d672d284-d87e-4cae-bfeb-0aed989ae14e" providerId="AD" clId="Web-{65C99A1A-2A10-52BA-E466-30B01232284A}" dt="2026-03-19T21:04:35.889" v="215"/>
          <ac:picMkLst>
            <pc:docMk/>
            <pc:sldMk cId="2036078582" sldId="2147483637"/>
            <ac:picMk id="9" creationId="{5841AF1E-0097-7C91-BB38-785F318603A2}"/>
          </ac:picMkLst>
        </pc:picChg>
      </pc:sldChg>
      <pc:sldChg chg="addSp delSp modSp add replId">
        <pc:chgData name="Jon Newcomb" userId="S::jon.newcomb@anaplan.com::d672d284-d87e-4cae-bfeb-0aed989ae14e" providerId="AD" clId="Web-{65C99A1A-2A10-52BA-E466-30B01232284A}" dt="2026-03-19T21:09:03.810" v="322" actId="20577"/>
        <pc:sldMkLst>
          <pc:docMk/>
          <pc:sldMk cId="2339475452" sldId="2147483638"/>
        </pc:sldMkLst>
        <pc:spChg chg="mod">
          <ac:chgData name="Jon Newcomb" userId="S::jon.newcomb@anaplan.com::d672d284-d87e-4cae-bfeb-0aed989ae14e" providerId="AD" clId="Web-{65C99A1A-2A10-52BA-E466-30B01232284A}" dt="2026-03-19T21:06:39.467" v="243" actId="20577"/>
          <ac:spMkLst>
            <pc:docMk/>
            <pc:sldMk cId="2339475452" sldId="2147483638"/>
            <ac:spMk id="2" creationId="{CA2539E3-ED76-668B-6E2C-37C9F6CC4BF7}"/>
          </ac:spMkLst>
        </pc:spChg>
        <pc:spChg chg="add mod">
          <ac:chgData name="Jon Newcomb" userId="S::jon.newcomb@anaplan.com::d672d284-d87e-4cae-bfeb-0aed989ae14e" providerId="AD" clId="Web-{65C99A1A-2A10-52BA-E466-30B01232284A}" dt="2026-03-19T21:09:03.810" v="322" actId="20577"/>
          <ac:spMkLst>
            <pc:docMk/>
            <pc:sldMk cId="2339475452" sldId="2147483638"/>
            <ac:spMk id="13" creationId="{8A71E2C0-E67F-A994-8D88-30EA5F7D263C}"/>
          </ac:spMkLst>
        </pc:spChg>
        <pc:picChg chg="add mod">
          <ac:chgData name="Jon Newcomb" userId="S::jon.newcomb@anaplan.com::d672d284-d87e-4cae-bfeb-0aed989ae14e" providerId="AD" clId="Web-{65C99A1A-2A10-52BA-E466-30B01232284A}" dt="2026-03-19T21:07:40.138" v="270"/>
          <ac:picMkLst>
            <pc:docMk/>
            <pc:sldMk cId="2339475452" sldId="2147483638"/>
            <ac:picMk id="3" creationId="{DCBA52C7-F331-BB71-6A4A-AEC31EDB2767}"/>
          </ac:picMkLst>
        </pc:picChg>
      </pc:sldChg>
      <pc:sldChg chg="addSp delSp modSp add replId">
        <pc:chgData name="Jon Newcomb" userId="S::jon.newcomb@anaplan.com::d672d284-d87e-4cae-bfeb-0aed989ae14e" providerId="AD" clId="Web-{65C99A1A-2A10-52BA-E466-30B01232284A}" dt="2026-03-19T21:09:30.091" v="387" actId="20577"/>
        <pc:sldMkLst>
          <pc:docMk/>
          <pc:sldMk cId="2747829130" sldId="2147483639"/>
        </pc:sldMkLst>
        <pc:spChg chg="add mod">
          <ac:chgData name="Jon Newcomb" userId="S::jon.newcomb@anaplan.com::d672d284-d87e-4cae-bfeb-0aed989ae14e" providerId="AD" clId="Web-{65C99A1A-2A10-52BA-E466-30B01232284A}" dt="2026-03-19T21:09:30.091" v="387" actId="20577"/>
          <ac:spMkLst>
            <pc:docMk/>
            <pc:sldMk cId="2747829130" sldId="2147483639"/>
            <ac:spMk id="7" creationId="{41697D30-73C1-6531-1DE3-4B9EC12EC8A3}"/>
          </ac:spMkLst>
        </pc:spChg>
        <pc:picChg chg="add mod">
          <ac:chgData name="Jon Newcomb" userId="S::jon.newcomb@anaplan.com::d672d284-d87e-4cae-bfeb-0aed989ae14e" providerId="AD" clId="Web-{65C99A1A-2A10-52BA-E466-30B01232284A}" dt="2026-03-19T21:08:28.169" v="276"/>
          <ac:picMkLst>
            <pc:docMk/>
            <pc:sldMk cId="2747829130" sldId="2147483639"/>
            <ac:picMk id="5" creationId="{79C75995-508D-175E-6B45-A10DF773DC17}"/>
          </ac:picMkLst>
        </pc:picChg>
      </pc:sldChg>
    </pc:docChg>
  </pc:docChgLst>
  <pc:docChgLst>
    <pc:chgData name="Chan Duh" userId="S::chan.duh@anaplan.com::b840b9db-54ae-4d18-a5e4-ccd87183607d" providerId="AD" clId="Web-{152B9412-F933-6BA0-6B06-1E246B2955F7}"/>
    <pc:docChg chg="modSld">
      <pc:chgData name="Chan Duh" userId="S::chan.duh@anaplan.com::b840b9db-54ae-4d18-a5e4-ccd87183607d" providerId="AD" clId="Web-{152B9412-F933-6BA0-6B06-1E246B2955F7}" dt="2026-03-23T11:54:42.251" v="340" actId="20577"/>
      <pc:docMkLst>
        <pc:docMk/>
      </pc:docMkLst>
      <pc:sldChg chg="modSp">
        <pc:chgData name="Chan Duh" userId="S::chan.duh@anaplan.com::b840b9db-54ae-4d18-a5e4-ccd87183607d" providerId="AD" clId="Web-{152B9412-F933-6BA0-6B06-1E246B2955F7}" dt="2026-03-23T11:54:42.251" v="340" actId="20577"/>
        <pc:sldMkLst>
          <pc:docMk/>
          <pc:sldMk cId="2735694878" sldId="2147483618"/>
        </pc:sldMkLst>
        <pc:spChg chg="mod">
          <ac:chgData name="Chan Duh" userId="S::chan.duh@anaplan.com::b840b9db-54ae-4d18-a5e4-ccd87183607d" providerId="AD" clId="Web-{152B9412-F933-6BA0-6B06-1E246B2955F7}" dt="2026-03-23T11:27:01.171" v="201" actId="20577"/>
          <ac:spMkLst>
            <pc:docMk/>
            <pc:sldMk cId="2735694878" sldId="2147483618"/>
            <ac:spMk id="11" creationId="{CA1DA1D6-C219-A1A3-F0C3-AF377DBA3E90}"/>
          </ac:spMkLst>
        </pc:spChg>
        <pc:spChg chg="mod">
          <ac:chgData name="Chan Duh" userId="S::chan.duh@anaplan.com::b840b9db-54ae-4d18-a5e4-ccd87183607d" providerId="AD" clId="Web-{152B9412-F933-6BA0-6B06-1E246B2955F7}" dt="2026-03-23T11:28:43.315" v="330" actId="20577"/>
          <ac:spMkLst>
            <pc:docMk/>
            <pc:sldMk cId="2735694878" sldId="2147483618"/>
            <ac:spMk id="17" creationId="{A61B8CA1-99A6-5AB4-7540-FA958B14B117}"/>
          </ac:spMkLst>
        </pc:spChg>
        <pc:spChg chg="mod">
          <ac:chgData name="Chan Duh" userId="S::chan.duh@anaplan.com::b840b9db-54ae-4d18-a5e4-ccd87183607d" providerId="AD" clId="Web-{152B9412-F933-6BA0-6B06-1E246B2955F7}" dt="2026-03-23T11:54:42.251" v="340" actId="20577"/>
          <ac:spMkLst>
            <pc:docMk/>
            <pc:sldMk cId="2735694878" sldId="2147483618"/>
            <ac:spMk id="20" creationId="{8F19CE75-960F-07F0-F962-54BC448806B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rgbClr val="3B596B"/>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1"/>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4"/>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2"/>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120CA886-81A7-5F4D-9C83-824A7BBFBF00}">
      <dgm:prSet/>
      <dgm:spPr>
        <a:solidFill>
          <a:schemeClr val="accent5"/>
        </a:solidFill>
        <a:ln>
          <a:noFill/>
        </a:ln>
      </dgm:spPr>
      <dgm:t>
        <a:bodyPr/>
        <a:lstStyle/>
        <a:p>
          <a:endParaRPr lang="en-US"/>
        </a:p>
      </dgm:t>
    </dgm:pt>
    <dgm:pt modelId="{02196977-82F0-0041-A13F-188BD60BD91C}" type="parTrans" cxnId="{048BE0CC-14AA-974C-96A6-EDD181F9C6FE}">
      <dgm:prSet/>
      <dgm:spPr/>
      <dgm:t>
        <a:bodyPr/>
        <a:lstStyle/>
        <a:p>
          <a:endParaRPr lang="en-US"/>
        </a:p>
      </dgm:t>
    </dgm:pt>
    <dgm:pt modelId="{187863A3-3BB8-8E44-B875-F465B195C575}" type="sibTrans" cxnId="{048BE0CC-14AA-974C-96A6-EDD181F9C6FE}">
      <dgm:prSet/>
      <dgm:spPr/>
      <dgm:t>
        <a:bodyPr/>
        <a:lstStyle/>
        <a:p>
          <a:endParaRPr lang="en-US"/>
        </a:p>
      </dgm:t>
    </dgm:pt>
    <dgm:pt modelId="{F7F38642-B5DB-2042-B697-49C13C584B93}">
      <dgm:prSet/>
      <dgm:spPr>
        <a:solidFill>
          <a:schemeClr val="accent3"/>
        </a:solidFill>
        <a:ln>
          <a:noFill/>
        </a:ln>
      </dgm:spPr>
      <dgm:t>
        <a:bodyPr/>
        <a:lstStyle/>
        <a:p>
          <a:endParaRPr lang="en-US"/>
        </a:p>
      </dgm:t>
    </dgm:pt>
    <dgm:pt modelId="{46F7A5BE-2BD4-9045-BF27-3383FAC223A2}" type="parTrans" cxnId="{85C6E976-83EA-5642-BADD-4A088AAB575E}">
      <dgm:prSet/>
      <dgm:spPr/>
      <dgm:t>
        <a:bodyPr/>
        <a:lstStyle/>
        <a:p>
          <a:endParaRPr lang="en-US"/>
        </a:p>
      </dgm:t>
    </dgm:pt>
    <dgm:pt modelId="{4BDC627E-6FE3-EC44-831B-905A136B005A}" type="sibTrans" cxnId="{85C6E976-83EA-5642-BADD-4A088AAB575E}">
      <dgm:prSet/>
      <dgm:spPr/>
      <dgm:t>
        <a:bodyPr/>
        <a:lstStyle/>
        <a:p>
          <a:endParaRPr lang="en-US"/>
        </a:p>
      </dgm:t>
    </dgm:pt>
    <dgm:pt modelId="{7436C81E-646D-6B41-AB95-5DDD4315A0C8}">
      <dgm:prSet/>
      <dgm:spPr>
        <a:solidFill>
          <a:schemeClr val="accent6"/>
        </a:solidFill>
        <a:ln>
          <a:noFill/>
        </a:ln>
      </dgm:spPr>
      <dgm:t>
        <a:bodyPr/>
        <a:lstStyle/>
        <a:p>
          <a:endParaRPr lang="en-US"/>
        </a:p>
      </dgm:t>
    </dgm:pt>
    <dgm:pt modelId="{68415B03-78F8-C448-B592-D6A2F9F6CF47}" type="parTrans" cxnId="{0C1E344B-F31C-AD47-90EC-CAD4B525CA43}">
      <dgm:prSet/>
      <dgm:spPr/>
      <dgm:t>
        <a:bodyPr/>
        <a:lstStyle/>
        <a:p>
          <a:endParaRPr lang="en-US"/>
        </a:p>
      </dgm:t>
    </dgm:pt>
    <dgm:pt modelId="{D80E1CB2-031E-7B40-8C0A-B9C728D9BDDB}" type="sibTrans" cxnId="{0C1E344B-F31C-AD47-90EC-CAD4B525CA43}">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8">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8">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8">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8">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8">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 modelId="{4174021C-636F-B248-ACCB-B8279A02312D}" type="pres">
      <dgm:prSet presAssocID="{120CA886-81A7-5F4D-9C83-824A7BBFBF00}" presName="Name8" presStyleCnt="0"/>
      <dgm:spPr/>
    </dgm:pt>
    <dgm:pt modelId="{3BECDDD7-8269-1E4B-BE87-29F883CE18A3}" type="pres">
      <dgm:prSet presAssocID="{120CA886-81A7-5F4D-9C83-824A7BBFBF00}" presName="level" presStyleLbl="node1" presStyleIdx="5" presStyleCnt="8">
        <dgm:presLayoutVars>
          <dgm:chMax val="1"/>
          <dgm:bulletEnabled val="1"/>
        </dgm:presLayoutVars>
      </dgm:prSet>
      <dgm:spPr/>
    </dgm:pt>
    <dgm:pt modelId="{D3E58A2D-E811-C54A-B28A-58CF27EF7696}" type="pres">
      <dgm:prSet presAssocID="{120CA886-81A7-5F4D-9C83-824A7BBFBF00}" presName="levelTx" presStyleLbl="revTx" presStyleIdx="0" presStyleCnt="0">
        <dgm:presLayoutVars>
          <dgm:chMax val="1"/>
          <dgm:bulletEnabled val="1"/>
        </dgm:presLayoutVars>
      </dgm:prSet>
      <dgm:spPr/>
    </dgm:pt>
    <dgm:pt modelId="{EB232B20-3E45-864F-B175-98272511717F}" type="pres">
      <dgm:prSet presAssocID="{F7F38642-B5DB-2042-B697-49C13C584B93}" presName="Name8" presStyleCnt="0"/>
      <dgm:spPr/>
    </dgm:pt>
    <dgm:pt modelId="{71729EF3-9A07-C94C-9326-9B0E62C46196}" type="pres">
      <dgm:prSet presAssocID="{F7F38642-B5DB-2042-B697-49C13C584B93}" presName="level" presStyleLbl="node1" presStyleIdx="6" presStyleCnt="8">
        <dgm:presLayoutVars>
          <dgm:chMax val="1"/>
          <dgm:bulletEnabled val="1"/>
        </dgm:presLayoutVars>
      </dgm:prSet>
      <dgm:spPr/>
    </dgm:pt>
    <dgm:pt modelId="{A7347B97-49A7-2141-B7F3-F949150DD187}" type="pres">
      <dgm:prSet presAssocID="{F7F38642-B5DB-2042-B697-49C13C584B93}" presName="levelTx" presStyleLbl="revTx" presStyleIdx="0" presStyleCnt="0">
        <dgm:presLayoutVars>
          <dgm:chMax val="1"/>
          <dgm:bulletEnabled val="1"/>
        </dgm:presLayoutVars>
      </dgm:prSet>
      <dgm:spPr/>
    </dgm:pt>
    <dgm:pt modelId="{3DA531D7-592A-7940-9B1F-28FBFD5A224B}" type="pres">
      <dgm:prSet presAssocID="{7436C81E-646D-6B41-AB95-5DDD4315A0C8}" presName="Name8" presStyleCnt="0"/>
      <dgm:spPr/>
    </dgm:pt>
    <dgm:pt modelId="{F52CEBD3-EC56-2147-910D-D16B2415AD28}" type="pres">
      <dgm:prSet presAssocID="{7436C81E-646D-6B41-AB95-5DDD4315A0C8}" presName="level" presStyleLbl="node1" presStyleIdx="7" presStyleCnt="8">
        <dgm:presLayoutVars>
          <dgm:chMax val="1"/>
          <dgm:bulletEnabled val="1"/>
        </dgm:presLayoutVars>
      </dgm:prSet>
      <dgm:spPr/>
    </dgm:pt>
    <dgm:pt modelId="{9F6118D9-CD8E-0147-9D3A-C8F9E8AE97F2}" type="pres">
      <dgm:prSet presAssocID="{7436C81E-646D-6B41-AB95-5DDD4315A0C8}"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EB3FC04-9F19-604F-9262-2FAD60549838}" type="presOf" srcId="{7436C81E-646D-6B41-AB95-5DDD4315A0C8}" destId="{9F6118D9-CD8E-0147-9D3A-C8F9E8AE97F2}" srcOrd="1"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0ACD8A30-53E0-9F48-AE64-69BD89EE69EC}" type="presOf" srcId="{120CA886-81A7-5F4D-9C83-824A7BBFBF00}" destId="{D3E58A2D-E811-C54A-B28A-58CF27EF7696}" srcOrd="1" destOrd="0" presId="urn:microsoft.com/office/officeart/2005/8/layout/pyramid1"/>
    <dgm:cxn modelId="{0C1E344B-F31C-AD47-90EC-CAD4B525CA43}" srcId="{E6769558-67FB-8541-AE5D-E05B82910B9E}" destId="{7436C81E-646D-6B41-AB95-5DDD4315A0C8}" srcOrd="7" destOrd="0" parTransId="{68415B03-78F8-C448-B592-D6A2F9F6CF47}" sibTransId="{D80E1CB2-031E-7B40-8C0A-B9C728D9BDDB}"/>
    <dgm:cxn modelId="{B39CEA4C-45C1-FB4E-8DCE-7185AFE10DC3}" type="presOf" srcId="{E6769558-67FB-8541-AE5D-E05B82910B9E}" destId="{D86DAABB-13F1-4740-BAF2-D6456A542296}" srcOrd="0" destOrd="0" presId="urn:microsoft.com/office/officeart/2005/8/layout/pyramid1"/>
    <dgm:cxn modelId="{85C6E976-83EA-5642-BADD-4A088AAB575E}" srcId="{E6769558-67FB-8541-AE5D-E05B82910B9E}" destId="{F7F38642-B5DB-2042-B697-49C13C584B93}" srcOrd="6" destOrd="0" parTransId="{46F7A5BE-2BD4-9045-BF27-3383FAC223A2}" sibTransId="{4BDC627E-6FE3-EC44-831B-905A136B005A}"/>
    <dgm:cxn modelId="{5FB21559-D224-ED48-9C16-42CBF537DFFE}" type="presOf" srcId="{F7F38642-B5DB-2042-B697-49C13C584B93}" destId="{A7347B97-49A7-2141-B7F3-F949150DD187}" srcOrd="1"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FBBEC91-733A-1B4B-AEA4-AD06E013AE35}" type="presOf" srcId="{7436C81E-646D-6B41-AB95-5DDD4315A0C8}" destId="{F52CEBD3-EC56-2147-910D-D16B2415AD28}" srcOrd="0" destOrd="0" presId="urn:microsoft.com/office/officeart/2005/8/layout/pyramid1"/>
    <dgm:cxn modelId="{1D6171AB-2103-E74B-8233-C0BCB4E408B0}" type="presOf" srcId="{955C7061-FA22-E24A-9BE1-3775F9DFF4EB}" destId="{006479BE-B7F3-6144-A47B-8A28B4B3BAAF}" srcOrd="1" destOrd="0" presId="urn:microsoft.com/office/officeart/2005/8/layout/pyramid1"/>
    <dgm:cxn modelId="{E84429AF-BDC6-AD4F-B376-657FD91A18EB}" type="presOf" srcId="{120CA886-81A7-5F4D-9C83-824A7BBFBF00}" destId="{3BECDDD7-8269-1E4B-BE87-29F883CE18A3}" srcOrd="0"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048BE0CC-14AA-974C-96A6-EDD181F9C6FE}" srcId="{E6769558-67FB-8541-AE5D-E05B82910B9E}" destId="{120CA886-81A7-5F4D-9C83-824A7BBFBF00}" srcOrd="5" destOrd="0" parTransId="{02196977-82F0-0041-A13F-188BD60BD91C}" sibTransId="{187863A3-3BB8-8E44-B875-F465B195C575}"/>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B76E8FEB-7760-E140-B623-79E38A3C4FC7}" type="presOf" srcId="{F7F38642-B5DB-2042-B697-49C13C584B93}" destId="{71729EF3-9A07-C94C-9326-9B0E62C46196}" srcOrd="0" destOrd="0" presId="urn:microsoft.com/office/officeart/2005/8/layout/pyramid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 modelId="{6671B947-C33C-C14E-B586-4EDAE03ED395}" type="presParOf" srcId="{D86DAABB-13F1-4740-BAF2-D6456A542296}" destId="{4174021C-636F-B248-ACCB-B8279A02312D}" srcOrd="5" destOrd="0" presId="urn:microsoft.com/office/officeart/2005/8/layout/pyramid1"/>
    <dgm:cxn modelId="{1A2FCA2A-6635-C247-958C-F13FFBF45221}" type="presParOf" srcId="{4174021C-636F-B248-ACCB-B8279A02312D}" destId="{3BECDDD7-8269-1E4B-BE87-29F883CE18A3}" srcOrd="0" destOrd="0" presId="urn:microsoft.com/office/officeart/2005/8/layout/pyramid1"/>
    <dgm:cxn modelId="{D1F29D1E-367A-6A45-A358-925A571E7AD8}" type="presParOf" srcId="{4174021C-636F-B248-ACCB-B8279A02312D}" destId="{D3E58A2D-E811-C54A-B28A-58CF27EF7696}" srcOrd="1" destOrd="0" presId="urn:microsoft.com/office/officeart/2005/8/layout/pyramid1"/>
    <dgm:cxn modelId="{A919123E-FE3B-684D-BBE9-6BBEDA354116}" type="presParOf" srcId="{D86DAABB-13F1-4740-BAF2-D6456A542296}" destId="{EB232B20-3E45-864F-B175-98272511717F}" srcOrd="6" destOrd="0" presId="urn:microsoft.com/office/officeart/2005/8/layout/pyramid1"/>
    <dgm:cxn modelId="{3A0DC0FB-4B93-384C-B75B-59A366B90D3A}" type="presParOf" srcId="{EB232B20-3E45-864F-B175-98272511717F}" destId="{71729EF3-9A07-C94C-9326-9B0E62C46196}" srcOrd="0" destOrd="0" presId="urn:microsoft.com/office/officeart/2005/8/layout/pyramid1"/>
    <dgm:cxn modelId="{C0897991-67F8-6446-B1CB-AFC4DCBFEBBC}" type="presParOf" srcId="{EB232B20-3E45-864F-B175-98272511717F}" destId="{A7347B97-49A7-2141-B7F3-F949150DD187}" srcOrd="1" destOrd="0" presId="urn:microsoft.com/office/officeart/2005/8/layout/pyramid1"/>
    <dgm:cxn modelId="{CD538A7C-659A-1E4F-AF47-BF713B1C35FE}" type="presParOf" srcId="{D86DAABB-13F1-4740-BAF2-D6456A542296}" destId="{3DA531D7-592A-7940-9B1F-28FBFD5A224B}" srcOrd="7" destOrd="0" presId="urn:microsoft.com/office/officeart/2005/8/layout/pyramid1"/>
    <dgm:cxn modelId="{B1903F40-5E67-3146-BDA8-0AD025AB09F4}" type="presParOf" srcId="{3DA531D7-592A-7940-9B1F-28FBFD5A224B}" destId="{F52CEBD3-EC56-2147-910D-D16B2415AD28}" srcOrd="0" destOrd="0" presId="urn:microsoft.com/office/officeart/2005/8/layout/pyramid1"/>
    <dgm:cxn modelId="{72C986A5-83D7-F44A-9B77-B13AF5E8CA35}" type="presParOf" srcId="{3DA531D7-592A-7940-9B1F-28FBFD5A224B}" destId="{9F6118D9-CD8E-0147-9D3A-C8F9E8AE97F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rgbClr val="3B596B"/>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1"/>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4"/>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2"/>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120CA886-81A7-5F4D-9C83-824A7BBFBF00}">
      <dgm:prSet/>
      <dgm:spPr>
        <a:solidFill>
          <a:schemeClr val="accent3"/>
        </a:solidFill>
        <a:ln>
          <a:noFill/>
        </a:ln>
      </dgm:spPr>
      <dgm:t>
        <a:bodyPr/>
        <a:lstStyle/>
        <a:p>
          <a:endParaRPr lang="en-US"/>
        </a:p>
      </dgm:t>
    </dgm:pt>
    <dgm:pt modelId="{02196977-82F0-0041-A13F-188BD60BD91C}" type="parTrans" cxnId="{048BE0CC-14AA-974C-96A6-EDD181F9C6FE}">
      <dgm:prSet/>
      <dgm:spPr/>
      <dgm:t>
        <a:bodyPr/>
        <a:lstStyle/>
        <a:p>
          <a:endParaRPr lang="en-US"/>
        </a:p>
      </dgm:t>
    </dgm:pt>
    <dgm:pt modelId="{187863A3-3BB8-8E44-B875-F465B195C575}" type="sibTrans" cxnId="{048BE0CC-14AA-974C-96A6-EDD181F9C6FE}">
      <dgm:prSet/>
      <dgm:spPr/>
      <dgm:t>
        <a:bodyPr/>
        <a:lstStyle/>
        <a:p>
          <a:endParaRPr lang="en-US"/>
        </a:p>
      </dgm:t>
    </dgm:pt>
    <dgm:pt modelId="{F7F38642-B5DB-2042-B697-49C13C584B93}">
      <dgm:prSet/>
      <dgm:spPr>
        <a:solidFill>
          <a:schemeClr val="accent6"/>
        </a:solidFill>
        <a:ln>
          <a:noFill/>
        </a:ln>
      </dgm:spPr>
      <dgm:t>
        <a:bodyPr/>
        <a:lstStyle/>
        <a:p>
          <a:endParaRPr lang="en-US"/>
        </a:p>
      </dgm:t>
    </dgm:pt>
    <dgm:pt modelId="{46F7A5BE-2BD4-9045-BF27-3383FAC223A2}" type="parTrans" cxnId="{85C6E976-83EA-5642-BADD-4A088AAB575E}">
      <dgm:prSet/>
      <dgm:spPr/>
      <dgm:t>
        <a:bodyPr/>
        <a:lstStyle/>
        <a:p>
          <a:endParaRPr lang="en-US"/>
        </a:p>
      </dgm:t>
    </dgm:pt>
    <dgm:pt modelId="{4BDC627E-6FE3-EC44-831B-905A136B005A}" type="sibTrans" cxnId="{85C6E976-83EA-5642-BADD-4A088AAB575E}">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7">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7">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7">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7">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7">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 modelId="{4174021C-636F-B248-ACCB-B8279A02312D}" type="pres">
      <dgm:prSet presAssocID="{120CA886-81A7-5F4D-9C83-824A7BBFBF00}" presName="Name8" presStyleCnt="0"/>
      <dgm:spPr/>
    </dgm:pt>
    <dgm:pt modelId="{3BECDDD7-8269-1E4B-BE87-29F883CE18A3}" type="pres">
      <dgm:prSet presAssocID="{120CA886-81A7-5F4D-9C83-824A7BBFBF00}" presName="level" presStyleLbl="node1" presStyleIdx="5" presStyleCnt="7">
        <dgm:presLayoutVars>
          <dgm:chMax val="1"/>
          <dgm:bulletEnabled val="1"/>
        </dgm:presLayoutVars>
      </dgm:prSet>
      <dgm:spPr/>
    </dgm:pt>
    <dgm:pt modelId="{D3E58A2D-E811-C54A-B28A-58CF27EF7696}" type="pres">
      <dgm:prSet presAssocID="{120CA886-81A7-5F4D-9C83-824A7BBFBF00}" presName="levelTx" presStyleLbl="revTx" presStyleIdx="0" presStyleCnt="0">
        <dgm:presLayoutVars>
          <dgm:chMax val="1"/>
          <dgm:bulletEnabled val="1"/>
        </dgm:presLayoutVars>
      </dgm:prSet>
      <dgm:spPr/>
    </dgm:pt>
    <dgm:pt modelId="{EB232B20-3E45-864F-B175-98272511717F}" type="pres">
      <dgm:prSet presAssocID="{F7F38642-B5DB-2042-B697-49C13C584B93}" presName="Name8" presStyleCnt="0"/>
      <dgm:spPr/>
    </dgm:pt>
    <dgm:pt modelId="{71729EF3-9A07-C94C-9326-9B0E62C46196}" type="pres">
      <dgm:prSet presAssocID="{F7F38642-B5DB-2042-B697-49C13C584B93}" presName="level" presStyleLbl="node1" presStyleIdx="6" presStyleCnt="7">
        <dgm:presLayoutVars>
          <dgm:chMax val="1"/>
          <dgm:bulletEnabled val="1"/>
        </dgm:presLayoutVars>
      </dgm:prSet>
      <dgm:spPr/>
    </dgm:pt>
    <dgm:pt modelId="{A7347B97-49A7-2141-B7F3-F949150DD187}" type="pres">
      <dgm:prSet presAssocID="{F7F38642-B5DB-2042-B697-49C13C584B93}"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0ACD8A30-53E0-9F48-AE64-69BD89EE69EC}" type="presOf" srcId="{120CA886-81A7-5F4D-9C83-824A7BBFBF00}" destId="{D3E58A2D-E811-C54A-B28A-58CF27EF7696}"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85C6E976-83EA-5642-BADD-4A088AAB575E}" srcId="{E6769558-67FB-8541-AE5D-E05B82910B9E}" destId="{F7F38642-B5DB-2042-B697-49C13C584B93}" srcOrd="6" destOrd="0" parTransId="{46F7A5BE-2BD4-9045-BF27-3383FAC223A2}" sibTransId="{4BDC627E-6FE3-EC44-831B-905A136B005A}"/>
    <dgm:cxn modelId="{5FB21559-D224-ED48-9C16-42CBF537DFFE}" type="presOf" srcId="{F7F38642-B5DB-2042-B697-49C13C584B93}" destId="{A7347B97-49A7-2141-B7F3-F949150DD187}" srcOrd="1"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E84429AF-BDC6-AD4F-B376-657FD91A18EB}" type="presOf" srcId="{120CA886-81A7-5F4D-9C83-824A7BBFBF00}" destId="{3BECDDD7-8269-1E4B-BE87-29F883CE18A3}" srcOrd="0"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048BE0CC-14AA-974C-96A6-EDD181F9C6FE}" srcId="{E6769558-67FB-8541-AE5D-E05B82910B9E}" destId="{120CA886-81A7-5F4D-9C83-824A7BBFBF00}" srcOrd="5" destOrd="0" parTransId="{02196977-82F0-0041-A13F-188BD60BD91C}" sibTransId="{187863A3-3BB8-8E44-B875-F465B195C575}"/>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B76E8FEB-7760-E140-B623-79E38A3C4FC7}" type="presOf" srcId="{F7F38642-B5DB-2042-B697-49C13C584B93}" destId="{71729EF3-9A07-C94C-9326-9B0E62C46196}" srcOrd="0" destOrd="0" presId="urn:microsoft.com/office/officeart/2005/8/layout/pyramid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 modelId="{6671B947-C33C-C14E-B586-4EDAE03ED395}" type="presParOf" srcId="{D86DAABB-13F1-4740-BAF2-D6456A542296}" destId="{4174021C-636F-B248-ACCB-B8279A02312D}" srcOrd="5" destOrd="0" presId="urn:microsoft.com/office/officeart/2005/8/layout/pyramid1"/>
    <dgm:cxn modelId="{1A2FCA2A-6635-C247-958C-F13FFBF45221}" type="presParOf" srcId="{4174021C-636F-B248-ACCB-B8279A02312D}" destId="{3BECDDD7-8269-1E4B-BE87-29F883CE18A3}" srcOrd="0" destOrd="0" presId="urn:microsoft.com/office/officeart/2005/8/layout/pyramid1"/>
    <dgm:cxn modelId="{D1F29D1E-367A-6A45-A358-925A571E7AD8}" type="presParOf" srcId="{4174021C-636F-B248-ACCB-B8279A02312D}" destId="{D3E58A2D-E811-C54A-B28A-58CF27EF7696}" srcOrd="1" destOrd="0" presId="urn:microsoft.com/office/officeart/2005/8/layout/pyramid1"/>
    <dgm:cxn modelId="{A919123E-FE3B-684D-BBE9-6BBEDA354116}" type="presParOf" srcId="{D86DAABB-13F1-4740-BAF2-D6456A542296}" destId="{EB232B20-3E45-864F-B175-98272511717F}" srcOrd="6" destOrd="0" presId="urn:microsoft.com/office/officeart/2005/8/layout/pyramid1"/>
    <dgm:cxn modelId="{3A0DC0FB-4B93-384C-B75B-59A366B90D3A}" type="presParOf" srcId="{EB232B20-3E45-864F-B175-98272511717F}" destId="{71729EF3-9A07-C94C-9326-9B0E62C46196}" srcOrd="0" destOrd="0" presId="urn:microsoft.com/office/officeart/2005/8/layout/pyramid1"/>
    <dgm:cxn modelId="{C0897991-67F8-6446-B1CB-AFC4DCBFEBBC}" type="presParOf" srcId="{EB232B20-3E45-864F-B175-98272511717F}" destId="{A7347B97-49A7-2141-B7F3-F949150DD187}"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4"/>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2"/>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3"/>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120CA886-81A7-5F4D-9C83-824A7BBFBF00}">
      <dgm:prSet/>
      <dgm:spPr>
        <a:solidFill>
          <a:schemeClr val="accent6"/>
        </a:solidFill>
        <a:ln>
          <a:noFill/>
        </a:ln>
      </dgm:spPr>
      <dgm:t>
        <a:bodyPr/>
        <a:lstStyle/>
        <a:p>
          <a:endParaRPr lang="en-US"/>
        </a:p>
      </dgm:t>
    </dgm:pt>
    <dgm:pt modelId="{02196977-82F0-0041-A13F-188BD60BD91C}" type="parTrans" cxnId="{048BE0CC-14AA-974C-96A6-EDD181F9C6FE}">
      <dgm:prSet/>
      <dgm:spPr/>
      <dgm:t>
        <a:bodyPr/>
        <a:lstStyle/>
        <a:p>
          <a:endParaRPr lang="en-US"/>
        </a:p>
      </dgm:t>
    </dgm:pt>
    <dgm:pt modelId="{187863A3-3BB8-8E44-B875-F465B195C575}" type="sibTrans" cxnId="{048BE0CC-14AA-974C-96A6-EDD181F9C6FE}">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6">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6">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6">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6">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6">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 modelId="{4174021C-636F-B248-ACCB-B8279A02312D}" type="pres">
      <dgm:prSet presAssocID="{120CA886-81A7-5F4D-9C83-824A7BBFBF00}" presName="Name8" presStyleCnt="0"/>
      <dgm:spPr/>
    </dgm:pt>
    <dgm:pt modelId="{3BECDDD7-8269-1E4B-BE87-29F883CE18A3}" type="pres">
      <dgm:prSet presAssocID="{120CA886-81A7-5F4D-9C83-824A7BBFBF00}" presName="level" presStyleLbl="node1" presStyleIdx="5" presStyleCnt="6">
        <dgm:presLayoutVars>
          <dgm:chMax val="1"/>
          <dgm:bulletEnabled val="1"/>
        </dgm:presLayoutVars>
      </dgm:prSet>
      <dgm:spPr/>
    </dgm:pt>
    <dgm:pt modelId="{D3E58A2D-E811-C54A-B28A-58CF27EF7696}" type="pres">
      <dgm:prSet presAssocID="{120CA886-81A7-5F4D-9C83-824A7BBFBF00}"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0ACD8A30-53E0-9F48-AE64-69BD89EE69EC}" type="presOf" srcId="{120CA886-81A7-5F4D-9C83-824A7BBFBF00}" destId="{D3E58A2D-E811-C54A-B28A-58CF27EF7696}"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E84429AF-BDC6-AD4F-B376-657FD91A18EB}" type="presOf" srcId="{120CA886-81A7-5F4D-9C83-824A7BBFBF00}" destId="{3BECDDD7-8269-1E4B-BE87-29F883CE18A3}" srcOrd="0"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048BE0CC-14AA-974C-96A6-EDD181F9C6FE}" srcId="{E6769558-67FB-8541-AE5D-E05B82910B9E}" destId="{120CA886-81A7-5F4D-9C83-824A7BBFBF00}" srcOrd="5" destOrd="0" parTransId="{02196977-82F0-0041-A13F-188BD60BD91C}" sibTransId="{187863A3-3BB8-8E44-B875-F465B195C575}"/>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 modelId="{6671B947-C33C-C14E-B586-4EDAE03ED395}" type="presParOf" srcId="{D86DAABB-13F1-4740-BAF2-D6456A542296}" destId="{4174021C-636F-B248-ACCB-B8279A02312D}" srcOrd="5" destOrd="0" presId="urn:microsoft.com/office/officeart/2005/8/layout/pyramid1"/>
    <dgm:cxn modelId="{1A2FCA2A-6635-C247-958C-F13FFBF45221}" type="presParOf" srcId="{4174021C-636F-B248-ACCB-B8279A02312D}" destId="{3BECDDD7-8269-1E4B-BE87-29F883CE18A3}" srcOrd="0" destOrd="0" presId="urn:microsoft.com/office/officeart/2005/8/layout/pyramid1"/>
    <dgm:cxn modelId="{D1F29D1E-367A-6A45-A358-925A571E7AD8}" type="presParOf" srcId="{4174021C-636F-B248-ACCB-B8279A02312D}" destId="{D3E58A2D-E811-C54A-B28A-58CF27EF7696}"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2">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2">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2144789" y="0"/>
          <a:ext cx="612797" cy="543487"/>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2144789" y="0"/>
        <a:ext cx="612797" cy="543487"/>
      </dsp:txXfrm>
    </dsp:sp>
    <dsp:sp modelId="{580D5A4D-B945-A944-8AD5-D12F3BB58A2E}">
      <dsp:nvSpPr>
        <dsp:cNvPr id="0" name=""/>
        <dsp:cNvSpPr/>
      </dsp:nvSpPr>
      <dsp:spPr>
        <a:xfrm>
          <a:off x="1838391" y="543487"/>
          <a:ext cx="1225594" cy="543487"/>
        </a:xfrm>
        <a:prstGeom prst="trapezoid">
          <a:avLst>
            <a:gd name="adj" fmla="val 56376"/>
          </a:avLst>
        </a:prstGeom>
        <a:solidFill>
          <a:srgbClr val="3B596B"/>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2052870" y="543487"/>
        <a:ext cx="796636" cy="543487"/>
      </dsp:txXfrm>
    </dsp:sp>
    <dsp:sp modelId="{F0213A9A-8463-7A4A-811E-D2A57ED6E95F}">
      <dsp:nvSpPr>
        <dsp:cNvPr id="0" name=""/>
        <dsp:cNvSpPr/>
      </dsp:nvSpPr>
      <dsp:spPr>
        <a:xfrm>
          <a:off x="1531992" y="1086975"/>
          <a:ext cx="1838391" cy="543487"/>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1853711" y="1086975"/>
        <a:ext cx="1194954" cy="543487"/>
      </dsp:txXfrm>
    </dsp:sp>
    <dsp:sp modelId="{25B2BDB5-03B1-CB45-B236-7F4D592253C5}">
      <dsp:nvSpPr>
        <dsp:cNvPr id="0" name=""/>
        <dsp:cNvSpPr/>
      </dsp:nvSpPr>
      <dsp:spPr>
        <a:xfrm>
          <a:off x="1225594" y="1630462"/>
          <a:ext cx="2451188" cy="543487"/>
        </a:xfrm>
        <a:prstGeom prst="trapezoid">
          <a:avLst>
            <a:gd name="adj" fmla="val 56376"/>
          </a:avLst>
        </a:prstGeom>
        <a:solidFill>
          <a:schemeClr val="accent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1654552" y="1630462"/>
        <a:ext cx="1593272" cy="543487"/>
      </dsp:txXfrm>
    </dsp:sp>
    <dsp:sp modelId="{D67A739A-C4D1-B44F-B09D-6749BDDAE40A}">
      <dsp:nvSpPr>
        <dsp:cNvPr id="0" name=""/>
        <dsp:cNvSpPr/>
      </dsp:nvSpPr>
      <dsp:spPr>
        <a:xfrm>
          <a:off x="919195" y="2173950"/>
          <a:ext cx="3063985" cy="543487"/>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1455393" y="2173950"/>
        <a:ext cx="1991590" cy="543487"/>
      </dsp:txXfrm>
    </dsp:sp>
    <dsp:sp modelId="{3BECDDD7-8269-1E4B-BE87-29F883CE18A3}">
      <dsp:nvSpPr>
        <dsp:cNvPr id="0" name=""/>
        <dsp:cNvSpPr/>
      </dsp:nvSpPr>
      <dsp:spPr>
        <a:xfrm>
          <a:off x="612797" y="2717437"/>
          <a:ext cx="3676782" cy="543487"/>
        </a:xfrm>
        <a:prstGeom prst="trapezoid">
          <a:avLst>
            <a:gd name="adj" fmla="val 56376"/>
          </a:avLst>
        </a:prstGeom>
        <a:solidFill>
          <a:schemeClr val="accent5"/>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1256234" y="2717437"/>
        <a:ext cx="2389908" cy="543487"/>
      </dsp:txXfrm>
    </dsp:sp>
    <dsp:sp modelId="{71729EF3-9A07-C94C-9326-9B0E62C46196}">
      <dsp:nvSpPr>
        <dsp:cNvPr id="0" name=""/>
        <dsp:cNvSpPr/>
      </dsp:nvSpPr>
      <dsp:spPr>
        <a:xfrm>
          <a:off x="306398" y="3260924"/>
          <a:ext cx="4289579" cy="543487"/>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1057075" y="3260924"/>
        <a:ext cx="2788226" cy="543487"/>
      </dsp:txXfrm>
    </dsp:sp>
    <dsp:sp modelId="{F52CEBD3-EC56-2147-910D-D16B2415AD28}">
      <dsp:nvSpPr>
        <dsp:cNvPr id="0" name=""/>
        <dsp:cNvSpPr/>
      </dsp:nvSpPr>
      <dsp:spPr>
        <a:xfrm>
          <a:off x="0" y="3804412"/>
          <a:ext cx="4902376" cy="543487"/>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endParaRPr lang="en-US" sz="3400" kern="1200"/>
        </a:p>
      </dsp:txBody>
      <dsp:txXfrm>
        <a:off x="857915" y="3804412"/>
        <a:ext cx="3186545" cy="5434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2101018" y="0"/>
          <a:ext cx="700339" cy="621128"/>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733550">
            <a:lnSpc>
              <a:spcPct val="90000"/>
            </a:lnSpc>
            <a:spcBef>
              <a:spcPct val="0"/>
            </a:spcBef>
            <a:spcAft>
              <a:spcPct val="35000"/>
            </a:spcAft>
            <a:buNone/>
          </a:pPr>
          <a:endParaRPr lang="en-US" sz="3900" kern="1200"/>
        </a:p>
      </dsp:txBody>
      <dsp:txXfrm>
        <a:off x="2101018" y="0"/>
        <a:ext cx="700339" cy="621128"/>
      </dsp:txXfrm>
    </dsp:sp>
    <dsp:sp modelId="{580D5A4D-B945-A944-8AD5-D12F3BB58A2E}">
      <dsp:nvSpPr>
        <dsp:cNvPr id="0" name=""/>
        <dsp:cNvSpPr/>
      </dsp:nvSpPr>
      <dsp:spPr>
        <a:xfrm>
          <a:off x="1750848" y="621128"/>
          <a:ext cx="1400679" cy="621128"/>
        </a:xfrm>
        <a:prstGeom prst="trapezoid">
          <a:avLst>
            <a:gd name="adj" fmla="val 56376"/>
          </a:avLst>
        </a:prstGeom>
        <a:solidFill>
          <a:srgbClr val="3B596B"/>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733550">
            <a:lnSpc>
              <a:spcPct val="90000"/>
            </a:lnSpc>
            <a:spcBef>
              <a:spcPct val="0"/>
            </a:spcBef>
            <a:spcAft>
              <a:spcPct val="35000"/>
            </a:spcAft>
            <a:buNone/>
          </a:pPr>
          <a:endParaRPr lang="en-US" sz="3900" kern="1200"/>
        </a:p>
      </dsp:txBody>
      <dsp:txXfrm>
        <a:off x="1995967" y="621128"/>
        <a:ext cx="910441" cy="621128"/>
      </dsp:txXfrm>
    </dsp:sp>
    <dsp:sp modelId="{F0213A9A-8463-7A4A-811E-D2A57ED6E95F}">
      <dsp:nvSpPr>
        <dsp:cNvPr id="0" name=""/>
        <dsp:cNvSpPr/>
      </dsp:nvSpPr>
      <dsp:spPr>
        <a:xfrm>
          <a:off x="1400679" y="1242257"/>
          <a:ext cx="2101018" cy="621128"/>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733550">
            <a:lnSpc>
              <a:spcPct val="90000"/>
            </a:lnSpc>
            <a:spcBef>
              <a:spcPct val="0"/>
            </a:spcBef>
            <a:spcAft>
              <a:spcPct val="35000"/>
            </a:spcAft>
            <a:buNone/>
          </a:pPr>
          <a:endParaRPr lang="en-US" sz="3900" kern="1200"/>
        </a:p>
      </dsp:txBody>
      <dsp:txXfrm>
        <a:off x="1768357" y="1242257"/>
        <a:ext cx="1365662" cy="621128"/>
      </dsp:txXfrm>
    </dsp:sp>
    <dsp:sp modelId="{25B2BDB5-03B1-CB45-B236-7F4D592253C5}">
      <dsp:nvSpPr>
        <dsp:cNvPr id="0" name=""/>
        <dsp:cNvSpPr/>
      </dsp:nvSpPr>
      <dsp:spPr>
        <a:xfrm>
          <a:off x="1050509" y="1863385"/>
          <a:ext cx="2801358" cy="621128"/>
        </a:xfrm>
        <a:prstGeom prst="trapezoid">
          <a:avLst>
            <a:gd name="adj" fmla="val 56376"/>
          </a:avLst>
        </a:prstGeom>
        <a:solidFill>
          <a:schemeClr val="accent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733550">
            <a:lnSpc>
              <a:spcPct val="90000"/>
            </a:lnSpc>
            <a:spcBef>
              <a:spcPct val="0"/>
            </a:spcBef>
            <a:spcAft>
              <a:spcPct val="35000"/>
            </a:spcAft>
            <a:buNone/>
          </a:pPr>
          <a:endParaRPr lang="en-US" sz="3900" kern="1200"/>
        </a:p>
      </dsp:txBody>
      <dsp:txXfrm>
        <a:off x="1540747" y="1863385"/>
        <a:ext cx="1820882" cy="621128"/>
      </dsp:txXfrm>
    </dsp:sp>
    <dsp:sp modelId="{D67A739A-C4D1-B44F-B09D-6749BDDAE40A}">
      <dsp:nvSpPr>
        <dsp:cNvPr id="0" name=""/>
        <dsp:cNvSpPr/>
      </dsp:nvSpPr>
      <dsp:spPr>
        <a:xfrm>
          <a:off x="700339" y="2484514"/>
          <a:ext cx="3501697" cy="621128"/>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733550">
            <a:lnSpc>
              <a:spcPct val="90000"/>
            </a:lnSpc>
            <a:spcBef>
              <a:spcPct val="0"/>
            </a:spcBef>
            <a:spcAft>
              <a:spcPct val="35000"/>
            </a:spcAft>
            <a:buNone/>
          </a:pPr>
          <a:endParaRPr lang="en-US" sz="3900" kern="1200"/>
        </a:p>
      </dsp:txBody>
      <dsp:txXfrm>
        <a:off x="1313136" y="2484514"/>
        <a:ext cx="2276103" cy="621128"/>
      </dsp:txXfrm>
    </dsp:sp>
    <dsp:sp modelId="{3BECDDD7-8269-1E4B-BE87-29F883CE18A3}">
      <dsp:nvSpPr>
        <dsp:cNvPr id="0" name=""/>
        <dsp:cNvSpPr/>
      </dsp:nvSpPr>
      <dsp:spPr>
        <a:xfrm>
          <a:off x="350169" y="3105642"/>
          <a:ext cx="4202037" cy="621128"/>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733550">
            <a:lnSpc>
              <a:spcPct val="90000"/>
            </a:lnSpc>
            <a:spcBef>
              <a:spcPct val="0"/>
            </a:spcBef>
            <a:spcAft>
              <a:spcPct val="35000"/>
            </a:spcAft>
            <a:buNone/>
          </a:pPr>
          <a:endParaRPr lang="en-US" sz="3900" kern="1200"/>
        </a:p>
      </dsp:txBody>
      <dsp:txXfrm>
        <a:off x="1085526" y="3105642"/>
        <a:ext cx="2731324" cy="621128"/>
      </dsp:txXfrm>
    </dsp:sp>
    <dsp:sp modelId="{71729EF3-9A07-C94C-9326-9B0E62C46196}">
      <dsp:nvSpPr>
        <dsp:cNvPr id="0" name=""/>
        <dsp:cNvSpPr/>
      </dsp:nvSpPr>
      <dsp:spPr>
        <a:xfrm>
          <a:off x="0" y="3726771"/>
          <a:ext cx="4902377" cy="621128"/>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1733550">
            <a:lnSpc>
              <a:spcPct val="90000"/>
            </a:lnSpc>
            <a:spcBef>
              <a:spcPct val="0"/>
            </a:spcBef>
            <a:spcAft>
              <a:spcPct val="35000"/>
            </a:spcAft>
            <a:buNone/>
          </a:pPr>
          <a:endParaRPr lang="en-US" sz="3900" kern="1200"/>
        </a:p>
      </dsp:txBody>
      <dsp:txXfrm>
        <a:off x="857915" y="3726771"/>
        <a:ext cx="3186545" cy="62112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2042657" y="0"/>
          <a:ext cx="817062" cy="72465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2044700">
            <a:lnSpc>
              <a:spcPct val="90000"/>
            </a:lnSpc>
            <a:spcBef>
              <a:spcPct val="0"/>
            </a:spcBef>
            <a:spcAft>
              <a:spcPct val="35000"/>
            </a:spcAft>
            <a:buNone/>
          </a:pPr>
          <a:endParaRPr lang="en-US" sz="4600" kern="1200"/>
        </a:p>
      </dsp:txBody>
      <dsp:txXfrm>
        <a:off x="2042657" y="0"/>
        <a:ext cx="817062" cy="724650"/>
      </dsp:txXfrm>
    </dsp:sp>
    <dsp:sp modelId="{580D5A4D-B945-A944-8AD5-D12F3BB58A2E}">
      <dsp:nvSpPr>
        <dsp:cNvPr id="0" name=""/>
        <dsp:cNvSpPr/>
      </dsp:nvSpPr>
      <dsp:spPr>
        <a:xfrm>
          <a:off x="1634125" y="724650"/>
          <a:ext cx="1634125" cy="72465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2044700">
            <a:lnSpc>
              <a:spcPct val="90000"/>
            </a:lnSpc>
            <a:spcBef>
              <a:spcPct val="0"/>
            </a:spcBef>
            <a:spcAft>
              <a:spcPct val="35000"/>
            </a:spcAft>
            <a:buNone/>
          </a:pPr>
          <a:endParaRPr lang="en-US" sz="4600" kern="1200"/>
        </a:p>
      </dsp:txBody>
      <dsp:txXfrm>
        <a:off x="1920097" y="724650"/>
        <a:ext cx="1062181" cy="724650"/>
      </dsp:txXfrm>
    </dsp:sp>
    <dsp:sp modelId="{F0213A9A-8463-7A4A-811E-D2A57ED6E95F}">
      <dsp:nvSpPr>
        <dsp:cNvPr id="0" name=""/>
        <dsp:cNvSpPr/>
      </dsp:nvSpPr>
      <dsp:spPr>
        <a:xfrm>
          <a:off x="1225594" y="1449300"/>
          <a:ext cx="2451188" cy="724650"/>
        </a:xfrm>
        <a:prstGeom prst="trapezoid">
          <a:avLst>
            <a:gd name="adj" fmla="val 56376"/>
          </a:avLst>
        </a:prstGeom>
        <a:solidFill>
          <a:schemeClr val="accent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2044700">
            <a:lnSpc>
              <a:spcPct val="90000"/>
            </a:lnSpc>
            <a:spcBef>
              <a:spcPct val="0"/>
            </a:spcBef>
            <a:spcAft>
              <a:spcPct val="35000"/>
            </a:spcAft>
            <a:buNone/>
          </a:pPr>
          <a:endParaRPr lang="en-US" sz="4600" kern="1200"/>
        </a:p>
      </dsp:txBody>
      <dsp:txXfrm>
        <a:off x="1654552" y="1449300"/>
        <a:ext cx="1593272" cy="724650"/>
      </dsp:txXfrm>
    </dsp:sp>
    <dsp:sp modelId="{25B2BDB5-03B1-CB45-B236-7F4D592253C5}">
      <dsp:nvSpPr>
        <dsp:cNvPr id="0" name=""/>
        <dsp:cNvSpPr/>
      </dsp:nvSpPr>
      <dsp:spPr>
        <a:xfrm>
          <a:off x="817062" y="2173950"/>
          <a:ext cx="3268251" cy="72465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2044700">
            <a:lnSpc>
              <a:spcPct val="90000"/>
            </a:lnSpc>
            <a:spcBef>
              <a:spcPct val="0"/>
            </a:spcBef>
            <a:spcAft>
              <a:spcPct val="35000"/>
            </a:spcAft>
            <a:buNone/>
          </a:pPr>
          <a:endParaRPr lang="en-US" sz="4600" kern="1200"/>
        </a:p>
      </dsp:txBody>
      <dsp:txXfrm>
        <a:off x="1389006" y="2173950"/>
        <a:ext cx="2124363" cy="724650"/>
      </dsp:txXfrm>
    </dsp:sp>
    <dsp:sp modelId="{D67A739A-C4D1-B44F-B09D-6749BDDAE40A}">
      <dsp:nvSpPr>
        <dsp:cNvPr id="0" name=""/>
        <dsp:cNvSpPr/>
      </dsp:nvSpPr>
      <dsp:spPr>
        <a:xfrm>
          <a:off x="408531" y="2898600"/>
          <a:ext cx="4085314" cy="72465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2044700">
            <a:lnSpc>
              <a:spcPct val="90000"/>
            </a:lnSpc>
            <a:spcBef>
              <a:spcPct val="0"/>
            </a:spcBef>
            <a:spcAft>
              <a:spcPct val="35000"/>
            </a:spcAft>
            <a:buNone/>
          </a:pPr>
          <a:endParaRPr lang="en-US" sz="4600" kern="1200"/>
        </a:p>
      </dsp:txBody>
      <dsp:txXfrm>
        <a:off x="1123461" y="2898600"/>
        <a:ext cx="2655454" cy="724650"/>
      </dsp:txXfrm>
    </dsp:sp>
    <dsp:sp modelId="{3BECDDD7-8269-1E4B-BE87-29F883CE18A3}">
      <dsp:nvSpPr>
        <dsp:cNvPr id="0" name=""/>
        <dsp:cNvSpPr/>
      </dsp:nvSpPr>
      <dsp:spPr>
        <a:xfrm>
          <a:off x="0" y="3623250"/>
          <a:ext cx="4902376" cy="72465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2044700">
            <a:lnSpc>
              <a:spcPct val="90000"/>
            </a:lnSpc>
            <a:spcBef>
              <a:spcPct val="0"/>
            </a:spcBef>
            <a:spcAft>
              <a:spcPct val="35000"/>
            </a:spcAft>
            <a:buNone/>
          </a:pPr>
          <a:endParaRPr lang="en-US" sz="4600" kern="1200"/>
        </a:p>
      </dsp:txBody>
      <dsp:txXfrm>
        <a:off x="857915" y="3623250"/>
        <a:ext cx="3186545" cy="7246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225594" y="0"/>
          <a:ext cx="2451188" cy="217395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25594" y="0"/>
        <a:ext cx="2451188" cy="2173950"/>
      </dsp:txXfrm>
    </dsp:sp>
    <dsp:sp modelId="{580D5A4D-B945-A944-8AD5-D12F3BB58A2E}">
      <dsp:nvSpPr>
        <dsp:cNvPr id="0" name=""/>
        <dsp:cNvSpPr/>
      </dsp:nvSpPr>
      <dsp:spPr>
        <a:xfrm>
          <a:off x="0" y="2173950"/>
          <a:ext cx="4902377" cy="217395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173950"/>
        <a:ext cx="3186545" cy="217395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70159-E444-4EF0-9715-514ED1FC04F1}"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699EAF-1E8E-40D6-B69C-F12A26C55C13}" type="slidenum">
              <a:rPr lang="en-US" smtClean="0"/>
              <a:t>‹#›</a:t>
            </a:fld>
            <a:endParaRPr lang="en-US"/>
          </a:p>
        </p:txBody>
      </p:sp>
    </p:spTree>
    <p:extLst>
      <p:ext uri="{BB962C8B-B14F-4D97-AF65-F5344CB8AC3E}">
        <p14:creationId xmlns:p14="http://schemas.microsoft.com/office/powerpoint/2010/main" val="2508694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Reduce Limitation </a:t>
            </a:r>
          </a:p>
          <a:p>
            <a:r>
              <a:rPr lang="en-US"/>
              <a:t>Performance / Scalability </a:t>
            </a:r>
          </a:p>
          <a:p>
            <a:r>
              <a:rPr lang="en-US"/>
              <a:t>New Features</a:t>
            </a:r>
          </a:p>
          <a:p>
            <a:r>
              <a:rPr lang="en-US"/>
              <a:t>Long-term Positioning (Future Proof)</a:t>
            </a:r>
            <a:br>
              <a:rPr lang="en-US"/>
            </a:br>
            <a:r>
              <a:rPr lang="en-US"/>
              <a:t>Improved support for granular target/quota setting</a:t>
            </a:r>
          </a:p>
          <a:p>
            <a:r>
              <a:rPr lang="en-US"/>
              <a:t>Foundation for AI capabilities(Sales Analyst / Co-Modeler)</a:t>
            </a:r>
          </a:p>
          <a:p>
            <a:r>
              <a:rPr lang="en-US"/>
              <a:t>Similar/Same workflow UX experience for end-users</a:t>
            </a:r>
          </a:p>
          <a:p>
            <a:r>
              <a:rPr lang="en-US"/>
              <a:t>Functionality Parity*</a:t>
            </a:r>
          </a:p>
          <a:p>
            <a:endParaRPr lang="en-US"/>
          </a:p>
          <a:p>
            <a:endParaRPr lang="en-US"/>
          </a:p>
        </p:txBody>
      </p:sp>
      <p:sp>
        <p:nvSpPr>
          <p:cNvPr id="4" name="Slide Number Placeholder 3"/>
          <p:cNvSpPr>
            <a:spLocks noGrp="1"/>
          </p:cNvSpPr>
          <p:nvPr>
            <p:ph type="sldNum" sz="quarter" idx="5"/>
          </p:nvPr>
        </p:nvSpPr>
        <p:spPr/>
        <p:txBody>
          <a:bodyPr/>
          <a:lstStyle/>
          <a:p>
            <a:fld id="{53699EAF-1E8E-40D6-B69C-F12A26C55C13}" type="slidenum">
              <a:rPr lang="en-US" smtClean="0"/>
              <a:t>5</a:t>
            </a:fld>
            <a:endParaRPr lang="en-US"/>
          </a:p>
        </p:txBody>
      </p:sp>
    </p:spTree>
    <p:extLst>
      <p:ext uri="{BB962C8B-B14F-4D97-AF65-F5344CB8AC3E}">
        <p14:creationId xmlns:p14="http://schemas.microsoft.com/office/powerpoint/2010/main" val="24671589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Master" Target="../slideMasters/slideMaster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Layouts/_rels/slideLayout1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Master" Target="../slideMasters/slideMaster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Layouts/_rels/slideLayout11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Master" Target="../slideMasters/slideMaster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Layouts/_rels/slideLayout1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Master" Target="../slideMasters/slideMaster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300763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857195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pic>
        <p:nvPicPr>
          <p:cNvPr id="2" name="Picture 1" descr="A blue background with lines&#10;&#10;Description automatically generated">
            <a:extLst>
              <a:ext uri="{FF2B5EF4-FFF2-40B4-BE49-F238E27FC236}">
                <a16:creationId xmlns:a16="http://schemas.microsoft.com/office/drawing/2014/main" id="{0EFCF388-7B5D-1CBC-E97C-56DB7D293EB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8" name="Picture 26">
            <a:extLst>
              <a:ext uri="{FF2B5EF4-FFF2-40B4-BE49-F238E27FC236}">
                <a16:creationId xmlns:a16="http://schemas.microsoft.com/office/drawing/2014/main" id="{BC736937-4B8F-A2C9-F1F2-A9C6EC02D743}"/>
              </a:ext>
            </a:extLst>
          </p:cNvPr>
          <p:cNvPicPr>
            <a:picLocks noChangeAspect="1" noChangeArrowheads="1"/>
          </p:cNvPicPr>
          <p:nvPr userDrawn="1"/>
        </p:nvPicPr>
        <p:blipFill>
          <a:blip>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Freeform 5">
            <a:extLst>
              <a:ext uri="{FF2B5EF4-FFF2-40B4-BE49-F238E27FC236}">
                <a16:creationId xmlns:a16="http://schemas.microsoft.com/office/drawing/2014/main" id="{567B9E0C-FF32-3C4A-2B5A-621289F7A577}"/>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448895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2100721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40924470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pic>
        <p:nvPicPr>
          <p:cNvPr id="11" name="Picture 26">
            <a:extLst>
              <a:ext uri="{FF2B5EF4-FFF2-40B4-BE49-F238E27FC236}">
                <a16:creationId xmlns:a16="http://schemas.microsoft.com/office/drawing/2014/main" id="{FBD6A9AA-9890-61E4-8EC8-1BAAAF11D3A5}"/>
              </a:ext>
            </a:extLst>
          </p:cNvPr>
          <p:cNvPicPr>
            <a:picLocks noChangeAspect="1" noChangeArrowheads="1"/>
          </p:cNvPicPr>
          <p:nvPr/>
        </p:nvPicPr>
        <p:blipFill>
          <a:blip>
            <a:extLst>
              <a:ext uri="{96DAC541-7B7A-43D3-8B79-37D633B846F1}">
                <asvg:svgBlip xmlns:asvg="http://schemas.microsoft.com/office/drawing/2016/SVG/main" r:embed="rId2"/>
              </a:ext>
            </a:extLst>
          </a:blip>
          <a:srcRect/>
          <a:stretch/>
        </p:blipFill>
        <p:spPr bwMode="auto">
          <a:xfrm>
            <a:off x="805131" y="5542632"/>
            <a:ext cx="1993660" cy="751961"/>
          </a:xfrm>
          <a:prstGeom prst="rect">
            <a:avLst/>
          </a:prstGeom>
          <a:noFill/>
        </p:spPr>
      </p:pic>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14" name="Picture Placeholder 37">
            <a:extLst>
              <a:ext uri="{FF2B5EF4-FFF2-40B4-BE49-F238E27FC236}">
                <a16:creationId xmlns:a16="http://schemas.microsoft.com/office/drawing/2014/main" id="{CE321142-25F8-A2A8-0A22-951CF374A409}"/>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tx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25183912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ickoff Title Slide - 1">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58" y="0"/>
            <a:ext cx="12194959" cy="6859664"/>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21765130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ickoff Title Slide -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58" y="0"/>
            <a:ext cx="12194959" cy="6859664"/>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17319427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4"/>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8270889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4"/>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7234109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2352119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6780092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626968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9255764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0024909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1082286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4"/>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9069010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7"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87096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7"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21174805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5034586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1791324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0086016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471405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0560661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1699587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1"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268112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2002980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402181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6"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0327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17682471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233988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4"/>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128907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4197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3235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806935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083764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8669186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9186670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4"/>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86266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4"/>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7269646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26404877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p:nvSpPr>
        <p:spPr>
          <a:xfrm>
            <a:off x="1"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13997997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4059785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559863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4"/>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968458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537566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28391893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429315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7870464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Freeform 1">
            <a:extLst>
              <a:ext uri="{FF2B5EF4-FFF2-40B4-BE49-F238E27FC236}">
                <a16:creationId xmlns:a16="http://schemas.microsoft.com/office/drawing/2014/main" id="{638933CC-1318-28DB-B4AD-5B0158B2E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34390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947087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8962188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8282459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669093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966610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68413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0032893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0BABFF2B-12D2-C0B8-A8D7-866EF2DE667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311054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33293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041160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2406967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498772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7A510A60-5BA7-4BAA-3B95-AD711AFDA7F6}"/>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1588015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42607156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5" name="Freeform 4">
            <a:extLst>
              <a:ext uri="{FF2B5EF4-FFF2-40B4-BE49-F238E27FC236}">
                <a16:creationId xmlns:a16="http://schemas.microsoft.com/office/drawing/2014/main" id="{F73899D2-0759-2331-FD57-E6C2BB1B6D1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977004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17E66034-C59C-41E9-18B8-DC2D2532553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759841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39366096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F453CD11-FFB3-09F8-BF8D-E73C7DBF87F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738596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21704679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of Mind Slide - editabl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5" name="Rounded Rectangle 4">
            <a:extLst>
              <a:ext uri="{FF2B5EF4-FFF2-40B4-BE49-F238E27FC236}">
                <a16:creationId xmlns:a16="http://schemas.microsoft.com/office/drawing/2014/main" id="{51A2BBAD-0366-EA39-CA6F-CA4D43F27C3B}"/>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
        <p:nvSpPr>
          <p:cNvPr id="11" name="Text Placeholder 47">
            <a:extLst>
              <a:ext uri="{FF2B5EF4-FFF2-40B4-BE49-F238E27FC236}">
                <a16:creationId xmlns:a16="http://schemas.microsoft.com/office/drawing/2014/main" id="{A0B5775E-F9AD-A263-B91D-566CABACE9F5}"/>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Encouraged by</a:t>
            </a:r>
          </a:p>
        </p:txBody>
      </p:sp>
      <p:sp>
        <p:nvSpPr>
          <p:cNvPr id="12" name="Text Placeholder 47">
            <a:extLst>
              <a:ext uri="{FF2B5EF4-FFF2-40B4-BE49-F238E27FC236}">
                <a16:creationId xmlns:a16="http://schemas.microsoft.com/office/drawing/2014/main" id="{58639579-9194-F223-11A6-D89B4F2C0803}"/>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Focused on</a:t>
            </a:r>
          </a:p>
        </p:txBody>
      </p:sp>
    </p:spTree>
    <p:extLst>
      <p:ext uri="{BB962C8B-B14F-4D97-AF65-F5344CB8AC3E}">
        <p14:creationId xmlns:p14="http://schemas.microsoft.com/office/powerpoint/2010/main" val="19450408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9363796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520226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1"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8029958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1"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494042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9969780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097676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392333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2"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2261646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ustomer callout - 1">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9CE9912-2014-4DA9-665F-20B2C0ACC7E8}"/>
              </a:ext>
            </a:extLst>
          </p:cNvPr>
          <p:cNvSpPr/>
          <p:nvPr/>
        </p:nvSpPr>
        <p:spPr>
          <a:xfrm>
            <a:off x="0" y="0"/>
            <a:ext cx="4165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
        <p:nvSpPr>
          <p:cNvPr id="47" name="TextBox 46">
            <a:extLst>
              <a:ext uri="{FF2B5EF4-FFF2-40B4-BE49-F238E27FC236}">
                <a16:creationId xmlns:a16="http://schemas.microsoft.com/office/drawing/2014/main" id="{5399923F-C6EB-A400-E77D-4870986A1DE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3" y="522516"/>
            <a:ext cx="4296629" cy="5814785"/>
          </a:xfrm>
          <a:prstGeom prst="roundRect">
            <a:avLst>
              <a:gd name="adj" fmla="val 2613"/>
            </a:avLst>
          </a:prstGeom>
        </p:spPr>
        <p:txBody>
          <a:bodyPr/>
          <a:lstStyle>
            <a:lvl1pPr marL="0" indent="0">
              <a:buNone/>
              <a:defRPr b="0" i="0">
                <a:solidFill>
                  <a:schemeClr val="bg1"/>
                </a:solidFill>
                <a:latin typeface="Arial" panose="020B0604020202020204" pitchFamily="34" charset="0"/>
                <a:ea typeface="Inter Light" panose="02000503000000020004" pitchFamily="2" charset="0"/>
              </a:defRPr>
            </a:lvl1pPr>
          </a:lstStyle>
          <a:p>
            <a:r>
              <a:rPr lang="en-US"/>
              <a:t>Click icon to add picture</a:t>
            </a:r>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63239" y="522516"/>
            <a:ext cx="5866759" cy="459812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Freeform 7">
            <a:extLst>
              <a:ext uri="{FF2B5EF4-FFF2-40B4-BE49-F238E27FC236}">
                <a16:creationId xmlns:a16="http://schemas.microsoft.com/office/drawing/2014/main" id="{52131A7E-D5C9-0D8E-D048-610D16C91E7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58D7D645-F517-7000-727B-5EAFECA53F7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Picture Placeholder 4">
            <a:extLst>
              <a:ext uri="{FF2B5EF4-FFF2-40B4-BE49-F238E27FC236}">
                <a16:creationId xmlns:a16="http://schemas.microsoft.com/office/drawing/2014/main" id="{736578F1-521B-10F0-64E4-8F12A744D03D}"/>
              </a:ext>
            </a:extLst>
          </p:cNvPr>
          <p:cNvSpPr>
            <a:spLocks noGrp="1"/>
          </p:cNvSpPr>
          <p:nvPr>
            <p:ph type="pic" sz="quarter" idx="14" hasCustomPrompt="1"/>
          </p:nvPr>
        </p:nvSpPr>
        <p:spPr>
          <a:xfrm>
            <a:off x="5563238" y="5377313"/>
            <a:ext cx="3946511" cy="945339"/>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Customer logo – left aligned</a:t>
            </a:r>
          </a:p>
        </p:txBody>
      </p:sp>
    </p:spTree>
    <p:extLst>
      <p:ext uri="{BB962C8B-B14F-4D97-AF65-F5344CB8AC3E}">
        <p14:creationId xmlns:p14="http://schemas.microsoft.com/office/powerpoint/2010/main" val="29143268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ustomer callout - 2">
    <p:bg>
      <p:bgRef idx="1001">
        <a:schemeClr val="bg1"/>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1"/>
            <a:ext cx="5026664" cy="5214897"/>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512270"/>
            <a:ext cx="5435597" cy="5913929"/>
          </a:xfrm>
          <a:prstGeom prst="rect">
            <a:avLst/>
          </a:prstGeom>
        </p:spPr>
        <p:txBody>
          <a:bodyPr lIns="0" rIns="0" anchor="ctr"/>
          <a:lstStyle>
            <a:lvl1pPr marL="232828" indent="-232828">
              <a:buClrTx/>
              <a:buFont typeface="Arial" panose="020B0604020202020204" pitchFamily="34" charset="0"/>
              <a:buChar char="•"/>
              <a:tabLst/>
              <a:defRPr sz="2133" b="0" i="0">
                <a:solidFill>
                  <a:schemeClr val="bg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1"/>
                </a:solidFill>
                <a:latin typeface="Arial" panose="020B0604020202020204" pitchFamily="34" charset="0"/>
                <a:ea typeface="Inter Light" panose="02000503000000020004" pitchFamily="2" charset="0"/>
                <a:cs typeface="Gotham Book" pitchFamily="2" charset="0"/>
              </a:defRPr>
            </a:lvl3pPr>
            <a:lvl4pPr>
              <a:defRPr sz="2133">
                <a:solidFill>
                  <a:schemeClr val="bg1"/>
                </a:solidFill>
                <a:latin typeface="Arial" panose="020B0604020202020204" pitchFamily="34" charset="0"/>
                <a:cs typeface="Arial" panose="020B0604020202020204" pitchFamily="34" charset="0"/>
              </a:defRPr>
            </a:lvl4pPr>
            <a:lvl5pPr>
              <a:defRPr sz="2133">
                <a:solidFill>
                  <a:schemeClr val="bg1"/>
                </a:solidFill>
                <a:latin typeface="Arial" panose="020B0604020202020204" pitchFamily="34" charset="0"/>
                <a:cs typeface="Arial" panose="020B0604020202020204" pitchFamily="34" charset="0"/>
              </a:defRPr>
            </a:lvl5pPr>
            <a:lvl6pPr>
              <a:defRPr sz="2133">
                <a:solidFill>
                  <a:schemeClr val="bg1"/>
                </a:solidFill>
              </a:defRPr>
            </a:lvl6pPr>
            <a:lvl7pPr>
              <a:defRPr sz="2133">
                <a:solidFill>
                  <a:schemeClr val="bg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ectangle 5">
            <a:extLst>
              <a:ext uri="{FF2B5EF4-FFF2-40B4-BE49-F238E27FC236}">
                <a16:creationId xmlns:a16="http://schemas.microsoft.com/office/drawing/2014/main" id="{2B7B9EA6-E68E-2600-45BC-AFBBD7F26449}"/>
              </a:ext>
            </a:extLst>
          </p:cNvPr>
          <p:cNvSpPr/>
          <p:nvPr/>
        </p:nvSpPr>
        <p:spPr>
          <a:xfrm>
            <a:off x="6553201" y="5214897"/>
            <a:ext cx="5052441" cy="16431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
        <p:nvSpPr>
          <p:cNvPr id="7" name="Picture Placeholder 4">
            <a:extLst>
              <a:ext uri="{FF2B5EF4-FFF2-40B4-BE49-F238E27FC236}">
                <a16:creationId xmlns:a16="http://schemas.microsoft.com/office/drawing/2014/main" id="{BD78037A-3F60-3A6C-032C-844C4C6F8AF7}"/>
              </a:ext>
            </a:extLst>
          </p:cNvPr>
          <p:cNvSpPr>
            <a:spLocks noGrp="1"/>
          </p:cNvSpPr>
          <p:nvPr>
            <p:ph type="pic" sz="quarter" idx="14" hasCustomPrompt="1"/>
          </p:nvPr>
        </p:nvSpPr>
        <p:spPr>
          <a:xfrm>
            <a:off x="7048357" y="5403457"/>
            <a:ext cx="4087905" cy="1313756"/>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Customer logo</a:t>
            </a:r>
          </a:p>
        </p:txBody>
      </p:sp>
    </p:spTree>
    <p:extLst>
      <p:ext uri="{BB962C8B-B14F-4D97-AF65-F5344CB8AC3E}">
        <p14:creationId xmlns:p14="http://schemas.microsoft.com/office/powerpoint/2010/main" val="19001055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ustomer callout - 3">
    <p:bg>
      <p:bgRef idx="1001">
        <a:schemeClr val="bg1"/>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1"/>
            <a:ext cx="5026664" cy="5214897"/>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2" y="512270"/>
            <a:ext cx="5435597" cy="5913929"/>
          </a:xfrm>
          <a:prstGeom prst="rect">
            <a:avLst/>
          </a:prstGeom>
        </p:spPr>
        <p:txBody>
          <a:bodyPr lIns="0" rIns="0" anchor="ctr"/>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ectangle 5">
            <a:extLst>
              <a:ext uri="{FF2B5EF4-FFF2-40B4-BE49-F238E27FC236}">
                <a16:creationId xmlns:a16="http://schemas.microsoft.com/office/drawing/2014/main" id="{2B7B9EA6-E68E-2600-45BC-AFBBD7F26449}"/>
              </a:ext>
            </a:extLst>
          </p:cNvPr>
          <p:cNvSpPr/>
          <p:nvPr/>
        </p:nvSpPr>
        <p:spPr>
          <a:xfrm>
            <a:off x="6553201" y="5214897"/>
            <a:ext cx="5052441" cy="16431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Arial" panose="020B0604020202020204" pitchFamily="34" charset="0"/>
              <a:ea typeface="Verdana" charset="0"/>
              <a:cs typeface="Arial" panose="020B0604020202020204" pitchFamily="34" charset="0"/>
            </a:endParaRPr>
          </a:p>
        </p:txBody>
      </p:sp>
      <p:sp>
        <p:nvSpPr>
          <p:cNvPr id="7" name="Picture Placeholder 4">
            <a:extLst>
              <a:ext uri="{FF2B5EF4-FFF2-40B4-BE49-F238E27FC236}">
                <a16:creationId xmlns:a16="http://schemas.microsoft.com/office/drawing/2014/main" id="{BD78037A-3F60-3A6C-032C-844C4C6F8AF7}"/>
              </a:ext>
            </a:extLst>
          </p:cNvPr>
          <p:cNvSpPr>
            <a:spLocks noGrp="1"/>
          </p:cNvSpPr>
          <p:nvPr>
            <p:ph type="pic" sz="quarter" idx="14" hasCustomPrompt="1"/>
          </p:nvPr>
        </p:nvSpPr>
        <p:spPr>
          <a:xfrm>
            <a:off x="7048357" y="5403457"/>
            <a:ext cx="4087905" cy="1313756"/>
          </a:xfrm>
          <a:prstGeom prst="roundRect">
            <a:avLst>
              <a:gd name="adj" fmla="val 2613"/>
            </a:avLst>
          </a:prstGeom>
        </p:spPr>
        <p:txBody>
          <a:bodyPr/>
          <a:lstStyle>
            <a:lvl1pPr marL="0" indent="0">
              <a:buNone/>
              <a:defRPr b="0" i="0">
                <a:solidFill>
                  <a:schemeClr val="bg1"/>
                </a:solidFill>
                <a:latin typeface="Arial" panose="020B0604020202020204" pitchFamily="34" charset="0"/>
                <a:ea typeface="Inter Light" panose="02000503000000020004" pitchFamily="2" charset="0"/>
              </a:defRPr>
            </a:lvl1pPr>
          </a:lstStyle>
          <a:p>
            <a:r>
              <a:rPr lang="en-US"/>
              <a:t>Customer logo</a:t>
            </a:r>
          </a:p>
        </p:txBody>
      </p:sp>
    </p:spTree>
    <p:extLst>
      <p:ext uri="{BB962C8B-B14F-4D97-AF65-F5344CB8AC3E}">
        <p14:creationId xmlns:p14="http://schemas.microsoft.com/office/powerpoint/2010/main" val="19878694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ustomer information">
    <p:bg>
      <p:bgPr>
        <a:solidFill>
          <a:schemeClr val="bg2"/>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9E8E9AC0-5448-8477-99BC-DC97D140D2B1}"/>
              </a:ext>
            </a:extLst>
          </p:cNvPr>
          <p:cNvSpPr/>
          <p:nvPr/>
        </p:nvSpPr>
        <p:spPr>
          <a:xfrm>
            <a:off x="7838417" y="1405890"/>
            <a:ext cx="3382335" cy="3450263"/>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Text Placeholder 35">
            <a:extLst>
              <a:ext uri="{FF2B5EF4-FFF2-40B4-BE49-F238E27FC236}">
                <a16:creationId xmlns:a16="http://schemas.microsoft.com/office/drawing/2014/main" id="{0C7A008D-ADDC-8153-734C-FE3D6F95C169}"/>
              </a:ext>
            </a:extLst>
          </p:cNvPr>
          <p:cNvSpPr>
            <a:spLocks noGrp="1"/>
          </p:cNvSpPr>
          <p:nvPr>
            <p:ph type="body" sz="quarter" idx="59" hasCustomPrompt="1"/>
          </p:nvPr>
        </p:nvSpPr>
        <p:spPr>
          <a:xfrm>
            <a:off x="8072023" y="2079696"/>
            <a:ext cx="2936885" cy="2626677"/>
          </a:xfrm>
          <a:prstGeom prst="rect">
            <a:avLst/>
          </a:prstGeom>
        </p:spPr>
        <p:txBody>
          <a:bodyPr lIns="0"/>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3" name="Text Placeholder 5">
            <a:extLst>
              <a:ext uri="{FF2B5EF4-FFF2-40B4-BE49-F238E27FC236}">
                <a16:creationId xmlns:a16="http://schemas.microsoft.com/office/drawing/2014/main" id="{D711A26D-D4FB-FAFA-150C-CDCBCFE8474C}"/>
              </a:ext>
            </a:extLst>
          </p:cNvPr>
          <p:cNvSpPr>
            <a:spLocks noGrp="1"/>
          </p:cNvSpPr>
          <p:nvPr>
            <p:ph type="body" sz="quarter" idx="58" hasCustomPrompt="1"/>
          </p:nvPr>
        </p:nvSpPr>
        <p:spPr>
          <a:xfrm>
            <a:off x="4853893" y="5242601"/>
            <a:ext cx="6366857" cy="985803"/>
          </a:xfrm>
          <a:prstGeom prst="rect">
            <a:avLst/>
          </a:prstGeom>
        </p:spPr>
        <p:txBody>
          <a:bodyPr lIns="0"/>
          <a:lstStyle>
            <a:lvl1pPr marL="0" indent="0">
              <a:buNone/>
              <a:defRPr sz="1467" b="1"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Quote goes here</a:t>
            </a:r>
          </a:p>
        </p:txBody>
      </p:sp>
      <p:sp>
        <p:nvSpPr>
          <p:cNvPr id="21" name="Rounded Rectangle 20">
            <a:extLst>
              <a:ext uri="{FF2B5EF4-FFF2-40B4-BE49-F238E27FC236}">
                <a16:creationId xmlns:a16="http://schemas.microsoft.com/office/drawing/2014/main" id="{1A5D0528-5EAA-9278-830F-CBE8396139C1}"/>
              </a:ext>
            </a:extLst>
          </p:cNvPr>
          <p:cNvSpPr/>
          <p:nvPr/>
        </p:nvSpPr>
        <p:spPr>
          <a:xfrm>
            <a:off x="557026" y="1405890"/>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405890"/>
            <a:ext cx="3382335" cy="3450263"/>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72023" y="1964339"/>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494869"/>
            <a:ext cx="2936588" cy="431916"/>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After Anaplan</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8552425" cy="804232"/>
          </a:xfrm>
          <a:prstGeom prst="rect">
            <a:avLst/>
          </a:prstGeom>
        </p:spPr>
        <p:txBody>
          <a:bodyPr lIns="0" rIns="0"/>
          <a:lstStyle>
            <a:lvl1pPr algn="l">
              <a:defRPr sz="16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Description about the company</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221005"/>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07727"/>
            <a:ext cx="2936588" cy="575724"/>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Company name’s </a:t>
            </a:r>
            <a:br>
              <a:rPr lang="en-US"/>
            </a:br>
            <a:r>
              <a:rPr lang="en-US"/>
              <a:t>Anaplan journey</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1964339"/>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494869"/>
            <a:ext cx="2936588" cy="431916"/>
          </a:xfrm>
          <a:prstGeom prst="rect">
            <a:avLst/>
          </a:prstGeom>
        </p:spPr>
        <p:txBody>
          <a:bodyPr lIns="0" anchor="b"/>
          <a:lstStyle>
            <a:lvl1pPr marL="0" indent="0">
              <a:buNone/>
              <a:defRPr sz="1867" b="1"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Before Anaplan</a:t>
            </a:r>
          </a:p>
        </p:txBody>
      </p:sp>
      <p:sp>
        <p:nvSpPr>
          <p:cNvPr id="7" name="Freeform 6">
            <a:extLst>
              <a:ext uri="{FF2B5EF4-FFF2-40B4-BE49-F238E27FC236}">
                <a16:creationId xmlns:a16="http://schemas.microsoft.com/office/drawing/2014/main" id="{A8C20146-6E8F-7E6A-9287-94103CDC781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351668"/>
            <a:ext cx="2951467" cy="3929173"/>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29" name="Freeform 28">
            <a:extLst>
              <a:ext uri="{FF2B5EF4-FFF2-40B4-BE49-F238E27FC236}">
                <a16:creationId xmlns:a16="http://schemas.microsoft.com/office/drawing/2014/main" id="{A6C165DF-6113-7178-6D9E-6B7EE0BC5906}"/>
              </a:ext>
            </a:extLst>
          </p:cNvPr>
          <p:cNvSpPr/>
          <p:nvPr/>
        </p:nvSpPr>
        <p:spPr>
          <a:xfrm>
            <a:off x="4165601" y="5057975"/>
            <a:ext cx="441692" cy="449631"/>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sp>
        <p:nvSpPr>
          <p:cNvPr id="37" name="Text Placeholder 35">
            <a:extLst>
              <a:ext uri="{FF2B5EF4-FFF2-40B4-BE49-F238E27FC236}">
                <a16:creationId xmlns:a16="http://schemas.microsoft.com/office/drawing/2014/main" id="{72C3FA3B-702B-8797-801D-14E84C58DAF4}"/>
              </a:ext>
            </a:extLst>
          </p:cNvPr>
          <p:cNvSpPr>
            <a:spLocks noGrp="1"/>
          </p:cNvSpPr>
          <p:nvPr>
            <p:ph type="body" sz="quarter" idx="60" hasCustomPrompt="1"/>
          </p:nvPr>
        </p:nvSpPr>
        <p:spPr>
          <a:xfrm>
            <a:off x="4427979" y="2079696"/>
            <a:ext cx="2936885" cy="2626677"/>
          </a:xfrm>
          <a:prstGeom prst="rect">
            <a:avLst/>
          </a:prstGeom>
        </p:spPr>
        <p:txBody>
          <a:bodyPr lIns="0"/>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8" name="Picture Placeholder 4">
            <a:extLst>
              <a:ext uri="{FF2B5EF4-FFF2-40B4-BE49-F238E27FC236}">
                <a16:creationId xmlns:a16="http://schemas.microsoft.com/office/drawing/2014/main" id="{4AD2E910-5415-3539-A480-5109E3742CC2}"/>
              </a:ext>
            </a:extLst>
          </p:cNvPr>
          <p:cNvSpPr>
            <a:spLocks noGrp="1"/>
          </p:cNvSpPr>
          <p:nvPr>
            <p:ph type="pic" sz="quarter" idx="14" hasCustomPrompt="1"/>
          </p:nvPr>
        </p:nvSpPr>
        <p:spPr>
          <a:xfrm>
            <a:off x="9373421" y="378703"/>
            <a:ext cx="1847329" cy="818384"/>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Customer logo</a:t>
            </a:r>
          </a:p>
        </p:txBody>
      </p:sp>
    </p:spTree>
    <p:extLst>
      <p:ext uri="{BB962C8B-B14F-4D97-AF65-F5344CB8AC3E}">
        <p14:creationId xmlns:p14="http://schemas.microsoft.com/office/powerpoint/2010/main" val="18393532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33281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602149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423316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3"/>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528289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66230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2802517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922885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385716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689311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74048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947752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3"/>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172224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3"/>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192736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7"/>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024265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50067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0839557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4799819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p:nvSpPr>
        <p:spPr>
          <a:xfrm>
            <a:off x="37637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14353654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2"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40486782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11975219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p:nvGrpSpPr>
        <p:grpSpPr>
          <a:xfrm>
            <a:off x="557348"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p:nvSpPr>
        <p:spPr>
          <a:xfrm>
            <a:off x="819715"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0419996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1283600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5101843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609248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19654743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6978872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Pyramid Chart - 8 Layers">
    <p:spTree>
      <p:nvGrpSpPr>
        <p:cNvPr id="1" name=""/>
        <p:cNvGrpSpPr/>
        <p:nvPr/>
      </p:nvGrpSpPr>
      <p:grpSpPr>
        <a:xfrm>
          <a:off x="0" y="0"/>
          <a:ext cx="0" cy="0"/>
          <a:chOff x="0" y="0"/>
          <a:chExt cx="0" cy="0"/>
        </a:xfrm>
      </p:grpSpPr>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3261107" y="1066239"/>
            <a:ext cx="536113" cy="1264468"/>
          </a:xfrm>
          <a:prstGeom prst="round2SameRect">
            <a:avLst>
              <a:gd name="adj1" fmla="val 50000"/>
              <a:gd name="adj2" fmla="val 0"/>
            </a:avLst>
          </a:prstGeom>
          <a:solidFill>
            <a:schemeClr val="tx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3440584" y="1381130"/>
            <a:ext cx="552293" cy="1723101"/>
          </a:xfrm>
          <a:prstGeom prst="round2SameRect">
            <a:avLst>
              <a:gd name="adj1" fmla="val 50000"/>
              <a:gd name="adj2" fmla="val 0"/>
            </a:avLst>
          </a:prstGeom>
          <a:solidFill>
            <a:srgbClr val="3B596B">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24" name="Round Same Side Corner Rectangle 23">
            <a:extLst>
              <a:ext uri="{FF2B5EF4-FFF2-40B4-BE49-F238E27FC236}">
                <a16:creationId xmlns:a16="http://schemas.microsoft.com/office/drawing/2014/main" id="{AC8FD87D-6FE9-2740-4223-16521D021FFC}"/>
              </a:ext>
            </a:extLst>
          </p:cNvPr>
          <p:cNvSpPr/>
          <p:nvPr/>
        </p:nvSpPr>
        <p:spPr>
          <a:xfrm rot="5400000">
            <a:off x="4496331" y="3899461"/>
            <a:ext cx="552631"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20" name="Round Same Side Corner Rectangle 19">
            <a:extLst>
              <a:ext uri="{FF2B5EF4-FFF2-40B4-BE49-F238E27FC236}">
                <a16:creationId xmlns:a16="http://schemas.microsoft.com/office/drawing/2014/main" id="{B13A7C2F-B719-5B3D-1BC6-8A306D7E7781}"/>
              </a:ext>
            </a:extLst>
          </p:cNvPr>
          <p:cNvSpPr/>
          <p:nvPr/>
        </p:nvSpPr>
        <p:spPr>
          <a:xfrm rot="5400000">
            <a:off x="3356125" y="1737120"/>
            <a:ext cx="531049" cy="3199067"/>
          </a:xfrm>
          <a:prstGeom prst="round2SameRect">
            <a:avLst>
              <a:gd name="adj1" fmla="val 50000"/>
              <a:gd name="adj2" fmla="val 0"/>
            </a:avLst>
          </a:prstGeom>
          <a:solidFill>
            <a:srgbClr val="FFDECB"/>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4176987" y="3353771"/>
            <a:ext cx="538751" cy="3199067"/>
          </a:xfrm>
          <a:prstGeom prst="round2SameRect">
            <a:avLst>
              <a:gd name="adj1" fmla="val 50000"/>
              <a:gd name="adj2"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894560" y="2524955"/>
            <a:ext cx="552633" cy="2707079"/>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3560155" y="1670758"/>
            <a:ext cx="552296" cy="2248445"/>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5" name="Round Same Side Corner Rectangle 44">
            <a:extLst>
              <a:ext uri="{FF2B5EF4-FFF2-40B4-BE49-F238E27FC236}">
                <a16:creationId xmlns:a16="http://schemas.microsoft.com/office/drawing/2014/main" id="{CB82D095-1615-117B-D7D3-F5BD9630A7F9}"/>
              </a:ext>
            </a:extLst>
          </p:cNvPr>
          <p:cNvSpPr/>
          <p:nvPr/>
        </p:nvSpPr>
        <p:spPr>
          <a:xfrm rot="5400000">
            <a:off x="4127170" y="3054073"/>
            <a:ext cx="552633" cy="2707079"/>
          </a:xfrm>
          <a:prstGeom prst="round2SameRect">
            <a:avLst>
              <a:gd name="adj1" fmla="val 50000"/>
              <a:gd name="adj2" fmla="val 0"/>
            </a:avLst>
          </a:prstGeom>
          <a:solidFill>
            <a:srgbClr val="F0D6D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1914544446"/>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93035" y="1549949"/>
            <a:ext cx="412848"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218431" y="1436193"/>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543481" y="1982484"/>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842609" y="2541634"/>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159555" y="30792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4470643" y="3617981"/>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7016235"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16235" y="1880419"/>
            <a:ext cx="270933" cy="270933"/>
          </a:xfrm>
          <a:prstGeom prst="ellipse">
            <a:avLst/>
          </a:prstGeom>
          <a:solidFill>
            <a:srgbClr val="3B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16235" y="2505903"/>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16235" y="3131387"/>
            <a:ext cx="270933" cy="27093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7016235" y="3756871"/>
            <a:ext cx="270933" cy="27093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06786" y="1254936"/>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06786" y="1886882"/>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06786" y="2518827"/>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06786" y="3150772"/>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06786" y="3782718"/>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21" name="Text Placeholder 69">
            <a:extLst>
              <a:ext uri="{FF2B5EF4-FFF2-40B4-BE49-F238E27FC236}">
                <a16:creationId xmlns:a16="http://schemas.microsoft.com/office/drawing/2014/main" id="{431926B2-4734-4603-C491-B3E45E7E3731}"/>
              </a:ext>
            </a:extLst>
          </p:cNvPr>
          <p:cNvSpPr>
            <a:spLocks noGrp="1"/>
          </p:cNvSpPr>
          <p:nvPr>
            <p:ph type="body" sz="quarter" idx="56" hasCustomPrompt="1"/>
          </p:nvPr>
        </p:nvSpPr>
        <p:spPr>
          <a:xfrm>
            <a:off x="4755643" y="4159633"/>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06</a:t>
            </a:r>
          </a:p>
        </p:txBody>
      </p:sp>
      <p:sp>
        <p:nvSpPr>
          <p:cNvPr id="22" name="Oval 21">
            <a:extLst>
              <a:ext uri="{FF2B5EF4-FFF2-40B4-BE49-F238E27FC236}">
                <a16:creationId xmlns:a16="http://schemas.microsoft.com/office/drawing/2014/main" id="{FBFB3FE0-0919-2C50-2593-0243112FD3A4}"/>
              </a:ext>
            </a:extLst>
          </p:cNvPr>
          <p:cNvSpPr/>
          <p:nvPr/>
        </p:nvSpPr>
        <p:spPr>
          <a:xfrm>
            <a:off x="7016235" y="4382355"/>
            <a:ext cx="270933" cy="27093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3" name="Text Placeholder 49">
            <a:extLst>
              <a:ext uri="{FF2B5EF4-FFF2-40B4-BE49-F238E27FC236}">
                <a16:creationId xmlns:a16="http://schemas.microsoft.com/office/drawing/2014/main" id="{AE49FA8C-D1C2-BF15-157B-20F7EE6AEB19}"/>
              </a:ext>
            </a:extLst>
          </p:cNvPr>
          <p:cNvSpPr>
            <a:spLocks noGrp="1"/>
          </p:cNvSpPr>
          <p:nvPr>
            <p:ph type="body" sz="quarter" idx="57" hasCustomPrompt="1"/>
          </p:nvPr>
        </p:nvSpPr>
        <p:spPr>
          <a:xfrm>
            <a:off x="7406786" y="4414663"/>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endParaRPr lang="en-US"/>
          </a:p>
        </p:txBody>
      </p:sp>
      <p:sp>
        <p:nvSpPr>
          <p:cNvPr id="25" name="Text Placeholder 69">
            <a:extLst>
              <a:ext uri="{FF2B5EF4-FFF2-40B4-BE49-F238E27FC236}">
                <a16:creationId xmlns:a16="http://schemas.microsoft.com/office/drawing/2014/main" id="{824CE540-EF1B-0744-B919-5EC35AF89030}"/>
              </a:ext>
            </a:extLst>
          </p:cNvPr>
          <p:cNvSpPr>
            <a:spLocks noGrp="1"/>
          </p:cNvSpPr>
          <p:nvPr>
            <p:ph type="body" sz="quarter" idx="58" hasCustomPrompt="1"/>
          </p:nvPr>
        </p:nvSpPr>
        <p:spPr>
          <a:xfrm>
            <a:off x="5052714" y="4696648"/>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07</a:t>
            </a:r>
          </a:p>
        </p:txBody>
      </p:sp>
      <p:sp>
        <p:nvSpPr>
          <p:cNvPr id="26" name="Picture Placeholder 112">
            <a:extLst>
              <a:ext uri="{FF2B5EF4-FFF2-40B4-BE49-F238E27FC236}">
                <a16:creationId xmlns:a16="http://schemas.microsoft.com/office/drawing/2014/main" id="{D820D925-F044-30CF-366A-C16A97E521B5}"/>
              </a:ext>
            </a:extLst>
          </p:cNvPr>
          <p:cNvSpPr>
            <a:spLocks noGrp="1"/>
          </p:cNvSpPr>
          <p:nvPr>
            <p:ph type="pic" sz="quarter" idx="59" hasCustomPrompt="1"/>
          </p:nvPr>
        </p:nvSpPr>
        <p:spPr>
          <a:xfrm>
            <a:off x="2693035" y="2032020"/>
            <a:ext cx="412848"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27" name="Picture Placeholder 112">
            <a:extLst>
              <a:ext uri="{FF2B5EF4-FFF2-40B4-BE49-F238E27FC236}">
                <a16:creationId xmlns:a16="http://schemas.microsoft.com/office/drawing/2014/main" id="{A37FDEB3-F32A-63BB-320F-FB5760901562}"/>
              </a:ext>
            </a:extLst>
          </p:cNvPr>
          <p:cNvSpPr>
            <a:spLocks noGrp="1"/>
          </p:cNvSpPr>
          <p:nvPr>
            <p:ph type="pic" sz="quarter" idx="60" hasCustomPrompt="1"/>
          </p:nvPr>
        </p:nvSpPr>
        <p:spPr>
          <a:xfrm>
            <a:off x="2693035" y="2574713"/>
            <a:ext cx="412848"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28" name="Picture Placeholder 112">
            <a:extLst>
              <a:ext uri="{FF2B5EF4-FFF2-40B4-BE49-F238E27FC236}">
                <a16:creationId xmlns:a16="http://schemas.microsoft.com/office/drawing/2014/main" id="{DE88EB2A-6AAB-0242-B0DA-7959A05835D4}"/>
              </a:ext>
            </a:extLst>
          </p:cNvPr>
          <p:cNvSpPr>
            <a:spLocks noGrp="1"/>
          </p:cNvSpPr>
          <p:nvPr>
            <p:ph type="pic" sz="quarter" idx="61" hasCustomPrompt="1"/>
          </p:nvPr>
        </p:nvSpPr>
        <p:spPr>
          <a:xfrm>
            <a:off x="2693035" y="3131605"/>
            <a:ext cx="412848"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29" name="Picture Placeholder 112">
            <a:extLst>
              <a:ext uri="{FF2B5EF4-FFF2-40B4-BE49-F238E27FC236}">
                <a16:creationId xmlns:a16="http://schemas.microsoft.com/office/drawing/2014/main" id="{222E5B5B-A667-7159-AB2E-1A774BEFD17F}"/>
              </a:ext>
            </a:extLst>
          </p:cNvPr>
          <p:cNvSpPr>
            <a:spLocks noGrp="1"/>
          </p:cNvSpPr>
          <p:nvPr>
            <p:ph type="pic" sz="quarter" idx="62" hasCustomPrompt="1"/>
          </p:nvPr>
        </p:nvSpPr>
        <p:spPr>
          <a:xfrm>
            <a:off x="2693035" y="3672349"/>
            <a:ext cx="412848"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9" name="Picture Placeholder 112">
            <a:extLst>
              <a:ext uri="{FF2B5EF4-FFF2-40B4-BE49-F238E27FC236}">
                <a16:creationId xmlns:a16="http://schemas.microsoft.com/office/drawing/2014/main" id="{913BB665-084D-67DC-F755-5E98FC8358EA}"/>
              </a:ext>
            </a:extLst>
          </p:cNvPr>
          <p:cNvSpPr>
            <a:spLocks noGrp="1"/>
          </p:cNvSpPr>
          <p:nvPr>
            <p:ph type="pic" sz="quarter" idx="63" hasCustomPrompt="1"/>
          </p:nvPr>
        </p:nvSpPr>
        <p:spPr>
          <a:xfrm>
            <a:off x="2687661" y="4216268"/>
            <a:ext cx="423595"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40" name="Picture Placeholder 112">
            <a:extLst>
              <a:ext uri="{FF2B5EF4-FFF2-40B4-BE49-F238E27FC236}">
                <a16:creationId xmlns:a16="http://schemas.microsoft.com/office/drawing/2014/main" id="{D7542F9B-377C-D7CD-9FB3-404A7978F472}"/>
              </a:ext>
            </a:extLst>
          </p:cNvPr>
          <p:cNvSpPr>
            <a:spLocks noGrp="1"/>
          </p:cNvSpPr>
          <p:nvPr>
            <p:ph type="pic" sz="quarter" idx="64" hasCustomPrompt="1"/>
          </p:nvPr>
        </p:nvSpPr>
        <p:spPr>
          <a:xfrm>
            <a:off x="2687661" y="4757012"/>
            <a:ext cx="423595"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41" name="Oval 40">
            <a:extLst>
              <a:ext uri="{FF2B5EF4-FFF2-40B4-BE49-F238E27FC236}">
                <a16:creationId xmlns:a16="http://schemas.microsoft.com/office/drawing/2014/main" id="{BD970C26-3C79-2411-0D87-5FAAEE592BFD}"/>
              </a:ext>
            </a:extLst>
          </p:cNvPr>
          <p:cNvSpPr/>
          <p:nvPr/>
        </p:nvSpPr>
        <p:spPr>
          <a:xfrm>
            <a:off x="7016235" y="5633320"/>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Text Placeholder 49">
            <a:extLst>
              <a:ext uri="{FF2B5EF4-FFF2-40B4-BE49-F238E27FC236}">
                <a16:creationId xmlns:a16="http://schemas.microsoft.com/office/drawing/2014/main" id="{9E2A0033-5A54-0A1B-88D8-76BB31FBAF92}"/>
              </a:ext>
            </a:extLst>
          </p:cNvPr>
          <p:cNvSpPr>
            <a:spLocks noGrp="1"/>
          </p:cNvSpPr>
          <p:nvPr>
            <p:ph type="body" sz="quarter" idx="65" hasCustomPrompt="1"/>
          </p:nvPr>
        </p:nvSpPr>
        <p:spPr>
          <a:xfrm>
            <a:off x="7406786" y="5678551"/>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43" name="Oval 42">
            <a:extLst>
              <a:ext uri="{FF2B5EF4-FFF2-40B4-BE49-F238E27FC236}">
                <a16:creationId xmlns:a16="http://schemas.microsoft.com/office/drawing/2014/main" id="{09893433-520A-A75C-5DBB-90988CC9768A}"/>
              </a:ext>
            </a:extLst>
          </p:cNvPr>
          <p:cNvSpPr/>
          <p:nvPr/>
        </p:nvSpPr>
        <p:spPr>
          <a:xfrm>
            <a:off x="7016235" y="5007839"/>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Text Placeholder 49">
            <a:extLst>
              <a:ext uri="{FF2B5EF4-FFF2-40B4-BE49-F238E27FC236}">
                <a16:creationId xmlns:a16="http://schemas.microsoft.com/office/drawing/2014/main" id="{97569F8D-55DC-9891-EAC6-2972278AE24A}"/>
              </a:ext>
            </a:extLst>
          </p:cNvPr>
          <p:cNvSpPr>
            <a:spLocks noGrp="1"/>
          </p:cNvSpPr>
          <p:nvPr>
            <p:ph type="body" sz="quarter" idx="66" hasCustomPrompt="1"/>
          </p:nvPr>
        </p:nvSpPr>
        <p:spPr>
          <a:xfrm>
            <a:off x="7406786" y="5046608"/>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46" name="Text Placeholder 69">
            <a:extLst>
              <a:ext uri="{FF2B5EF4-FFF2-40B4-BE49-F238E27FC236}">
                <a16:creationId xmlns:a16="http://schemas.microsoft.com/office/drawing/2014/main" id="{B1E9A710-9B45-973E-A186-7E0973F4CDCD}"/>
              </a:ext>
            </a:extLst>
          </p:cNvPr>
          <p:cNvSpPr>
            <a:spLocks noGrp="1"/>
          </p:cNvSpPr>
          <p:nvPr>
            <p:ph type="body" sz="quarter" idx="67" hasCustomPrompt="1"/>
          </p:nvPr>
        </p:nvSpPr>
        <p:spPr>
          <a:xfrm>
            <a:off x="5368287" y="524793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08</a:t>
            </a:r>
          </a:p>
        </p:txBody>
      </p:sp>
      <p:sp>
        <p:nvSpPr>
          <p:cNvPr id="47" name="Picture Placeholder 112">
            <a:extLst>
              <a:ext uri="{FF2B5EF4-FFF2-40B4-BE49-F238E27FC236}">
                <a16:creationId xmlns:a16="http://schemas.microsoft.com/office/drawing/2014/main" id="{CAD1A018-5884-DE77-5FF7-9ADDF11A5F19}"/>
              </a:ext>
            </a:extLst>
          </p:cNvPr>
          <p:cNvSpPr>
            <a:spLocks noGrp="1"/>
          </p:cNvSpPr>
          <p:nvPr>
            <p:ph type="pic" sz="quarter" idx="68" hasCustomPrompt="1"/>
          </p:nvPr>
        </p:nvSpPr>
        <p:spPr>
          <a:xfrm>
            <a:off x="2687661" y="5308053"/>
            <a:ext cx="423595"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Tree>
    <p:extLst>
      <p:ext uri="{BB962C8B-B14F-4D97-AF65-F5344CB8AC3E}">
        <p14:creationId xmlns:p14="http://schemas.microsoft.com/office/powerpoint/2010/main" val="26634478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1_Pyramid Chart - 7 Layers">
    <p:spTree>
      <p:nvGrpSpPr>
        <p:cNvPr id="1" name=""/>
        <p:cNvGrpSpPr/>
        <p:nvPr/>
      </p:nvGrpSpPr>
      <p:grpSpPr>
        <a:xfrm>
          <a:off x="0" y="0"/>
          <a:ext cx="0" cy="0"/>
          <a:chOff x="0" y="0"/>
          <a:chExt cx="0" cy="0"/>
        </a:xfrm>
      </p:grpSpPr>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3218845" y="1108505"/>
            <a:ext cx="620640" cy="1264468"/>
          </a:xfrm>
          <a:prstGeom prst="round2SameRect">
            <a:avLst>
              <a:gd name="adj1" fmla="val 50000"/>
              <a:gd name="adj2" fmla="val 0"/>
            </a:avLst>
          </a:prstGeom>
          <a:solidFill>
            <a:schemeClr val="tx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24" name="Round Same Side Corner Rectangle 23">
            <a:extLst>
              <a:ext uri="{FF2B5EF4-FFF2-40B4-BE49-F238E27FC236}">
                <a16:creationId xmlns:a16="http://schemas.microsoft.com/office/drawing/2014/main" id="{AC8FD87D-6FE9-2740-4223-16521D021FFC}"/>
              </a:ext>
            </a:extLst>
          </p:cNvPr>
          <p:cNvSpPr/>
          <p:nvPr/>
        </p:nvSpPr>
        <p:spPr>
          <a:xfrm rot="5400000">
            <a:off x="4466487" y="3869617"/>
            <a:ext cx="612320"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20" name="Round Same Side Corner Rectangle 19">
            <a:extLst>
              <a:ext uri="{FF2B5EF4-FFF2-40B4-BE49-F238E27FC236}">
                <a16:creationId xmlns:a16="http://schemas.microsoft.com/office/drawing/2014/main" id="{B13A7C2F-B719-5B3D-1BC6-8A306D7E7781}"/>
              </a:ext>
            </a:extLst>
          </p:cNvPr>
          <p:cNvSpPr/>
          <p:nvPr/>
        </p:nvSpPr>
        <p:spPr>
          <a:xfrm rot="5400000">
            <a:off x="3410722" y="2007381"/>
            <a:ext cx="624053" cy="3199067"/>
          </a:xfrm>
          <a:prstGeom prst="round2SameRect">
            <a:avLst>
              <a:gd name="adj1" fmla="val 50000"/>
              <a:gd name="adj2" fmla="val 0"/>
            </a:avLst>
          </a:prstGeom>
          <a:solidFill>
            <a:srgbClr val="FFDECB"/>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4127465" y="3254111"/>
            <a:ext cx="637796" cy="3199067"/>
          </a:xfrm>
          <a:prstGeom prst="round2SameRect">
            <a:avLst>
              <a:gd name="adj1" fmla="val 50000"/>
              <a:gd name="adj2"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971846" y="2870907"/>
            <a:ext cx="624052" cy="2707079"/>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3541449" y="1857970"/>
            <a:ext cx="625388" cy="2248445"/>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171178982"/>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3410908" y="1502122"/>
            <a:ext cx="611645" cy="1723101"/>
          </a:xfrm>
          <a:prstGeom prst="round2SameRect">
            <a:avLst>
              <a:gd name="adj1" fmla="val 50000"/>
              <a:gd name="adj2" fmla="val 0"/>
            </a:avLst>
          </a:prstGeom>
          <a:solidFill>
            <a:srgbClr val="3B596B">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93035" y="1604744"/>
            <a:ext cx="412848"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2" y="1481300"/>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621345" y="2095786"/>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3951154" y="2730901"/>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324316" y="3357417"/>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4659762" y="397974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1984666"/>
            <a:ext cx="270933" cy="270933"/>
          </a:xfrm>
          <a:prstGeom prst="ellipse">
            <a:avLst/>
          </a:prstGeom>
          <a:solidFill>
            <a:srgbClr val="3B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2714396"/>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3444127"/>
            <a:ext cx="270933" cy="27093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7009951" y="4173858"/>
            <a:ext cx="270933" cy="27093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1992206"/>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2729475"/>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3466744"/>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4204014"/>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21" name="Text Placeholder 69">
            <a:extLst>
              <a:ext uri="{FF2B5EF4-FFF2-40B4-BE49-F238E27FC236}">
                <a16:creationId xmlns:a16="http://schemas.microsoft.com/office/drawing/2014/main" id="{431926B2-4734-4603-C491-B3E45E7E3731}"/>
              </a:ext>
            </a:extLst>
          </p:cNvPr>
          <p:cNvSpPr>
            <a:spLocks noGrp="1"/>
          </p:cNvSpPr>
          <p:nvPr>
            <p:ph type="body" sz="quarter" idx="56" hasCustomPrompt="1"/>
          </p:nvPr>
        </p:nvSpPr>
        <p:spPr>
          <a:xfrm>
            <a:off x="5034929" y="4599014"/>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06</a:t>
            </a:r>
          </a:p>
        </p:txBody>
      </p:sp>
      <p:sp>
        <p:nvSpPr>
          <p:cNvPr id="22" name="Oval 21">
            <a:extLst>
              <a:ext uri="{FF2B5EF4-FFF2-40B4-BE49-F238E27FC236}">
                <a16:creationId xmlns:a16="http://schemas.microsoft.com/office/drawing/2014/main" id="{FBFB3FE0-0919-2C50-2593-0243112FD3A4}"/>
              </a:ext>
            </a:extLst>
          </p:cNvPr>
          <p:cNvSpPr/>
          <p:nvPr/>
        </p:nvSpPr>
        <p:spPr>
          <a:xfrm>
            <a:off x="7009951" y="4903588"/>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3" name="Text Placeholder 49">
            <a:extLst>
              <a:ext uri="{FF2B5EF4-FFF2-40B4-BE49-F238E27FC236}">
                <a16:creationId xmlns:a16="http://schemas.microsoft.com/office/drawing/2014/main" id="{AE49FA8C-D1C2-BF15-157B-20F7EE6AEB19}"/>
              </a:ext>
            </a:extLst>
          </p:cNvPr>
          <p:cNvSpPr>
            <a:spLocks noGrp="1"/>
          </p:cNvSpPr>
          <p:nvPr>
            <p:ph type="body" sz="quarter" idx="57" hasCustomPrompt="1"/>
          </p:nvPr>
        </p:nvSpPr>
        <p:spPr>
          <a:xfrm>
            <a:off x="7419356" y="4941283"/>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endParaRPr lang="en-US"/>
          </a:p>
        </p:txBody>
      </p:sp>
      <p:sp>
        <p:nvSpPr>
          <p:cNvPr id="25" name="Text Placeholder 69">
            <a:extLst>
              <a:ext uri="{FF2B5EF4-FFF2-40B4-BE49-F238E27FC236}">
                <a16:creationId xmlns:a16="http://schemas.microsoft.com/office/drawing/2014/main" id="{824CE540-EF1B-0744-B919-5EC35AF89030}"/>
              </a:ext>
            </a:extLst>
          </p:cNvPr>
          <p:cNvSpPr>
            <a:spLocks noGrp="1"/>
          </p:cNvSpPr>
          <p:nvPr>
            <p:ph type="body" sz="quarter" idx="58" hasCustomPrompt="1"/>
          </p:nvPr>
        </p:nvSpPr>
        <p:spPr>
          <a:xfrm>
            <a:off x="5353814" y="5222681"/>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07</a:t>
            </a:r>
          </a:p>
        </p:txBody>
      </p:sp>
      <p:sp>
        <p:nvSpPr>
          <p:cNvPr id="26" name="Picture Placeholder 112">
            <a:extLst>
              <a:ext uri="{FF2B5EF4-FFF2-40B4-BE49-F238E27FC236}">
                <a16:creationId xmlns:a16="http://schemas.microsoft.com/office/drawing/2014/main" id="{D820D925-F044-30CF-366A-C16A97E521B5}"/>
              </a:ext>
            </a:extLst>
          </p:cNvPr>
          <p:cNvSpPr>
            <a:spLocks noGrp="1"/>
          </p:cNvSpPr>
          <p:nvPr>
            <p:ph type="pic" sz="quarter" idx="59" hasCustomPrompt="1"/>
          </p:nvPr>
        </p:nvSpPr>
        <p:spPr>
          <a:xfrm>
            <a:off x="2693035" y="2155308"/>
            <a:ext cx="412848"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27" name="Picture Placeholder 112">
            <a:extLst>
              <a:ext uri="{FF2B5EF4-FFF2-40B4-BE49-F238E27FC236}">
                <a16:creationId xmlns:a16="http://schemas.microsoft.com/office/drawing/2014/main" id="{A37FDEB3-F32A-63BB-320F-FB5760901562}"/>
              </a:ext>
            </a:extLst>
          </p:cNvPr>
          <p:cNvSpPr>
            <a:spLocks noGrp="1"/>
          </p:cNvSpPr>
          <p:nvPr>
            <p:ph type="pic" sz="quarter" idx="60" hasCustomPrompt="1"/>
          </p:nvPr>
        </p:nvSpPr>
        <p:spPr>
          <a:xfrm>
            <a:off x="2693035" y="2752796"/>
            <a:ext cx="412848"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28" name="Picture Placeholder 112">
            <a:extLst>
              <a:ext uri="{FF2B5EF4-FFF2-40B4-BE49-F238E27FC236}">
                <a16:creationId xmlns:a16="http://schemas.microsoft.com/office/drawing/2014/main" id="{DE88EB2A-6AAB-0242-B0DA-7959A05835D4}"/>
              </a:ext>
            </a:extLst>
          </p:cNvPr>
          <p:cNvSpPr>
            <a:spLocks noGrp="1"/>
          </p:cNvSpPr>
          <p:nvPr>
            <p:ph type="pic" sz="quarter" idx="61" hasCustomPrompt="1"/>
          </p:nvPr>
        </p:nvSpPr>
        <p:spPr>
          <a:xfrm>
            <a:off x="2693035" y="3398729"/>
            <a:ext cx="412848"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29" name="Picture Placeholder 112">
            <a:extLst>
              <a:ext uri="{FF2B5EF4-FFF2-40B4-BE49-F238E27FC236}">
                <a16:creationId xmlns:a16="http://schemas.microsoft.com/office/drawing/2014/main" id="{222E5B5B-A667-7159-AB2E-1A774BEFD17F}"/>
              </a:ext>
            </a:extLst>
          </p:cNvPr>
          <p:cNvSpPr>
            <a:spLocks noGrp="1"/>
          </p:cNvSpPr>
          <p:nvPr>
            <p:ph type="pic" sz="quarter" idx="62" hasCustomPrompt="1"/>
          </p:nvPr>
        </p:nvSpPr>
        <p:spPr>
          <a:xfrm>
            <a:off x="2693035" y="4028514"/>
            <a:ext cx="412848"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9" name="Picture Placeholder 112">
            <a:extLst>
              <a:ext uri="{FF2B5EF4-FFF2-40B4-BE49-F238E27FC236}">
                <a16:creationId xmlns:a16="http://schemas.microsoft.com/office/drawing/2014/main" id="{913BB665-084D-67DC-F755-5E98FC8358EA}"/>
              </a:ext>
            </a:extLst>
          </p:cNvPr>
          <p:cNvSpPr>
            <a:spLocks noGrp="1"/>
          </p:cNvSpPr>
          <p:nvPr>
            <p:ph type="pic" sz="quarter" idx="63" hasCustomPrompt="1"/>
          </p:nvPr>
        </p:nvSpPr>
        <p:spPr>
          <a:xfrm>
            <a:off x="2687661" y="4634077"/>
            <a:ext cx="423595"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40" name="Picture Placeholder 112">
            <a:extLst>
              <a:ext uri="{FF2B5EF4-FFF2-40B4-BE49-F238E27FC236}">
                <a16:creationId xmlns:a16="http://schemas.microsoft.com/office/drawing/2014/main" id="{D7542F9B-377C-D7CD-9FB3-404A7978F472}"/>
              </a:ext>
            </a:extLst>
          </p:cNvPr>
          <p:cNvSpPr>
            <a:spLocks noGrp="1"/>
          </p:cNvSpPr>
          <p:nvPr>
            <p:ph type="pic" sz="quarter" idx="64" hasCustomPrompt="1"/>
          </p:nvPr>
        </p:nvSpPr>
        <p:spPr>
          <a:xfrm>
            <a:off x="2687661" y="5263862"/>
            <a:ext cx="423595" cy="41468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41" name="Oval 40">
            <a:extLst>
              <a:ext uri="{FF2B5EF4-FFF2-40B4-BE49-F238E27FC236}">
                <a16:creationId xmlns:a16="http://schemas.microsoft.com/office/drawing/2014/main" id="{BD970C26-3C79-2411-0D87-5FAAEE592BFD}"/>
              </a:ext>
            </a:extLst>
          </p:cNvPr>
          <p:cNvSpPr/>
          <p:nvPr/>
        </p:nvSpPr>
        <p:spPr>
          <a:xfrm>
            <a:off x="7009951" y="5633320"/>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Text Placeholder 49">
            <a:extLst>
              <a:ext uri="{FF2B5EF4-FFF2-40B4-BE49-F238E27FC236}">
                <a16:creationId xmlns:a16="http://schemas.microsoft.com/office/drawing/2014/main" id="{9E2A0033-5A54-0A1B-88D8-76BB31FBAF92}"/>
              </a:ext>
            </a:extLst>
          </p:cNvPr>
          <p:cNvSpPr>
            <a:spLocks noGrp="1"/>
          </p:cNvSpPr>
          <p:nvPr>
            <p:ph type="body" sz="quarter" idx="65" hasCustomPrompt="1"/>
          </p:nvPr>
        </p:nvSpPr>
        <p:spPr>
          <a:xfrm>
            <a:off x="7419356" y="5678551"/>
            <a:ext cx="4004361" cy="45140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Tree>
    <p:extLst>
      <p:ext uri="{BB962C8B-B14F-4D97-AF65-F5344CB8AC3E}">
        <p14:creationId xmlns:p14="http://schemas.microsoft.com/office/powerpoint/2010/main" val="8193462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1_Pyramid Chart - 6 Layers">
    <p:spTree>
      <p:nvGrpSpPr>
        <p:cNvPr id="1" name=""/>
        <p:cNvGrpSpPr/>
        <p:nvPr/>
      </p:nvGrpSpPr>
      <p:grpSpPr>
        <a:xfrm>
          <a:off x="0" y="0"/>
          <a:ext cx="0" cy="0"/>
          <a:chOff x="0" y="0"/>
          <a:chExt cx="0" cy="0"/>
        </a:xfrm>
      </p:grpSpPr>
      <p:sp>
        <p:nvSpPr>
          <p:cNvPr id="20" name="Round Same Side Corner Rectangle 19">
            <a:extLst>
              <a:ext uri="{FF2B5EF4-FFF2-40B4-BE49-F238E27FC236}">
                <a16:creationId xmlns:a16="http://schemas.microsoft.com/office/drawing/2014/main" id="{B13A7C2F-B719-5B3D-1BC6-8A306D7E7781}"/>
              </a:ext>
            </a:extLst>
          </p:cNvPr>
          <p:cNvSpPr/>
          <p:nvPr/>
        </p:nvSpPr>
        <p:spPr>
          <a:xfrm rot="5400000">
            <a:off x="3451408" y="2357457"/>
            <a:ext cx="726395" cy="3199067"/>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4133269" y="3815585"/>
            <a:ext cx="726395"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884605" y="3332515"/>
            <a:ext cx="731732"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3166372" y="1160982"/>
            <a:ext cx="725593"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3395687" y="1650954"/>
            <a:ext cx="725595"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3658358" y="2113878"/>
            <a:ext cx="725596" cy="2248445"/>
          </a:xfrm>
          <a:prstGeom prst="round2SameRect">
            <a:avLst>
              <a:gd name="adj1" fmla="val 50000"/>
              <a:gd name="adj2" fmla="val 0"/>
            </a:avLst>
          </a:prstGeom>
          <a:solidFill>
            <a:srgbClr val="FFDECB"/>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080590027"/>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53738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2063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29477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3659086"/>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438548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2" y="1537746"/>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746193" y="2271332"/>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120887" y="2981444"/>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552515" y="3691557"/>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4937553" y="4429398"/>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059878"/>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2864820"/>
            <a:ext cx="270933" cy="27093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3669763"/>
            <a:ext cx="270933" cy="27093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7009951" y="4474706"/>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5"/>
            <a:ext cx="4004361" cy="637796"/>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068519"/>
            <a:ext cx="4004361" cy="637796"/>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2882103"/>
            <a:ext cx="4004361" cy="637796"/>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3695687"/>
            <a:ext cx="4004361" cy="637796"/>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4509271"/>
            <a:ext cx="4004361" cy="637796"/>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1" name="Text Placeholder 69">
            <a:extLst>
              <a:ext uri="{FF2B5EF4-FFF2-40B4-BE49-F238E27FC236}">
                <a16:creationId xmlns:a16="http://schemas.microsoft.com/office/drawing/2014/main" id="{431926B2-4734-4603-C491-B3E45E7E3731}"/>
              </a:ext>
            </a:extLst>
          </p:cNvPr>
          <p:cNvSpPr>
            <a:spLocks noGrp="1"/>
          </p:cNvSpPr>
          <p:nvPr>
            <p:ph type="body" sz="quarter" idx="56" hasCustomPrompt="1"/>
          </p:nvPr>
        </p:nvSpPr>
        <p:spPr>
          <a:xfrm>
            <a:off x="5353814" y="5168346"/>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06</a:t>
            </a:r>
          </a:p>
        </p:txBody>
      </p:sp>
      <p:sp>
        <p:nvSpPr>
          <p:cNvPr id="22" name="Oval 21">
            <a:extLst>
              <a:ext uri="{FF2B5EF4-FFF2-40B4-BE49-F238E27FC236}">
                <a16:creationId xmlns:a16="http://schemas.microsoft.com/office/drawing/2014/main" id="{FBFB3FE0-0919-2C50-2593-0243112FD3A4}"/>
              </a:ext>
            </a:extLst>
          </p:cNvPr>
          <p:cNvSpPr/>
          <p:nvPr/>
        </p:nvSpPr>
        <p:spPr>
          <a:xfrm>
            <a:off x="7009951" y="5279651"/>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3" name="Text Placeholder 49">
            <a:extLst>
              <a:ext uri="{FF2B5EF4-FFF2-40B4-BE49-F238E27FC236}">
                <a16:creationId xmlns:a16="http://schemas.microsoft.com/office/drawing/2014/main" id="{AE49FA8C-D1C2-BF15-157B-20F7EE6AEB19}"/>
              </a:ext>
            </a:extLst>
          </p:cNvPr>
          <p:cNvSpPr>
            <a:spLocks noGrp="1"/>
          </p:cNvSpPr>
          <p:nvPr>
            <p:ph type="body" sz="quarter" idx="57" hasCustomPrompt="1"/>
          </p:nvPr>
        </p:nvSpPr>
        <p:spPr>
          <a:xfrm>
            <a:off x="7419356" y="5322855"/>
            <a:ext cx="4004361" cy="637796"/>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4" name="Picture Placeholder 112">
            <a:extLst>
              <a:ext uri="{FF2B5EF4-FFF2-40B4-BE49-F238E27FC236}">
                <a16:creationId xmlns:a16="http://schemas.microsoft.com/office/drawing/2014/main" id="{77AF9AC5-423D-6C24-F3E1-9AC7B481EBB0}"/>
              </a:ext>
            </a:extLst>
          </p:cNvPr>
          <p:cNvSpPr>
            <a:spLocks noGrp="1"/>
          </p:cNvSpPr>
          <p:nvPr>
            <p:ph type="pic" sz="quarter" idx="58" hasCustomPrompt="1"/>
          </p:nvPr>
        </p:nvSpPr>
        <p:spPr>
          <a:xfrm>
            <a:off x="2586893" y="5128014"/>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Tree>
    <p:extLst>
      <p:ext uri="{BB962C8B-B14F-4D97-AF65-F5344CB8AC3E}">
        <p14:creationId xmlns:p14="http://schemas.microsoft.com/office/powerpoint/2010/main" val="23470025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1_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3321839" y="1871042"/>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3500849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42224954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5811459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1_Pyramid Chart - 2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060820" y="1289415"/>
            <a:ext cx="2167715" cy="2449711"/>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3931834" y="3457731"/>
            <a:ext cx="2180189" cy="2460980"/>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089810" y="4392547"/>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271551028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248915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3713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3601402"/>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957426" y="223250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60140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3061619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8752915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6213179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2611138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5156089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758068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r>
              <a:rPr lang="en-US"/>
              <a:t>Click icon to add chart</a:t>
            </a:r>
          </a:p>
        </p:txBody>
      </p:sp>
      <p:sp>
        <p:nvSpPr>
          <p:cNvPr id="4" name="Freeform 3">
            <a:extLst>
              <a:ext uri="{FF2B5EF4-FFF2-40B4-BE49-F238E27FC236}">
                <a16:creationId xmlns:a16="http://schemas.microsoft.com/office/drawing/2014/main" id="{A9FF3EF5-2524-8A6E-36C7-35490108D9B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542711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26463" y="1353453"/>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813911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38417" y="1353453"/>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72023"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2144765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38934564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92542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184465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39748958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32092684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p:nvSpPr>
        <p:spPr>
          <a:xfrm>
            <a:off x="557026"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51201"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5994398"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6801" y="1353453"/>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6026120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p:nvSpPr>
        <p:spPr>
          <a:xfrm>
            <a:off x="557026"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64838"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6007798"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2235" y="1353453"/>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938077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5"/>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5"/>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1212299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5"/>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5"/>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3764790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016680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492289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p:nvSpPr>
        <p:spPr>
          <a:xfrm>
            <a:off x="558801"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1"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22718226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p:nvSpPr>
        <p:spPr>
          <a:xfrm>
            <a:off x="558801"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1"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38160960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8667295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4"/>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32850780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Tree>
    <p:extLst>
      <p:ext uri="{BB962C8B-B14F-4D97-AF65-F5344CB8AC3E}">
        <p14:creationId xmlns:p14="http://schemas.microsoft.com/office/powerpoint/2010/main" val="16100488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
        <p:nvSpPr>
          <p:cNvPr id="2" name="Freeform 1">
            <a:extLst>
              <a:ext uri="{FF2B5EF4-FFF2-40B4-BE49-F238E27FC236}">
                <a16:creationId xmlns:a16="http://schemas.microsoft.com/office/drawing/2014/main" id="{F9F8E1A3-F6DA-CE2F-C8DF-5626CDD217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616555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4"/>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r>
              <a:rPr lang="en-US"/>
              <a:t>Click icon to add table</a:t>
            </a:r>
          </a:p>
        </p:txBody>
      </p:sp>
      <p:sp>
        <p:nvSpPr>
          <p:cNvPr id="3" name="Freeform 2">
            <a:extLst>
              <a:ext uri="{FF2B5EF4-FFF2-40B4-BE49-F238E27FC236}">
                <a16:creationId xmlns:a16="http://schemas.microsoft.com/office/drawing/2014/main" id="{93F7FE69-76BD-60F7-E67F-E8B77256EC5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352826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p:nvCxnSpPr>
        <p:spPr>
          <a:xfrm flipH="1">
            <a:off x="6346868" y="-98326"/>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p:nvCxnSpPr>
        <p:spPr>
          <a:xfrm flipH="1">
            <a:off x="-81716"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0714774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1_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p:nvCxnSpPr>
        <p:spPr>
          <a:xfrm flipH="1">
            <a:off x="6346868" y="-98326"/>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p:nvCxnSpPr>
        <p:spPr>
          <a:xfrm flipH="1">
            <a:off x="-81716"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endParaRPr lang="en-US" sz="8000" b="0" i="0" baseline="300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Rectangle 1">
            <a:extLst>
              <a:ext uri="{FF2B5EF4-FFF2-40B4-BE49-F238E27FC236}">
                <a16:creationId xmlns:a16="http://schemas.microsoft.com/office/drawing/2014/main" id="{61DEB3FA-7161-5F34-A5AB-95E3E7CAF49A}"/>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p:nvSpPr>
        <p:spPr>
          <a:xfrm>
            <a:off x="-823784" y="-541843"/>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0" name="TextBox 9">
            <a:extLst>
              <a:ext uri="{FF2B5EF4-FFF2-40B4-BE49-F238E27FC236}">
                <a16:creationId xmlns:a16="http://schemas.microsoft.com/office/drawing/2014/main" id="{BB09815E-E540-C54E-F1E8-32799853F1CF}"/>
              </a:ext>
            </a:extLst>
          </p:cNvPr>
          <p:cNvSpPr txBox="1"/>
          <p:nvPr/>
        </p:nvSpPr>
        <p:spPr>
          <a:xfrm>
            <a:off x="6403874" y="3980424"/>
            <a:ext cx="973743" cy="530082"/>
          </a:xfrm>
          <a:prstGeom prst="rect">
            <a:avLst/>
          </a:prstGeom>
          <a:noFill/>
        </p:spPr>
        <p:txBody>
          <a:bodyPr wrap="square" rtlCol="0">
            <a:spAutoFit/>
          </a:bodyPr>
          <a:lstStyle/>
          <a:p>
            <a:pPr marL="0" indent="0" algn="l">
              <a:buClrTx/>
              <a:buFont typeface="Arial" panose="020B0604020202020204" pitchFamily="34" charset="0"/>
              <a:buNone/>
            </a:pPr>
            <a:r>
              <a:rPr lang="en-US" sz="4267" b="0" i="0" baseline="300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352197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19256109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p:nvCxnSpPr>
        <p:spPr>
          <a:xfrm flipH="1">
            <a:off x="-100244"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9180995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p:nvCxnSpPr>
        <p:spPr>
          <a:xfrm flipH="1">
            <a:off x="-100244"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636559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1_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userDrawn="1"/>
        </p:nvPicPr>
        <p:blipFill>
          <a:blip>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userDrawn="1"/>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40778242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slideLayout" Target="../slideLayouts/slideLayout53.xml"/><Relationship Id="rId74" Type="http://schemas.openxmlformats.org/officeDocument/2006/relationships/slideLayout" Target="../slideLayouts/slideLayout74.xml"/><Relationship Id="rId128" Type="http://schemas.openxmlformats.org/officeDocument/2006/relationships/slideLayout" Target="../slideLayouts/slideLayout128.xml"/><Relationship Id="rId149" Type="http://schemas.openxmlformats.org/officeDocument/2006/relationships/image" Target="../media/image1.png"/><Relationship Id="rId5" Type="http://schemas.openxmlformats.org/officeDocument/2006/relationships/slideLayout" Target="../slideLayouts/slideLayout5.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45" Type="http://schemas.openxmlformats.org/officeDocument/2006/relationships/slideLayout" Target="../slideLayouts/slideLayout145.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slideLayout" Target="../slideLayouts/slideLayout141.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147" Type="http://schemas.openxmlformats.org/officeDocument/2006/relationships/slideLayout" Target="../slideLayouts/slideLayout14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slideLayout" Target="../slideLayouts/slideLayout143.xml"/><Relationship Id="rId148"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 Id="rId37" Type="http://schemas.openxmlformats.org/officeDocument/2006/relationships/slideLayout" Target="../slideLayouts/slideLayout37.xml"/><Relationship Id="rId58" Type="http://schemas.openxmlformats.org/officeDocument/2006/relationships/slideLayout" Target="../slideLayouts/slideLayout58.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44" Type="http://schemas.openxmlformats.org/officeDocument/2006/relationships/slideLayout" Target="../slideLayouts/slideLayout144.xml"/><Relationship Id="rId90" Type="http://schemas.openxmlformats.org/officeDocument/2006/relationships/slideLayout" Target="../slideLayouts/slideLayout9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p:nvPicPr>
        <p:blipFill>
          <a:blip r:embed="rId149"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611281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 id="2147483718" r:id="rId57"/>
    <p:sldLayoutId id="2147483719" r:id="rId58"/>
    <p:sldLayoutId id="2147483720" r:id="rId59"/>
    <p:sldLayoutId id="2147483721" r:id="rId60"/>
    <p:sldLayoutId id="2147483722" r:id="rId61"/>
    <p:sldLayoutId id="2147483723" r:id="rId62"/>
    <p:sldLayoutId id="2147483724" r:id="rId63"/>
    <p:sldLayoutId id="2147483725" r:id="rId64"/>
    <p:sldLayoutId id="2147483726" r:id="rId65"/>
    <p:sldLayoutId id="2147483727" r:id="rId66"/>
    <p:sldLayoutId id="2147483728" r:id="rId67"/>
    <p:sldLayoutId id="2147483729" r:id="rId68"/>
    <p:sldLayoutId id="2147483730" r:id="rId69"/>
    <p:sldLayoutId id="2147483731" r:id="rId70"/>
    <p:sldLayoutId id="2147483732" r:id="rId71"/>
    <p:sldLayoutId id="2147483733" r:id="rId72"/>
    <p:sldLayoutId id="2147483734" r:id="rId73"/>
    <p:sldLayoutId id="2147483735" r:id="rId74"/>
    <p:sldLayoutId id="2147483736" r:id="rId75"/>
    <p:sldLayoutId id="2147483737" r:id="rId76"/>
    <p:sldLayoutId id="2147483738" r:id="rId77"/>
    <p:sldLayoutId id="2147483739" r:id="rId78"/>
    <p:sldLayoutId id="2147483740" r:id="rId79"/>
    <p:sldLayoutId id="2147483741" r:id="rId80"/>
    <p:sldLayoutId id="2147483742" r:id="rId81"/>
    <p:sldLayoutId id="2147483743" r:id="rId82"/>
    <p:sldLayoutId id="2147483744" r:id="rId83"/>
    <p:sldLayoutId id="2147483745" r:id="rId84"/>
    <p:sldLayoutId id="2147483746" r:id="rId85"/>
    <p:sldLayoutId id="2147483747" r:id="rId86"/>
    <p:sldLayoutId id="2147483748" r:id="rId87"/>
    <p:sldLayoutId id="2147483749" r:id="rId88"/>
    <p:sldLayoutId id="2147483750" r:id="rId89"/>
    <p:sldLayoutId id="2147483751" r:id="rId90"/>
    <p:sldLayoutId id="2147483752" r:id="rId91"/>
    <p:sldLayoutId id="2147483753" r:id="rId92"/>
    <p:sldLayoutId id="2147483754" r:id="rId93"/>
    <p:sldLayoutId id="2147483755" r:id="rId94"/>
    <p:sldLayoutId id="2147483756" r:id="rId95"/>
    <p:sldLayoutId id="2147483757" r:id="rId96"/>
    <p:sldLayoutId id="2147483758" r:id="rId97"/>
    <p:sldLayoutId id="2147483759" r:id="rId98"/>
    <p:sldLayoutId id="2147483760" r:id="rId99"/>
    <p:sldLayoutId id="2147483761" r:id="rId100"/>
    <p:sldLayoutId id="2147483762" r:id="rId101"/>
    <p:sldLayoutId id="2147483763" r:id="rId102"/>
    <p:sldLayoutId id="2147483764" r:id="rId103"/>
    <p:sldLayoutId id="2147483765" r:id="rId104"/>
    <p:sldLayoutId id="2147483766" r:id="rId105"/>
    <p:sldLayoutId id="2147483767" r:id="rId106"/>
    <p:sldLayoutId id="2147483768" r:id="rId107"/>
    <p:sldLayoutId id="2147483769" r:id="rId108"/>
    <p:sldLayoutId id="2147483770" r:id="rId109"/>
    <p:sldLayoutId id="2147483771" r:id="rId110"/>
    <p:sldLayoutId id="2147483772" r:id="rId111"/>
    <p:sldLayoutId id="2147483773" r:id="rId112"/>
    <p:sldLayoutId id="2147483774" r:id="rId113"/>
    <p:sldLayoutId id="2147483775" r:id="rId114"/>
    <p:sldLayoutId id="2147483776" r:id="rId115"/>
    <p:sldLayoutId id="2147483777" r:id="rId116"/>
    <p:sldLayoutId id="2147483778" r:id="rId117"/>
    <p:sldLayoutId id="2147483779" r:id="rId118"/>
    <p:sldLayoutId id="2147483780" r:id="rId119"/>
    <p:sldLayoutId id="2147483781" r:id="rId120"/>
    <p:sldLayoutId id="2147483782" r:id="rId121"/>
    <p:sldLayoutId id="2147483783" r:id="rId122"/>
    <p:sldLayoutId id="2147483784" r:id="rId123"/>
    <p:sldLayoutId id="2147483785" r:id="rId124"/>
    <p:sldLayoutId id="2147483786" r:id="rId125"/>
    <p:sldLayoutId id="2147483787" r:id="rId126"/>
    <p:sldLayoutId id="2147483788" r:id="rId127"/>
    <p:sldLayoutId id="2147483789" r:id="rId128"/>
    <p:sldLayoutId id="2147483790" r:id="rId129"/>
    <p:sldLayoutId id="2147483791" r:id="rId130"/>
    <p:sldLayoutId id="2147483792" r:id="rId131"/>
    <p:sldLayoutId id="2147483793" r:id="rId132"/>
    <p:sldLayoutId id="2147483794" r:id="rId133"/>
    <p:sldLayoutId id="2147483795" r:id="rId134"/>
    <p:sldLayoutId id="2147483796" r:id="rId135"/>
    <p:sldLayoutId id="2147483797" r:id="rId136"/>
    <p:sldLayoutId id="2147483798" r:id="rId137"/>
    <p:sldLayoutId id="2147483799" r:id="rId138"/>
    <p:sldLayoutId id="2147483800" r:id="rId139"/>
    <p:sldLayoutId id="2147483801" r:id="rId140"/>
    <p:sldLayoutId id="2147483802" r:id="rId141"/>
    <p:sldLayoutId id="2147483803" r:id="rId142"/>
    <p:sldLayoutId id="2147483804" r:id="rId143"/>
    <p:sldLayoutId id="2147483805" r:id="rId144"/>
    <p:sldLayoutId id="2147483806" r:id="rId145"/>
    <p:sldLayoutId id="2147483807" r:id="rId146"/>
    <p:sldLayoutId id="2147483660" r:id="rId14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53.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2.xml"/><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1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FABFE-AD7B-9188-C889-4270CACA8954}"/>
              </a:ext>
            </a:extLst>
          </p:cNvPr>
          <p:cNvSpPr>
            <a:spLocks noGrp="1"/>
          </p:cNvSpPr>
          <p:nvPr>
            <p:ph type="title"/>
          </p:nvPr>
        </p:nvSpPr>
        <p:spPr>
          <a:xfrm>
            <a:off x="1018117" y="1155700"/>
            <a:ext cx="5992283" cy="2463800"/>
          </a:xfrm>
        </p:spPr>
        <p:txBody>
          <a:bodyPr vert="horz" lIns="0" tIns="60960" rIns="0" bIns="60960" rtlCol="0" anchor="b">
            <a:normAutofit/>
          </a:bodyPr>
          <a:lstStyle/>
          <a:p>
            <a:r>
              <a:rPr lang="en-US">
                <a:ea typeface="Inter Medium"/>
              </a:rPr>
              <a:t>What is coming in RPM apps</a:t>
            </a:r>
            <a:endParaRPr lang="en-US">
              <a:latin typeface="Arial" panose="020B0604020202020204" pitchFamily="34" charset="0"/>
              <a:ea typeface="Inter Medium"/>
            </a:endParaRPr>
          </a:p>
        </p:txBody>
      </p:sp>
      <p:sp>
        <p:nvSpPr>
          <p:cNvPr id="15" name="Text Placeholder 14">
            <a:extLst>
              <a:ext uri="{FF2B5EF4-FFF2-40B4-BE49-F238E27FC236}">
                <a16:creationId xmlns:a16="http://schemas.microsoft.com/office/drawing/2014/main" id="{4ABE029C-943E-1AB0-A6A6-0E1D6F88768A}"/>
              </a:ext>
            </a:extLst>
          </p:cNvPr>
          <p:cNvSpPr>
            <a:spLocks noGrp="1"/>
          </p:cNvSpPr>
          <p:nvPr>
            <p:ph type="body" sz="quarter" idx="10"/>
          </p:nvPr>
        </p:nvSpPr>
        <p:spPr/>
        <p:txBody>
          <a:bodyPr/>
          <a:lstStyle/>
          <a:p>
            <a:r>
              <a:rPr lang="en-US"/>
              <a:t>Updated March 19, 2026</a:t>
            </a:r>
          </a:p>
        </p:txBody>
      </p:sp>
    </p:spTree>
    <p:extLst>
      <p:ext uri="{BB962C8B-B14F-4D97-AF65-F5344CB8AC3E}">
        <p14:creationId xmlns:p14="http://schemas.microsoft.com/office/powerpoint/2010/main" val="168290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ounded Rectangle 4">
            <a:extLst>
              <a:ext uri="{FF2B5EF4-FFF2-40B4-BE49-F238E27FC236}">
                <a16:creationId xmlns:a16="http://schemas.microsoft.com/office/drawing/2014/main" id="{6592B50F-B834-D2CE-8DBC-9FADB3C0E34D}"/>
              </a:ext>
            </a:extLst>
          </p:cNvPr>
          <p:cNvSpPr/>
          <p:nvPr/>
        </p:nvSpPr>
        <p:spPr>
          <a:xfrm>
            <a:off x="365459" y="1080573"/>
            <a:ext cx="5089943" cy="5549042"/>
          </a:xfrm>
          <a:prstGeom prst="roundRect">
            <a:avLst>
              <a:gd name="adj" fmla="val 2075"/>
            </a:avLst>
          </a:prstGeom>
          <a:solidFill>
            <a:srgbClr val="F2F1E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panose="020B0604020202020204"/>
                <a:ea typeface="+mn-ea"/>
                <a:cs typeface="+mn-cs"/>
              </a:rPr>
              <a:t> </a:t>
            </a:r>
            <a:endParaRPr kumimoji="0" lang="en-US" sz="1600" b="0" i="0" u="none" strike="noStrike" kern="0" cap="none" spc="0" normalizeH="0" baseline="0" noProof="0">
              <a:ln>
                <a:noFill/>
              </a:ln>
              <a:solidFill>
                <a:srgbClr val="FFFFFF"/>
              </a:solidFill>
              <a:effectLst/>
              <a:uLnTx/>
              <a:uFillTx/>
              <a:latin typeface="Arial" panose="020B0604020202020204"/>
              <a:ea typeface="Verdana" charset="0"/>
              <a:cs typeface="Arial" panose="020B0604020202020204" pitchFamily="34" charset="0"/>
            </a:endParaRPr>
          </a:p>
        </p:txBody>
      </p:sp>
      <p:sp>
        <p:nvSpPr>
          <p:cNvPr id="53" name="Title 4">
            <a:extLst>
              <a:ext uri="{FF2B5EF4-FFF2-40B4-BE49-F238E27FC236}">
                <a16:creationId xmlns:a16="http://schemas.microsoft.com/office/drawing/2014/main" id="{5B01AEE4-7E65-79E7-98BC-C37173D04865}"/>
              </a:ext>
            </a:extLst>
          </p:cNvPr>
          <p:cNvSpPr txBox="1">
            <a:spLocks/>
          </p:cNvSpPr>
          <p:nvPr/>
        </p:nvSpPr>
        <p:spPr>
          <a:xfrm>
            <a:off x="365460" y="305908"/>
            <a:ext cx="10871904" cy="451405"/>
          </a:xfrm>
          <a:prstGeom prst="rect">
            <a:avLst/>
          </a:prstGeom>
        </p:spPr>
        <p:txBody>
          <a:bodyPr lIns="0" tIns="60960" rIns="0" bIns="60960" anchor="t"/>
          <a:lst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a:lstStyle>
          <a:p>
            <a:r>
              <a:rPr lang="en-US" sz="1800">
                <a:solidFill>
                  <a:schemeClr val="tx2"/>
                </a:solidFill>
                <a:latin typeface="Arial"/>
                <a:ea typeface="Verdana"/>
                <a:cs typeface="Arial"/>
              </a:rPr>
              <a:t>Sales Forecasting (Launching at NY connect)</a:t>
            </a:r>
            <a:endParaRPr lang="en-US" sz="1400" b="0">
              <a:solidFill>
                <a:schemeClr val="tx2"/>
              </a:solidFill>
              <a:latin typeface="Arial"/>
              <a:ea typeface="Verdana"/>
              <a:cs typeface="Arial"/>
            </a:endParaRPr>
          </a:p>
          <a:p>
            <a:r>
              <a:rPr lang="en-US" sz="1400">
                <a:solidFill>
                  <a:schemeClr val="tx2"/>
                </a:solidFill>
                <a:latin typeface="Arial"/>
                <a:ea typeface="Verdana"/>
                <a:cs typeface="Arial"/>
              </a:rPr>
              <a:t>Out-of-the-box functionalities to support forecasting, pipeline, accounts, and insights</a:t>
            </a:r>
          </a:p>
        </p:txBody>
      </p:sp>
      <p:sp>
        <p:nvSpPr>
          <p:cNvPr id="3" name="Text Placeholder 12">
            <a:extLst>
              <a:ext uri="{FF2B5EF4-FFF2-40B4-BE49-F238E27FC236}">
                <a16:creationId xmlns:a16="http://schemas.microsoft.com/office/drawing/2014/main" id="{14DA160E-ADAA-41E0-476C-436ACB8E635D}"/>
              </a:ext>
            </a:extLst>
          </p:cNvPr>
          <p:cNvSpPr txBox="1">
            <a:spLocks/>
          </p:cNvSpPr>
          <p:nvPr/>
        </p:nvSpPr>
        <p:spPr>
          <a:xfrm>
            <a:off x="494426" y="1193978"/>
            <a:ext cx="4828883" cy="4748500"/>
          </a:xfrm>
          <a:prstGeom prst="rect">
            <a:avLst/>
          </a:prstGeom>
        </p:spPr>
        <p:txBody>
          <a:bodyPr lIns="91440" tIns="45720" rIns="91440" bIns="45720" anchor="t"/>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fontAlgn="base">
              <a:buNone/>
            </a:pPr>
            <a:r>
              <a:rPr lang="en-US" sz="900" b="1">
                <a:solidFill>
                  <a:srgbClr val="0A2F46"/>
                </a:solidFill>
                <a:latin typeface="Arial"/>
                <a:ea typeface="Verdana"/>
                <a:cs typeface="Arial"/>
              </a:rPr>
              <a:t>Forecast:</a:t>
            </a:r>
            <a:endParaRPr lang="en-US" sz="900">
              <a:solidFill>
                <a:srgbClr val="0A2F46"/>
              </a:solidFill>
              <a:latin typeface="Arial"/>
              <a:ea typeface="Verdana"/>
              <a:cs typeface="Arial"/>
            </a:endParaRPr>
          </a:p>
          <a:p>
            <a:pPr marL="288925" indent="-136525">
              <a:spcBef>
                <a:spcPts val="20"/>
              </a:spcBef>
              <a:buClr>
                <a:schemeClr val="bg2"/>
              </a:buClr>
            </a:pPr>
            <a:r>
              <a:rPr lang="en-US" sz="900">
                <a:solidFill>
                  <a:srgbClr val="0A2F46"/>
                </a:solidFill>
                <a:latin typeface="Arial"/>
                <a:ea typeface="Verdana"/>
                <a:cs typeface="Arial"/>
              </a:rPr>
              <a:t>Forecasting and Performance: Submit and analyze individual and team-level forecasts, tracking performance against quotas and </a:t>
            </a:r>
            <a:r>
              <a:rPr lang="en-US" sz="900" err="1">
                <a:solidFill>
                  <a:srgbClr val="0A2F46"/>
                </a:solidFill>
                <a:latin typeface="Arial"/>
                <a:ea typeface="Verdana"/>
                <a:cs typeface="Arial"/>
              </a:rPr>
              <a:t>historicals</a:t>
            </a:r>
            <a:endParaRPr lang="en-US" sz="900">
              <a:solidFill>
                <a:srgbClr val="0A2F46"/>
              </a:solidFill>
              <a:latin typeface="Arial"/>
              <a:ea typeface="Verdana"/>
              <a:cs typeface="Arial"/>
            </a:endParaRPr>
          </a:p>
          <a:p>
            <a:pPr marL="288925" indent="-136525">
              <a:spcBef>
                <a:spcPts val="20"/>
              </a:spcBef>
              <a:buClr>
                <a:schemeClr val="bg2"/>
              </a:buClr>
            </a:pPr>
            <a:r>
              <a:rPr lang="en-US" sz="900">
                <a:solidFill>
                  <a:srgbClr val="0A2F46"/>
                </a:solidFill>
                <a:latin typeface="Arial"/>
                <a:ea typeface="Verdana"/>
                <a:cs typeface="Arial"/>
              </a:rPr>
              <a:t>Opportunity Management: providing a high-level summary of the sales pipeline and allows users to drill down into the details of individual deals, such as product information, qualification status, and closing plans. </a:t>
            </a:r>
          </a:p>
          <a:p>
            <a:pPr marL="288925" indent="-136525">
              <a:spcBef>
                <a:spcPts val="20"/>
              </a:spcBef>
              <a:buClr>
                <a:schemeClr val="bg2"/>
              </a:buClr>
            </a:pPr>
            <a:r>
              <a:rPr lang="en-US" sz="900">
                <a:solidFill>
                  <a:srgbClr val="0A2F46"/>
                </a:solidFill>
                <a:latin typeface="Arial"/>
                <a:ea typeface="Verdana"/>
                <a:cs typeface="Arial"/>
              </a:rPr>
              <a:t>Scenario Planning: Utilize interactive dashboards to build and compare different forecast scenarios (e.g., "Worst," "Most Likely," and "Best Case") to understand potential outcomes and inform strategic planning.</a:t>
            </a:r>
            <a:endParaRPr lang="en-US">
              <a:latin typeface="Arial"/>
              <a:ea typeface="Verdana"/>
              <a:cs typeface="Arial"/>
            </a:endParaRPr>
          </a:p>
          <a:p>
            <a:pPr marL="0" indent="0" fontAlgn="base">
              <a:buNone/>
            </a:pPr>
            <a:r>
              <a:rPr lang="en-US" sz="900" b="1">
                <a:solidFill>
                  <a:srgbClr val="0A2F46"/>
                </a:solidFill>
                <a:latin typeface="Arial"/>
                <a:ea typeface="Verdana"/>
                <a:cs typeface="Arial"/>
              </a:rPr>
              <a:t>Pipeline:</a:t>
            </a:r>
            <a:endParaRPr lang="en-US" sz="900">
              <a:solidFill>
                <a:srgbClr val="0A2F46"/>
              </a:solidFill>
            </a:endParaRPr>
          </a:p>
          <a:p>
            <a:pPr marL="288925" indent="-136525">
              <a:spcBef>
                <a:spcPts val="20"/>
              </a:spcBef>
              <a:buClr>
                <a:srgbClr val="0A2F46"/>
              </a:buClr>
            </a:pPr>
            <a:r>
              <a:rPr lang="en-US" sz="900">
                <a:solidFill>
                  <a:srgbClr val="0A2F46"/>
                </a:solidFill>
                <a:latin typeface="Arial"/>
                <a:ea typeface="Verdana"/>
                <a:cs typeface="Arial"/>
              </a:rPr>
              <a:t>Pipeline Analysis designed to track the health and progress of the sales pipeline against set targets. Provides multi-quarter view of the pipeline and key metrics for various sales stages. </a:t>
            </a:r>
          </a:p>
          <a:p>
            <a:pPr marL="288925" indent="-136525">
              <a:spcBef>
                <a:spcPts val="20"/>
              </a:spcBef>
              <a:buClr>
                <a:srgbClr val="0A2F46"/>
              </a:buClr>
            </a:pPr>
            <a:r>
              <a:rPr lang="en-US" sz="900">
                <a:solidFill>
                  <a:srgbClr val="0A2F46"/>
                </a:solidFill>
                <a:latin typeface="Arial"/>
                <a:ea typeface="Verdana"/>
                <a:cs typeface="Arial"/>
              </a:rPr>
              <a:t>Pipeline Generation tracks the creation of new sales opportunities against targets. Providing a detailed breakdown of generation momentum allowing users to monitor their performance.</a:t>
            </a:r>
            <a:endParaRPr lang="en-US" sz="900">
              <a:solidFill>
                <a:srgbClr val="0A2F46"/>
              </a:solidFill>
            </a:endParaRPr>
          </a:p>
          <a:p>
            <a:pPr marL="288925" indent="-136525">
              <a:spcBef>
                <a:spcPts val="20"/>
              </a:spcBef>
              <a:buClr>
                <a:srgbClr val="0A2F46"/>
              </a:buClr>
            </a:pPr>
            <a:r>
              <a:rPr lang="en-US" sz="900">
                <a:solidFill>
                  <a:srgbClr val="0A2F46"/>
                </a:solidFill>
                <a:latin typeface="Arial"/>
                <a:ea typeface="Verdana"/>
                <a:cs typeface="Arial"/>
              </a:rPr>
              <a:t>Pipeline Hygiene: identifies sales opportunities that have data quality issues or require immediate action. Allowing sales teams to quickly clean up their pipeline data for more accurate forecasting. </a:t>
            </a:r>
            <a:endParaRPr lang="en-US"/>
          </a:p>
          <a:p>
            <a:pPr marL="288925" indent="-136525">
              <a:spcBef>
                <a:spcPts val="20"/>
              </a:spcBef>
              <a:buClr>
                <a:srgbClr val="0A2F46"/>
              </a:buClr>
            </a:pPr>
            <a:r>
              <a:rPr lang="en-US" sz="900">
                <a:solidFill>
                  <a:srgbClr val="0A2F46"/>
                </a:solidFill>
                <a:latin typeface="Arial"/>
                <a:ea typeface="Verdana"/>
                <a:cs typeface="Arial"/>
              </a:rPr>
              <a:t>Analytics showing the sales pipeline has changing over a specific, user-defined period. Allowing for a deep analysis of pipeline dynamics. </a:t>
            </a:r>
            <a:endParaRPr lang="en-US"/>
          </a:p>
          <a:p>
            <a:pPr marL="0" indent="0" fontAlgn="base">
              <a:buNone/>
            </a:pPr>
            <a:r>
              <a:rPr lang="en-US" sz="900" b="1">
                <a:solidFill>
                  <a:srgbClr val="0A2F46"/>
                </a:solidFill>
                <a:latin typeface="Arial"/>
                <a:ea typeface="Verdana"/>
                <a:cs typeface="Arial"/>
              </a:rPr>
              <a:t>Account:</a:t>
            </a:r>
          </a:p>
          <a:p>
            <a:pPr marL="288925" indent="-136525">
              <a:spcBef>
                <a:spcPts val="20"/>
              </a:spcBef>
              <a:buClr>
                <a:srgbClr val="0A2F46"/>
              </a:buClr>
            </a:pPr>
            <a:r>
              <a:rPr lang="en-US" sz="900">
                <a:solidFill>
                  <a:srgbClr val="0A2F46"/>
                </a:solidFill>
                <a:latin typeface="Arial"/>
                <a:ea typeface="Verdana"/>
                <a:cs typeface="Arial"/>
              </a:rPr>
              <a:t>Growth Opportunity: Identify upsell and cross-sell opportunities by analyzing "white space" (unsold products) and tracking the complete history of all sales and marketing engagement with a customer making it easy to spot and prioritize growth areas within an account.</a:t>
            </a:r>
            <a:endParaRPr lang="en-US" sz="2100">
              <a:latin typeface="Arial"/>
              <a:ea typeface="Verdana"/>
              <a:cs typeface="Arial"/>
            </a:endParaRPr>
          </a:p>
          <a:p>
            <a:pPr marL="0" indent="0">
              <a:buNone/>
            </a:pPr>
            <a:r>
              <a:rPr lang="en-US" sz="900" b="1">
                <a:solidFill>
                  <a:srgbClr val="0A2F46"/>
                </a:solidFill>
                <a:latin typeface="Arial"/>
                <a:ea typeface="Verdana"/>
                <a:cs typeface="Arial"/>
              </a:rPr>
              <a:t>Insights:</a:t>
            </a:r>
          </a:p>
          <a:p>
            <a:pPr marL="323850" indent="-171450">
              <a:spcBef>
                <a:spcPts val="20"/>
              </a:spcBef>
              <a:buClr>
                <a:srgbClr val="0A2F46"/>
              </a:buClr>
            </a:pPr>
            <a:r>
              <a:rPr lang="en-US" sz="900">
                <a:solidFill>
                  <a:srgbClr val="0A2F46"/>
                </a:solidFill>
                <a:latin typeface="Arial"/>
                <a:ea typeface="Verdana"/>
                <a:cs typeface="Arial"/>
              </a:rPr>
              <a:t>Historical Performance: Review historical business performance with dashboards that visualize key trends, win/loss reasons, and pipeline conversion rates, enabling leaders to understand and improve sales outcomes.</a:t>
            </a:r>
          </a:p>
          <a:p>
            <a:pPr marL="0" indent="0">
              <a:buClr>
                <a:srgbClr val="0A2F46"/>
              </a:buClr>
              <a:buNone/>
            </a:pPr>
            <a:r>
              <a:rPr lang="en-US" sz="900" b="1">
                <a:solidFill>
                  <a:srgbClr val="0A2F46"/>
                </a:solidFill>
                <a:latin typeface="Arial"/>
                <a:ea typeface="Verdana"/>
                <a:cs typeface="Arial"/>
              </a:rPr>
              <a:t>Channels:</a:t>
            </a:r>
            <a:endParaRPr lang="en-US" sz="900">
              <a:solidFill>
                <a:srgbClr val="FFFFFF"/>
              </a:solidFill>
              <a:latin typeface="Arial"/>
              <a:ea typeface="Verdana"/>
              <a:cs typeface="Arial"/>
            </a:endParaRPr>
          </a:p>
          <a:p>
            <a:pPr marL="288925" indent="-136525">
              <a:spcBef>
                <a:spcPts val="20"/>
              </a:spcBef>
              <a:buClr>
                <a:srgbClr val="0A2F46"/>
              </a:buClr>
            </a:pPr>
            <a:r>
              <a:rPr lang="en-US" sz="900">
                <a:solidFill>
                  <a:srgbClr val="0A2F46"/>
                </a:solidFill>
                <a:latin typeface="Arial"/>
                <a:ea typeface="Verdana"/>
                <a:cs typeface="Arial"/>
              </a:rPr>
              <a:t>Channel Performance: Monitor and analyze the business performance of sales partners with both high-level overviews and detailed drill-downs into key metrics.</a:t>
            </a:r>
            <a:endParaRPr lang="en-US" sz="2100">
              <a:solidFill>
                <a:srgbClr val="FFFFFF"/>
              </a:solidFill>
            </a:endParaRPr>
          </a:p>
          <a:p>
            <a:pPr marL="288925" indent="-136525">
              <a:spcBef>
                <a:spcPts val="20"/>
              </a:spcBef>
              <a:buClr>
                <a:srgbClr val="0A2F46"/>
              </a:buClr>
            </a:pPr>
            <a:r>
              <a:rPr lang="en-US" sz="900">
                <a:solidFill>
                  <a:srgbClr val="0A2F46"/>
                </a:solidFill>
                <a:latin typeface="Arial"/>
                <a:ea typeface="Verdana"/>
                <a:cs typeface="Arial"/>
              </a:rPr>
              <a:t>Product Performance: Analyze sales from a product-centric perspective, providing overviews across all product families and enabling deep-dives.</a:t>
            </a:r>
            <a:endParaRPr lang="en-US" sz="900">
              <a:solidFill>
                <a:srgbClr val="0A2F46"/>
              </a:solidFill>
            </a:endParaRPr>
          </a:p>
          <a:p>
            <a:pPr marL="152400" lvl="1" indent="0">
              <a:spcBef>
                <a:spcPts val="20"/>
              </a:spcBef>
              <a:buClr>
                <a:srgbClr val="0A2F46"/>
              </a:buClr>
              <a:buNone/>
            </a:pPr>
            <a:endParaRPr lang="en-US" sz="900">
              <a:solidFill>
                <a:srgbClr val="0A2F46"/>
              </a:solidFill>
            </a:endParaRPr>
          </a:p>
        </p:txBody>
      </p:sp>
      <p:pic>
        <p:nvPicPr>
          <p:cNvPr id="6" name="Picture 5" descr="A screenshot of a computer&#10;&#10;AI-generated content may be incorrect.">
            <a:extLst>
              <a:ext uri="{FF2B5EF4-FFF2-40B4-BE49-F238E27FC236}">
                <a16:creationId xmlns:a16="http://schemas.microsoft.com/office/drawing/2014/main" id="{11B98370-84E8-6D26-2F0C-8679186A5195}"/>
              </a:ext>
            </a:extLst>
          </p:cNvPr>
          <p:cNvPicPr>
            <a:picLocks noChangeAspect="1"/>
          </p:cNvPicPr>
          <p:nvPr/>
        </p:nvPicPr>
        <p:blipFill>
          <a:blip r:embed="rId2"/>
          <a:stretch>
            <a:fillRect/>
          </a:stretch>
        </p:blipFill>
        <p:spPr>
          <a:xfrm>
            <a:off x="5843682" y="1408533"/>
            <a:ext cx="4501352" cy="2547212"/>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0A5CD795-FFC0-2247-8E24-0069307D20CA}"/>
              </a:ext>
            </a:extLst>
          </p:cNvPr>
          <p:cNvPicPr>
            <a:picLocks noChangeAspect="1"/>
          </p:cNvPicPr>
          <p:nvPr/>
        </p:nvPicPr>
        <p:blipFill>
          <a:blip r:embed="rId3"/>
          <a:stretch>
            <a:fillRect/>
          </a:stretch>
        </p:blipFill>
        <p:spPr>
          <a:xfrm>
            <a:off x="6326266" y="3350782"/>
            <a:ext cx="4489947" cy="2533273"/>
          </a:xfrm>
          <a:prstGeom prst="rect">
            <a:avLst/>
          </a:prstGeom>
        </p:spPr>
      </p:pic>
    </p:spTree>
    <p:extLst>
      <p:ext uri="{BB962C8B-B14F-4D97-AF65-F5344CB8AC3E}">
        <p14:creationId xmlns:p14="http://schemas.microsoft.com/office/powerpoint/2010/main" val="24371707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50CEA-50C6-0816-B3FB-5F5A7817D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A92B4-8CB3-8638-4D1A-421D6E52A163}"/>
              </a:ext>
            </a:extLst>
          </p:cNvPr>
          <p:cNvSpPr>
            <a:spLocks noGrp="1"/>
          </p:cNvSpPr>
          <p:nvPr>
            <p:ph type="title"/>
          </p:nvPr>
        </p:nvSpPr>
        <p:spPr>
          <a:xfrm>
            <a:off x="558801" y="392854"/>
            <a:ext cx="10871201" cy="451405"/>
          </a:xfrm>
        </p:spPr>
        <p:txBody>
          <a:bodyPr/>
          <a:lstStyle/>
          <a:p>
            <a:r>
              <a:rPr lang="en-US"/>
              <a:t>Sales Forecasting Application Showcase</a:t>
            </a:r>
          </a:p>
        </p:txBody>
      </p:sp>
      <p:sp>
        <p:nvSpPr>
          <p:cNvPr id="5" name="Content Placeholder 4">
            <a:extLst>
              <a:ext uri="{FF2B5EF4-FFF2-40B4-BE49-F238E27FC236}">
                <a16:creationId xmlns:a16="http://schemas.microsoft.com/office/drawing/2014/main" id="{1EA01B42-FADE-DA0A-31C8-D0D6516CD9B8}"/>
              </a:ext>
            </a:extLst>
          </p:cNvPr>
          <p:cNvSpPr>
            <a:spLocks noGrp="1"/>
          </p:cNvSpPr>
          <p:nvPr>
            <p:ph idx="12"/>
          </p:nvPr>
        </p:nvSpPr>
        <p:spPr>
          <a:xfrm>
            <a:off x="558803" y="1113133"/>
            <a:ext cx="5168797" cy="5313067"/>
          </a:xfrm>
        </p:spPr>
        <p:txBody>
          <a:bodyPr/>
          <a:lstStyle/>
          <a:p>
            <a:r>
              <a:rPr lang="en-US"/>
              <a:t> Forecasting</a:t>
            </a:r>
          </a:p>
          <a:p>
            <a:endParaRPr lang="en-US"/>
          </a:p>
          <a:p>
            <a:endParaRPr lang="en-US"/>
          </a:p>
          <a:p>
            <a:endParaRPr lang="en-US"/>
          </a:p>
          <a:p>
            <a:endParaRPr lang="en-US"/>
          </a:p>
          <a:p>
            <a:endParaRPr lang="en-US"/>
          </a:p>
          <a:p>
            <a:endParaRPr lang="en-US"/>
          </a:p>
          <a:p>
            <a:r>
              <a:rPr lang="en-US"/>
              <a:t>Pipeline Analytics</a:t>
            </a:r>
          </a:p>
          <a:p>
            <a:pPr marL="609584" lvl="1" indent="0">
              <a:buNone/>
            </a:pPr>
            <a:endParaRPr lang="en-US"/>
          </a:p>
          <a:p>
            <a:endParaRPr lang="en-US"/>
          </a:p>
        </p:txBody>
      </p:sp>
      <p:pic>
        <p:nvPicPr>
          <p:cNvPr id="1026" name="Picture 2" descr="A screenshot of a computer&#10;&#10;AI-generated content may be incorrect.">
            <a:extLst>
              <a:ext uri="{FF2B5EF4-FFF2-40B4-BE49-F238E27FC236}">
                <a16:creationId xmlns:a16="http://schemas.microsoft.com/office/drawing/2014/main" id="{99E4D51A-6875-C370-C628-EC4B703CA0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7600" y="1034405"/>
            <a:ext cx="4884683" cy="27241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screenshot of a computer&#10;&#10;AI-generated content may be incorrect.">
            <a:extLst>
              <a:ext uri="{FF2B5EF4-FFF2-40B4-BE49-F238E27FC236}">
                <a16:creationId xmlns:a16="http://schemas.microsoft.com/office/drawing/2014/main" id="{F1560C4A-3937-19E8-5E1A-4A635ACAD2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1613" y="3867149"/>
            <a:ext cx="4750447" cy="268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24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367C3-5DFC-1897-5066-20BA3D812849}"/>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CA1DA1D6-C219-A1A3-F0C3-AF377DBA3E90}"/>
              </a:ext>
            </a:extLst>
          </p:cNvPr>
          <p:cNvSpPr>
            <a:spLocks noGrp="1"/>
          </p:cNvSpPr>
          <p:nvPr>
            <p:ph type="body" sz="quarter" idx="55"/>
          </p:nvPr>
        </p:nvSpPr>
        <p:spPr/>
        <p:txBody>
          <a:bodyPr lIns="0" tIns="45720" rIns="91440" bIns="45720" anchor="t"/>
          <a:lstStyle/>
          <a:p>
            <a:r>
              <a:rPr lang="en-US">
                <a:latin typeface="Arial"/>
                <a:ea typeface="Verdana"/>
                <a:cs typeface="Arial"/>
              </a:rPr>
              <a:t>Classic to Polaris Upgrade</a:t>
            </a:r>
            <a:br>
              <a:rPr lang="en-US"/>
            </a:br>
            <a:endParaRPr lang="en-US"/>
          </a:p>
          <a:p>
            <a:r>
              <a:rPr lang="en-US">
                <a:latin typeface="Arial"/>
                <a:ea typeface="Verdana"/>
                <a:cs typeface="Arial"/>
              </a:rPr>
              <a:t>Improved core </a:t>
            </a:r>
            <a:r>
              <a:rPr lang="en-US" err="1">
                <a:latin typeface="Arial"/>
                <a:ea typeface="Verdana"/>
                <a:cs typeface="Arial"/>
              </a:rPr>
              <a:t>TnQ</a:t>
            </a:r>
            <a:r>
              <a:rPr lang="en-US">
                <a:latin typeface="Arial"/>
                <a:ea typeface="Verdana"/>
                <a:cs typeface="Arial"/>
              </a:rPr>
              <a:t> functionalities (Split account, Target override, resource assignment)</a:t>
            </a:r>
            <a:endParaRPr lang="en-US"/>
          </a:p>
          <a:p>
            <a:br>
              <a:rPr lang="en-US"/>
            </a:br>
            <a:r>
              <a:rPr lang="en-US">
                <a:latin typeface="Arial"/>
                <a:ea typeface="Verdana"/>
                <a:cs typeface="Arial"/>
              </a:rPr>
              <a:t>Improved rule engine and optimizer connection</a:t>
            </a:r>
          </a:p>
        </p:txBody>
      </p:sp>
      <p:sp>
        <p:nvSpPr>
          <p:cNvPr id="23" name="Title 22">
            <a:extLst>
              <a:ext uri="{FF2B5EF4-FFF2-40B4-BE49-F238E27FC236}">
                <a16:creationId xmlns:a16="http://schemas.microsoft.com/office/drawing/2014/main" id="{A302A759-189A-5459-69A5-D57566DA08A3}"/>
              </a:ext>
            </a:extLst>
          </p:cNvPr>
          <p:cNvSpPr>
            <a:spLocks noGrp="1"/>
          </p:cNvSpPr>
          <p:nvPr>
            <p:ph type="title"/>
          </p:nvPr>
        </p:nvSpPr>
        <p:spPr>
          <a:xfrm>
            <a:off x="558800" y="392854"/>
            <a:ext cx="10871200" cy="451405"/>
          </a:xfrm>
        </p:spPr>
        <p:txBody>
          <a:bodyPr/>
          <a:lstStyle/>
          <a:p>
            <a:r>
              <a:rPr lang="en-US"/>
              <a:t>Existing Application updates(May 2026)</a:t>
            </a:r>
          </a:p>
        </p:txBody>
      </p:sp>
      <p:sp>
        <p:nvSpPr>
          <p:cNvPr id="10" name="Text Placeholder 9">
            <a:extLst>
              <a:ext uri="{FF2B5EF4-FFF2-40B4-BE49-F238E27FC236}">
                <a16:creationId xmlns:a16="http://schemas.microsoft.com/office/drawing/2014/main" id="{07768290-79D5-50B2-833A-90B14C91BB46}"/>
              </a:ext>
            </a:extLst>
          </p:cNvPr>
          <p:cNvSpPr>
            <a:spLocks noGrp="1"/>
          </p:cNvSpPr>
          <p:nvPr>
            <p:ph type="body" sz="quarter" idx="46"/>
          </p:nvPr>
        </p:nvSpPr>
        <p:spPr>
          <a:xfrm>
            <a:off x="790930" y="2291335"/>
            <a:ext cx="2936588" cy="575724"/>
          </a:xfrm>
        </p:spPr>
        <p:txBody>
          <a:bodyPr/>
          <a:lstStyle/>
          <a:p>
            <a:r>
              <a:rPr lang="en-US"/>
              <a:t>Territory and Quota Planning Application v3</a:t>
            </a:r>
          </a:p>
        </p:txBody>
      </p:sp>
      <p:sp>
        <p:nvSpPr>
          <p:cNvPr id="16" name="Text Placeholder 15">
            <a:extLst>
              <a:ext uri="{FF2B5EF4-FFF2-40B4-BE49-F238E27FC236}">
                <a16:creationId xmlns:a16="http://schemas.microsoft.com/office/drawing/2014/main" id="{A799E15C-C7AA-7D57-C148-D111B8088B6C}"/>
              </a:ext>
            </a:extLst>
          </p:cNvPr>
          <p:cNvSpPr>
            <a:spLocks noGrp="1"/>
          </p:cNvSpPr>
          <p:nvPr>
            <p:ph type="body" sz="quarter" idx="49"/>
          </p:nvPr>
        </p:nvSpPr>
        <p:spPr>
          <a:xfrm>
            <a:off x="4413695" y="2291335"/>
            <a:ext cx="2936588" cy="575724"/>
          </a:xfrm>
        </p:spPr>
        <p:txBody>
          <a:bodyPr/>
          <a:lstStyle/>
          <a:p>
            <a:r>
              <a:rPr lang="en-US"/>
              <a:t>Account Segmentation and Scoring v2</a:t>
            </a:r>
          </a:p>
        </p:txBody>
      </p:sp>
      <p:sp>
        <p:nvSpPr>
          <p:cNvPr id="19" name="Text Placeholder 18">
            <a:extLst>
              <a:ext uri="{FF2B5EF4-FFF2-40B4-BE49-F238E27FC236}">
                <a16:creationId xmlns:a16="http://schemas.microsoft.com/office/drawing/2014/main" id="{410A99D8-E27F-DE6C-F1F1-C377A494832A}"/>
              </a:ext>
            </a:extLst>
          </p:cNvPr>
          <p:cNvSpPr>
            <a:spLocks noGrp="1"/>
          </p:cNvSpPr>
          <p:nvPr>
            <p:ph type="body" sz="quarter" idx="52"/>
          </p:nvPr>
        </p:nvSpPr>
        <p:spPr>
          <a:xfrm>
            <a:off x="8060367" y="2291335"/>
            <a:ext cx="2936588" cy="575724"/>
          </a:xfrm>
        </p:spPr>
        <p:txBody>
          <a:bodyPr/>
          <a:lstStyle/>
          <a:p>
            <a:r>
              <a:rPr lang="en-US"/>
              <a:t>GTM Capacity Planning v2</a:t>
            </a:r>
          </a:p>
        </p:txBody>
      </p:sp>
      <p:sp>
        <p:nvSpPr>
          <p:cNvPr id="17" name="Text Placeholder 16">
            <a:extLst>
              <a:ext uri="{FF2B5EF4-FFF2-40B4-BE49-F238E27FC236}">
                <a16:creationId xmlns:a16="http://schemas.microsoft.com/office/drawing/2014/main" id="{A61B8CA1-99A6-5AB4-7540-FA958B14B117}"/>
              </a:ext>
            </a:extLst>
          </p:cNvPr>
          <p:cNvSpPr>
            <a:spLocks noGrp="1"/>
          </p:cNvSpPr>
          <p:nvPr>
            <p:ph type="body" sz="quarter" idx="56"/>
          </p:nvPr>
        </p:nvSpPr>
        <p:spPr/>
        <p:txBody>
          <a:bodyPr lIns="0" tIns="45720" rIns="91440" bIns="45720" anchor="t"/>
          <a:lstStyle/>
          <a:p>
            <a:r>
              <a:rPr lang="en-US">
                <a:latin typeface="Arial"/>
                <a:ea typeface="Verdana"/>
                <a:cs typeface="Arial"/>
              </a:rPr>
              <a:t>Improved GTM hierarchy planning capabilities</a:t>
            </a:r>
            <a:endParaRPr lang="en-US"/>
          </a:p>
          <a:p>
            <a:endParaRPr lang="en-US"/>
          </a:p>
          <a:p>
            <a:endParaRPr lang="en-US"/>
          </a:p>
        </p:txBody>
      </p:sp>
      <p:sp>
        <p:nvSpPr>
          <p:cNvPr id="20" name="Text Placeholder 19">
            <a:extLst>
              <a:ext uri="{FF2B5EF4-FFF2-40B4-BE49-F238E27FC236}">
                <a16:creationId xmlns:a16="http://schemas.microsoft.com/office/drawing/2014/main" id="{8F19CE75-960F-07F0-F962-54BC448806B8}"/>
              </a:ext>
            </a:extLst>
          </p:cNvPr>
          <p:cNvSpPr>
            <a:spLocks noGrp="1"/>
          </p:cNvSpPr>
          <p:nvPr>
            <p:ph type="body" sz="quarter" idx="57"/>
          </p:nvPr>
        </p:nvSpPr>
        <p:spPr/>
        <p:txBody>
          <a:bodyPr lIns="0" tIns="45720" rIns="91440" bIns="45720" anchor="t"/>
          <a:lstStyle/>
          <a:p>
            <a:r>
              <a:rPr lang="en-US">
                <a:latin typeface="Arial"/>
                <a:ea typeface="Verdana"/>
                <a:cs typeface="Arial"/>
              </a:rPr>
              <a:t>Improved tops down HC planning views</a:t>
            </a:r>
            <a:endParaRPr lang="en-US"/>
          </a:p>
          <a:p>
            <a:endParaRPr lang="en-US"/>
          </a:p>
          <a:p>
            <a:r>
              <a:rPr lang="en-US" dirty="0">
                <a:latin typeface="Arial"/>
                <a:ea typeface="Verdana"/>
                <a:cs typeface="Arial"/>
              </a:rPr>
              <a:t>Robust ramp </a:t>
            </a:r>
            <a:r>
              <a:rPr lang="en-US">
                <a:latin typeface="Arial"/>
                <a:ea typeface="Verdana"/>
                <a:cs typeface="Arial"/>
              </a:rPr>
              <a:t>modeling</a:t>
            </a:r>
            <a:endParaRPr lang="en-US" err="1"/>
          </a:p>
          <a:p>
            <a:endParaRPr lang="en-US"/>
          </a:p>
          <a:p>
            <a:endParaRPr lang="en-US"/>
          </a:p>
          <a:p>
            <a:endParaRPr lang="en-US"/>
          </a:p>
          <a:p>
            <a:endParaRPr lang="en-US"/>
          </a:p>
        </p:txBody>
      </p:sp>
      <p:pic>
        <p:nvPicPr>
          <p:cNvPr id="2" name="Graphic 4">
            <a:extLst>
              <a:ext uri="{FF2B5EF4-FFF2-40B4-BE49-F238E27FC236}">
                <a16:creationId xmlns:a16="http://schemas.microsoft.com/office/drawing/2014/main" id="{418307EA-4370-0DBD-C45C-7BA485631637}"/>
              </a:ext>
            </a:extLst>
          </p:cNvPr>
          <p:cNvPicPr>
            <a:picLocks noGrp="1" noChangeAspect="1"/>
          </p:cNvPicPr>
          <p:nvPr>
            <p:ph type="pic" sz="quarter" idx="45"/>
          </p:nvPr>
        </p:nvPicPr>
        <p:blipFill>
          <a:blip r:embed="rId2" cstate="print">
            <a:extLst>
              <a:ext uri="{28A0092B-C50C-407E-A947-70E740481C1C}">
                <a14:useLocalDpi xmlns:a14="http://schemas.microsoft.com/office/drawing/2010/main"/>
              </a:ext>
            </a:extLst>
          </a:blip>
          <a:srcRect t="4511" b="4511"/>
          <a:stretch/>
        </p:blipFill>
        <p:spPr>
          <a:xfrm>
            <a:off x="790575" y="1573213"/>
            <a:ext cx="633413" cy="576262"/>
          </a:xfrm>
          <a:prstGeom prst="rect">
            <a:avLst/>
          </a:prstGeom>
        </p:spPr>
      </p:pic>
      <p:pic>
        <p:nvPicPr>
          <p:cNvPr id="3" name="Graphic 4">
            <a:extLst>
              <a:ext uri="{FF2B5EF4-FFF2-40B4-BE49-F238E27FC236}">
                <a16:creationId xmlns:a16="http://schemas.microsoft.com/office/drawing/2014/main" id="{CF5B5761-B17C-F4F2-B558-224A54CCF8A3}"/>
              </a:ext>
            </a:extLst>
          </p:cNvPr>
          <p:cNvPicPr>
            <a:picLocks noGrp="1" noChangeAspect="1"/>
          </p:cNvPicPr>
          <p:nvPr>
            <p:ph type="pic" sz="quarter" idx="48"/>
          </p:nvPr>
        </p:nvPicPr>
        <p:blipFill>
          <a:blip r:embed="rId3">
            <a:extLst>
              <a:ext uri="{28A0092B-C50C-407E-A947-70E740481C1C}">
                <a14:useLocalDpi xmlns:a14="http://schemas.microsoft.com/office/drawing/2010/main" val="0"/>
              </a:ext>
            </a:extLst>
          </a:blip>
          <a:srcRect t="4511" b="4511"/>
          <a:stretch/>
        </p:blipFill>
        <p:spPr>
          <a:xfrm>
            <a:off x="4413250" y="1573213"/>
            <a:ext cx="633413" cy="576262"/>
          </a:xfrm>
          <a:prstGeom prst="rect">
            <a:avLst/>
          </a:prstGeom>
        </p:spPr>
      </p:pic>
      <p:pic>
        <p:nvPicPr>
          <p:cNvPr id="4" name="Graphic 4">
            <a:extLst>
              <a:ext uri="{FF2B5EF4-FFF2-40B4-BE49-F238E27FC236}">
                <a16:creationId xmlns:a16="http://schemas.microsoft.com/office/drawing/2014/main" id="{76B1C970-63F8-0CF3-7264-3E8A3870EE78}"/>
              </a:ext>
            </a:extLst>
          </p:cNvPr>
          <p:cNvPicPr>
            <a:picLocks noGrp="1" noChangeAspect="1"/>
          </p:cNvPicPr>
          <p:nvPr>
            <p:ph type="pic" sz="quarter" idx="51"/>
          </p:nvPr>
        </p:nvPicPr>
        <p:blipFill>
          <a:blip r:embed="rId4">
            <a:extLst>
              <a:ext uri="{28A0092B-C50C-407E-A947-70E740481C1C}">
                <a14:useLocalDpi xmlns:a14="http://schemas.microsoft.com/office/drawing/2010/main" val="0"/>
              </a:ext>
            </a:extLst>
          </a:blip>
          <a:srcRect t="4511" b="4511"/>
          <a:stretch/>
        </p:blipFill>
        <p:spPr>
          <a:xfrm>
            <a:off x="8059738" y="1573213"/>
            <a:ext cx="633412" cy="576262"/>
          </a:xfrm>
          <a:prstGeom prst="rect">
            <a:avLst/>
          </a:prstGeom>
        </p:spPr>
      </p:pic>
    </p:spTree>
    <p:extLst>
      <p:ext uri="{BB962C8B-B14F-4D97-AF65-F5344CB8AC3E}">
        <p14:creationId xmlns:p14="http://schemas.microsoft.com/office/powerpoint/2010/main" val="27356948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9CD59-63F2-8208-9B43-BAD48CD98128}"/>
            </a:ext>
          </a:extLst>
        </p:cNvPr>
        <p:cNvGrpSpPr/>
        <p:nvPr/>
      </p:nvGrpSpPr>
      <p:grpSpPr>
        <a:xfrm>
          <a:off x="0" y="0"/>
          <a:ext cx="0" cy="0"/>
          <a:chOff x="0" y="0"/>
          <a:chExt cx="0" cy="0"/>
        </a:xfrm>
      </p:grpSpPr>
      <p:sp>
        <p:nvSpPr>
          <p:cNvPr id="47" name="Text Placeholder 46">
            <a:extLst>
              <a:ext uri="{FF2B5EF4-FFF2-40B4-BE49-F238E27FC236}">
                <a16:creationId xmlns:a16="http://schemas.microsoft.com/office/drawing/2014/main" id="{61D5B645-BAEE-D703-4B7A-B5775F0DE76E}"/>
              </a:ext>
            </a:extLst>
          </p:cNvPr>
          <p:cNvSpPr>
            <a:spLocks noGrp="1"/>
          </p:cNvSpPr>
          <p:nvPr>
            <p:ph type="body" sz="quarter" idx="52"/>
          </p:nvPr>
        </p:nvSpPr>
        <p:spPr/>
        <p:txBody>
          <a:bodyPr/>
          <a:lstStyle/>
          <a:p>
            <a:endParaRPr lang="en-US">
              <a:solidFill>
                <a:srgbClr val="0A2F46"/>
              </a:solidFill>
            </a:endParaRPr>
          </a:p>
        </p:txBody>
      </p:sp>
      <p:sp>
        <p:nvSpPr>
          <p:cNvPr id="46" name="Text Placeholder 45">
            <a:extLst>
              <a:ext uri="{FF2B5EF4-FFF2-40B4-BE49-F238E27FC236}">
                <a16:creationId xmlns:a16="http://schemas.microsoft.com/office/drawing/2014/main" id="{8555F79F-5AD9-3EB7-C037-0E8E70EE520F}"/>
              </a:ext>
            </a:extLst>
          </p:cNvPr>
          <p:cNvSpPr>
            <a:spLocks noGrp="1"/>
          </p:cNvSpPr>
          <p:nvPr>
            <p:ph type="body" sz="quarter" idx="51"/>
          </p:nvPr>
        </p:nvSpPr>
        <p:spPr/>
        <p:txBody>
          <a:bodyPr/>
          <a:lstStyle/>
          <a:p>
            <a:endParaRPr lang="en-US">
              <a:solidFill>
                <a:srgbClr val="0A2F46"/>
              </a:solidFill>
            </a:endParaRPr>
          </a:p>
        </p:txBody>
      </p:sp>
      <p:sp>
        <p:nvSpPr>
          <p:cNvPr id="25" name="Title 24">
            <a:extLst>
              <a:ext uri="{FF2B5EF4-FFF2-40B4-BE49-F238E27FC236}">
                <a16:creationId xmlns:a16="http://schemas.microsoft.com/office/drawing/2014/main" id="{21DD5117-ECF4-7F44-FE20-C780A62D681C}"/>
              </a:ext>
            </a:extLst>
          </p:cNvPr>
          <p:cNvSpPr>
            <a:spLocks noGrp="1"/>
          </p:cNvSpPr>
          <p:nvPr>
            <p:ph type="title"/>
          </p:nvPr>
        </p:nvSpPr>
        <p:spPr>
          <a:xfrm>
            <a:off x="558801" y="392854"/>
            <a:ext cx="10871201" cy="451405"/>
          </a:xfrm>
        </p:spPr>
        <p:txBody>
          <a:bodyPr/>
          <a:lstStyle/>
          <a:p>
            <a:r>
              <a:rPr lang="en-US"/>
              <a:t>Territory and Quota Planning V3</a:t>
            </a:r>
          </a:p>
        </p:txBody>
      </p:sp>
      <p:sp>
        <p:nvSpPr>
          <p:cNvPr id="24" name="Text Placeholder 23">
            <a:extLst>
              <a:ext uri="{FF2B5EF4-FFF2-40B4-BE49-F238E27FC236}">
                <a16:creationId xmlns:a16="http://schemas.microsoft.com/office/drawing/2014/main" id="{49225192-D2F2-094D-3920-DA45161E655E}"/>
              </a:ext>
            </a:extLst>
          </p:cNvPr>
          <p:cNvSpPr>
            <a:spLocks noGrp="1"/>
          </p:cNvSpPr>
          <p:nvPr>
            <p:ph type="body" sz="quarter" idx="39"/>
          </p:nvPr>
        </p:nvSpPr>
        <p:spPr/>
        <p:txBody>
          <a:bodyPr/>
          <a:lstStyle/>
          <a:p>
            <a:endParaRPr lang="en-US">
              <a:solidFill>
                <a:srgbClr val="0A2F46"/>
              </a:solidFill>
            </a:endParaRPr>
          </a:p>
        </p:txBody>
      </p:sp>
      <p:sp>
        <p:nvSpPr>
          <p:cNvPr id="48" name="Text Placeholder 47">
            <a:extLst>
              <a:ext uri="{FF2B5EF4-FFF2-40B4-BE49-F238E27FC236}">
                <a16:creationId xmlns:a16="http://schemas.microsoft.com/office/drawing/2014/main" id="{E2D48A68-E17A-8D7B-19EA-691BD4C3D555}"/>
              </a:ext>
            </a:extLst>
          </p:cNvPr>
          <p:cNvSpPr>
            <a:spLocks noGrp="1"/>
          </p:cNvSpPr>
          <p:nvPr>
            <p:ph type="body" sz="quarter" idx="53"/>
          </p:nvPr>
        </p:nvSpPr>
        <p:spPr>
          <a:noFill/>
          <a:ln>
            <a:noFill/>
          </a:ln>
        </p:spPr>
        <p:txBody>
          <a:bodyPr/>
          <a:lstStyle/>
          <a:p>
            <a:endParaRPr lang="en-US">
              <a:solidFill>
                <a:srgbClr val="0A2F46"/>
              </a:solidFill>
            </a:endParaRPr>
          </a:p>
        </p:txBody>
      </p:sp>
      <p:sp>
        <p:nvSpPr>
          <p:cNvPr id="49" name="Text Placeholder 48">
            <a:extLst>
              <a:ext uri="{FF2B5EF4-FFF2-40B4-BE49-F238E27FC236}">
                <a16:creationId xmlns:a16="http://schemas.microsoft.com/office/drawing/2014/main" id="{AEAB1264-700F-9C75-F629-E49FB9424659}"/>
              </a:ext>
            </a:extLst>
          </p:cNvPr>
          <p:cNvSpPr>
            <a:spLocks noGrp="1"/>
          </p:cNvSpPr>
          <p:nvPr>
            <p:ph type="body" sz="quarter" idx="54"/>
          </p:nvPr>
        </p:nvSpPr>
        <p:spPr/>
        <p:txBody>
          <a:bodyPr/>
          <a:lstStyle/>
          <a:p>
            <a:r>
              <a:rPr lang="en-US">
                <a:ea typeface="Inter Medium" panose="02000503000000020004" pitchFamily="2" charset="0"/>
              </a:rPr>
              <a:t>Foundation for AI Capabilities</a:t>
            </a:r>
          </a:p>
          <a:p>
            <a:r>
              <a:rPr lang="en-US"/>
              <a:t>With </a:t>
            </a:r>
            <a:r>
              <a:rPr lang="en-US" err="1"/>
              <a:t>TnQ</a:t>
            </a:r>
            <a:r>
              <a:rPr lang="en-US"/>
              <a:t> moving to Polaris, it unlocks the compatibility to Anaplan’s Agent Studio and Co-modeler usage for the model</a:t>
            </a:r>
          </a:p>
        </p:txBody>
      </p:sp>
      <p:sp>
        <p:nvSpPr>
          <p:cNvPr id="50" name="Text Placeholder 49">
            <a:extLst>
              <a:ext uri="{FF2B5EF4-FFF2-40B4-BE49-F238E27FC236}">
                <a16:creationId xmlns:a16="http://schemas.microsoft.com/office/drawing/2014/main" id="{1000D5E5-0BB7-9C87-FD9D-ADD0E4F76FE9}"/>
              </a:ext>
            </a:extLst>
          </p:cNvPr>
          <p:cNvSpPr>
            <a:spLocks noGrp="1"/>
          </p:cNvSpPr>
          <p:nvPr>
            <p:ph type="body" sz="quarter" idx="55"/>
          </p:nvPr>
        </p:nvSpPr>
        <p:spPr/>
        <p:txBody>
          <a:bodyPr/>
          <a:lstStyle/>
          <a:p>
            <a:r>
              <a:rPr lang="en-US">
                <a:ea typeface="Inter Medium" panose="02000503000000020004" pitchFamily="2" charset="0"/>
              </a:rPr>
              <a:t>ADO Compatibility</a:t>
            </a:r>
          </a:p>
          <a:p>
            <a:r>
              <a:rPr lang="en-US"/>
              <a:t>No more Datahub, unleash next-gen data integration capability</a:t>
            </a:r>
          </a:p>
        </p:txBody>
      </p:sp>
      <p:sp>
        <p:nvSpPr>
          <p:cNvPr id="51" name="Text Placeholder 50">
            <a:extLst>
              <a:ext uri="{FF2B5EF4-FFF2-40B4-BE49-F238E27FC236}">
                <a16:creationId xmlns:a16="http://schemas.microsoft.com/office/drawing/2014/main" id="{27083B75-B157-CB9A-6E84-CD9225233636}"/>
              </a:ext>
            </a:extLst>
          </p:cNvPr>
          <p:cNvSpPr>
            <a:spLocks noGrp="1"/>
          </p:cNvSpPr>
          <p:nvPr>
            <p:ph type="body" sz="quarter" idx="56"/>
          </p:nvPr>
        </p:nvSpPr>
        <p:spPr/>
        <p:txBody>
          <a:bodyPr/>
          <a:lstStyle/>
          <a:p>
            <a:r>
              <a:rPr lang="en-US">
                <a:latin typeface="Arial" panose="020B0604020202020204" pitchFamily="34" charset="0"/>
                <a:ea typeface="Inter Medium" panose="02000503000000020004" pitchFamily="2" charset="0"/>
              </a:rPr>
              <a:t>Robust account to territory functionality</a:t>
            </a:r>
          </a:p>
          <a:p>
            <a:r>
              <a:rPr lang="en-US"/>
              <a:t>Optimizer, assignment rule engine, zip-code mapping, split account management, one to many assignments and even bulk upload for your spreadsheet stragglers</a:t>
            </a:r>
          </a:p>
        </p:txBody>
      </p:sp>
      <p:sp>
        <p:nvSpPr>
          <p:cNvPr id="52" name="Text Placeholder 51">
            <a:extLst>
              <a:ext uri="{FF2B5EF4-FFF2-40B4-BE49-F238E27FC236}">
                <a16:creationId xmlns:a16="http://schemas.microsoft.com/office/drawing/2014/main" id="{0C35841C-E58C-1597-4F15-9807F785E98C}"/>
              </a:ext>
            </a:extLst>
          </p:cNvPr>
          <p:cNvSpPr>
            <a:spLocks noGrp="1"/>
          </p:cNvSpPr>
          <p:nvPr>
            <p:ph type="body" sz="quarter" idx="57"/>
          </p:nvPr>
        </p:nvSpPr>
        <p:spPr/>
        <p:txBody>
          <a:bodyPr/>
          <a:lstStyle/>
          <a:p>
            <a:r>
              <a:rPr lang="en-US">
                <a:latin typeface="Arial" panose="020B0604020202020204" pitchFamily="34" charset="0"/>
                <a:ea typeface="Inter Medium" panose="02000503000000020004" pitchFamily="2" charset="0"/>
              </a:rPr>
              <a:t>Improved core T&amp;Q functionality</a:t>
            </a:r>
          </a:p>
          <a:p>
            <a:r>
              <a:rPr lang="en-US"/>
              <a:t>Resource assignments/ target override / scenario planning </a:t>
            </a:r>
          </a:p>
        </p:txBody>
      </p:sp>
      <p:pic>
        <p:nvPicPr>
          <p:cNvPr id="2" name="Graphic 4">
            <a:extLst>
              <a:ext uri="{FF2B5EF4-FFF2-40B4-BE49-F238E27FC236}">
                <a16:creationId xmlns:a16="http://schemas.microsoft.com/office/drawing/2014/main" id="{F5326FAA-145D-AA15-5EE5-94F7950A044E}"/>
              </a:ext>
            </a:extLst>
          </p:cNvPr>
          <p:cNvPicPr>
            <a:picLocks noGrp="1" noChangeAspect="1"/>
          </p:cNvPicPr>
          <p:nvPr>
            <p:ph type="pic" sz="quarter" idx="31"/>
          </p:nvPr>
        </p:nvPicPr>
        <p:blipFill>
          <a:blip r:embed="rId3">
            <a:extLst>
              <a:ext uri="{28A0092B-C50C-407E-A947-70E740481C1C}">
                <a14:useLocalDpi xmlns:a14="http://schemas.microsoft.com/office/drawing/2010/main" val="0"/>
              </a:ext>
            </a:extLst>
          </a:blip>
          <a:srcRect l="130" r="130"/>
          <a:stretch/>
        </p:blipFill>
        <p:spPr>
          <a:xfrm>
            <a:off x="2586038" y="1809750"/>
            <a:ext cx="609600" cy="611188"/>
          </a:xfrm>
          <a:prstGeom prst="rect">
            <a:avLst/>
          </a:prstGeom>
        </p:spPr>
      </p:pic>
      <p:pic>
        <p:nvPicPr>
          <p:cNvPr id="3" name="Graphic 4">
            <a:extLst>
              <a:ext uri="{FF2B5EF4-FFF2-40B4-BE49-F238E27FC236}">
                <a16:creationId xmlns:a16="http://schemas.microsoft.com/office/drawing/2014/main" id="{4F52375E-E3E9-0C83-F2F1-DC3D1D9A99EE}"/>
              </a:ext>
            </a:extLst>
          </p:cNvPr>
          <p:cNvPicPr>
            <a:picLocks noGrp="1" noChangeAspect="1"/>
          </p:cNvPicPr>
          <p:nvPr>
            <p:ph type="pic" sz="quarter" idx="32"/>
          </p:nvPr>
        </p:nvPicPr>
        <p:blipFill>
          <a:blip r:embed="rId4">
            <a:extLst>
              <a:ext uri="{28A0092B-C50C-407E-A947-70E740481C1C}">
                <a14:useLocalDpi xmlns:a14="http://schemas.microsoft.com/office/drawing/2010/main" val="0"/>
              </a:ext>
            </a:extLst>
          </a:blip>
          <a:srcRect l="259" r="259"/>
          <a:stretch/>
        </p:blipFill>
        <p:spPr>
          <a:xfrm>
            <a:off x="2586038" y="2754313"/>
            <a:ext cx="609600" cy="612775"/>
          </a:xfrm>
          <a:prstGeom prst="rect">
            <a:avLst/>
          </a:prstGeom>
        </p:spPr>
      </p:pic>
      <p:pic>
        <p:nvPicPr>
          <p:cNvPr id="4" name="Graphic 4">
            <a:extLst>
              <a:ext uri="{FF2B5EF4-FFF2-40B4-BE49-F238E27FC236}">
                <a16:creationId xmlns:a16="http://schemas.microsoft.com/office/drawing/2014/main" id="{659868FF-8DCA-60FA-7466-0F1688260085}"/>
              </a:ext>
            </a:extLst>
          </p:cNvPr>
          <p:cNvPicPr>
            <a:picLocks noGrp="1" noChangeAspect="1"/>
          </p:cNvPicPr>
          <p:nvPr>
            <p:ph type="pic" sz="quarter" idx="35"/>
          </p:nvPr>
        </p:nvPicPr>
        <p:blipFill>
          <a:blip r:embed="rId5">
            <a:extLst>
              <a:ext uri="{28A0092B-C50C-407E-A947-70E740481C1C}">
                <a14:useLocalDpi xmlns:a14="http://schemas.microsoft.com/office/drawing/2010/main" val="0"/>
              </a:ext>
            </a:extLst>
          </a:blip>
          <a:srcRect l="259" r="259"/>
          <a:stretch/>
        </p:blipFill>
        <p:spPr>
          <a:xfrm>
            <a:off x="2586038" y="4932363"/>
            <a:ext cx="609600" cy="612775"/>
          </a:xfrm>
          <a:prstGeom prst="rect">
            <a:avLst/>
          </a:prstGeom>
        </p:spPr>
      </p:pic>
      <p:pic>
        <p:nvPicPr>
          <p:cNvPr id="5" name="Graphic 4">
            <a:extLst>
              <a:ext uri="{FF2B5EF4-FFF2-40B4-BE49-F238E27FC236}">
                <a16:creationId xmlns:a16="http://schemas.microsoft.com/office/drawing/2014/main" id="{29F2D659-C7EF-3736-D4D7-B0A948D38043}"/>
              </a:ext>
            </a:extLst>
          </p:cNvPr>
          <p:cNvPicPr>
            <a:picLocks noGrp="1" noChangeAspect="1"/>
          </p:cNvPicPr>
          <p:nvPr>
            <p:ph type="pic" sz="quarter" idx="33"/>
          </p:nvPr>
        </p:nvPicPr>
        <p:blipFill>
          <a:blip r:embed="rId6" cstate="print">
            <a:extLst>
              <a:ext uri="{28A0092B-C50C-407E-A947-70E740481C1C}">
                <a14:useLocalDpi xmlns:a14="http://schemas.microsoft.com/office/drawing/2010/main"/>
              </a:ext>
            </a:extLst>
          </a:blip>
          <a:srcRect l="259" r="259"/>
          <a:stretch/>
        </p:blipFill>
        <p:spPr>
          <a:xfrm>
            <a:off x="2586038" y="3856038"/>
            <a:ext cx="609600" cy="612775"/>
          </a:xfrm>
          <a:prstGeom prst="rect">
            <a:avLst/>
          </a:prstGeom>
        </p:spPr>
      </p:pic>
    </p:spTree>
    <p:extLst>
      <p:ext uri="{BB962C8B-B14F-4D97-AF65-F5344CB8AC3E}">
        <p14:creationId xmlns:p14="http://schemas.microsoft.com/office/powerpoint/2010/main" val="7950854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A331F-1730-0799-8623-EF552916A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329081-7917-553E-1FC4-D9FE20AC4525}"/>
              </a:ext>
            </a:extLst>
          </p:cNvPr>
          <p:cNvSpPr>
            <a:spLocks noGrp="1"/>
          </p:cNvSpPr>
          <p:nvPr>
            <p:ph type="title"/>
          </p:nvPr>
        </p:nvSpPr>
        <p:spPr>
          <a:xfrm>
            <a:off x="558801" y="392854"/>
            <a:ext cx="10871201" cy="451405"/>
          </a:xfrm>
        </p:spPr>
        <p:txBody>
          <a:bodyPr/>
          <a:lstStyle/>
          <a:p>
            <a:r>
              <a:rPr lang="en-US" err="1"/>
              <a:t>TnQ</a:t>
            </a:r>
            <a:r>
              <a:rPr lang="en-US"/>
              <a:t> v3 Application Showcase</a:t>
            </a:r>
          </a:p>
        </p:txBody>
      </p:sp>
      <p:sp>
        <p:nvSpPr>
          <p:cNvPr id="5" name="Content Placeholder 4">
            <a:extLst>
              <a:ext uri="{FF2B5EF4-FFF2-40B4-BE49-F238E27FC236}">
                <a16:creationId xmlns:a16="http://schemas.microsoft.com/office/drawing/2014/main" id="{EF86147D-C623-7A5F-363D-27EEDF6D75D4}"/>
              </a:ext>
            </a:extLst>
          </p:cNvPr>
          <p:cNvSpPr>
            <a:spLocks noGrp="1"/>
          </p:cNvSpPr>
          <p:nvPr>
            <p:ph idx="12"/>
          </p:nvPr>
        </p:nvSpPr>
        <p:spPr>
          <a:xfrm>
            <a:off x="558803" y="1113133"/>
            <a:ext cx="5168797" cy="5313067"/>
          </a:xfrm>
        </p:spPr>
        <p:txBody>
          <a:bodyPr/>
          <a:lstStyle/>
          <a:p>
            <a:r>
              <a:rPr lang="en-US"/>
              <a:t>Territory Optimizer </a:t>
            </a:r>
          </a:p>
          <a:p>
            <a:endParaRPr lang="en-US"/>
          </a:p>
          <a:p>
            <a:endParaRPr lang="en-US"/>
          </a:p>
          <a:p>
            <a:endParaRPr lang="en-US"/>
          </a:p>
          <a:p>
            <a:endParaRPr lang="en-US"/>
          </a:p>
          <a:p>
            <a:endParaRPr lang="en-US"/>
          </a:p>
          <a:p>
            <a:endParaRPr lang="en-US"/>
          </a:p>
          <a:p>
            <a:r>
              <a:rPr lang="en-US"/>
              <a:t>Account Assignment Rule Engine</a:t>
            </a:r>
          </a:p>
          <a:p>
            <a:endParaRPr lang="en-US"/>
          </a:p>
        </p:txBody>
      </p:sp>
      <p:pic>
        <p:nvPicPr>
          <p:cNvPr id="4" name="Picture Placeholder 3">
            <a:extLst>
              <a:ext uri="{FF2B5EF4-FFF2-40B4-BE49-F238E27FC236}">
                <a16:creationId xmlns:a16="http://schemas.microsoft.com/office/drawing/2014/main" id="{873A3590-AF44-4B24-373B-04435DBA47C9}"/>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4295" r="14295"/>
          <a:stretch>
            <a:fillRect/>
          </a:stretch>
        </p:blipFill>
        <p:spPr>
          <a:prstGeom prst="roundRect">
            <a:avLst>
              <a:gd name="adj" fmla="val 4884"/>
            </a:avLst>
          </a:prstGeom>
        </p:spPr>
      </p:pic>
      <p:pic>
        <p:nvPicPr>
          <p:cNvPr id="7" name="Picture Placeholder 6">
            <a:extLst>
              <a:ext uri="{FF2B5EF4-FFF2-40B4-BE49-F238E27FC236}">
                <a16:creationId xmlns:a16="http://schemas.microsoft.com/office/drawing/2014/main" id="{ED6C3AAC-B79C-D94C-8275-53950668C7E1}"/>
              </a:ext>
            </a:extLst>
          </p:cNvPr>
          <p:cNvPicPr>
            <a:picLocks noGrp="1" noChangeAspect="1"/>
          </p:cNvPicPr>
          <p:nvPr>
            <p:ph type="pic" sz="quarter" idx="11"/>
          </p:nvPr>
        </p:nvPicPr>
        <p:blipFill>
          <a:blip r:embed="rId3">
            <a:extLst>
              <a:ext uri="{28A0092B-C50C-407E-A947-70E740481C1C}">
                <a14:useLocalDpi xmlns:a14="http://schemas.microsoft.com/office/drawing/2010/main" val="0"/>
              </a:ext>
            </a:extLst>
          </a:blip>
          <a:srcRect l="15214" r="15214"/>
          <a:stretch>
            <a:fillRect/>
          </a:stretch>
        </p:blipFill>
        <p:spPr>
          <a:prstGeom prst="roundRect">
            <a:avLst>
              <a:gd name="adj" fmla="val 4888"/>
            </a:avLst>
          </a:prstGeom>
        </p:spPr>
      </p:pic>
    </p:spTree>
    <p:extLst>
      <p:ext uri="{BB962C8B-B14F-4D97-AF65-F5344CB8AC3E}">
        <p14:creationId xmlns:p14="http://schemas.microsoft.com/office/powerpoint/2010/main" val="23906817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5B75B-AAD7-AA54-53E2-93E0D4F0AC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53DD1-C510-EFC0-F3EF-D74978D018D9}"/>
              </a:ext>
            </a:extLst>
          </p:cNvPr>
          <p:cNvSpPr>
            <a:spLocks noGrp="1"/>
          </p:cNvSpPr>
          <p:nvPr>
            <p:ph type="title"/>
          </p:nvPr>
        </p:nvSpPr>
        <p:spPr/>
        <p:txBody>
          <a:bodyPr lIns="0" tIns="45720" rIns="0" bIns="4572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t>What's Coming to Segmentation V2 – </a:t>
            </a:r>
            <a:r>
              <a:rPr lang="en-US" b="1" u="sng"/>
              <a:t>Enhanced GTM Modeling</a:t>
            </a:r>
            <a:endParaRPr lang="en-US" b="1" u="sng">
              <a:cs typeface="Arial" panose="020B0604020202020204"/>
            </a:endParaRPr>
          </a:p>
        </p:txBody>
      </p:sp>
      <p:sp>
        <p:nvSpPr>
          <p:cNvPr id="45" name="TextBox 44">
            <a:extLst>
              <a:ext uri="{FF2B5EF4-FFF2-40B4-BE49-F238E27FC236}">
                <a16:creationId xmlns:a16="http://schemas.microsoft.com/office/drawing/2014/main" id="{E5D64EE8-3E71-8399-4D20-19160EF24D01}"/>
              </a:ext>
            </a:extLst>
          </p:cNvPr>
          <p:cNvSpPr txBox="1"/>
          <p:nvPr/>
        </p:nvSpPr>
        <p:spPr>
          <a:xfrm>
            <a:off x="-14934" y="3856119"/>
            <a:ext cx="1277769" cy="1149032"/>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333">
                <a:solidFill>
                  <a:schemeClr val="tx2"/>
                </a:solidFill>
                <a:latin typeface="Arial" panose="020B0604020202020204" pitchFamily="34" charset="0"/>
                <a:ea typeface="Verdana" charset="0"/>
                <a:cs typeface="Arial" panose="020B0604020202020204" pitchFamily="34" charset="0"/>
              </a:rPr>
              <a:t>Account Data</a:t>
            </a:r>
          </a:p>
          <a:p>
            <a:pPr algn="ctr"/>
            <a:endParaRPr lang="en-US" sz="1333">
              <a:solidFill>
                <a:schemeClr val="tx2"/>
              </a:solidFill>
              <a:latin typeface="Arial" panose="020B0604020202020204" pitchFamily="34" charset="0"/>
              <a:ea typeface="Verdana" charset="0"/>
              <a:cs typeface="Arial" panose="020B0604020202020204" pitchFamily="34" charset="0"/>
            </a:endParaRPr>
          </a:p>
          <a:p>
            <a:pPr algn="ctr"/>
            <a:r>
              <a:rPr lang="en-US" sz="1333">
                <a:solidFill>
                  <a:schemeClr val="tx2"/>
                </a:solidFill>
                <a:latin typeface="Arial" panose="020B0604020202020204" pitchFamily="34" charset="0"/>
                <a:ea typeface="Verdana" charset="0"/>
                <a:cs typeface="Arial" panose="020B0604020202020204" pitchFamily="34" charset="0"/>
              </a:rPr>
              <a:t>Opportunity and Order Data</a:t>
            </a:r>
          </a:p>
        </p:txBody>
      </p:sp>
      <p:sp>
        <p:nvSpPr>
          <p:cNvPr id="65" name="Oval 64">
            <a:extLst>
              <a:ext uri="{FF2B5EF4-FFF2-40B4-BE49-F238E27FC236}">
                <a16:creationId xmlns:a16="http://schemas.microsoft.com/office/drawing/2014/main" id="{2B5D1DD4-A851-DE49-6E26-C2777C5249BE}"/>
              </a:ext>
            </a:extLst>
          </p:cNvPr>
          <p:cNvSpPr/>
          <p:nvPr/>
        </p:nvSpPr>
        <p:spPr>
          <a:xfrm>
            <a:off x="195092" y="3177744"/>
            <a:ext cx="713333" cy="7133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600">
                <a:solidFill>
                  <a:schemeClr val="bg1"/>
                </a:solidFill>
                <a:latin typeface="Arial" panose="020B0604020202020204" pitchFamily="34" charset="0"/>
                <a:ea typeface="Verdana" charset="0"/>
                <a:cs typeface="Arial" panose="020B0604020202020204" pitchFamily="34" charset="0"/>
              </a:rPr>
              <a:t>In</a:t>
            </a:r>
          </a:p>
        </p:txBody>
      </p:sp>
      <p:sp>
        <p:nvSpPr>
          <p:cNvPr id="66" name="Oval 65">
            <a:extLst>
              <a:ext uri="{FF2B5EF4-FFF2-40B4-BE49-F238E27FC236}">
                <a16:creationId xmlns:a16="http://schemas.microsoft.com/office/drawing/2014/main" id="{DF9C61F6-E890-89CC-2A42-3D898B12C404}"/>
              </a:ext>
            </a:extLst>
          </p:cNvPr>
          <p:cNvSpPr/>
          <p:nvPr/>
        </p:nvSpPr>
        <p:spPr>
          <a:xfrm>
            <a:off x="10805738" y="3177744"/>
            <a:ext cx="713333" cy="7133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600">
                <a:solidFill>
                  <a:schemeClr val="bg1"/>
                </a:solidFill>
                <a:latin typeface="Arial" panose="020B0604020202020204" pitchFamily="34" charset="0"/>
                <a:ea typeface="Verdana" charset="0"/>
                <a:cs typeface="Arial" panose="020B0604020202020204" pitchFamily="34" charset="0"/>
              </a:rPr>
              <a:t>Out</a:t>
            </a:r>
          </a:p>
        </p:txBody>
      </p:sp>
      <p:sp>
        <p:nvSpPr>
          <p:cNvPr id="68" name="Rounded Rectangle 67">
            <a:extLst>
              <a:ext uri="{FF2B5EF4-FFF2-40B4-BE49-F238E27FC236}">
                <a16:creationId xmlns:a16="http://schemas.microsoft.com/office/drawing/2014/main" id="{28DE1AD2-15C2-1CC4-94D4-C6D738E608F0}"/>
              </a:ext>
            </a:extLst>
          </p:cNvPr>
          <p:cNvSpPr/>
          <p:nvPr/>
        </p:nvSpPr>
        <p:spPr>
          <a:xfrm>
            <a:off x="6094654" y="3168492"/>
            <a:ext cx="1095223" cy="73183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400">
                <a:solidFill>
                  <a:schemeClr val="bg1"/>
                </a:solidFill>
                <a:latin typeface="Arial" panose="020B0604020202020204" pitchFamily="34" charset="0"/>
                <a:ea typeface="Verdana" charset="0"/>
                <a:cs typeface="Arial" panose="020B0604020202020204" pitchFamily="34" charset="0"/>
              </a:rPr>
              <a:t>Assign Rule to Account</a:t>
            </a:r>
          </a:p>
        </p:txBody>
      </p:sp>
      <p:sp>
        <p:nvSpPr>
          <p:cNvPr id="70" name="Rounded Rectangle 69">
            <a:extLst>
              <a:ext uri="{FF2B5EF4-FFF2-40B4-BE49-F238E27FC236}">
                <a16:creationId xmlns:a16="http://schemas.microsoft.com/office/drawing/2014/main" id="{1003B055-31DD-E4A6-48F5-7C35BA8E1657}"/>
              </a:ext>
            </a:extLst>
          </p:cNvPr>
          <p:cNvSpPr/>
          <p:nvPr/>
        </p:nvSpPr>
        <p:spPr>
          <a:xfrm>
            <a:off x="7665017" y="3168492"/>
            <a:ext cx="1095223" cy="73183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400">
                <a:solidFill>
                  <a:schemeClr val="bg1"/>
                </a:solidFill>
                <a:latin typeface="Arial" panose="020B0604020202020204" pitchFamily="34" charset="0"/>
                <a:ea typeface="Verdana" charset="0"/>
                <a:cs typeface="Arial" panose="020B0604020202020204" pitchFamily="34" charset="0"/>
              </a:rPr>
              <a:t>Resolve Rule Conflicts</a:t>
            </a:r>
          </a:p>
        </p:txBody>
      </p:sp>
      <p:cxnSp>
        <p:nvCxnSpPr>
          <p:cNvPr id="74" name="Straight Arrow Connector 73">
            <a:extLst>
              <a:ext uri="{FF2B5EF4-FFF2-40B4-BE49-F238E27FC236}">
                <a16:creationId xmlns:a16="http://schemas.microsoft.com/office/drawing/2014/main" id="{C4BD7D82-E70F-1D79-EB50-0B91B07EDBF8}"/>
              </a:ext>
            </a:extLst>
          </p:cNvPr>
          <p:cNvCxnSpPr>
            <a:cxnSpLocks/>
            <a:stCxn id="9" idx="3"/>
            <a:endCxn id="68" idx="1"/>
          </p:cNvCxnSpPr>
          <p:nvPr/>
        </p:nvCxnSpPr>
        <p:spPr>
          <a:xfrm>
            <a:off x="5619514" y="3534411"/>
            <a:ext cx="475140"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F7D1EAE0-285C-2B9B-EB98-AC28D4A82FE0}"/>
              </a:ext>
            </a:extLst>
          </p:cNvPr>
          <p:cNvCxnSpPr>
            <a:cxnSpLocks/>
            <a:stCxn id="68" idx="3"/>
            <a:endCxn id="70" idx="1"/>
          </p:cNvCxnSpPr>
          <p:nvPr/>
        </p:nvCxnSpPr>
        <p:spPr>
          <a:xfrm>
            <a:off x="7189877" y="3534411"/>
            <a:ext cx="475140"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1" name="TextBox 80">
            <a:extLst>
              <a:ext uri="{FF2B5EF4-FFF2-40B4-BE49-F238E27FC236}">
                <a16:creationId xmlns:a16="http://schemas.microsoft.com/office/drawing/2014/main" id="{462F357E-20CB-E92F-98DB-B52171F06949}"/>
              </a:ext>
            </a:extLst>
          </p:cNvPr>
          <p:cNvSpPr txBox="1"/>
          <p:nvPr/>
        </p:nvSpPr>
        <p:spPr>
          <a:xfrm>
            <a:off x="10493785" y="3958711"/>
            <a:ext cx="1368332" cy="943848"/>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333">
                <a:solidFill>
                  <a:schemeClr val="tx2"/>
                </a:solidFill>
                <a:latin typeface="Arial" panose="020B0604020202020204" pitchFamily="34" charset="0"/>
                <a:ea typeface="Verdana" charset="0"/>
                <a:cs typeface="Arial" panose="020B0604020202020204" pitchFamily="34" charset="0"/>
              </a:rPr>
              <a:t>Account to Planning Territory Mapping</a:t>
            </a:r>
          </a:p>
        </p:txBody>
      </p:sp>
      <p:sp>
        <p:nvSpPr>
          <p:cNvPr id="4" name="Rectangle 3">
            <a:extLst>
              <a:ext uri="{FF2B5EF4-FFF2-40B4-BE49-F238E27FC236}">
                <a16:creationId xmlns:a16="http://schemas.microsoft.com/office/drawing/2014/main" id="{56CF1E06-2CF4-6AB5-E17A-1930ADFAD67F}"/>
              </a:ext>
            </a:extLst>
          </p:cNvPr>
          <p:cNvSpPr/>
          <p:nvPr/>
        </p:nvSpPr>
        <p:spPr>
          <a:xfrm>
            <a:off x="0" y="6479915"/>
            <a:ext cx="1978856" cy="370422"/>
          </a:xfrm>
          <a:prstGeom prst="rect">
            <a:avLst/>
          </a:prstGeom>
        </p:spPr>
        <p:txBody>
          <a:bodyPr wrap="square" lIns="243840" bIns="158496" anchor="ctr">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defRPr/>
            </a:pPr>
            <a:r>
              <a:rPr lang="en-US" sz="1067" i="1" kern="0">
                <a:solidFill>
                  <a:schemeClr val="accent2"/>
                </a:solidFill>
                <a:latin typeface="Arial" panose="020B0604020202020204" pitchFamily="34" charset="0"/>
                <a:cs typeface="Arial" panose="020B0604020202020204" pitchFamily="34" charset="0"/>
              </a:rPr>
              <a:t>Confidential</a:t>
            </a:r>
          </a:p>
        </p:txBody>
      </p:sp>
      <p:sp>
        <p:nvSpPr>
          <p:cNvPr id="16" name="Rounded Rectangle 15">
            <a:extLst>
              <a:ext uri="{FF2B5EF4-FFF2-40B4-BE49-F238E27FC236}">
                <a16:creationId xmlns:a16="http://schemas.microsoft.com/office/drawing/2014/main" id="{EC36DDAE-DA30-357D-8865-69CB558B7559}"/>
              </a:ext>
            </a:extLst>
          </p:cNvPr>
          <p:cNvSpPr/>
          <p:nvPr/>
        </p:nvSpPr>
        <p:spPr>
          <a:xfrm>
            <a:off x="1383566" y="3168492"/>
            <a:ext cx="1095223" cy="73183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400">
                <a:solidFill>
                  <a:schemeClr val="bg1"/>
                </a:solidFill>
                <a:latin typeface="Arial" panose="020B0604020202020204" pitchFamily="34" charset="0"/>
                <a:ea typeface="Verdana" charset="0"/>
                <a:cs typeface="Arial" panose="020B0604020202020204" pitchFamily="34" charset="0"/>
              </a:rPr>
              <a:t>Setup Hierarchy Viability</a:t>
            </a:r>
          </a:p>
        </p:txBody>
      </p:sp>
      <p:sp>
        <p:nvSpPr>
          <p:cNvPr id="17" name="Rounded Rectangle 16">
            <a:extLst>
              <a:ext uri="{FF2B5EF4-FFF2-40B4-BE49-F238E27FC236}">
                <a16:creationId xmlns:a16="http://schemas.microsoft.com/office/drawing/2014/main" id="{E602165D-FDD6-B792-2958-A8DD75F9CB6A}"/>
              </a:ext>
            </a:extLst>
          </p:cNvPr>
          <p:cNvSpPr/>
          <p:nvPr/>
        </p:nvSpPr>
        <p:spPr>
          <a:xfrm>
            <a:off x="2953929" y="3168492"/>
            <a:ext cx="1095223" cy="73183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400">
                <a:solidFill>
                  <a:schemeClr val="bg1"/>
                </a:solidFill>
                <a:latin typeface="Arial" panose="020B0604020202020204" pitchFamily="34" charset="0"/>
                <a:ea typeface="Verdana" charset="0"/>
                <a:cs typeface="Arial" panose="020B0604020202020204" pitchFamily="34" charset="0"/>
              </a:rPr>
              <a:t>Create Planning Hierarchy</a:t>
            </a:r>
          </a:p>
        </p:txBody>
      </p:sp>
      <p:grpSp>
        <p:nvGrpSpPr>
          <p:cNvPr id="33" name="Group 32">
            <a:extLst>
              <a:ext uri="{FF2B5EF4-FFF2-40B4-BE49-F238E27FC236}">
                <a16:creationId xmlns:a16="http://schemas.microsoft.com/office/drawing/2014/main" id="{BF11B83D-D5F8-8DEE-F800-673C0C8A5E4A}"/>
              </a:ext>
            </a:extLst>
          </p:cNvPr>
          <p:cNvGrpSpPr/>
          <p:nvPr/>
        </p:nvGrpSpPr>
        <p:grpSpPr>
          <a:xfrm>
            <a:off x="6099048" y="3985389"/>
            <a:ext cx="1086433" cy="807508"/>
            <a:chOff x="1562593" y="1809020"/>
            <a:chExt cx="949911" cy="706036"/>
          </a:xfrm>
        </p:grpSpPr>
        <p:sp>
          <p:nvSpPr>
            <p:cNvPr id="34" name="TextBox 33">
              <a:extLst>
                <a:ext uri="{FF2B5EF4-FFF2-40B4-BE49-F238E27FC236}">
                  <a16:creationId xmlns:a16="http://schemas.microsoft.com/office/drawing/2014/main" id="{C7A78DA8-8099-323F-0734-B3416FA13523}"/>
                </a:ext>
              </a:extLst>
            </p:cNvPr>
            <p:cNvSpPr txBox="1"/>
            <p:nvPr/>
          </p:nvSpPr>
          <p:spPr>
            <a:xfrm>
              <a:off x="1562593" y="2261140"/>
              <a:ext cx="949911" cy="253916"/>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buClrTx/>
              </a:pPr>
              <a:r>
                <a:rPr lang="en-US" sz="1400">
                  <a:latin typeface="Arial" panose="020B0604020202020204" pitchFamily="34" charset="0"/>
                  <a:ea typeface="Verdana" charset="0"/>
                  <a:cs typeface="Arial" panose="020B0604020202020204" pitchFamily="34" charset="0"/>
                </a:rPr>
                <a:t>Cal based</a:t>
              </a:r>
            </a:p>
          </p:txBody>
        </p:sp>
        <p:pic>
          <p:nvPicPr>
            <p:cNvPr id="35" name="Picture 34">
              <a:extLst>
                <a:ext uri="{FF2B5EF4-FFF2-40B4-BE49-F238E27FC236}">
                  <a16:creationId xmlns:a16="http://schemas.microsoft.com/office/drawing/2014/main" id="{90CC5BA7-ADE4-E141-352B-F2780E7339C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21648" y="1809020"/>
              <a:ext cx="431800" cy="431800"/>
            </a:xfrm>
            <a:prstGeom prst="rect">
              <a:avLst/>
            </a:prstGeom>
          </p:spPr>
        </p:pic>
      </p:grpSp>
      <p:grpSp>
        <p:nvGrpSpPr>
          <p:cNvPr id="42" name="Group 41">
            <a:extLst>
              <a:ext uri="{FF2B5EF4-FFF2-40B4-BE49-F238E27FC236}">
                <a16:creationId xmlns:a16="http://schemas.microsoft.com/office/drawing/2014/main" id="{068BA19E-1402-EC90-F997-44891C5D0CC7}"/>
              </a:ext>
            </a:extLst>
          </p:cNvPr>
          <p:cNvGrpSpPr/>
          <p:nvPr/>
        </p:nvGrpSpPr>
        <p:grpSpPr>
          <a:xfrm>
            <a:off x="7673806" y="3999397"/>
            <a:ext cx="1086433" cy="807508"/>
            <a:chOff x="1562593" y="1809020"/>
            <a:chExt cx="949911" cy="706036"/>
          </a:xfrm>
        </p:grpSpPr>
        <p:sp>
          <p:nvSpPr>
            <p:cNvPr id="43" name="TextBox 42">
              <a:extLst>
                <a:ext uri="{FF2B5EF4-FFF2-40B4-BE49-F238E27FC236}">
                  <a16:creationId xmlns:a16="http://schemas.microsoft.com/office/drawing/2014/main" id="{20A5190D-04AF-78F6-6283-7248B8844398}"/>
                </a:ext>
              </a:extLst>
            </p:cNvPr>
            <p:cNvSpPr txBox="1"/>
            <p:nvPr/>
          </p:nvSpPr>
          <p:spPr>
            <a:xfrm>
              <a:off x="1562593" y="2261140"/>
              <a:ext cx="949911" cy="253916"/>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buClrTx/>
              </a:pPr>
              <a:r>
                <a:rPr lang="en-US" sz="1400">
                  <a:latin typeface="Arial" panose="020B0604020202020204" pitchFamily="34" charset="0"/>
                  <a:ea typeface="Verdana" charset="0"/>
                  <a:cs typeface="Arial" panose="020B0604020202020204" pitchFamily="34" charset="0"/>
                </a:rPr>
                <a:t>User input</a:t>
              </a:r>
            </a:p>
          </p:txBody>
        </p:sp>
        <p:pic>
          <p:nvPicPr>
            <p:cNvPr id="44" name="Picture 43" descr="A blue line drawing of a person&#10;&#10;AI-generated content may be incorrect.">
              <a:extLst>
                <a:ext uri="{FF2B5EF4-FFF2-40B4-BE49-F238E27FC236}">
                  <a16:creationId xmlns:a16="http://schemas.microsoft.com/office/drawing/2014/main" id="{BF465D29-982E-4BC0-981D-4F5AB76017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1648" y="1809020"/>
              <a:ext cx="431800" cy="431800"/>
            </a:xfrm>
            <a:prstGeom prst="rect">
              <a:avLst/>
            </a:prstGeom>
          </p:spPr>
        </p:pic>
      </p:grpSp>
      <p:sp>
        <p:nvSpPr>
          <p:cNvPr id="47" name="Rounded Rectangle 46">
            <a:extLst>
              <a:ext uri="{FF2B5EF4-FFF2-40B4-BE49-F238E27FC236}">
                <a16:creationId xmlns:a16="http://schemas.microsoft.com/office/drawing/2014/main" id="{50719783-D82A-34CF-F47D-83303FE5886C}"/>
              </a:ext>
            </a:extLst>
          </p:cNvPr>
          <p:cNvSpPr/>
          <p:nvPr/>
        </p:nvSpPr>
        <p:spPr>
          <a:xfrm>
            <a:off x="9235379" y="3168492"/>
            <a:ext cx="1095223" cy="73183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400">
                <a:solidFill>
                  <a:schemeClr val="bg1"/>
                </a:solidFill>
                <a:latin typeface="Arial" panose="020B0604020202020204" pitchFamily="34" charset="0"/>
                <a:ea typeface="Verdana" charset="0"/>
                <a:cs typeface="Arial" panose="020B0604020202020204" pitchFamily="34" charset="0"/>
              </a:rPr>
              <a:t>Select Final Scenario</a:t>
            </a:r>
          </a:p>
        </p:txBody>
      </p:sp>
      <p:grpSp>
        <p:nvGrpSpPr>
          <p:cNvPr id="62" name="Group 61">
            <a:extLst>
              <a:ext uri="{FF2B5EF4-FFF2-40B4-BE49-F238E27FC236}">
                <a16:creationId xmlns:a16="http://schemas.microsoft.com/office/drawing/2014/main" id="{D3DC0FC9-9FD4-AC9D-4975-F7D79D91BC99}"/>
              </a:ext>
            </a:extLst>
          </p:cNvPr>
          <p:cNvGrpSpPr/>
          <p:nvPr/>
        </p:nvGrpSpPr>
        <p:grpSpPr>
          <a:xfrm>
            <a:off x="1336980" y="3985389"/>
            <a:ext cx="1086433" cy="807508"/>
            <a:chOff x="1562593" y="1809020"/>
            <a:chExt cx="949911" cy="706036"/>
          </a:xfrm>
        </p:grpSpPr>
        <p:sp>
          <p:nvSpPr>
            <p:cNvPr id="63" name="TextBox 62">
              <a:extLst>
                <a:ext uri="{FF2B5EF4-FFF2-40B4-BE49-F238E27FC236}">
                  <a16:creationId xmlns:a16="http://schemas.microsoft.com/office/drawing/2014/main" id="{25EDEE19-DD1C-06DB-E9D9-A0C8CD709CC7}"/>
                </a:ext>
              </a:extLst>
            </p:cNvPr>
            <p:cNvSpPr txBox="1"/>
            <p:nvPr/>
          </p:nvSpPr>
          <p:spPr>
            <a:xfrm>
              <a:off x="1562593" y="2261140"/>
              <a:ext cx="949911" cy="253916"/>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buClrTx/>
              </a:pPr>
              <a:r>
                <a:rPr lang="en-US" sz="1400">
                  <a:latin typeface="Arial" panose="020B0604020202020204" pitchFamily="34" charset="0"/>
                  <a:ea typeface="Verdana" charset="0"/>
                  <a:cs typeface="Arial" panose="020B0604020202020204" pitchFamily="34" charset="0"/>
                </a:rPr>
                <a:t>User input</a:t>
              </a:r>
            </a:p>
          </p:txBody>
        </p:sp>
        <p:pic>
          <p:nvPicPr>
            <p:cNvPr id="64" name="Picture 63" descr="A blue line drawing of a person&#10;&#10;AI-generated content may be incorrect.">
              <a:extLst>
                <a:ext uri="{FF2B5EF4-FFF2-40B4-BE49-F238E27FC236}">
                  <a16:creationId xmlns:a16="http://schemas.microsoft.com/office/drawing/2014/main" id="{D537BFE3-DDE0-FE52-66F4-6B143861A9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1648" y="1809020"/>
              <a:ext cx="431800" cy="431800"/>
            </a:xfrm>
            <a:prstGeom prst="rect">
              <a:avLst/>
            </a:prstGeom>
          </p:spPr>
        </p:pic>
      </p:grpSp>
      <p:cxnSp>
        <p:nvCxnSpPr>
          <p:cNvPr id="95" name="Straight Arrow Connector 94">
            <a:extLst>
              <a:ext uri="{FF2B5EF4-FFF2-40B4-BE49-F238E27FC236}">
                <a16:creationId xmlns:a16="http://schemas.microsoft.com/office/drawing/2014/main" id="{B3A80C93-AD7E-F620-3D78-633C4859C846}"/>
              </a:ext>
            </a:extLst>
          </p:cNvPr>
          <p:cNvCxnSpPr>
            <a:cxnSpLocks/>
            <a:stCxn id="16" idx="3"/>
            <a:endCxn id="17" idx="1"/>
          </p:cNvCxnSpPr>
          <p:nvPr/>
        </p:nvCxnSpPr>
        <p:spPr>
          <a:xfrm>
            <a:off x="2478789" y="3534411"/>
            <a:ext cx="475140"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0806B529-8922-04B1-02E2-AA670AE7F75E}"/>
              </a:ext>
            </a:extLst>
          </p:cNvPr>
          <p:cNvCxnSpPr>
            <a:cxnSpLocks/>
            <a:stCxn id="65" idx="6"/>
            <a:endCxn id="16" idx="1"/>
          </p:cNvCxnSpPr>
          <p:nvPr/>
        </p:nvCxnSpPr>
        <p:spPr>
          <a:xfrm>
            <a:off x="908426" y="3534411"/>
            <a:ext cx="475140"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487075B8-8554-0DB3-A21C-8E8B3AE92F17}"/>
              </a:ext>
            </a:extLst>
          </p:cNvPr>
          <p:cNvCxnSpPr>
            <a:cxnSpLocks/>
            <a:stCxn id="47" idx="3"/>
            <a:endCxn id="66" idx="2"/>
          </p:cNvCxnSpPr>
          <p:nvPr/>
        </p:nvCxnSpPr>
        <p:spPr>
          <a:xfrm>
            <a:off x="10330601" y="3534411"/>
            <a:ext cx="475136"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9A4A6743-CA78-3576-B5CB-BF00E5747CFD}"/>
              </a:ext>
            </a:extLst>
          </p:cNvPr>
          <p:cNvGrpSpPr/>
          <p:nvPr/>
        </p:nvGrpSpPr>
        <p:grpSpPr>
          <a:xfrm>
            <a:off x="2958322" y="3985389"/>
            <a:ext cx="1086433" cy="807508"/>
            <a:chOff x="1562593" y="1809020"/>
            <a:chExt cx="949911" cy="706036"/>
          </a:xfrm>
        </p:grpSpPr>
        <p:sp>
          <p:nvSpPr>
            <p:cNvPr id="7" name="TextBox 6">
              <a:extLst>
                <a:ext uri="{FF2B5EF4-FFF2-40B4-BE49-F238E27FC236}">
                  <a16:creationId xmlns:a16="http://schemas.microsoft.com/office/drawing/2014/main" id="{3F6A1B08-7A8F-CB84-1B27-541D2B06B3DB}"/>
                </a:ext>
              </a:extLst>
            </p:cNvPr>
            <p:cNvSpPr txBox="1"/>
            <p:nvPr/>
          </p:nvSpPr>
          <p:spPr>
            <a:xfrm>
              <a:off x="1562593" y="2261140"/>
              <a:ext cx="949911" cy="253916"/>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buClrTx/>
              </a:pPr>
              <a:r>
                <a:rPr lang="en-US" sz="1400">
                  <a:latin typeface="Arial" panose="020B0604020202020204" pitchFamily="34" charset="0"/>
                  <a:ea typeface="Verdana" charset="0"/>
                  <a:cs typeface="Arial" panose="020B0604020202020204" pitchFamily="34" charset="0"/>
                </a:rPr>
                <a:t>User input</a:t>
              </a:r>
            </a:p>
          </p:txBody>
        </p:sp>
        <p:pic>
          <p:nvPicPr>
            <p:cNvPr id="8" name="Picture 7" descr="A blue line drawing of a person&#10;&#10;AI-generated content may be incorrect.">
              <a:extLst>
                <a:ext uri="{FF2B5EF4-FFF2-40B4-BE49-F238E27FC236}">
                  <a16:creationId xmlns:a16="http://schemas.microsoft.com/office/drawing/2014/main" id="{6D76FE65-7A0F-BAFA-8515-3D50297793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1648" y="1809020"/>
              <a:ext cx="431800" cy="431800"/>
            </a:xfrm>
            <a:prstGeom prst="rect">
              <a:avLst/>
            </a:prstGeom>
          </p:spPr>
        </p:pic>
      </p:grpSp>
      <p:sp>
        <p:nvSpPr>
          <p:cNvPr id="9" name="Rounded Rectangle 8">
            <a:extLst>
              <a:ext uri="{FF2B5EF4-FFF2-40B4-BE49-F238E27FC236}">
                <a16:creationId xmlns:a16="http://schemas.microsoft.com/office/drawing/2014/main" id="{4436A703-8344-C64E-63AC-997288627851}"/>
              </a:ext>
            </a:extLst>
          </p:cNvPr>
          <p:cNvSpPr/>
          <p:nvPr/>
        </p:nvSpPr>
        <p:spPr>
          <a:xfrm>
            <a:off x="4524291" y="3168492"/>
            <a:ext cx="1095223" cy="73183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en-US" sz="1400">
                <a:solidFill>
                  <a:schemeClr val="bg1"/>
                </a:solidFill>
                <a:latin typeface="Arial" panose="020B0604020202020204" pitchFamily="34" charset="0"/>
                <a:ea typeface="Verdana" charset="0"/>
                <a:cs typeface="Arial" panose="020B0604020202020204" pitchFamily="34" charset="0"/>
              </a:rPr>
              <a:t>Create Rule Definitions</a:t>
            </a:r>
          </a:p>
        </p:txBody>
      </p:sp>
      <p:grpSp>
        <p:nvGrpSpPr>
          <p:cNvPr id="10" name="Group 9">
            <a:extLst>
              <a:ext uri="{FF2B5EF4-FFF2-40B4-BE49-F238E27FC236}">
                <a16:creationId xmlns:a16="http://schemas.microsoft.com/office/drawing/2014/main" id="{5A1E708A-4A2A-86F7-867A-59CD06D25395}"/>
              </a:ext>
            </a:extLst>
          </p:cNvPr>
          <p:cNvGrpSpPr/>
          <p:nvPr/>
        </p:nvGrpSpPr>
        <p:grpSpPr>
          <a:xfrm>
            <a:off x="4506992" y="3985389"/>
            <a:ext cx="1086433" cy="807508"/>
            <a:chOff x="1562593" y="1809020"/>
            <a:chExt cx="949911" cy="706036"/>
          </a:xfrm>
        </p:grpSpPr>
        <p:sp>
          <p:nvSpPr>
            <p:cNvPr id="11" name="TextBox 10">
              <a:extLst>
                <a:ext uri="{FF2B5EF4-FFF2-40B4-BE49-F238E27FC236}">
                  <a16:creationId xmlns:a16="http://schemas.microsoft.com/office/drawing/2014/main" id="{EDE96A80-FD7F-F07D-942B-A4CA2016FE1B}"/>
                </a:ext>
              </a:extLst>
            </p:cNvPr>
            <p:cNvSpPr txBox="1"/>
            <p:nvPr/>
          </p:nvSpPr>
          <p:spPr>
            <a:xfrm>
              <a:off x="1562593" y="2261140"/>
              <a:ext cx="949911" cy="253916"/>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buClrTx/>
              </a:pPr>
              <a:r>
                <a:rPr lang="en-US" sz="1400">
                  <a:latin typeface="Arial" panose="020B0604020202020204" pitchFamily="34" charset="0"/>
                  <a:ea typeface="Verdana" charset="0"/>
                  <a:cs typeface="Arial" panose="020B0604020202020204" pitchFamily="34" charset="0"/>
                </a:rPr>
                <a:t>User input</a:t>
              </a:r>
            </a:p>
          </p:txBody>
        </p:sp>
        <p:pic>
          <p:nvPicPr>
            <p:cNvPr id="12" name="Picture 11" descr="A blue line drawing of a person&#10;&#10;AI-generated content may be incorrect.">
              <a:extLst>
                <a:ext uri="{FF2B5EF4-FFF2-40B4-BE49-F238E27FC236}">
                  <a16:creationId xmlns:a16="http://schemas.microsoft.com/office/drawing/2014/main" id="{2E1460B5-C301-2253-0E02-76B6BF92C7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1648" y="1809020"/>
              <a:ext cx="431800" cy="431800"/>
            </a:xfrm>
            <a:prstGeom prst="rect">
              <a:avLst/>
            </a:prstGeom>
          </p:spPr>
        </p:pic>
      </p:grpSp>
      <p:cxnSp>
        <p:nvCxnSpPr>
          <p:cNvPr id="24" name="Straight Arrow Connector 23">
            <a:extLst>
              <a:ext uri="{FF2B5EF4-FFF2-40B4-BE49-F238E27FC236}">
                <a16:creationId xmlns:a16="http://schemas.microsoft.com/office/drawing/2014/main" id="{4FF4AA0D-BB72-379D-03D1-D23907CEFB93}"/>
              </a:ext>
            </a:extLst>
          </p:cNvPr>
          <p:cNvCxnSpPr>
            <a:cxnSpLocks/>
            <a:stCxn id="70" idx="3"/>
            <a:endCxn id="47" idx="1"/>
          </p:cNvCxnSpPr>
          <p:nvPr/>
        </p:nvCxnSpPr>
        <p:spPr>
          <a:xfrm>
            <a:off x="8760239" y="3534411"/>
            <a:ext cx="475140"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27" name="Group 26">
            <a:extLst>
              <a:ext uri="{FF2B5EF4-FFF2-40B4-BE49-F238E27FC236}">
                <a16:creationId xmlns:a16="http://schemas.microsoft.com/office/drawing/2014/main" id="{A7912DFF-938D-C9BE-8513-255296B747EC}"/>
              </a:ext>
            </a:extLst>
          </p:cNvPr>
          <p:cNvGrpSpPr/>
          <p:nvPr/>
        </p:nvGrpSpPr>
        <p:grpSpPr>
          <a:xfrm>
            <a:off x="9231940" y="3999397"/>
            <a:ext cx="1086433" cy="807508"/>
            <a:chOff x="1562593" y="1809020"/>
            <a:chExt cx="949911" cy="706036"/>
          </a:xfrm>
        </p:grpSpPr>
        <p:sp>
          <p:nvSpPr>
            <p:cNvPr id="28" name="TextBox 27">
              <a:extLst>
                <a:ext uri="{FF2B5EF4-FFF2-40B4-BE49-F238E27FC236}">
                  <a16:creationId xmlns:a16="http://schemas.microsoft.com/office/drawing/2014/main" id="{C76C4BC5-F518-F918-553D-0CA2F78108CA}"/>
                </a:ext>
              </a:extLst>
            </p:cNvPr>
            <p:cNvSpPr txBox="1"/>
            <p:nvPr/>
          </p:nvSpPr>
          <p:spPr>
            <a:xfrm>
              <a:off x="1562593" y="2261140"/>
              <a:ext cx="949911" cy="253916"/>
            </a:xfrm>
            <a:prstGeom prst="rect">
              <a:avLst/>
            </a:prstGeom>
            <a:noFill/>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buClrTx/>
              </a:pPr>
              <a:r>
                <a:rPr lang="en-US" sz="1400">
                  <a:latin typeface="Arial" panose="020B0604020202020204" pitchFamily="34" charset="0"/>
                  <a:ea typeface="Verdana" charset="0"/>
                  <a:cs typeface="Arial" panose="020B0604020202020204" pitchFamily="34" charset="0"/>
                </a:rPr>
                <a:t>User input</a:t>
              </a:r>
            </a:p>
          </p:txBody>
        </p:sp>
        <p:pic>
          <p:nvPicPr>
            <p:cNvPr id="29" name="Picture 28" descr="A blue line drawing of a person&#10;&#10;AI-generated content may be incorrect.">
              <a:extLst>
                <a:ext uri="{FF2B5EF4-FFF2-40B4-BE49-F238E27FC236}">
                  <a16:creationId xmlns:a16="http://schemas.microsoft.com/office/drawing/2014/main" id="{CA3FBBAC-8D55-0054-92CD-2DB0334017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1648" y="1809020"/>
              <a:ext cx="431800" cy="431800"/>
            </a:xfrm>
            <a:prstGeom prst="rect">
              <a:avLst/>
            </a:prstGeom>
          </p:spPr>
        </p:pic>
      </p:grpSp>
      <p:cxnSp>
        <p:nvCxnSpPr>
          <p:cNvPr id="31" name="Straight Arrow Connector 30">
            <a:extLst>
              <a:ext uri="{FF2B5EF4-FFF2-40B4-BE49-F238E27FC236}">
                <a16:creationId xmlns:a16="http://schemas.microsoft.com/office/drawing/2014/main" id="{E69DC690-DA7E-1DC7-817C-8D1CE94F3400}"/>
              </a:ext>
            </a:extLst>
          </p:cNvPr>
          <p:cNvCxnSpPr>
            <a:cxnSpLocks/>
            <a:stCxn id="17" idx="3"/>
            <a:endCxn id="9" idx="1"/>
          </p:cNvCxnSpPr>
          <p:nvPr/>
        </p:nvCxnSpPr>
        <p:spPr>
          <a:xfrm>
            <a:off x="4049151" y="3534411"/>
            <a:ext cx="475140" cy="0"/>
          </a:xfrm>
          <a:prstGeom prst="straightConnector1">
            <a:avLst/>
          </a:prstGeom>
          <a:ln w="19050" cap="rnd">
            <a:solidFill>
              <a:srgbClr val="3B596B"/>
            </a:solidFill>
            <a:headEnd type="non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32337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B03FE-5A54-8557-44A3-B3B647CFA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96309-795C-756E-CD96-E30EFC2D4B67}"/>
              </a:ext>
            </a:extLst>
          </p:cNvPr>
          <p:cNvSpPr>
            <a:spLocks noGrp="1"/>
          </p:cNvSpPr>
          <p:nvPr>
            <p:ph type="title"/>
          </p:nvPr>
        </p:nvSpPr>
        <p:spPr/>
        <p:txBody>
          <a:bodyPr lIns="0" tIns="45720" rIns="0" bIns="4572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t>GTM Modeling – </a:t>
            </a:r>
            <a:r>
              <a:rPr lang="en-US" b="1">
                <a:solidFill>
                  <a:schemeClr val="tx2"/>
                </a:solidFill>
              </a:rPr>
              <a:t>Key Screens</a:t>
            </a:r>
          </a:p>
        </p:txBody>
      </p:sp>
      <p:pic>
        <p:nvPicPr>
          <p:cNvPr id="7" name="Content Placeholder 6" descr="A screenshot of a computer&#10;&#10;AI-generated content may be incorrect.">
            <a:extLst>
              <a:ext uri="{FF2B5EF4-FFF2-40B4-BE49-F238E27FC236}">
                <a16:creationId xmlns:a16="http://schemas.microsoft.com/office/drawing/2014/main" id="{EB241C96-98BF-3D74-52E3-B79E824233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5600" y="1522463"/>
            <a:ext cx="7778567" cy="3454233"/>
          </a:xfrm>
          <a:prstGeom prst="rect">
            <a:avLst/>
          </a:prstGeom>
          <a:ln>
            <a:solidFill>
              <a:schemeClr val="tx1"/>
            </a:solidFill>
          </a:ln>
        </p:spPr>
      </p:pic>
      <p:sp>
        <p:nvSpPr>
          <p:cNvPr id="4" name="TextBox 3">
            <a:extLst>
              <a:ext uri="{FF2B5EF4-FFF2-40B4-BE49-F238E27FC236}">
                <a16:creationId xmlns:a16="http://schemas.microsoft.com/office/drawing/2014/main" id="{F824E155-1278-6140-D0B3-AB647C422DB9}"/>
              </a:ext>
            </a:extLst>
          </p:cNvPr>
          <p:cNvSpPr txBox="1"/>
          <p:nvPr/>
        </p:nvSpPr>
        <p:spPr>
          <a:xfrm>
            <a:off x="475488" y="844260"/>
            <a:ext cx="6096000" cy="379656"/>
          </a:xfrm>
          <a:prstGeom prst="rect">
            <a:avLst/>
          </a:prstGeom>
          <a:noFill/>
        </p:spPr>
        <p:txBody>
          <a:bodyPr wrap="square">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GB" sz="1867" i="0">
                <a:solidFill>
                  <a:schemeClr val="accent1"/>
                </a:solidFill>
                <a:effectLst/>
                <a:latin typeface="Arial" panose="020B0604020202020204" pitchFamily="34" charset="0"/>
                <a:cs typeface="Arial" panose="020B0604020202020204" pitchFamily="34" charset="0"/>
              </a:rPr>
              <a:t>5.1 GTM Modelling</a:t>
            </a:r>
            <a:endParaRPr lang="en-US" sz="1867">
              <a:solidFill>
                <a:schemeClr val="accent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1EA0151-4B5B-84B7-3971-A39DE4ACEFF4}"/>
              </a:ext>
            </a:extLst>
          </p:cNvPr>
          <p:cNvSpPr txBox="1"/>
          <p:nvPr/>
        </p:nvSpPr>
        <p:spPr>
          <a:xfrm>
            <a:off x="8507574" y="2652941"/>
            <a:ext cx="2920041" cy="1528624"/>
          </a:xfrm>
          <a:prstGeom prst="rect">
            <a:avLst/>
          </a:prstGeom>
          <a:noFill/>
          <a:ln>
            <a:noFill/>
          </a:ln>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41294" indent="-241294" algn="l">
              <a:spcBef>
                <a:spcPts val="400"/>
              </a:spcBef>
              <a:spcAft>
                <a:spcPts val="400"/>
              </a:spcAft>
              <a:buClrTx/>
              <a:buFont typeface="Arial" panose="020B0604020202020204" pitchFamily="34" charset="0"/>
              <a:buChar char="•"/>
            </a:pPr>
            <a:r>
              <a:rPr lang="en-US" sz="1600" b="0">
                <a:solidFill>
                  <a:schemeClr val="tx2"/>
                </a:solidFill>
                <a:latin typeface="Arial" panose="020B0604020202020204" pitchFamily="34" charset="0"/>
                <a:ea typeface="Verdana" charset="0"/>
                <a:cs typeface="Arial" panose="020B0604020202020204" pitchFamily="34" charset="0"/>
              </a:rPr>
              <a:t>Setup GTM Planning Hierarchy </a:t>
            </a:r>
          </a:p>
          <a:p>
            <a:pPr marL="241294" indent="-241294" algn="l">
              <a:spcBef>
                <a:spcPts val="400"/>
              </a:spcBef>
              <a:spcAft>
                <a:spcPts val="400"/>
              </a:spcAft>
              <a:buClrTx/>
              <a:buFont typeface="Arial" panose="020B0604020202020204" pitchFamily="34" charset="0"/>
              <a:buChar char="•"/>
            </a:pPr>
            <a:r>
              <a:rPr lang="en-US" sz="1600">
                <a:solidFill>
                  <a:schemeClr val="tx2"/>
                </a:solidFill>
                <a:latin typeface="Arial" panose="020B0604020202020204" pitchFamily="34" charset="0"/>
                <a:ea typeface="Verdana" charset="0"/>
                <a:cs typeface="Arial" panose="020B0604020202020204" pitchFamily="34" charset="0"/>
              </a:rPr>
              <a:t>Setup GTM Planning Hierarchy Rules</a:t>
            </a:r>
          </a:p>
          <a:p>
            <a:pPr marL="241294" indent="-241294" algn="l">
              <a:spcBef>
                <a:spcPts val="400"/>
              </a:spcBef>
              <a:spcAft>
                <a:spcPts val="400"/>
              </a:spcAft>
              <a:buClrTx/>
              <a:buFont typeface="Arial" panose="020B0604020202020204" pitchFamily="34" charset="0"/>
              <a:buChar char="•"/>
            </a:pPr>
            <a:r>
              <a:rPr lang="en-US" sz="1600" b="0">
                <a:solidFill>
                  <a:schemeClr val="tx2"/>
                </a:solidFill>
                <a:latin typeface="Arial" panose="020B0604020202020204" pitchFamily="34" charset="0"/>
                <a:ea typeface="Verdana" charset="0"/>
                <a:cs typeface="Arial" panose="020B0604020202020204" pitchFamily="34" charset="0"/>
              </a:rPr>
              <a:t>Select Rule Definition </a:t>
            </a:r>
          </a:p>
        </p:txBody>
      </p:sp>
      <p:sp>
        <p:nvSpPr>
          <p:cNvPr id="3" name="Rectangle 2">
            <a:extLst>
              <a:ext uri="{FF2B5EF4-FFF2-40B4-BE49-F238E27FC236}">
                <a16:creationId xmlns:a16="http://schemas.microsoft.com/office/drawing/2014/main" id="{BF7018E8-84B7-1E1D-EA8F-E2AF034216B3}"/>
              </a:ext>
            </a:extLst>
          </p:cNvPr>
          <p:cNvSpPr/>
          <p:nvPr/>
        </p:nvSpPr>
        <p:spPr>
          <a:xfrm>
            <a:off x="0" y="6479915"/>
            <a:ext cx="1978856" cy="370422"/>
          </a:xfrm>
          <a:prstGeom prst="rect">
            <a:avLst/>
          </a:prstGeom>
        </p:spPr>
        <p:txBody>
          <a:bodyPr wrap="square" lIns="243840" bIns="158496" anchor="ctr">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defRPr/>
            </a:pPr>
            <a:r>
              <a:rPr lang="en-US" sz="1067" i="1" kern="0">
                <a:solidFill>
                  <a:schemeClr val="accent2"/>
                </a:solidFill>
                <a:latin typeface="Arial" panose="020B0604020202020204" pitchFamily="34" charset="0"/>
                <a:cs typeface="Arial" panose="020B0604020202020204" pitchFamily="34" charset="0"/>
              </a:rPr>
              <a:t>Confidential</a:t>
            </a:r>
          </a:p>
        </p:txBody>
      </p:sp>
    </p:spTree>
    <p:extLst>
      <p:ext uri="{BB962C8B-B14F-4D97-AF65-F5344CB8AC3E}">
        <p14:creationId xmlns:p14="http://schemas.microsoft.com/office/powerpoint/2010/main" val="7881579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C0B4F-0A7B-E769-242A-660DE73A91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00F16-B698-9192-DCDF-B1881C297F56}"/>
              </a:ext>
            </a:extLst>
          </p:cNvPr>
          <p:cNvSpPr>
            <a:spLocks noGrp="1"/>
          </p:cNvSpPr>
          <p:nvPr>
            <p:ph type="title"/>
          </p:nvPr>
        </p:nvSpPr>
        <p:spPr/>
        <p:txBody>
          <a:bodyPr lIns="0" tIns="45720" rIns="0" bIns="4572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t>GTM Modeling – </a:t>
            </a:r>
            <a:r>
              <a:rPr lang="en-US" b="1">
                <a:solidFill>
                  <a:schemeClr val="tx2"/>
                </a:solidFill>
              </a:rPr>
              <a:t>Key Screens</a:t>
            </a:r>
          </a:p>
        </p:txBody>
      </p:sp>
      <p:sp>
        <p:nvSpPr>
          <p:cNvPr id="4" name="TextBox 3">
            <a:extLst>
              <a:ext uri="{FF2B5EF4-FFF2-40B4-BE49-F238E27FC236}">
                <a16:creationId xmlns:a16="http://schemas.microsoft.com/office/drawing/2014/main" id="{FAB36831-BA30-90EA-EC61-5F944079C53B}"/>
              </a:ext>
            </a:extLst>
          </p:cNvPr>
          <p:cNvSpPr txBox="1"/>
          <p:nvPr/>
        </p:nvSpPr>
        <p:spPr>
          <a:xfrm>
            <a:off x="475488" y="844260"/>
            <a:ext cx="6096000" cy="379656"/>
          </a:xfrm>
          <a:prstGeom prst="rect">
            <a:avLst/>
          </a:prstGeom>
          <a:noFill/>
        </p:spPr>
        <p:txBody>
          <a:bodyPr wrap="square">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GB" sz="1867" i="0">
                <a:solidFill>
                  <a:schemeClr val="accent1"/>
                </a:solidFill>
                <a:effectLst/>
                <a:latin typeface="Arial" panose="020B0604020202020204" pitchFamily="34" charset="0"/>
                <a:cs typeface="Arial" panose="020B0604020202020204" pitchFamily="34" charset="0"/>
              </a:rPr>
              <a:t>5.1 GTM Modelling</a:t>
            </a:r>
            <a:endParaRPr lang="en-US" sz="1867">
              <a:solidFill>
                <a:schemeClr val="accent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A180E05-C561-3ADC-0EB7-6918BB2793E3}"/>
              </a:ext>
            </a:extLst>
          </p:cNvPr>
          <p:cNvSpPr txBox="1"/>
          <p:nvPr/>
        </p:nvSpPr>
        <p:spPr>
          <a:xfrm>
            <a:off x="8507574" y="2652941"/>
            <a:ext cx="2920041" cy="1528624"/>
          </a:xfrm>
          <a:prstGeom prst="rect">
            <a:avLst/>
          </a:prstGeom>
          <a:noFill/>
          <a:ln>
            <a:noFill/>
          </a:ln>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41294" indent="-241294" algn="l">
              <a:spcBef>
                <a:spcPts val="400"/>
              </a:spcBef>
              <a:spcAft>
                <a:spcPts val="400"/>
              </a:spcAft>
              <a:buClrTx/>
              <a:buFont typeface="Arial" panose="020B0604020202020204" pitchFamily="34" charset="0"/>
              <a:buChar char="•"/>
            </a:pPr>
            <a:r>
              <a:rPr lang="en-US" sz="1600" b="0">
                <a:solidFill>
                  <a:schemeClr val="tx2"/>
                </a:solidFill>
                <a:latin typeface="Arial" panose="020B0604020202020204" pitchFamily="34" charset="0"/>
                <a:ea typeface="Verdana" charset="0"/>
                <a:cs typeface="Arial" panose="020B0604020202020204" pitchFamily="34" charset="0"/>
              </a:rPr>
              <a:t>Setup GTM Planning Hierarchy </a:t>
            </a:r>
          </a:p>
          <a:p>
            <a:pPr marL="241294" indent="-241294" algn="l">
              <a:spcBef>
                <a:spcPts val="400"/>
              </a:spcBef>
              <a:spcAft>
                <a:spcPts val="400"/>
              </a:spcAft>
              <a:buClrTx/>
              <a:buFont typeface="Arial" panose="020B0604020202020204" pitchFamily="34" charset="0"/>
              <a:buChar char="•"/>
            </a:pPr>
            <a:r>
              <a:rPr lang="en-US" sz="1600">
                <a:solidFill>
                  <a:schemeClr val="tx2"/>
                </a:solidFill>
                <a:latin typeface="Arial" panose="020B0604020202020204" pitchFamily="34" charset="0"/>
                <a:ea typeface="Verdana" charset="0"/>
                <a:cs typeface="Arial" panose="020B0604020202020204" pitchFamily="34" charset="0"/>
              </a:rPr>
              <a:t>Setup GTM Planning Hierarchy Rules</a:t>
            </a:r>
          </a:p>
          <a:p>
            <a:pPr marL="241294" indent="-241294" algn="l">
              <a:spcBef>
                <a:spcPts val="400"/>
              </a:spcBef>
              <a:spcAft>
                <a:spcPts val="400"/>
              </a:spcAft>
              <a:buClrTx/>
              <a:buFont typeface="Arial" panose="020B0604020202020204" pitchFamily="34" charset="0"/>
              <a:buChar char="•"/>
            </a:pPr>
            <a:r>
              <a:rPr lang="en-US" sz="1600" b="0">
                <a:solidFill>
                  <a:schemeClr val="tx2"/>
                </a:solidFill>
                <a:latin typeface="Arial" panose="020B0604020202020204" pitchFamily="34" charset="0"/>
                <a:ea typeface="Verdana" charset="0"/>
                <a:cs typeface="Arial" panose="020B0604020202020204" pitchFamily="34" charset="0"/>
              </a:rPr>
              <a:t>Select Rule Definition </a:t>
            </a:r>
          </a:p>
        </p:txBody>
      </p:sp>
      <p:sp>
        <p:nvSpPr>
          <p:cNvPr id="3" name="Rectangle 2">
            <a:extLst>
              <a:ext uri="{FF2B5EF4-FFF2-40B4-BE49-F238E27FC236}">
                <a16:creationId xmlns:a16="http://schemas.microsoft.com/office/drawing/2014/main" id="{A7FC093A-6F8A-05A2-B483-661997588257}"/>
              </a:ext>
            </a:extLst>
          </p:cNvPr>
          <p:cNvSpPr/>
          <p:nvPr/>
        </p:nvSpPr>
        <p:spPr>
          <a:xfrm>
            <a:off x="0" y="6479915"/>
            <a:ext cx="1978856" cy="370422"/>
          </a:xfrm>
          <a:prstGeom prst="rect">
            <a:avLst/>
          </a:prstGeom>
        </p:spPr>
        <p:txBody>
          <a:bodyPr wrap="square" lIns="243840" bIns="158496" anchor="ctr">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defRPr/>
            </a:pPr>
            <a:r>
              <a:rPr lang="en-US" sz="1067" i="1" kern="0">
                <a:solidFill>
                  <a:schemeClr val="accent2"/>
                </a:solidFill>
                <a:latin typeface="Arial" panose="020B0604020202020204" pitchFamily="34" charset="0"/>
                <a:cs typeface="Arial" panose="020B0604020202020204" pitchFamily="34" charset="0"/>
              </a:rPr>
              <a:t>Confidential</a:t>
            </a:r>
          </a:p>
        </p:txBody>
      </p:sp>
      <p:pic>
        <p:nvPicPr>
          <p:cNvPr id="9" name="Picture 8" descr="A screenshot of a computer&#10;&#10;AI-generated content may be incorrect.">
            <a:extLst>
              <a:ext uri="{FF2B5EF4-FFF2-40B4-BE49-F238E27FC236}">
                <a16:creationId xmlns:a16="http://schemas.microsoft.com/office/drawing/2014/main" id="{5841AF1E-0097-7C91-BB38-785F318603A2}"/>
              </a:ext>
            </a:extLst>
          </p:cNvPr>
          <p:cNvPicPr>
            <a:picLocks noChangeAspect="1"/>
          </p:cNvPicPr>
          <p:nvPr/>
        </p:nvPicPr>
        <p:blipFill>
          <a:blip r:embed="rId2"/>
          <a:stretch>
            <a:fillRect/>
          </a:stretch>
        </p:blipFill>
        <p:spPr>
          <a:xfrm>
            <a:off x="265043" y="1518278"/>
            <a:ext cx="8242853" cy="4397915"/>
          </a:xfrm>
          <a:prstGeom prst="rect">
            <a:avLst/>
          </a:prstGeom>
          <a:ln>
            <a:solidFill>
              <a:schemeClr val="tx1"/>
            </a:solidFill>
          </a:ln>
        </p:spPr>
      </p:pic>
    </p:spTree>
    <p:extLst>
      <p:ext uri="{BB962C8B-B14F-4D97-AF65-F5344CB8AC3E}">
        <p14:creationId xmlns:p14="http://schemas.microsoft.com/office/powerpoint/2010/main" val="20360785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19784-3525-BAD8-39E4-4F593B242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4011F-A6E9-99A0-CB25-45D6B232FDE9}"/>
              </a:ext>
            </a:extLst>
          </p:cNvPr>
          <p:cNvSpPr>
            <a:spLocks noGrp="1"/>
          </p:cNvSpPr>
          <p:nvPr>
            <p:ph type="title"/>
          </p:nvPr>
        </p:nvSpPr>
        <p:spPr/>
        <p:txBody>
          <a:bodyPr lIns="0" tIns="45720" rIns="0" bIns="4572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t>GTM Modeling – </a:t>
            </a:r>
            <a:r>
              <a:rPr lang="en-US" b="1">
                <a:solidFill>
                  <a:schemeClr val="tx2"/>
                </a:solidFill>
              </a:rPr>
              <a:t>Key Screens</a:t>
            </a:r>
          </a:p>
        </p:txBody>
      </p:sp>
      <p:sp>
        <p:nvSpPr>
          <p:cNvPr id="4" name="TextBox 3">
            <a:extLst>
              <a:ext uri="{FF2B5EF4-FFF2-40B4-BE49-F238E27FC236}">
                <a16:creationId xmlns:a16="http://schemas.microsoft.com/office/drawing/2014/main" id="{B8912994-BCF9-6681-71AA-D38B4DF8EB8D}"/>
              </a:ext>
            </a:extLst>
          </p:cNvPr>
          <p:cNvSpPr txBox="1"/>
          <p:nvPr/>
        </p:nvSpPr>
        <p:spPr>
          <a:xfrm>
            <a:off x="475488" y="844260"/>
            <a:ext cx="6096000" cy="379656"/>
          </a:xfrm>
          <a:prstGeom prst="rect">
            <a:avLst/>
          </a:prstGeom>
          <a:noFill/>
        </p:spPr>
        <p:txBody>
          <a:bodyPr wrap="square" lIns="91440" tIns="45720" rIns="91440" bIns="4572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GB" sz="1850">
                <a:solidFill>
                  <a:schemeClr val="accent1"/>
                </a:solidFill>
                <a:latin typeface="Arial"/>
                <a:cs typeface="Arial"/>
              </a:rPr>
              <a:t>5.4</a:t>
            </a:r>
            <a:r>
              <a:rPr lang="en-GB" sz="1850" i="0">
                <a:solidFill>
                  <a:schemeClr val="accent1"/>
                </a:solidFill>
                <a:effectLst/>
                <a:latin typeface="Arial"/>
                <a:cs typeface="Arial"/>
              </a:rPr>
              <a:t> GTM </a:t>
            </a:r>
            <a:r>
              <a:rPr lang="en-GB" sz="1850">
                <a:solidFill>
                  <a:schemeClr val="accent1"/>
                </a:solidFill>
                <a:latin typeface="Arial"/>
                <a:cs typeface="Arial"/>
              </a:rPr>
              <a:t>Resource Alerts</a:t>
            </a:r>
            <a:endParaRPr lang="en-US" sz="1850">
              <a:solidFill>
                <a:schemeClr val="accent1"/>
              </a:solidFill>
              <a:latin typeface="Arial"/>
              <a:cs typeface="Arial"/>
            </a:endParaRPr>
          </a:p>
        </p:txBody>
      </p:sp>
      <p:sp>
        <p:nvSpPr>
          <p:cNvPr id="6" name="TextBox 5">
            <a:extLst>
              <a:ext uri="{FF2B5EF4-FFF2-40B4-BE49-F238E27FC236}">
                <a16:creationId xmlns:a16="http://schemas.microsoft.com/office/drawing/2014/main" id="{534B6DFE-783F-2C6C-A6AF-45E1E2C4BC18}"/>
              </a:ext>
            </a:extLst>
          </p:cNvPr>
          <p:cNvSpPr txBox="1"/>
          <p:nvPr/>
        </p:nvSpPr>
        <p:spPr>
          <a:xfrm>
            <a:off x="8507574" y="2652941"/>
            <a:ext cx="2920041" cy="1426031"/>
          </a:xfrm>
          <a:prstGeom prst="rect">
            <a:avLst/>
          </a:prstGeom>
          <a:noFill/>
          <a:ln>
            <a:noFill/>
          </a:ln>
        </p:spPr>
        <p:txBody>
          <a:bodyPr wrap="square" lIns="91440" tIns="45720" rIns="91440" bIns="4572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40665" indent="-240665">
              <a:spcBef>
                <a:spcPts val="400"/>
              </a:spcBef>
              <a:spcAft>
                <a:spcPts val="400"/>
              </a:spcAft>
              <a:buFont typeface="Arial" panose="020B0604020202020204" pitchFamily="34" charset="0"/>
              <a:buChar char="•"/>
            </a:pPr>
            <a:r>
              <a:rPr lang="en-US" sz="1600">
                <a:solidFill>
                  <a:schemeClr val="tx2"/>
                </a:solidFill>
                <a:latin typeface="Arial"/>
                <a:ea typeface="Verdana"/>
                <a:cs typeface="Arial"/>
              </a:rPr>
              <a:t>Review high-level suggested headcount for proposed GTM hierarchy</a:t>
            </a:r>
          </a:p>
          <a:p>
            <a:pPr marL="240665" indent="-240665">
              <a:spcBef>
                <a:spcPts val="400"/>
              </a:spcBef>
              <a:spcAft>
                <a:spcPts val="400"/>
              </a:spcAft>
              <a:buFont typeface="Arial" panose="020B0604020202020204" pitchFamily="34" charset="0"/>
              <a:buChar char="•"/>
            </a:pPr>
            <a:r>
              <a:rPr lang="en-US" sz="1600">
                <a:solidFill>
                  <a:schemeClr val="tx2"/>
                </a:solidFill>
                <a:latin typeface="Arial"/>
                <a:ea typeface="Verdana"/>
                <a:cs typeface="Arial"/>
              </a:rPr>
              <a:t>Resolve alerts on workload imbalance</a:t>
            </a:r>
            <a:endParaRPr lang="en-US" sz="1600">
              <a:solidFill>
                <a:schemeClr val="tx2"/>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496B093E-FFCD-BC88-1AEE-DBE9C0155A37}"/>
              </a:ext>
            </a:extLst>
          </p:cNvPr>
          <p:cNvSpPr/>
          <p:nvPr/>
        </p:nvSpPr>
        <p:spPr>
          <a:xfrm>
            <a:off x="0" y="6479915"/>
            <a:ext cx="1978856" cy="370422"/>
          </a:xfrm>
          <a:prstGeom prst="rect">
            <a:avLst/>
          </a:prstGeom>
        </p:spPr>
        <p:txBody>
          <a:bodyPr wrap="square" lIns="243840" bIns="158496" anchor="ctr">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defRPr/>
            </a:pPr>
            <a:r>
              <a:rPr lang="en-US" sz="1067" i="1" kern="0">
                <a:solidFill>
                  <a:schemeClr val="accent2"/>
                </a:solidFill>
                <a:latin typeface="Arial" panose="020B0604020202020204" pitchFamily="34" charset="0"/>
                <a:cs typeface="Arial" panose="020B0604020202020204" pitchFamily="34" charset="0"/>
              </a:rPr>
              <a:t>Confidential</a:t>
            </a:r>
          </a:p>
        </p:txBody>
      </p:sp>
      <p:pic>
        <p:nvPicPr>
          <p:cNvPr id="12" name="Content Placeholder 11" descr="A screenshot of a computer&#10;&#10;AI-generated content may be incorrect.">
            <a:extLst>
              <a:ext uri="{FF2B5EF4-FFF2-40B4-BE49-F238E27FC236}">
                <a16:creationId xmlns:a16="http://schemas.microsoft.com/office/drawing/2014/main" id="{39D22D03-8DD5-0F22-61BA-3C40F281A401}"/>
              </a:ext>
            </a:extLst>
          </p:cNvPr>
          <p:cNvPicPr>
            <a:picLocks noGrp="1" noChangeAspect="1"/>
          </p:cNvPicPr>
          <p:nvPr>
            <p:ph idx="1"/>
          </p:nvPr>
        </p:nvPicPr>
        <p:blipFill>
          <a:blip r:embed="rId2"/>
          <a:stretch>
            <a:fillRect/>
          </a:stretch>
        </p:blipFill>
        <p:spPr>
          <a:xfrm>
            <a:off x="558800" y="2006460"/>
            <a:ext cx="7783444" cy="2525874"/>
          </a:xfrm>
          <a:prstGeom prst="rect">
            <a:avLst/>
          </a:prstGeom>
          <a:ln>
            <a:solidFill>
              <a:schemeClr val="tx1"/>
            </a:solidFill>
          </a:ln>
        </p:spPr>
      </p:pic>
    </p:spTree>
    <p:extLst>
      <p:ext uri="{BB962C8B-B14F-4D97-AF65-F5344CB8AC3E}">
        <p14:creationId xmlns:p14="http://schemas.microsoft.com/office/powerpoint/2010/main" val="1655426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98AC3-BAF9-BBC6-AE63-76E10D3E5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7ACA2-E25A-6342-1F40-EA49C4FF3364}"/>
              </a:ext>
            </a:extLst>
          </p:cNvPr>
          <p:cNvSpPr>
            <a:spLocks noGrp="1"/>
          </p:cNvSpPr>
          <p:nvPr>
            <p:ph type="title"/>
          </p:nvPr>
        </p:nvSpPr>
        <p:spPr/>
        <p:txBody>
          <a:bodyPr lIns="0" tIns="45720" rIns="0" bIns="4572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t>GTM Modeling – </a:t>
            </a:r>
            <a:r>
              <a:rPr lang="en-US" b="1">
                <a:solidFill>
                  <a:schemeClr val="tx2"/>
                </a:solidFill>
              </a:rPr>
              <a:t>Key Screens</a:t>
            </a:r>
          </a:p>
        </p:txBody>
      </p:sp>
      <p:sp>
        <p:nvSpPr>
          <p:cNvPr id="4" name="TextBox 3">
            <a:extLst>
              <a:ext uri="{FF2B5EF4-FFF2-40B4-BE49-F238E27FC236}">
                <a16:creationId xmlns:a16="http://schemas.microsoft.com/office/drawing/2014/main" id="{3DDE27CE-C828-85AF-D724-45B463AB049A}"/>
              </a:ext>
            </a:extLst>
          </p:cNvPr>
          <p:cNvSpPr txBox="1"/>
          <p:nvPr/>
        </p:nvSpPr>
        <p:spPr>
          <a:xfrm>
            <a:off x="475488" y="844260"/>
            <a:ext cx="6096000" cy="379656"/>
          </a:xfrm>
          <a:prstGeom prst="rect">
            <a:avLst/>
          </a:prstGeom>
          <a:noFill/>
        </p:spPr>
        <p:txBody>
          <a:bodyPr wrap="square">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GB" sz="1867" i="0">
                <a:solidFill>
                  <a:schemeClr val="accent1"/>
                </a:solidFill>
                <a:effectLst/>
                <a:latin typeface="Arial" panose="020B0604020202020204" pitchFamily="34" charset="0"/>
                <a:cs typeface="Arial" panose="020B0604020202020204" pitchFamily="34" charset="0"/>
              </a:rPr>
              <a:t>5.7 Finalize GTM Hierarchy</a:t>
            </a:r>
            <a:endParaRPr lang="en-US" sz="1867">
              <a:solidFill>
                <a:schemeClr val="accent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D356335-A7B2-ACAD-6313-4B8E80793DA4}"/>
              </a:ext>
            </a:extLst>
          </p:cNvPr>
          <p:cNvSpPr txBox="1"/>
          <p:nvPr/>
        </p:nvSpPr>
        <p:spPr>
          <a:xfrm>
            <a:off x="8639134" y="2725561"/>
            <a:ext cx="2920041" cy="1774845"/>
          </a:xfrm>
          <a:prstGeom prst="rect">
            <a:avLst/>
          </a:prstGeom>
          <a:noFill/>
          <a:ln>
            <a:noFill/>
          </a:ln>
        </p:spPr>
        <p:txBody>
          <a:bodyPr wrap="square" rtlCol="0">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41294" indent="-241294" algn="l">
              <a:spcBef>
                <a:spcPts val="400"/>
              </a:spcBef>
              <a:spcAft>
                <a:spcPts val="400"/>
              </a:spcAft>
              <a:buClrTx/>
              <a:buFont typeface="Arial" panose="020B0604020202020204" pitchFamily="34" charset="0"/>
              <a:buChar char="•"/>
            </a:pPr>
            <a:r>
              <a:rPr lang="en-US" sz="1600" b="0">
                <a:solidFill>
                  <a:schemeClr val="tx2"/>
                </a:solidFill>
                <a:latin typeface="Arial" panose="020B0604020202020204" pitchFamily="34" charset="0"/>
                <a:ea typeface="Verdana" charset="0"/>
                <a:cs typeface="Arial" panose="020B0604020202020204" pitchFamily="34" charset="0"/>
              </a:rPr>
              <a:t>Review GTM Hierarchies by Scenario</a:t>
            </a:r>
          </a:p>
          <a:p>
            <a:pPr marL="241294" indent="-241294" algn="l">
              <a:spcBef>
                <a:spcPts val="400"/>
              </a:spcBef>
              <a:spcAft>
                <a:spcPts val="400"/>
              </a:spcAft>
              <a:buClrTx/>
              <a:buFont typeface="Arial" panose="020B0604020202020204" pitchFamily="34" charset="0"/>
              <a:buChar char="•"/>
            </a:pPr>
            <a:r>
              <a:rPr lang="en-US" sz="1600">
                <a:solidFill>
                  <a:schemeClr val="tx2"/>
                </a:solidFill>
                <a:latin typeface="Arial" panose="020B0604020202020204" pitchFamily="34" charset="0"/>
                <a:ea typeface="Verdana" charset="0"/>
                <a:cs typeface="Arial" panose="020B0604020202020204" pitchFamily="34" charset="0"/>
              </a:rPr>
              <a:t>Select and Finalize Scenario</a:t>
            </a:r>
          </a:p>
          <a:p>
            <a:pPr marL="241294" indent="-241294" algn="l">
              <a:spcBef>
                <a:spcPts val="400"/>
              </a:spcBef>
              <a:spcAft>
                <a:spcPts val="400"/>
              </a:spcAft>
              <a:buClrTx/>
              <a:buFont typeface="Arial" panose="020B0604020202020204" pitchFamily="34" charset="0"/>
              <a:buChar char="•"/>
            </a:pPr>
            <a:r>
              <a:rPr lang="en-US" sz="1600">
                <a:solidFill>
                  <a:schemeClr val="tx2"/>
                </a:solidFill>
                <a:latin typeface="Arial" panose="020B0604020202020204" pitchFamily="34" charset="0"/>
                <a:ea typeface="Verdana" charset="0"/>
                <a:cs typeface="Arial" panose="020B0604020202020204" pitchFamily="34" charset="0"/>
              </a:rPr>
              <a:t>Export new Account to Territory Hierarchy</a:t>
            </a:r>
            <a:endParaRPr lang="en-US" sz="1600" b="0">
              <a:solidFill>
                <a:schemeClr val="tx2"/>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E5BA0E1D-1D9F-7E7F-1476-45F4C65E6AB2}"/>
              </a:ext>
            </a:extLst>
          </p:cNvPr>
          <p:cNvSpPr/>
          <p:nvPr/>
        </p:nvSpPr>
        <p:spPr>
          <a:xfrm>
            <a:off x="0" y="6479915"/>
            <a:ext cx="1978856" cy="370422"/>
          </a:xfrm>
          <a:prstGeom prst="rect">
            <a:avLst/>
          </a:prstGeom>
        </p:spPr>
        <p:txBody>
          <a:bodyPr wrap="square" lIns="243840" bIns="158496" anchor="ctr">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defRPr/>
            </a:pPr>
            <a:r>
              <a:rPr lang="en-US" sz="1067" i="1" kern="0">
                <a:solidFill>
                  <a:schemeClr val="accent2"/>
                </a:solidFill>
                <a:latin typeface="Arial" panose="020B0604020202020204" pitchFamily="34" charset="0"/>
                <a:cs typeface="Arial" panose="020B0604020202020204" pitchFamily="34" charset="0"/>
              </a:rPr>
              <a:t>Confidential</a:t>
            </a:r>
          </a:p>
        </p:txBody>
      </p:sp>
      <p:pic>
        <p:nvPicPr>
          <p:cNvPr id="8" name="Picture 7" descr="A screenshot of a computer&#10;&#10;AI-generated content may be incorrect.">
            <a:extLst>
              <a:ext uri="{FF2B5EF4-FFF2-40B4-BE49-F238E27FC236}">
                <a16:creationId xmlns:a16="http://schemas.microsoft.com/office/drawing/2014/main" id="{BE815F46-81B2-38BE-C792-B61721A9B8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924" y="1797102"/>
            <a:ext cx="7986937" cy="3260837"/>
          </a:xfrm>
          <a:prstGeom prst="rect">
            <a:avLst/>
          </a:prstGeom>
          <a:ln>
            <a:solidFill>
              <a:schemeClr val="tx1"/>
            </a:solidFill>
          </a:ln>
        </p:spPr>
      </p:pic>
    </p:spTree>
    <p:extLst>
      <p:ext uri="{BB962C8B-B14F-4D97-AF65-F5344CB8AC3E}">
        <p14:creationId xmlns:p14="http://schemas.microsoft.com/office/powerpoint/2010/main" val="14177915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636A3-C1A1-A851-6D85-FEE10AC3E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539E3-ED76-668B-6E2C-37C9F6CC4BF7}"/>
              </a:ext>
            </a:extLst>
          </p:cNvPr>
          <p:cNvSpPr>
            <a:spLocks noGrp="1"/>
          </p:cNvSpPr>
          <p:nvPr>
            <p:ph type="title"/>
          </p:nvPr>
        </p:nvSpPr>
        <p:spPr/>
        <p:txBody>
          <a:bodyPr lIns="0" tIns="45720" rIns="0" bIns="4572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t>What's Coming to Capacity V2 – </a:t>
            </a:r>
            <a:r>
              <a:rPr lang="en-US" b="1" u="sng"/>
              <a:t>Ramp Modeling</a:t>
            </a:r>
            <a:endParaRPr lang="en-US" b="1" u="sng">
              <a:cs typeface="Arial" panose="020B0604020202020204"/>
            </a:endParaRPr>
          </a:p>
        </p:txBody>
      </p:sp>
      <p:sp>
        <p:nvSpPr>
          <p:cNvPr id="4" name="Rectangle 3">
            <a:extLst>
              <a:ext uri="{FF2B5EF4-FFF2-40B4-BE49-F238E27FC236}">
                <a16:creationId xmlns:a16="http://schemas.microsoft.com/office/drawing/2014/main" id="{4A4FE12D-90D7-8C5C-FBDB-0FF5B6B36C2E}"/>
              </a:ext>
            </a:extLst>
          </p:cNvPr>
          <p:cNvSpPr/>
          <p:nvPr/>
        </p:nvSpPr>
        <p:spPr>
          <a:xfrm>
            <a:off x="0" y="6479915"/>
            <a:ext cx="1978856" cy="370422"/>
          </a:xfrm>
          <a:prstGeom prst="rect">
            <a:avLst/>
          </a:prstGeom>
        </p:spPr>
        <p:txBody>
          <a:bodyPr wrap="square" lIns="243840" bIns="158496" anchor="ctr">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defRPr/>
            </a:pPr>
            <a:r>
              <a:rPr lang="en-US" sz="1067" i="1" kern="0">
                <a:solidFill>
                  <a:schemeClr val="accent2"/>
                </a:solidFill>
                <a:latin typeface="Arial" panose="020B0604020202020204" pitchFamily="34" charset="0"/>
                <a:cs typeface="Arial" panose="020B0604020202020204" pitchFamily="34" charset="0"/>
              </a:rPr>
              <a:t>Confidential</a:t>
            </a:r>
          </a:p>
        </p:txBody>
      </p:sp>
      <p:pic>
        <p:nvPicPr>
          <p:cNvPr id="3" name="Picture 2" descr="A screenshot of a graph&#10;&#10;AI-generated content may be incorrect.">
            <a:extLst>
              <a:ext uri="{FF2B5EF4-FFF2-40B4-BE49-F238E27FC236}">
                <a16:creationId xmlns:a16="http://schemas.microsoft.com/office/drawing/2014/main" id="{DCBA52C7-F331-BB71-6A4A-AEC31EDB2767}"/>
              </a:ext>
            </a:extLst>
          </p:cNvPr>
          <p:cNvPicPr>
            <a:picLocks noChangeAspect="1"/>
          </p:cNvPicPr>
          <p:nvPr/>
        </p:nvPicPr>
        <p:blipFill>
          <a:blip r:embed="rId2"/>
          <a:stretch>
            <a:fillRect/>
          </a:stretch>
        </p:blipFill>
        <p:spPr>
          <a:xfrm>
            <a:off x="702365" y="1031710"/>
            <a:ext cx="10243931" cy="4589171"/>
          </a:xfrm>
          <a:prstGeom prst="rect">
            <a:avLst/>
          </a:prstGeom>
          <a:ln>
            <a:solidFill>
              <a:schemeClr val="tx1"/>
            </a:solidFill>
          </a:ln>
        </p:spPr>
      </p:pic>
      <p:sp>
        <p:nvSpPr>
          <p:cNvPr id="13" name="TextBox 12">
            <a:extLst>
              <a:ext uri="{FF2B5EF4-FFF2-40B4-BE49-F238E27FC236}">
                <a16:creationId xmlns:a16="http://schemas.microsoft.com/office/drawing/2014/main" id="{8A71E2C0-E67F-A994-8D88-30EA5F7D263C}"/>
              </a:ext>
            </a:extLst>
          </p:cNvPr>
          <p:cNvSpPr txBox="1"/>
          <p:nvPr/>
        </p:nvSpPr>
        <p:spPr>
          <a:xfrm>
            <a:off x="701082" y="5780187"/>
            <a:ext cx="10639432" cy="338554"/>
          </a:xfrm>
          <a:prstGeom prst="rect">
            <a:avLst/>
          </a:prstGeom>
          <a:noFill/>
          <a:ln>
            <a:noFill/>
          </a:ln>
        </p:spPr>
        <p:txBody>
          <a:bodyPr wrap="square" lIns="91440" tIns="45720" rIns="91440" bIns="4572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40665" indent="-240665">
              <a:spcBef>
                <a:spcPts val="400"/>
              </a:spcBef>
              <a:spcAft>
                <a:spcPts val="400"/>
              </a:spcAft>
              <a:buFont typeface="Arial" panose="020B0604020202020204" pitchFamily="34" charset="0"/>
              <a:buChar char="•"/>
            </a:pPr>
            <a:r>
              <a:rPr lang="en-US" sz="1600">
                <a:solidFill>
                  <a:schemeClr val="tx2"/>
                </a:solidFill>
                <a:latin typeface="Arial"/>
                <a:ea typeface="Verdana"/>
                <a:cs typeface="Arial"/>
              </a:rPr>
              <a:t>Review historical ramp / attainment data</a:t>
            </a:r>
            <a:endParaRPr lang="en-US" sz="1600" b="0">
              <a:solidFill>
                <a:schemeClr val="tx2"/>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3394754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22794-5569-B07C-915F-1B21CFC151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BD7ED-6334-95B8-B62E-8143C2E88E2B}"/>
              </a:ext>
            </a:extLst>
          </p:cNvPr>
          <p:cNvSpPr>
            <a:spLocks noGrp="1"/>
          </p:cNvSpPr>
          <p:nvPr>
            <p:ph type="title"/>
          </p:nvPr>
        </p:nvSpPr>
        <p:spPr/>
        <p:txBody>
          <a:bodyPr lIns="0" tIns="45720" rIns="0" bIns="45720" anchor="t"/>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en-US"/>
              <a:t>What's Coming to Capacity V2 – </a:t>
            </a:r>
            <a:r>
              <a:rPr lang="en-US" b="1" u="sng"/>
              <a:t>Ramp Modeling</a:t>
            </a:r>
            <a:endParaRPr lang="en-US" b="1" u="sng">
              <a:cs typeface="Arial" panose="020B0604020202020204"/>
            </a:endParaRPr>
          </a:p>
        </p:txBody>
      </p:sp>
      <p:sp>
        <p:nvSpPr>
          <p:cNvPr id="4" name="Rectangle 3">
            <a:extLst>
              <a:ext uri="{FF2B5EF4-FFF2-40B4-BE49-F238E27FC236}">
                <a16:creationId xmlns:a16="http://schemas.microsoft.com/office/drawing/2014/main" id="{FAFACA49-DC75-D595-A42D-1F5FE5374311}"/>
              </a:ext>
            </a:extLst>
          </p:cNvPr>
          <p:cNvSpPr/>
          <p:nvPr/>
        </p:nvSpPr>
        <p:spPr>
          <a:xfrm>
            <a:off x="0" y="6479915"/>
            <a:ext cx="1978856" cy="370422"/>
          </a:xfrm>
          <a:prstGeom prst="rect">
            <a:avLst/>
          </a:prstGeom>
        </p:spPr>
        <p:txBody>
          <a:bodyPr wrap="square" lIns="243840" bIns="158496" anchor="ctr">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defTabSz="1219110">
              <a:defRPr/>
            </a:pPr>
            <a:r>
              <a:rPr lang="en-US" sz="1067" i="1" kern="0">
                <a:solidFill>
                  <a:schemeClr val="accent2"/>
                </a:solidFill>
                <a:latin typeface="Arial" panose="020B0604020202020204" pitchFamily="34" charset="0"/>
                <a:cs typeface="Arial" panose="020B0604020202020204" pitchFamily="34" charset="0"/>
              </a:rPr>
              <a:t>Confidential</a:t>
            </a:r>
          </a:p>
        </p:txBody>
      </p:sp>
      <p:pic>
        <p:nvPicPr>
          <p:cNvPr id="5" name="Picture 4" descr="A screenshot of a graph&#10;&#10;AI-generated content may be incorrect.">
            <a:extLst>
              <a:ext uri="{FF2B5EF4-FFF2-40B4-BE49-F238E27FC236}">
                <a16:creationId xmlns:a16="http://schemas.microsoft.com/office/drawing/2014/main" id="{79C75995-508D-175E-6B45-A10DF773DC17}"/>
              </a:ext>
            </a:extLst>
          </p:cNvPr>
          <p:cNvPicPr>
            <a:picLocks noChangeAspect="1"/>
          </p:cNvPicPr>
          <p:nvPr/>
        </p:nvPicPr>
        <p:blipFill>
          <a:blip r:embed="rId2"/>
          <a:stretch>
            <a:fillRect/>
          </a:stretch>
        </p:blipFill>
        <p:spPr>
          <a:xfrm>
            <a:off x="861391" y="1039553"/>
            <a:ext cx="9720470" cy="4533729"/>
          </a:xfrm>
          <a:prstGeom prst="rect">
            <a:avLst/>
          </a:prstGeom>
          <a:ln>
            <a:solidFill>
              <a:schemeClr val="tx1"/>
            </a:solidFill>
          </a:ln>
        </p:spPr>
      </p:pic>
      <p:sp>
        <p:nvSpPr>
          <p:cNvPr id="7" name="TextBox 6">
            <a:extLst>
              <a:ext uri="{FF2B5EF4-FFF2-40B4-BE49-F238E27FC236}">
                <a16:creationId xmlns:a16="http://schemas.microsoft.com/office/drawing/2014/main" id="{41697D30-73C1-6531-1DE3-4B9EC12EC8A3}"/>
              </a:ext>
            </a:extLst>
          </p:cNvPr>
          <p:cNvSpPr txBox="1"/>
          <p:nvPr/>
        </p:nvSpPr>
        <p:spPr>
          <a:xfrm>
            <a:off x="701082" y="5780187"/>
            <a:ext cx="10639432" cy="338554"/>
          </a:xfrm>
          <a:prstGeom prst="rect">
            <a:avLst/>
          </a:prstGeom>
          <a:noFill/>
          <a:ln>
            <a:noFill/>
          </a:ln>
        </p:spPr>
        <p:txBody>
          <a:bodyPr wrap="square" lIns="91440" tIns="45720" rIns="91440" bIns="45720" rtlCol="0" anchor="t">
            <a:sp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240665" indent="-240665">
              <a:spcBef>
                <a:spcPts val="400"/>
              </a:spcBef>
              <a:spcAft>
                <a:spcPts val="400"/>
              </a:spcAft>
              <a:buFont typeface="Arial" panose="020B0604020202020204" pitchFamily="34" charset="0"/>
              <a:buChar char="•"/>
            </a:pPr>
            <a:r>
              <a:rPr lang="en-US" sz="1600">
                <a:solidFill>
                  <a:schemeClr val="tx2"/>
                </a:solidFill>
                <a:latin typeface="Arial"/>
                <a:ea typeface="Verdana"/>
                <a:cs typeface="Arial"/>
              </a:rPr>
              <a:t>Model breakeven for seasonal hiring</a:t>
            </a:r>
            <a:endParaRPr lang="en-US" sz="1600" b="0">
              <a:solidFill>
                <a:schemeClr val="tx2"/>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7478291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4a93292-96be-422c-9bb6-49a5d66e42ec">
      <Terms xmlns="http://schemas.microsoft.com/office/infopath/2007/PartnerControls"/>
    </lcf76f155ced4ddcb4097134ff3c332f>
    <TaxCatchAll xmlns="1312f2c0-dda1-4b36-bf7c-5f95f823505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B3F586C-1CCB-4E6B-ACD2-40AC2A699CD8}">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52DCFDD-5AEA-47E6-B69C-83DB96DEC852}">
  <ds:schemaRefs>
    <ds:schemaRef ds:uri="http://schemas.microsoft.com/sharepoint/v3/contenttype/forms"/>
  </ds:schemaRefs>
</ds:datastoreItem>
</file>

<file path=customXml/itemProps3.xml><?xml version="1.0" encoding="utf-8"?>
<ds:datastoreItem xmlns:ds="http://schemas.openxmlformats.org/officeDocument/2006/customXml" ds:itemID="{2BA231AE-7252-4376-B8C2-A81B350A8281}">
  <ds:schemaRefs>
    <ds:schemaRef ds:uri="1312f2c0-dda1-4b36-bf7c-5f95f823505b"/>
    <ds:schemaRef ds:uri="c4a93292-96be-422c-9bb6-49a5d66e42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anaplan-corporate-template-december-2025</Template>
  <Application>Microsoft Office PowerPoint</Application>
  <PresentationFormat>Widescreen</PresentationFormat>
  <Slides>13</Slides>
  <Notes>1</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1_Anaplan</vt:lpstr>
      <vt:lpstr>What is coming in RPM apps</vt:lpstr>
      <vt:lpstr>PowerPoint Presentation</vt:lpstr>
      <vt:lpstr>Sales Forecasting Application Showcase</vt:lpstr>
      <vt:lpstr>Existing Application updates(May 2026)</vt:lpstr>
      <vt:lpstr>Territory and Quota Planning V3</vt:lpstr>
      <vt:lpstr>TnQ v3 Application Showcase</vt:lpstr>
      <vt:lpstr>What's Coming to Segmentation V2 – Enhanced GTM Modeling</vt:lpstr>
      <vt:lpstr>GTM Modeling – Key Screens</vt:lpstr>
      <vt:lpstr>GTM Modeling – Key Screens</vt:lpstr>
      <vt:lpstr>GTM Modeling – Key Screens</vt:lpstr>
      <vt:lpstr>GTM Modeling – Key Screens</vt:lpstr>
      <vt:lpstr>What's Coming to Capacity V2 – Ramp Modeling</vt:lpstr>
      <vt:lpstr>What's Coming to Capacity V2 – Ramp Modeling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 Duh</dc:creator>
  <cp:revision>3</cp:revision>
  <dcterms:created xsi:type="dcterms:W3CDTF">2026-01-27T18:36:00Z</dcterms:created>
  <dcterms:modified xsi:type="dcterms:W3CDTF">2026-03-23T11:54:52Z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