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theme/theme2.xml" ContentType="application/vnd.openxmlformats-officedocument.theme+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3.xml" ContentType="application/vnd.openxmlformats-officedocument.theme+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theme/theme5.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theme/theme6.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theme/theme7.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theme/theme8.xml" ContentType="application/vnd.openxmlformats-officedocument.theme+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theme/theme9.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theme/theme10.xml" ContentType="application/vnd.openxmlformats-officedocument.them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7060" r:id="rId4"/>
    <p:sldMasterId id="2147484173" r:id="rId5"/>
    <p:sldMasterId id="2147484088" r:id="rId6"/>
    <p:sldMasterId id="2147486994" r:id="rId7"/>
    <p:sldMasterId id="2147484658" r:id="rId8"/>
    <p:sldMasterId id="2147483660" r:id="rId9"/>
    <p:sldMasterId id="2147484621" r:id="rId10"/>
    <p:sldMasterId id="2147487063" r:id="rId11"/>
    <p:sldMasterId id="2147484569" r:id="rId12"/>
    <p:sldMasterId id="2147487101" r:id="rId13"/>
  </p:sldMasterIdLst>
  <p:notesMasterIdLst>
    <p:notesMasterId r:id="rId18"/>
  </p:notesMasterIdLst>
  <p:handoutMasterIdLst>
    <p:handoutMasterId r:id="rId19"/>
  </p:handoutMasterIdLst>
  <p:sldIdLst>
    <p:sldId id="347" r:id="rId14"/>
    <p:sldId id="354" r:id="rId15"/>
    <p:sldId id="355" r:id="rId16"/>
    <p:sldId id="265"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05773E4A-EAAE-6448-8806-A0FD874BAB96}">
          <p14:sldIdLst/>
        </p14:section>
        <p14:section name="Demo Slides" id="{84E409EB-650F-5B42-A16E-6295EE454457}">
          <p14:sldIdLst/>
        </p14:section>
        <p14:section name="Implementation" id="{86602908-28FD-B340-8177-B0297AE8409A}">
          <p14:sldIdLst>
            <p14:sldId id="347"/>
            <p14:sldId id="354"/>
            <p14:sldId id="355"/>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B5FB05-6D54-0C5D-415B-2BB05B06C2E9}" name="Bob Wallace" initials="BW" userId="S::bob.wallace@anaplan.com::40500d53-2f42-4ede-80ab-fe27941c405b" providerId="AD"/>
  <p188:author id="{E0CBF631-E4FF-E5B7-3B1B-09F0815EB7AC}" name="Maria Milefchik" initials="MM" userId="S::maria.milefchik@anaplan.com::a479d857-260c-493a-a1dd-5bb524fda509" providerId="AD"/>
  <p188:author id="{B18C2C32-1A19-3C16-23CA-6629F1382BA0}" name="Dave Kolka" initials="DK" userId="S::dave.kolka@anaplan.com::0e12dc12-1068-47e7-a45c-b81c988badc4" providerId="AD"/>
  <p188:author id="{74E8A742-1B6E-EF87-3356-E8806D71D3C8}" name="Dayne Turbitt" initials="DT" userId="S::dayne.turbitt@anaplan.com::73f03fb8-6c3d-4e45-b313-fe2b12bb2c14" providerId="AD"/>
  <p188:author id="{22FA5B49-8C88-A5B2-717C-0C0850CBF186}" name="Jenny Manning" initials="JM" userId="S::jenny.manning@anaplan.com::f71843e3-7c5a-4913-9062-cd8d4c2fa399" providerId="AD"/>
  <p188:author id="{1ED03D5D-71CF-9E93-DC53-64173AA722E3}" name="Akit Mistry" initials="AM" userId="S::akit.mistry@anaplan.com::f2859377-ebd6-44cb-a5f1-4e87566beb41" providerId="AD"/>
  <p188:author id="{3BBD676F-8E28-25D4-2D0E-94EC625501E2}" name="Kerri Vogel" initials="KV" userId="S::kerri.vogel@anaplan.com::a3b61504-22a4-41c4-8fe9-cd561b1abc85" providerId="AD"/>
  <p188:author id="{74F7187F-54FD-A634-DD5C-F640C710B1B8}" name="Jen Wang" initials="JW" userId="S::jennifer.wang@anaplan.com::1ae189e5-3327-4310-a9ec-bbecb8c6abf8" providerId="AD"/>
  <p188:author id="{D95EF986-0B7D-8197-746F-4848CA9FE04F}" name="Reena Sethy" initials="RS" userId="S::reena.sethy@anaplan.com::eb51f4ad-0a35-4344-932c-f0d433229fb2" providerId="AD"/>
  <p188:author id="{55CB068F-EB30-EAED-6874-12C9D74994FB}" name="Ryan Slinkard" initials="RS" userId="S::ryan.slinkard@anaplan.com::73ffe3fb-2c42-4884-a4bf-984b0554d0fe" providerId="AD"/>
  <p188:author id="{D0A55FE1-C822-F61B-E358-9F5C0B5D9B82}" name="Pinakin Patel" initials="PP" userId="S::pinakin.patel@anaplan.com::5cb36ec1-a4c8-435a-8687-88f6db208f45" providerId="AD"/>
  <p188:author id="{7510EEEF-538E-187C-0568-846F06D2CC90}" name="John Carter" initials="JC" userId="S::john.carter@anaplan.com::9fbdc377-e6d9-45ea-88ad-3fee0c2132f6"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EDFAED"/>
    <a:srgbClr val="103047"/>
    <a:srgbClr val="BCBDF6"/>
    <a:srgbClr val="5B59C6"/>
    <a:srgbClr val="FF6201"/>
    <a:srgbClr val="0A324B"/>
    <a:srgbClr val="F2F1EE"/>
    <a:srgbClr val="B33013"/>
    <a:srgbClr val="0B2F47"/>
    <a:srgbClr val="082D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F94532-9B8F-96D5-03E3-55D8F4245A47}" v="292" dt="2026-03-23T03:36:52.35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0"/>
    <p:restoredTop sz="94570"/>
  </p:normalViewPr>
  <p:slideViewPr>
    <p:cSldViewPr snapToGrid="0">
      <p:cViewPr varScale="1">
        <p:scale>
          <a:sx n="144" d="100"/>
          <a:sy n="144" d="100"/>
        </p:scale>
        <p:origin x="1160" y="19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33F94532-9B8F-96D5-03E3-55D8F4245A47}"/>
    <pc:docChg chg="addSld modSld modSection">
      <pc:chgData name="Jon Newcomb" userId="S::jon.newcomb@anaplan.com::d672d284-d87e-4cae-bfeb-0aed989ae14e" providerId="AD" clId="Web-{33F94532-9B8F-96D5-03E3-55D8F4245A47}" dt="2026-03-23T03:36:52.352" v="159" actId="20577"/>
      <pc:docMkLst>
        <pc:docMk/>
      </pc:docMkLst>
      <pc:sldChg chg="addSp modSp new">
        <pc:chgData name="Jon Newcomb" userId="S::jon.newcomb@anaplan.com::d672d284-d87e-4cae-bfeb-0aed989ae14e" providerId="AD" clId="Web-{33F94532-9B8F-96D5-03E3-55D8F4245A47}" dt="2026-03-23T03:36:52.352" v="159" actId="20577"/>
        <pc:sldMkLst>
          <pc:docMk/>
          <pc:sldMk cId="3469914500" sldId="355"/>
        </pc:sldMkLst>
        <pc:spChg chg="mod">
          <ac:chgData name="Jon Newcomb" userId="S::jon.newcomb@anaplan.com::d672d284-d87e-4cae-bfeb-0aed989ae14e" providerId="AD" clId="Web-{33F94532-9B8F-96D5-03E3-55D8F4245A47}" dt="2026-03-23T03:32:36.129" v="4" actId="20577"/>
          <ac:spMkLst>
            <pc:docMk/>
            <pc:sldMk cId="3469914500" sldId="355"/>
            <ac:spMk id="2" creationId="{AEB837B6-A666-CB01-0C5A-69936160FA43}"/>
          </ac:spMkLst>
        </pc:spChg>
        <pc:spChg chg="add mod">
          <ac:chgData name="Jon Newcomb" userId="S::jon.newcomb@anaplan.com::d672d284-d87e-4cae-bfeb-0aed989ae14e" providerId="AD" clId="Web-{33F94532-9B8F-96D5-03E3-55D8F4245A47}" dt="2026-03-23T03:36:52.352" v="159" actId="20577"/>
          <ac:spMkLst>
            <pc:docMk/>
            <pc:sldMk cId="3469914500" sldId="355"/>
            <ac:spMk id="3" creationId="{2B924D1D-6360-9E8F-7B5D-AAAD5081BB3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22/3/2026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C87AB-1338-D2AD-794D-149218C2F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2F761-D431-9A8C-CB55-AAE700437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E2843-175A-368C-310E-5EBDD31F7C29}"/>
              </a:ext>
            </a:extLst>
          </p:cNvPr>
          <p:cNvSpPr>
            <a:spLocks noGrp="1"/>
          </p:cNvSpPr>
          <p:nvPr>
            <p:ph type="body" idx="1"/>
          </p:nvPr>
        </p:nvSpPr>
        <p:spPr/>
        <p:txBody>
          <a:bodyPr/>
          <a:lstStyle/>
          <a:p>
            <a:pPr algn="l">
              <a:buFont typeface="Arial" panose="020B0604020202020204" pitchFamily="34" charset="0"/>
              <a:buNone/>
            </a:pPr>
            <a:r>
              <a:rPr lang="en-GB" b="0" i="0" dirty="0">
                <a:solidFill>
                  <a:srgbClr val="232333"/>
                </a:solidFill>
                <a:effectLst/>
                <a:latin typeface="Almaden Sans"/>
              </a:rPr>
              <a:t>With the data orchestrator, we make it so much easier for you not just to connect with that data, but transform it, understand it.</a:t>
            </a:r>
          </a:p>
          <a:p>
            <a:pPr algn="l">
              <a:buFont typeface="Arial" panose="020B0604020202020204" pitchFamily="34" charset="0"/>
              <a:buNone/>
            </a:pPr>
            <a:r>
              <a:rPr lang="en-GB" b="0" i="0" dirty="0">
                <a:solidFill>
                  <a:srgbClr val="232333"/>
                </a:solidFill>
                <a:effectLst/>
                <a:latin typeface="Almaden Sans"/>
              </a:rPr>
              <a:t>and move it into your planning models to help you make better decisions, faster.</a:t>
            </a:r>
          </a:p>
          <a:p>
            <a:pPr algn="l">
              <a:buFont typeface="Arial" panose="020B0604020202020204" pitchFamily="34" charset="0"/>
              <a:buNone/>
            </a:pPr>
            <a:r>
              <a:rPr lang="en-GB" b="0" i="0" dirty="0">
                <a:solidFill>
                  <a:srgbClr val="232333"/>
                </a:solidFill>
                <a:effectLst/>
                <a:latin typeface="Almaden Sans"/>
              </a:rPr>
              <a:t>It makes data management and data orchestration easier. and gives you the confidence to rely on the data that you're using in your planning to make decisions that you can count on, and you can trust.</a:t>
            </a:r>
          </a:p>
          <a:p>
            <a:pPr algn="l">
              <a:buFont typeface="Arial" panose="020B0604020202020204" pitchFamily="34" charset="0"/>
              <a:buNone/>
            </a:pPr>
            <a:endParaRPr lang="en-GB" b="0" i="0" dirty="0">
              <a:solidFill>
                <a:srgbClr val="232333"/>
              </a:solidFill>
              <a:effectLst/>
              <a:latin typeface="Almaden Sans"/>
            </a:endParaRPr>
          </a:p>
          <a:p>
            <a:pPr algn="l">
              <a:buFont typeface="Arial" panose="020B0604020202020204" pitchFamily="34" charset="0"/>
              <a:buNone/>
            </a:pPr>
            <a:r>
              <a:rPr lang="en-GB" b="0" i="0" dirty="0">
                <a:solidFill>
                  <a:srgbClr val="232333"/>
                </a:solidFill>
                <a:effectLst/>
                <a:latin typeface="Almaden Sans"/>
              </a:rPr>
              <a:t>From left to right, the Data Orchestrator:</a:t>
            </a:r>
          </a:p>
          <a:p>
            <a:pPr marL="171450" indent="-171450" algn="l">
              <a:buFont typeface="Arial" panose="020B0604020202020204" pitchFamily="34" charset="0"/>
              <a:buChar char="•"/>
            </a:pPr>
            <a:r>
              <a:rPr lang="en-GB" b="0" i="0" dirty="0">
                <a:solidFill>
                  <a:srgbClr val="232333"/>
                </a:solidFill>
                <a:effectLst/>
                <a:latin typeface="Almaden Sans"/>
              </a:rPr>
              <a:t>Simplifies connections by providing a no-code interface to connect to third party systems</a:t>
            </a:r>
          </a:p>
          <a:p>
            <a:pPr marL="171450" indent="-171450" algn="l">
              <a:buFont typeface="Arial" panose="020B0604020202020204" pitchFamily="34" charset="0"/>
              <a:buChar char="•"/>
            </a:pPr>
            <a:r>
              <a:rPr lang="en-GB" b="0" i="0" dirty="0">
                <a:solidFill>
                  <a:srgbClr val="232333"/>
                </a:solidFill>
                <a:effectLst/>
                <a:latin typeface="Almaden Sans"/>
              </a:rPr>
              <a:t>Automatically stores source data, making is easy to reuse data across multiple planning use cases</a:t>
            </a:r>
          </a:p>
          <a:p>
            <a:pPr marL="171450" indent="-171450" algn="l">
              <a:buFont typeface="Arial" panose="020B0604020202020204" pitchFamily="34" charset="0"/>
              <a:buChar char="•"/>
            </a:pPr>
            <a:r>
              <a:rPr lang="en-GB" b="0" i="0" dirty="0">
                <a:solidFill>
                  <a:srgbClr val="232333"/>
                </a:solidFill>
                <a:effectLst/>
                <a:latin typeface="Almaden Sans"/>
              </a:rPr>
              <a:t>Provides no-code transformation logic, that’s saved and automatically repeated as part of the data flow</a:t>
            </a:r>
          </a:p>
          <a:p>
            <a:pPr marL="171450" indent="-171450" algn="l">
              <a:buFont typeface="Arial" panose="020B0604020202020204" pitchFamily="34" charset="0"/>
              <a:buChar char="•"/>
            </a:pPr>
            <a:r>
              <a:rPr lang="en-GB" b="0" i="0" dirty="0">
                <a:solidFill>
                  <a:srgbClr val="232333"/>
                </a:solidFill>
                <a:effectLst/>
                <a:latin typeface="Almaden Sans"/>
              </a:rPr>
              <a:t>Offers simple mapping to planning and reporting models, including not just the data, but also the lists and hierarchies,</a:t>
            </a:r>
          </a:p>
          <a:p>
            <a:pPr marL="171450" indent="-171450" algn="l">
              <a:buFont typeface="Arial" panose="020B0604020202020204" pitchFamily="34" charset="0"/>
              <a:buChar char="•"/>
            </a:pPr>
            <a:r>
              <a:rPr lang="en-GB" b="0" i="0" dirty="0">
                <a:solidFill>
                  <a:srgbClr val="232333"/>
                </a:solidFill>
                <a:effectLst/>
                <a:latin typeface="Almaden Sans"/>
              </a:rPr>
              <a:t>And automatically visualizes the data process in a map, making it simple and straight-forward to trace data back from end-model, through transformations, to the source</a:t>
            </a:r>
          </a:p>
          <a:p>
            <a:endParaRPr lang="en-US" dirty="0"/>
          </a:p>
          <a:p>
            <a:endParaRPr lang="en-US" dirty="0"/>
          </a:p>
        </p:txBody>
      </p:sp>
      <p:sp>
        <p:nvSpPr>
          <p:cNvPr id="4" name="Slide Number Placeholder 3">
            <a:extLst>
              <a:ext uri="{FF2B5EF4-FFF2-40B4-BE49-F238E27FC236}">
                <a16:creationId xmlns:a16="http://schemas.microsoft.com/office/drawing/2014/main" id="{BD3042E4-080E-EBD3-0FA6-7C5292D7B27A}"/>
              </a:ext>
            </a:extLst>
          </p:cNvPr>
          <p:cNvSpPr>
            <a:spLocks noGrp="1"/>
          </p:cNvSpPr>
          <p:nvPr>
            <p:ph type="sldNum" sz="quarter" idx="5"/>
          </p:nvPr>
        </p:nvSpPr>
        <p:spPr/>
        <p:txBody>
          <a:bodyPr/>
          <a:lstStyle/>
          <a:p>
            <a:fld id="{5DA7E72F-BFB2-D748-87F9-5C2F0B5EB908}" type="slidenum">
              <a:rPr lang="en-US" smtClean="0"/>
              <a:pPr/>
              <a:t>2</a:t>
            </a:fld>
            <a:endParaRPr lang="en-US"/>
          </a:p>
        </p:txBody>
      </p:sp>
    </p:spTree>
    <p:extLst>
      <p:ext uri="{BB962C8B-B14F-4D97-AF65-F5344CB8AC3E}">
        <p14:creationId xmlns:p14="http://schemas.microsoft.com/office/powerpoint/2010/main" val="2220769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9.jpe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4.jpe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7.jpe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8.jpe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49.emf"/><Relationship Id="rId4" Type="http://schemas.openxmlformats.org/officeDocument/2006/relationships/tags" Target="../tags/tag5.xml"/><Relationship Id="rId9" Type="http://schemas.openxmlformats.org/officeDocument/2006/relationships/oleObject" Target="../embeddings/oleObject2.bin"/></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60.jpeg"/><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10" Type="http://schemas.openxmlformats.org/officeDocument/2006/relationships/image" Target="../media/image49.emf"/><Relationship Id="rId4" Type="http://schemas.openxmlformats.org/officeDocument/2006/relationships/tags" Target="../tags/tag13.xml"/><Relationship Id="rId9" Type="http://schemas.openxmlformats.org/officeDocument/2006/relationships/oleObject" Target="../embeddings/oleObject2.bin"/></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6.xml"/><Relationship Id="rId4" Type="http://schemas.openxmlformats.org/officeDocument/2006/relationships/image" Target="../media/image62.svg"/></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6.xml"/><Relationship Id="rId4" Type="http://schemas.openxmlformats.org/officeDocument/2006/relationships/image" Target="../media/image62.svg"/></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6.xml"/><Relationship Id="rId4" Type="http://schemas.openxmlformats.org/officeDocument/2006/relationships/image" Target="../media/image63.svg"/></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6.xml"/><Relationship Id="rId4" Type="http://schemas.openxmlformats.org/officeDocument/2006/relationships/image" Target="../media/image63.sv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6.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Master" Target="../slideMasters/slideMaster6.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4.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Master" Target="../slideMasters/slideMaster6.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Layouts/_rels/slideLayout395.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Master" Target="../slideMasters/slideMaster6.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Layouts/_rels/slideLayout396.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Master" Target="../slideMasters/slideMaster6.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4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4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4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4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4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4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4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4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4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7.xml"/></Relationships>
</file>

<file path=ppt/slideLayouts/_rels/slideLayout4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7.xml"/></Relationships>
</file>

<file path=ppt/slideLayouts/_rels/slideLayout4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7.xml"/></Relationships>
</file>

<file path=ppt/slideLayouts/_rels/slideLayout4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7.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8.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7.xml"/></Relationships>
</file>

<file path=ppt/slideLayouts/_rels/slideLayout449.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7.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7.xml"/></Relationships>
</file>

<file path=ppt/slideLayouts/_rels/slideLayout46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7.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tags" Target="../tags/tag19.xml"/><Relationship Id="rId7" Type="http://schemas.openxmlformats.org/officeDocument/2006/relationships/image" Target="../media/image65.emf"/><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oleObject" Target="../embeddings/oleObject4.bin"/><Relationship Id="rId5" Type="http://schemas.openxmlformats.org/officeDocument/2006/relationships/slideMaster" Target="../slideMasters/slideMaster7.xml"/><Relationship Id="rId4" Type="http://schemas.openxmlformats.org/officeDocument/2006/relationships/tags" Target="../tags/tag20.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8.xml"/></Relationships>
</file>

<file path=ppt/slideLayouts/_rels/slideLayout46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8.xml"/></Relationships>
</file>

<file path=ppt/slideLayouts/_rels/slideLayout46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47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47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8.xml"/></Relationships>
</file>

<file path=ppt/slideLayouts/_rels/slideLayout47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8.xml"/></Relationships>
</file>

<file path=ppt/slideLayouts/_rels/slideLayout47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8.xml"/></Relationships>
</file>

<file path=ppt/slideLayouts/_rels/slideLayout47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8.xml"/></Relationships>
</file>

<file path=ppt/slideLayouts/_rels/slideLayout47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8.xml"/></Relationships>
</file>

<file path=ppt/slideLayouts/_rels/slideLayout47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8.xml"/></Relationships>
</file>

<file path=ppt/slideLayouts/_rels/slideLayout47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8.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5.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8.xml"/></Relationships>
</file>

<file path=ppt/slideLayouts/_rels/slideLayout48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8.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9.jpeg"/><Relationship Id="rId1" Type="http://schemas.openxmlformats.org/officeDocument/2006/relationships/slideMaster" Target="../slideMasters/slideMaster8.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9.xml"/></Relationships>
</file>

<file path=ppt/slideLayouts/_rels/slideLayout50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50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9.xml"/></Relationships>
</file>

<file path=ppt/slideLayouts/_rels/slideLayout50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9.xml"/></Relationships>
</file>

<file path=ppt/slideLayouts/_rels/slideLayout50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9.xml"/></Relationships>
</file>

<file path=ppt/slideLayouts/_rels/slideLayout50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50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9.xml"/></Relationships>
</file>

<file path=ppt/slideLayouts/_rels/slideLayout50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9.xml"/></Relationships>
</file>

<file path=ppt/slideLayouts/_rels/slideLayout50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9.xml"/></Relationships>
</file>

<file path=ppt/slideLayouts/_rels/slideLayout51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9.xml"/></Relationships>
</file>

<file path=ppt/slideLayouts/_rels/slideLayout51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9.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9.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9.xml"/></Relationships>
</file>

<file path=ppt/slideLayouts/_rels/slideLayout52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9.xml"/></Relationships>
</file>

<file path=ppt/slideLayouts/_rels/slideLayout521.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Master" Target="../slideMasters/slideMaster9.xml"/></Relationships>
</file>

<file path=ppt/slideLayouts/_rels/slideLayout522.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Master" Target="../slideMasters/slideMaster9.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7.xml.rels><?xml version="1.0" encoding="UTF-8" standalone="yes"?>
<Relationships xmlns="http://schemas.openxmlformats.org/package/2006/relationships"><Relationship Id="rId8" Type="http://schemas.openxmlformats.org/officeDocument/2006/relationships/slideMaster" Target="../slideMasters/slideMaster9.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49.emf"/><Relationship Id="rId4" Type="http://schemas.openxmlformats.org/officeDocument/2006/relationships/tags" Target="../tags/tag24.xml"/><Relationship Id="rId9" Type="http://schemas.openxmlformats.org/officeDocument/2006/relationships/oleObject" Target="../embeddings/oleObject2.bin"/></Relationships>
</file>

<file path=ppt/slideLayouts/_rels/slideLayout5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_rels/slideLayout5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0.xml"/></Relationships>
</file>

<file path=ppt/slideLayouts/_rels/slideLayout54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0.xml"/></Relationships>
</file>

<file path=ppt/slideLayouts/_rels/slideLayout5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0.xml"/></Relationships>
</file>

<file path=ppt/slideLayouts/_rels/slideLayout5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_rels/slideLayout5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0.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5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_rels/slideLayout57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5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0.xml"/></Relationships>
</file>

<file path=ppt/slideLayouts/_rels/slideLayout6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Master" Target="../slideMasters/slideMaster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Master" Target="../slideMasters/slideMaster10.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Layouts/_rels/slideLayout64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Master" Target="../slideMasters/slideMaster10.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Layouts/_rels/slideLayout64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Master" Target="../slideMasters/slideMaster10.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6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6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67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0.xml"/></Relationships>
</file>

<file path=ppt/slideLayouts/_rels/slideLayout67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6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220" y="1248"/>
            <a:ext cx="9141780" cy="5142251"/>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1"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0"/>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220" y="-1248"/>
            <a:ext cx="190015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7" y="1608"/>
            <a:ext cx="3571682" cy="5141892"/>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F6E8B-17E5-8471-176B-ED2E65C41B0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E6FD5106-381E-B4A4-50A7-5A853E5B1017}"/>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91B2877-29EE-AEA6-005C-FD867676D1F9}"/>
              </a:ext>
            </a:extLst>
          </p:cNvPr>
          <p:cNvSpPr>
            <a:spLocks noGrp="1"/>
          </p:cNvSpPr>
          <p:nvPr>
            <p:ph type="dt" sz="half" idx="10"/>
          </p:nvPr>
        </p:nvSpPr>
        <p:spPr/>
        <p:txBody>
          <a:bodyPr/>
          <a:lstStyle/>
          <a:p>
            <a:fld id="{8C516F6D-AD48-4C95-B4F3-755427DEF0BD}" type="datetimeFigureOut">
              <a:rPr lang="en-GB" smtClean="0"/>
              <a:t>22/03/2026</a:t>
            </a:fld>
            <a:endParaRPr lang="en-GB"/>
          </a:p>
        </p:txBody>
      </p:sp>
      <p:sp>
        <p:nvSpPr>
          <p:cNvPr id="5" name="Footer Placeholder 4">
            <a:extLst>
              <a:ext uri="{FF2B5EF4-FFF2-40B4-BE49-F238E27FC236}">
                <a16:creationId xmlns:a16="http://schemas.microsoft.com/office/drawing/2014/main" id="{5B187980-AFD4-B1C6-A0D9-63944A62E9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0F7089-0627-9AD7-8E1E-36E2EA8DFCAB}"/>
              </a:ext>
            </a:extLst>
          </p:cNvPr>
          <p:cNvSpPr>
            <a:spLocks noGrp="1"/>
          </p:cNvSpPr>
          <p:nvPr>
            <p:ph type="sldNum" sz="quarter" idx="12"/>
          </p:nvPr>
        </p:nvSpPr>
        <p:spPr/>
        <p:txBody>
          <a:bodyPr/>
          <a:lstStyle/>
          <a:p>
            <a:fld id="{FACB372B-D25F-4990-B9E3-2D238083E1DF}" type="slidenum">
              <a:rPr lang="en-GB" smtClean="0"/>
              <a:t>‹#›</a:t>
            </a:fld>
            <a:endParaRPr lang="en-GB"/>
          </a:p>
        </p:txBody>
      </p:sp>
    </p:spTree>
    <p:extLst>
      <p:ext uri="{BB962C8B-B14F-4D97-AF65-F5344CB8AC3E}">
        <p14:creationId xmlns:p14="http://schemas.microsoft.com/office/powerpoint/2010/main" val="67153056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0081F-956A-EAA6-B97E-73B9C694D66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1EAE71-37CE-633D-CE55-23B5F95FDE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C42713-80E8-BF69-E955-3B45407B0274}"/>
              </a:ext>
            </a:extLst>
          </p:cNvPr>
          <p:cNvSpPr>
            <a:spLocks noGrp="1"/>
          </p:cNvSpPr>
          <p:nvPr>
            <p:ph type="dt" sz="half" idx="10"/>
          </p:nvPr>
        </p:nvSpPr>
        <p:spPr/>
        <p:txBody>
          <a:bodyPr/>
          <a:lstStyle/>
          <a:p>
            <a:fld id="{8C516F6D-AD48-4C95-B4F3-755427DEF0BD}" type="datetimeFigureOut">
              <a:rPr lang="en-GB" smtClean="0"/>
              <a:t>22/03/2026</a:t>
            </a:fld>
            <a:endParaRPr lang="en-GB"/>
          </a:p>
        </p:txBody>
      </p:sp>
      <p:sp>
        <p:nvSpPr>
          <p:cNvPr id="5" name="Footer Placeholder 4">
            <a:extLst>
              <a:ext uri="{FF2B5EF4-FFF2-40B4-BE49-F238E27FC236}">
                <a16:creationId xmlns:a16="http://schemas.microsoft.com/office/drawing/2014/main" id="{77CD1CA5-5B6D-CA9E-2A9F-201B3C56BC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51D614-C40D-51BA-7190-18EF15B9C357}"/>
              </a:ext>
            </a:extLst>
          </p:cNvPr>
          <p:cNvSpPr>
            <a:spLocks noGrp="1"/>
          </p:cNvSpPr>
          <p:nvPr>
            <p:ph type="sldNum" sz="quarter" idx="12"/>
          </p:nvPr>
        </p:nvSpPr>
        <p:spPr/>
        <p:txBody>
          <a:bodyPr/>
          <a:lstStyle/>
          <a:p>
            <a:fld id="{FACB372B-D25F-4990-B9E3-2D238083E1DF}" type="slidenum">
              <a:rPr lang="en-GB" smtClean="0"/>
              <a:t>‹#›</a:t>
            </a:fld>
            <a:endParaRPr lang="en-GB"/>
          </a:p>
        </p:txBody>
      </p:sp>
    </p:spTree>
    <p:extLst>
      <p:ext uri="{BB962C8B-B14F-4D97-AF65-F5344CB8AC3E}">
        <p14:creationId xmlns:p14="http://schemas.microsoft.com/office/powerpoint/2010/main" val="20343797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3"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2938627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5" y="294640"/>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223710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8792"/>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389413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5" y="2325213"/>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8"/>
            <a:ext cx="4558544"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27035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526" y="0"/>
            <a:ext cx="9153525"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26167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0"/>
            <a:ext cx="9153525"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148158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285"/>
            <a:ext cx="9144000" cy="5148863"/>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95999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142"/>
            <a:ext cx="9144000" cy="5148864"/>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165213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35190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8235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9658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4282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1"/>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67199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0"/>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13018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7290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3"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219936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9603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51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7714211" y="4655127"/>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1068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5"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4428547" y="1022760"/>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6064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13" name="Freeform 12">
            <a:extLst>
              <a:ext uri="{FF2B5EF4-FFF2-40B4-BE49-F238E27FC236}">
                <a16:creationId xmlns:a16="http://schemas.microsoft.com/office/drawing/2014/main" id="{19321C0C-E532-E642-83FA-39A6F970EB23}"/>
              </a:ext>
            </a:extLst>
          </p:cNvPr>
          <p:cNvSpPr/>
          <p:nvPr userDrawn="1"/>
        </p:nvSpPr>
        <p:spPr>
          <a:xfrm>
            <a:off x="5706262" y="2873901"/>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12626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3"/>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19969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39" y="629860"/>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15840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a:p>
          </p:txBody>
        </p:sp>
      </p:grpSp>
    </p:spTree>
    <p:extLst>
      <p:ext uri="{BB962C8B-B14F-4D97-AF65-F5344CB8AC3E}">
        <p14:creationId xmlns:p14="http://schemas.microsoft.com/office/powerpoint/2010/main" val="1500498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389371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5" y="294640"/>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47844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799" y="834849"/>
            <a:ext cx="3855139" cy="3942242"/>
          </a:xfrm>
          <a:prstGeom prst="rect">
            <a:avLst/>
          </a:prstGeom>
        </p:spPr>
        <p:txBody>
          <a:bodyPr lIns="0" rIns="0">
            <a:normAutofit/>
          </a:bodyPr>
          <a:lstStyle>
            <a:lvl1pPr marL="174625" indent="-174625">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25" indent="-174625">
              <a:buClrTx/>
              <a:tabLst/>
              <a:defRPr sz="1600" b="0" i="0">
                <a:solidFill>
                  <a:schemeClr val="bg2"/>
                </a:solidFill>
                <a:latin typeface="Arial" panose="020B0604020202020204" pitchFamily="34" charset="0"/>
              </a:defRPr>
            </a:lvl2pPr>
            <a:lvl3pPr marL="1087438" indent="-173038">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5" y="834849"/>
            <a:ext cx="3746835" cy="3466754"/>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86274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466754"/>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0029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799" y="834849"/>
            <a:ext cx="3855139" cy="3942242"/>
          </a:xfrm>
          <a:prstGeom prst="rect">
            <a:avLst/>
          </a:prstGeom>
        </p:spPr>
        <p:txBody>
          <a:bodyPr lIns="0" rIns="0">
            <a:normAutofit/>
          </a:bodyPr>
          <a:lstStyle>
            <a:lvl1pPr marL="174625" indent="-174625">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25" indent="-174625">
              <a:buClrTx/>
              <a:tabLst/>
              <a:defRPr sz="1600" b="0" i="0">
                <a:solidFill>
                  <a:schemeClr val="bg2"/>
                </a:solidFill>
                <a:latin typeface="Arial" panose="020B0604020202020204" pitchFamily="34" charset="0"/>
              </a:defRPr>
            </a:lvl2pPr>
            <a:lvl3pPr marL="1087438" indent="-173038">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739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9539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7"/>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3600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2"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7"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7" y="3381264"/>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0" y="869266"/>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11025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0" y="2853793"/>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0"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6" y="2853793"/>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6"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3674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0"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4"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4"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8"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5"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399"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9050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4"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8"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3"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7"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6"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0"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2"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6"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4318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ection Break - Blu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1892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5D87A0-C546-9644-B0ED-AEF81DF827F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264001" y="1727200"/>
            <a:ext cx="6615998" cy="1569660"/>
          </a:xfrm>
          <a:prstGeom prst="rect">
            <a:avLst/>
          </a:prstGeom>
        </p:spPr>
        <p:txBody>
          <a:bodyPr/>
          <a:lstStyle>
            <a:lvl1pPr algn="ctr">
              <a:defRPr sz="3200"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4228413" y="1187542"/>
            <a:ext cx="687175" cy="369351"/>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grpSp>
    </p:spTree>
    <p:extLst>
      <p:ext uri="{BB962C8B-B14F-4D97-AF65-F5344CB8AC3E}">
        <p14:creationId xmlns:p14="http://schemas.microsoft.com/office/powerpoint/2010/main" val="390017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Quote - Purpl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CE4571F-F6A9-6F48-81E1-F58E5CA53DE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264001" y="1727200"/>
            <a:ext cx="6615998" cy="1569660"/>
          </a:xfrm>
          <a:prstGeom prst="rect">
            <a:avLst/>
          </a:prstGeom>
        </p:spPr>
        <p:txBody>
          <a:bodyPr/>
          <a:lstStyle>
            <a:lvl1pPr algn="ctr">
              <a:defRPr sz="3200"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4228411" y="1187542"/>
            <a:ext cx="687175" cy="369351"/>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grpSp>
    </p:spTree>
    <p:extLst>
      <p:ext uri="{BB962C8B-B14F-4D97-AF65-F5344CB8AC3E}">
        <p14:creationId xmlns:p14="http://schemas.microsoft.com/office/powerpoint/2010/main" val="227587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Quote - Green">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845CF16-B668-C346-9D78-692A4B270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264001" y="1727200"/>
            <a:ext cx="6615998" cy="1569660"/>
          </a:xfrm>
          <a:prstGeom prst="rect">
            <a:avLst/>
          </a:prstGeom>
        </p:spPr>
        <p:txBody>
          <a:bodyPr/>
          <a:lstStyle>
            <a:lvl1pPr algn="ctr">
              <a:defRPr sz="3200"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4228411" y="1187542"/>
            <a:ext cx="687175" cy="369351"/>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grpSp>
    </p:spTree>
    <p:extLst>
      <p:ext uri="{BB962C8B-B14F-4D97-AF65-F5344CB8AC3E}">
        <p14:creationId xmlns:p14="http://schemas.microsoft.com/office/powerpoint/2010/main" val="393007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B240FDC-73FF-AF40-8407-5C4193DAB6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264001" y="1727200"/>
            <a:ext cx="6615998" cy="1569660"/>
          </a:xfrm>
          <a:prstGeom prst="rect">
            <a:avLst/>
          </a:prstGeom>
        </p:spPr>
        <p:txBody>
          <a:bodyPr/>
          <a:lstStyle>
            <a:lvl1pPr algn="ctr">
              <a:defRPr sz="3200"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4228411" y="1187542"/>
            <a:ext cx="687175" cy="369351"/>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a:p>
          </p:txBody>
        </p:sp>
      </p:grpSp>
    </p:spTree>
    <p:extLst>
      <p:ext uri="{BB962C8B-B14F-4D97-AF65-F5344CB8AC3E}">
        <p14:creationId xmlns:p14="http://schemas.microsoft.com/office/powerpoint/2010/main" val="3889155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8792"/>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208646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Section Break - Blu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88036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Section Break - Gre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94009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Section Break - Gree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32197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Section Break - Lav">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98465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Section Break - Lav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216981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Section Break - Purp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990020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Section Break - Purpl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287251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BA8193-68CA-DD3B-BE68-2AE3BFBA8BA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2366025" y="103283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4832868" y="154852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1796878" y="703571"/>
            <a:ext cx="2897481" cy="2366678"/>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7373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Q&amp;A - Purp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8F8B96-5309-B8C1-4186-3F172581327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5" name="TextBox 4">
            <a:extLst>
              <a:ext uri="{FF2B5EF4-FFF2-40B4-BE49-F238E27FC236}">
                <a16:creationId xmlns:a16="http://schemas.microsoft.com/office/drawing/2014/main" id="{EE3BF04B-17CD-F046-8F28-EE00E829327F}"/>
              </a:ext>
            </a:extLst>
          </p:cNvPr>
          <p:cNvSpPr txBox="1"/>
          <p:nvPr userDrawn="1"/>
        </p:nvSpPr>
        <p:spPr>
          <a:xfrm>
            <a:off x="2366025" y="103283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F07449FB-F26E-B54E-9267-C76DCC52D7EC}"/>
              </a:ext>
            </a:extLst>
          </p:cNvPr>
          <p:cNvSpPr txBox="1"/>
          <p:nvPr userDrawn="1"/>
        </p:nvSpPr>
        <p:spPr>
          <a:xfrm>
            <a:off x="4832868" y="154852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AD574896-710B-1A45-823D-80AA127F5A08}"/>
              </a:ext>
            </a:extLst>
          </p:cNvPr>
          <p:cNvSpPr/>
          <p:nvPr userDrawn="1"/>
        </p:nvSpPr>
        <p:spPr>
          <a:xfrm>
            <a:off x="1796878" y="703571"/>
            <a:ext cx="2897481" cy="2366678"/>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07CC6C13-3ED9-5947-B8CC-AE1A6EEA90CF}"/>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58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Q&amp;A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939171-D241-F2CC-7132-2FFF4D9009A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2366025" y="103283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4832868" y="154852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1796878" y="703571"/>
            <a:ext cx="2897481" cy="2366678"/>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4012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Q&amp;A - Blu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D3BB63-94D3-4F6E-3652-61FAEBFAD7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2366025" y="103283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4832868" y="154852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1796878" y="703571"/>
            <a:ext cx="2897481" cy="2366678"/>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604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F75C82-F9E9-B846-A623-7FACBC66FE5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330859" y="2082653"/>
            <a:ext cx="6482281" cy="923330"/>
          </a:xfrm>
          <a:prstGeom prst="rect">
            <a:avLst/>
          </a:prstGeom>
          <a:noFill/>
        </p:spPr>
        <p:txBody>
          <a:bodyPr wrap="square" rtlCol="0" anchor="ctr">
            <a:spAutoFit/>
          </a:bodyPr>
          <a:lstStyle/>
          <a:p>
            <a:pPr algn="ctr" defTabSz="914400" rtl="0" eaLnBrk="1" latinLnBrk="0" hangingPunct="1">
              <a:spcBef>
                <a:spcPct val="0"/>
              </a:spcBef>
              <a:buNone/>
            </a:pPr>
            <a:r>
              <a:rPr lang="en-US" sz="54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54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07321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hank You - Pur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FEF563-A2C9-7A4D-B28D-97E97F6501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11" name="TextBox 10">
            <a:extLst>
              <a:ext uri="{FF2B5EF4-FFF2-40B4-BE49-F238E27FC236}">
                <a16:creationId xmlns:a16="http://schemas.microsoft.com/office/drawing/2014/main" id="{1A95D8AC-0F77-B249-846F-581573E792C1}"/>
              </a:ext>
            </a:extLst>
          </p:cNvPr>
          <p:cNvSpPr txBox="1"/>
          <p:nvPr userDrawn="1"/>
        </p:nvSpPr>
        <p:spPr>
          <a:xfrm>
            <a:off x="1330859" y="2082653"/>
            <a:ext cx="6482281" cy="923330"/>
          </a:xfrm>
          <a:prstGeom prst="rect">
            <a:avLst/>
          </a:prstGeom>
          <a:noFill/>
        </p:spPr>
        <p:txBody>
          <a:bodyPr wrap="square" rtlCol="0" anchor="ctr">
            <a:spAutoFit/>
          </a:bodyPr>
          <a:lstStyle/>
          <a:p>
            <a:pPr algn="ctr" defTabSz="914400" rtl="0" eaLnBrk="1" latinLnBrk="0" hangingPunct="1">
              <a:spcBef>
                <a:spcPct val="0"/>
              </a:spcBef>
              <a:buNone/>
            </a:pPr>
            <a:r>
              <a:rPr lang="en-US" sz="54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54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7249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hank You - Gree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3597A9-BC92-E040-A029-1C1E18F15CF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330859" y="2082653"/>
            <a:ext cx="6482281" cy="923330"/>
          </a:xfrm>
          <a:prstGeom prst="rect">
            <a:avLst/>
          </a:prstGeom>
          <a:noFill/>
        </p:spPr>
        <p:txBody>
          <a:bodyPr wrap="square" rtlCol="0" anchor="ctr">
            <a:spAutoFit/>
          </a:bodyPr>
          <a:lstStyle/>
          <a:p>
            <a:pPr algn="ctr" defTabSz="914400" rtl="0" eaLnBrk="1" latinLnBrk="0" hangingPunct="1">
              <a:spcBef>
                <a:spcPct val="0"/>
              </a:spcBef>
              <a:buNone/>
            </a:pPr>
            <a:r>
              <a:rPr lang="en-US" sz="54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54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40017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hank You -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7EE612-E90F-7D41-B8BC-D13C73036F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330859" y="2082653"/>
            <a:ext cx="6482281" cy="923330"/>
          </a:xfrm>
          <a:prstGeom prst="rect">
            <a:avLst/>
          </a:prstGeom>
          <a:noFill/>
        </p:spPr>
        <p:txBody>
          <a:bodyPr wrap="square" rtlCol="0" anchor="ctr">
            <a:spAutoFit/>
          </a:bodyPr>
          <a:lstStyle/>
          <a:p>
            <a:pPr algn="ctr" defTabSz="914400" rtl="0" eaLnBrk="1" latinLnBrk="0" hangingPunct="1">
              <a:spcBef>
                <a:spcPct val="0"/>
              </a:spcBef>
              <a:buNone/>
            </a:pPr>
            <a:r>
              <a:rPr lang="en-US" sz="54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54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91003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3"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272635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6" y="1851853"/>
            <a:ext cx="4779185" cy="1119692"/>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9"/>
            <a:ext cx="4558544"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27035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526" y="0"/>
            <a:ext cx="9153525"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26167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9153525"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48158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2286"/>
            <a:ext cx="9144000" cy="5148863"/>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95999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142"/>
            <a:ext cx="9144000" cy="5148864"/>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165213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763" y="0"/>
            <a:ext cx="9134475" cy="51435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35190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0"/>
            <a:ext cx="9144000" cy="5148863"/>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8235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9658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282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1"/>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67199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0"/>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13018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chemeClr val="tx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7" y="2325215"/>
            <a:ext cx="3541079"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7" y="3104050"/>
            <a:ext cx="3243815" cy="646331"/>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66084BBA-704A-74E3-CF4A-EE76D5238AD8}"/>
              </a:ext>
            </a:extLst>
          </p:cNvPr>
          <p:cNvSpPr/>
          <p:nvPr userDrawn="1"/>
        </p:nvSpPr>
        <p:spPr>
          <a:xfrm>
            <a:off x="455213" y="4843977"/>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5" name="Picture Placeholder 24">
            <a:extLst>
              <a:ext uri="{FF2B5EF4-FFF2-40B4-BE49-F238E27FC236}">
                <a16:creationId xmlns:a16="http://schemas.microsoft.com/office/drawing/2014/main" id="{D028605A-33E3-9B3F-48FB-E69358285383}"/>
              </a:ext>
            </a:extLst>
          </p:cNvPr>
          <p:cNvSpPr>
            <a:spLocks noGrp="1"/>
          </p:cNvSpPr>
          <p:nvPr>
            <p:ph type="pic" sz="quarter" idx="10"/>
          </p:nvPr>
        </p:nvSpPr>
        <p:spPr>
          <a:xfrm>
            <a:off x="3856755" y="359641"/>
            <a:ext cx="5287246" cy="4783861"/>
          </a:xfrm>
          <a:custGeom>
            <a:avLst/>
            <a:gdLst>
              <a:gd name="connsiteX0" fmla="*/ 4997979 w 7049661"/>
              <a:gd name="connsiteY0" fmla="*/ 0 h 6378481"/>
              <a:gd name="connsiteX1" fmla="*/ 5122286 w 7049661"/>
              <a:gd name="connsiteY1" fmla="*/ 0 h 6378481"/>
              <a:gd name="connsiteX2" fmla="*/ 5415717 w 7049661"/>
              <a:gd name="connsiteY2" fmla="*/ 12343 h 6378481"/>
              <a:gd name="connsiteX3" fmla="*/ 6505080 w 7049661"/>
              <a:gd name="connsiteY3" fmla="*/ 277162 h 6378481"/>
              <a:gd name="connsiteX4" fmla="*/ 6851485 w 7049661"/>
              <a:gd name="connsiteY4" fmla="*/ 437726 h 6378481"/>
              <a:gd name="connsiteX5" fmla="*/ 7049661 w 7049661"/>
              <a:gd name="connsiteY5" fmla="*/ 554526 h 6378481"/>
              <a:gd name="connsiteX6" fmla="*/ 7049661 w 7049661"/>
              <a:gd name="connsiteY6" fmla="*/ 6378481 h 6378481"/>
              <a:gd name="connsiteX7" fmla="*/ 0 w 7049661"/>
              <a:gd name="connsiteY7" fmla="*/ 6378481 h 6378481"/>
              <a:gd name="connsiteX8" fmla="*/ 1683143 w 7049661"/>
              <a:gd name="connsiteY8" fmla="*/ 2247519 h 6378481"/>
              <a:gd name="connsiteX9" fmla="*/ 4692542 w 7049661"/>
              <a:gd name="connsiteY9" fmla="*/ 16604 h 637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9661" h="6378481">
                <a:moveTo>
                  <a:pt x="4997979" y="0"/>
                </a:moveTo>
                <a:lnTo>
                  <a:pt x="5122286" y="0"/>
                </a:lnTo>
                <a:lnTo>
                  <a:pt x="5415717" y="12343"/>
                </a:lnTo>
                <a:cubicBezTo>
                  <a:pt x="5780343" y="45383"/>
                  <a:pt x="6147097" y="132168"/>
                  <a:pt x="6505080" y="277162"/>
                </a:cubicBezTo>
                <a:cubicBezTo>
                  <a:pt x="6624407" y="325494"/>
                  <a:pt x="6739934" y="379148"/>
                  <a:pt x="6851485" y="437726"/>
                </a:cubicBezTo>
                <a:lnTo>
                  <a:pt x="7049661" y="554526"/>
                </a:lnTo>
                <a:lnTo>
                  <a:pt x="7049661" y="6378481"/>
                </a:lnTo>
                <a:lnTo>
                  <a:pt x="0" y="6378481"/>
                </a:lnTo>
                <a:lnTo>
                  <a:pt x="1683143" y="2247519"/>
                </a:lnTo>
                <a:cubicBezTo>
                  <a:pt x="2201433" y="967894"/>
                  <a:pt x="3383781" y="150948"/>
                  <a:pt x="4692542" y="16604"/>
                </a:cubicBezTo>
                <a:close/>
              </a:path>
            </a:pathLst>
          </a:custGeom>
        </p:spPr>
        <p:txBody>
          <a:bodyPr wrap="square" anchor="ctr">
            <a:noAutofit/>
          </a:bodyPr>
          <a:lstStyle>
            <a:lvl1pPr marL="0" indent="0" algn="ctr">
              <a:buNone/>
              <a:defRPr b="1">
                <a:solidFill>
                  <a:schemeClr val="bg1"/>
                </a:solidFill>
              </a:defRPr>
            </a:lvl1pPr>
          </a:lstStyle>
          <a:p>
            <a:endParaRPr lang="en-US"/>
          </a:p>
        </p:txBody>
      </p:sp>
      <p:sp>
        <p:nvSpPr>
          <p:cNvPr id="19" name="Picture Placeholder 27">
            <a:extLst>
              <a:ext uri="{FF2B5EF4-FFF2-40B4-BE49-F238E27FC236}">
                <a16:creationId xmlns:a16="http://schemas.microsoft.com/office/drawing/2014/main" id="{07C59F92-0A79-EF87-5B0A-27CE017B114B}"/>
              </a:ext>
            </a:extLst>
          </p:cNvPr>
          <p:cNvSpPr>
            <a:spLocks noGrp="1"/>
          </p:cNvSpPr>
          <p:nvPr>
            <p:ph type="pic" sz="quarter" idx="11" hasCustomPrompt="1"/>
          </p:nvPr>
        </p:nvSpPr>
        <p:spPr>
          <a:xfrm>
            <a:off x="449896" y="361765"/>
            <a:ext cx="2089547" cy="947491"/>
          </a:xfrm>
          <a:prstGeom prst="rect">
            <a:avLst/>
          </a:prstGeom>
        </p:spPr>
        <p:txBody>
          <a:bodyPr/>
          <a:lstStyle>
            <a:lvl1pPr marL="0" indent="0">
              <a:buNone/>
              <a:defRPr b="1">
                <a:solidFill>
                  <a:schemeClr val="bg1"/>
                </a:solidFill>
              </a:defRPr>
            </a:lvl1pPr>
          </a:lstStyle>
          <a:p>
            <a:r>
              <a:rPr lang="en-US"/>
              <a:t>Customer Logo</a:t>
            </a:r>
          </a:p>
        </p:txBody>
      </p:sp>
    </p:spTree>
    <p:extLst>
      <p:ext uri="{BB962C8B-B14F-4D97-AF65-F5344CB8AC3E}">
        <p14:creationId xmlns:p14="http://schemas.microsoft.com/office/powerpoint/2010/main" val="2659373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_Title Slide 3">
    <p:bg>
      <p:bgPr>
        <a:solidFill>
          <a:schemeClr val="tx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7" y="2325215"/>
            <a:ext cx="3541079"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7" y="3104050"/>
            <a:ext cx="3243815" cy="646331"/>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5" name="Picture Placeholder 24">
            <a:extLst>
              <a:ext uri="{FF2B5EF4-FFF2-40B4-BE49-F238E27FC236}">
                <a16:creationId xmlns:a16="http://schemas.microsoft.com/office/drawing/2014/main" id="{D028605A-33E3-9B3F-48FB-E69358285383}"/>
              </a:ext>
            </a:extLst>
          </p:cNvPr>
          <p:cNvSpPr>
            <a:spLocks noGrp="1"/>
          </p:cNvSpPr>
          <p:nvPr>
            <p:ph type="pic" sz="quarter" idx="10"/>
          </p:nvPr>
        </p:nvSpPr>
        <p:spPr>
          <a:xfrm>
            <a:off x="3856755" y="359641"/>
            <a:ext cx="5287246" cy="4783861"/>
          </a:xfrm>
          <a:custGeom>
            <a:avLst/>
            <a:gdLst>
              <a:gd name="connsiteX0" fmla="*/ 4997979 w 7049661"/>
              <a:gd name="connsiteY0" fmla="*/ 0 h 6378481"/>
              <a:gd name="connsiteX1" fmla="*/ 5122286 w 7049661"/>
              <a:gd name="connsiteY1" fmla="*/ 0 h 6378481"/>
              <a:gd name="connsiteX2" fmla="*/ 5415717 w 7049661"/>
              <a:gd name="connsiteY2" fmla="*/ 12343 h 6378481"/>
              <a:gd name="connsiteX3" fmla="*/ 6505080 w 7049661"/>
              <a:gd name="connsiteY3" fmla="*/ 277162 h 6378481"/>
              <a:gd name="connsiteX4" fmla="*/ 6851485 w 7049661"/>
              <a:gd name="connsiteY4" fmla="*/ 437726 h 6378481"/>
              <a:gd name="connsiteX5" fmla="*/ 7049661 w 7049661"/>
              <a:gd name="connsiteY5" fmla="*/ 554526 h 6378481"/>
              <a:gd name="connsiteX6" fmla="*/ 7049661 w 7049661"/>
              <a:gd name="connsiteY6" fmla="*/ 6378481 h 6378481"/>
              <a:gd name="connsiteX7" fmla="*/ 0 w 7049661"/>
              <a:gd name="connsiteY7" fmla="*/ 6378481 h 6378481"/>
              <a:gd name="connsiteX8" fmla="*/ 1683143 w 7049661"/>
              <a:gd name="connsiteY8" fmla="*/ 2247519 h 6378481"/>
              <a:gd name="connsiteX9" fmla="*/ 4692542 w 7049661"/>
              <a:gd name="connsiteY9" fmla="*/ 16604 h 637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9661" h="6378481">
                <a:moveTo>
                  <a:pt x="4997979" y="0"/>
                </a:moveTo>
                <a:lnTo>
                  <a:pt x="5122286" y="0"/>
                </a:lnTo>
                <a:lnTo>
                  <a:pt x="5415717" y="12343"/>
                </a:lnTo>
                <a:cubicBezTo>
                  <a:pt x="5780343" y="45383"/>
                  <a:pt x="6147097" y="132168"/>
                  <a:pt x="6505080" y="277162"/>
                </a:cubicBezTo>
                <a:cubicBezTo>
                  <a:pt x="6624407" y="325494"/>
                  <a:pt x="6739934" y="379148"/>
                  <a:pt x="6851485" y="437726"/>
                </a:cubicBezTo>
                <a:lnTo>
                  <a:pt x="7049661" y="554526"/>
                </a:lnTo>
                <a:lnTo>
                  <a:pt x="7049661" y="6378481"/>
                </a:lnTo>
                <a:lnTo>
                  <a:pt x="0" y="6378481"/>
                </a:lnTo>
                <a:lnTo>
                  <a:pt x="1683143" y="2247519"/>
                </a:lnTo>
                <a:cubicBezTo>
                  <a:pt x="2201433" y="967894"/>
                  <a:pt x="3383781" y="150948"/>
                  <a:pt x="4692542" y="16604"/>
                </a:cubicBezTo>
                <a:close/>
              </a:path>
            </a:pathLst>
          </a:custGeom>
        </p:spPr>
        <p:txBody>
          <a:bodyPr wrap="square" anchor="ctr">
            <a:noAutofit/>
          </a:bodyPr>
          <a:lstStyle>
            <a:lvl1pPr marL="0" indent="0" algn="ctr">
              <a:buNone/>
              <a:defRPr b="1">
                <a:solidFill>
                  <a:schemeClr val="bg1"/>
                </a:solidFill>
              </a:defRPr>
            </a:lvl1pPr>
          </a:lstStyle>
          <a:p>
            <a:endParaRPr lang="en-US"/>
          </a:p>
        </p:txBody>
      </p:sp>
      <p:sp>
        <p:nvSpPr>
          <p:cNvPr id="2" name="Picture 10">
            <a:extLst>
              <a:ext uri="{FF2B5EF4-FFF2-40B4-BE49-F238E27FC236}">
                <a16:creationId xmlns:a16="http://schemas.microsoft.com/office/drawing/2014/main" id="{D732FD93-C9DE-66B7-0D09-254E7CA6EC2B}"/>
              </a:ext>
            </a:extLst>
          </p:cNvPr>
          <p:cNvSpPr/>
          <p:nvPr userDrawn="1"/>
        </p:nvSpPr>
        <p:spPr>
          <a:xfrm>
            <a:off x="487995" y="527724"/>
            <a:ext cx="1515100" cy="320440"/>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4" name="Rectangle 3">
            <a:extLst>
              <a:ext uri="{FF2B5EF4-FFF2-40B4-BE49-F238E27FC236}">
                <a16:creationId xmlns:a16="http://schemas.microsoft.com/office/drawing/2014/main" id="{99514540-BD92-E824-4D3F-B7DECF2D9C53}"/>
              </a:ext>
            </a:extLst>
          </p:cNvPr>
          <p:cNvSpPr/>
          <p:nvPr userDrawn="1"/>
        </p:nvSpPr>
        <p:spPr>
          <a:xfrm>
            <a:off x="1" y="4672485"/>
            <a:ext cx="703385" cy="4710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32095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_Title Slide 3">
    <p:bg>
      <p:bgPr>
        <a:solidFill>
          <a:srgbClr val="F0F1F8"/>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DB7312-95C0-95F4-5B1F-49F63E01FE6A}"/>
              </a:ext>
            </a:extLst>
          </p:cNvPr>
          <p:cNvSpPr/>
          <p:nvPr userDrawn="1"/>
        </p:nvSpPr>
        <p:spPr>
          <a:xfrm>
            <a:off x="7853082" y="4781738"/>
            <a:ext cx="1290918" cy="361763"/>
          </a:xfrm>
          <a:prstGeom prst="rect">
            <a:avLst/>
          </a:prstGeom>
          <a:solidFill>
            <a:srgbClr val="F0F1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
        <p:nvSpPr>
          <p:cNvPr id="22" name="Freeform 21">
            <a:extLst>
              <a:ext uri="{FF2B5EF4-FFF2-40B4-BE49-F238E27FC236}">
                <a16:creationId xmlns:a16="http://schemas.microsoft.com/office/drawing/2014/main" id="{44560680-F396-3EFE-725C-4EC9C175B76D}"/>
              </a:ext>
            </a:extLst>
          </p:cNvPr>
          <p:cNvSpPr/>
          <p:nvPr userDrawn="1"/>
        </p:nvSpPr>
        <p:spPr>
          <a:xfrm>
            <a:off x="1" y="-1"/>
            <a:ext cx="7974099" cy="5143501"/>
          </a:xfrm>
          <a:custGeom>
            <a:avLst/>
            <a:gdLst>
              <a:gd name="connsiteX0" fmla="*/ 0 w 10632132"/>
              <a:gd name="connsiteY0" fmla="*/ 0 h 6858001"/>
              <a:gd name="connsiteX1" fmla="*/ 10632132 w 10632132"/>
              <a:gd name="connsiteY1" fmla="*/ 0 h 6858001"/>
              <a:gd name="connsiteX2" fmla="*/ 9349123 w 10632132"/>
              <a:gd name="connsiteY2" fmla="*/ 3148908 h 6858001"/>
              <a:gd name="connsiteX3" fmla="*/ 6202093 w 10632132"/>
              <a:gd name="connsiteY3" fmla="*/ 6654978 h 6858001"/>
              <a:gd name="connsiteX4" fmla="*/ 5794993 w 10632132"/>
              <a:gd name="connsiteY4" fmla="*/ 6858001 h 6858001"/>
              <a:gd name="connsiteX5" fmla="*/ 0 w 10632132"/>
              <a:gd name="connsiteY5" fmla="*/ 6858001 h 6858001"/>
              <a:gd name="connsiteX6" fmla="*/ 0 w 10632132"/>
              <a:gd name="connsiteY6"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32132" h="6858001">
                <a:moveTo>
                  <a:pt x="0" y="0"/>
                </a:moveTo>
                <a:lnTo>
                  <a:pt x="10632132" y="0"/>
                </a:lnTo>
                <a:lnTo>
                  <a:pt x="9349123" y="3148908"/>
                </a:lnTo>
                <a:cubicBezTo>
                  <a:pt x="8719356" y="4703765"/>
                  <a:pt x="7585282" y="5907250"/>
                  <a:pt x="6202093" y="6654978"/>
                </a:cubicBezTo>
                <a:lnTo>
                  <a:pt x="5794993" y="6858001"/>
                </a:lnTo>
                <a:lnTo>
                  <a:pt x="0" y="6858001"/>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7" y="2325215"/>
            <a:ext cx="3541079"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7" y="3104050"/>
            <a:ext cx="3243815" cy="646331"/>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66084BBA-704A-74E3-CF4A-EE76D5238AD8}"/>
              </a:ext>
            </a:extLst>
          </p:cNvPr>
          <p:cNvSpPr/>
          <p:nvPr userDrawn="1"/>
        </p:nvSpPr>
        <p:spPr>
          <a:xfrm>
            <a:off x="487995" y="527724"/>
            <a:ext cx="1515100" cy="320440"/>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19" name="Picture Placeholder 27">
            <a:extLst>
              <a:ext uri="{FF2B5EF4-FFF2-40B4-BE49-F238E27FC236}">
                <a16:creationId xmlns:a16="http://schemas.microsoft.com/office/drawing/2014/main" id="{07C59F92-0A79-EF87-5B0A-27CE017B114B}"/>
              </a:ext>
            </a:extLst>
          </p:cNvPr>
          <p:cNvSpPr>
            <a:spLocks noGrp="1"/>
          </p:cNvSpPr>
          <p:nvPr>
            <p:ph type="pic" sz="quarter" idx="11" hasCustomPrompt="1"/>
          </p:nvPr>
        </p:nvSpPr>
        <p:spPr>
          <a:xfrm>
            <a:off x="6714771" y="3834247"/>
            <a:ext cx="2089547" cy="947491"/>
          </a:xfrm>
          <a:prstGeom prst="rect">
            <a:avLst/>
          </a:prstGeom>
        </p:spPr>
        <p:txBody>
          <a:bodyPr/>
          <a:lstStyle>
            <a:lvl1pPr marL="0" indent="0">
              <a:buNone/>
              <a:defRPr b="1">
                <a:solidFill>
                  <a:schemeClr val="tx2"/>
                </a:solidFill>
              </a:defRPr>
            </a:lvl1pPr>
          </a:lstStyle>
          <a:p>
            <a:r>
              <a:rPr lang="en-US"/>
              <a:t>Customer Logo</a:t>
            </a:r>
          </a:p>
        </p:txBody>
      </p:sp>
    </p:spTree>
    <p:extLst>
      <p:ext uri="{BB962C8B-B14F-4D97-AF65-F5344CB8AC3E}">
        <p14:creationId xmlns:p14="http://schemas.microsoft.com/office/powerpoint/2010/main" val="394869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7290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2"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4"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219936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9603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51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7714212" y="4655128"/>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1068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4428548" y="1022761"/>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6064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5706262" y="2873902"/>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12626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4"/>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19969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0" y="629861"/>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15840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500498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389371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6" y="294641"/>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47844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6" y="834850"/>
            <a:ext cx="3746835" cy="3466754"/>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86274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7"/>
            <a:ext cx="3746835" cy="3466754"/>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0029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739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9539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3600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3"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8"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8" y="3381265"/>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1" y="869267"/>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11025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1"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1"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7"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7"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3674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1"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5"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6"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400"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9050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4"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8"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7"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1"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3"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7"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4318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userDrawn="1">
          <p15:clr>
            <a:srgbClr val="FBAE40"/>
          </p15:clr>
        </p15:guide>
        <p15:guide id="2" pos="2880" userDrawn="1">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ection Break - Lav 2">
    <p:bg>
      <p:bgPr>
        <a:solidFill>
          <a:schemeClr val="bg1"/>
        </a:solidFill>
        <a:effectLst/>
      </p:bgPr>
    </p:bg>
    <p:spTree>
      <p:nvGrpSpPr>
        <p:cNvPr id="1" name=""/>
        <p:cNvGrpSpPr/>
        <p:nvPr/>
      </p:nvGrpSpPr>
      <p:grpSpPr>
        <a:xfrm>
          <a:off x="0" y="0"/>
          <a:ext cx="0" cy="0"/>
          <a:chOff x="0" y="0"/>
          <a:chExt cx="0" cy="0"/>
        </a:xfrm>
      </p:grpSpPr>
      <p:sp>
        <p:nvSpPr>
          <p:cNvPr id="2" name="Picture 10">
            <a:extLst>
              <a:ext uri="{FF2B5EF4-FFF2-40B4-BE49-F238E27FC236}">
                <a16:creationId xmlns:a16="http://schemas.microsoft.com/office/drawing/2014/main" id="{1B00CC97-7D64-82CF-1BF7-BBAF8CD38183}"/>
              </a:ext>
            </a:extLst>
          </p:cNvPr>
          <p:cNvSpPr/>
          <p:nvPr userDrawn="1"/>
        </p:nvSpPr>
        <p:spPr>
          <a:xfrm>
            <a:off x="427222" y="4608571"/>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11" name="Terminator 4">
            <a:extLst>
              <a:ext uri="{FF2B5EF4-FFF2-40B4-BE49-F238E27FC236}">
                <a16:creationId xmlns:a16="http://schemas.microsoft.com/office/drawing/2014/main" id="{599D98AA-9DAA-2993-7835-9724D740A55D}"/>
              </a:ext>
            </a:extLst>
          </p:cNvPr>
          <p:cNvSpPr/>
          <p:nvPr userDrawn="1"/>
        </p:nvSpPr>
        <p:spPr>
          <a:xfrm rot="17522971">
            <a:off x="5304971" y="3631512"/>
            <a:ext cx="1964307" cy="19229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3240 w 10612"/>
              <a:gd name="connsiteY0" fmla="*/ 0 h 21621"/>
              <a:gd name="connsiteX1" fmla="*/ 7137 w 10612"/>
              <a:gd name="connsiteY1" fmla="*/ 18 h 21621"/>
              <a:gd name="connsiteX2" fmla="*/ 10612 w 10612"/>
              <a:gd name="connsiteY2" fmla="*/ 10818 h 21621"/>
              <a:gd name="connsiteX3" fmla="*/ 7137 w 10612"/>
              <a:gd name="connsiteY3" fmla="*/ 21618 h 21621"/>
              <a:gd name="connsiteX4" fmla="*/ 674 w 10612"/>
              <a:gd name="connsiteY4" fmla="*/ 21610 h 21621"/>
              <a:gd name="connsiteX5" fmla="*/ 104 w 10612"/>
              <a:gd name="connsiteY5" fmla="*/ 17167 h 21621"/>
              <a:gd name="connsiteX6" fmla="*/ 3240 w 10612"/>
              <a:gd name="connsiteY6" fmla="*/ 0 h 21621"/>
              <a:gd name="connsiteX0" fmla="*/ 3183 w 10555"/>
              <a:gd name="connsiteY0" fmla="*/ 0 h 21651"/>
              <a:gd name="connsiteX1" fmla="*/ 7080 w 10555"/>
              <a:gd name="connsiteY1" fmla="*/ 18 h 21651"/>
              <a:gd name="connsiteX2" fmla="*/ 10555 w 10555"/>
              <a:gd name="connsiteY2" fmla="*/ 10818 h 21651"/>
              <a:gd name="connsiteX3" fmla="*/ 7080 w 10555"/>
              <a:gd name="connsiteY3" fmla="*/ 21618 h 21651"/>
              <a:gd name="connsiteX4" fmla="*/ 6154 w 10555"/>
              <a:gd name="connsiteY4" fmla="*/ 21640 h 21651"/>
              <a:gd name="connsiteX5" fmla="*/ 47 w 10555"/>
              <a:gd name="connsiteY5" fmla="*/ 17167 h 21651"/>
              <a:gd name="connsiteX6" fmla="*/ 3183 w 10555"/>
              <a:gd name="connsiteY6" fmla="*/ 0 h 21651"/>
              <a:gd name="connsiteX0" fmla="*/ 0 w 7372"/>
              <a:gd name="connsiteY0" fmla="*/ 0 h 21641"/>
              <a:gd name="connsiteX1" fmla="*/ 3897 w 7372"/>
              <a:gd name="connsiteY1" fmla="*/ 18 h 21641"/>
              <a:gd name="connsiteX2" fmla="*/ 7372 w 7372"/>
              <a:gd name="connsiteY2" fmla="*/ 10818 h 21641"/>
              <a:gd name="connsiteX3" fmla="*/ 3897 w 7372"/>
              <a:gd name="connsiteY3" fmla="*/ 21618 h 21641"/>
              <a:gd name="connsiteX4" fmla="*/ 2971 w 7372"/>
              <a:gd name="connsiteY4" fmla="*/ 21640 h 21641"/>
              <a:gd name="connsiteX5" fmla="*/ 1541 w 7372"/>
              <a:gd name="connsiteY5" fmla="*/ 11500 h 21641"/>
              <a:gd name="connsiteX6" fmla="*/ 0 w 7372"/>
              <a:gd name="connsiteY6" fmla="*/ 0 h 21641"/>
              <a:gd name="connsiteX0" fmla="*/ 0 w 9874"/>
              <a:gd name="connsiteY0" fmla="*/ 0 h 10018"/>
              <a:gd name="connsiteX1" fmla="*/ 5160 w 9874"/>
              <a:gd name="connsiteY1" fmla="*/ 26 h 10018"/>
              <a:gd name="connsiteX2" fmla="*/ 9874 w 9874"/>
              <a:gd name="connsiteY2" fmla="*/ 5017 h 10018"/>
              <a:gd name="connsiteX3" fmla="*/ 5160 w 9874"/>
              <a:gd name="connsiteY3" fmla="*/ 10007 h 10018"/>
              <a:gd name="connsiteX4" fmla="*/ 3904 w 9874"/>
              <a:gd name="connsiteY4" fmla="*/ 10018 h 10018"/>
              <a:gd name="connsiteX5" fmla="*/ 1964 w 9874"/>
              <a:gd name="connsiteY5" fmla="*/ 5332 h 10018"/>
              <a:gd name="connsiteX6" fmla="*/ 0 w 9874"/>
              <a:gd name="connsiteY6" fmla="*/ 0 h 10018"/>
              <a:gd name="connsiteX0" fmla="*/ 9 w 10009"/>
              <a:gd name="connsiteY0" fmla="*/ 0 h 10000"/>
              <a:gd name="connsiteX1" fmla="*/ 5235 w 10009"/>
              <a:gd name="connsiteY1" fmla="*/ 26 h 10000"/>
              <a:gd name="connsiteX2" fmla="*/ 10009 w 10009"/>
              <a:gd name="connsiteY2" fmla="*/ 5008 h 10000"/>
              <a:gd name="connsiteX3" fmla="*/ 5235 w 10009"/>
              <a:gd name="connsiteY3" fmla="*/ 9989 h 10000"/>
              <a:gd name="connsiteX4" fmla="*/ 3963 w 10009"/>
              <a:gd name="connsiteY4" fmla="*/ 10000 h 10000"/>
              <a:gd name="connsiteX5" fmla="*/ 9 w 10009"/>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29"/>
              <a:gd name="connsiteY0" fmla="*/ 1 h 9989"/>
              <a:gd name="connsiteX1" fmla="*/ 5255 w 10029"/>
              <a:gd name="connsiteY1" fmla="*/ 15 h 9989"/>
              <a:gd name="connsiteX2" fmla="*/ 10029 w 10029"/>
              <a:gd name="connsiteY2" fmla="*/ 4997 h 9989"/>
              <a:gd name="connsiteX3" fmla="*/ 5255 w 10029"/>
              <a:gd name="connsiteY3" fmla="*/ 9978 h 9989"/>
              <a:gd name="connsiteX4" fmla="*/ 3983 w 10029"/>
              <a:gd name="connsiteY4" fmla="*/ 9989 h 9989"/>
              <a:gd name="connsiteX5" fmla="*/ 0 w 10029"/>
              <a:gd name="connsiteY5" fmla="*/ 1 h 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9" h="9989">
                <a:moveTo>
                  <a:pt x="0" y="1"/>
                </a:moveTo>
                <a:lnTo>
                  <a:pt x="5255" y="15"/>
                </a:lnTo>
                <a:cubicBezTo>
                  <a:pt x="7891" y="15"/>
                  <a:pt x="10029" y="2246"/>
                  <a:pt x="10029" y="4997"/>
                </a:cubicBezTo>
                <a:cubicBezTo>
                  <a:pt x="10029" y="7748"/>
                  <a:pt x="7891" y="9978"/>
                  <a:pt x="5255" y="9978"/>
                </a:cubicBezTo>
                <a:lnTo>
                  <a:pt x="3983" y="9989"/>
                </a:lnTo>
                <a:cubicBezTo>
                  <a:pt x="3987" y="10016"/>
                  <a:pt x="18" y="-40"/>
                  <a:pt x="0" y="1"/>
                </a:cubicBezTo>
                <a:close/>
              </a:path>
            </a:pathLst>
          </a:custGeom>
          <a:solidFill>
            <a:schemeClr val="bg2">
              <a:lumMod val="25000"/>
              <a:lumOff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sp>
        <p:nvSpPr>
          <p:cNvPr id="12" name="Terminator 4">
            <a:extLst>
              <a:ext uri="{FF2B5EF4-FFF2-40B4-BE49-F238E27FC236}">
                <a16:creationId xmlns:a16="http://schemas.microsoft.com/office/drawing/2014/main" id="{E5855402-4150-A12C-1C66-7DEF0F089D96}"/>
              </a:ext>
            </a:extLst>
          </p:cNvPr>
          <p:cNvSpPr/>
          <p:nvPr userDrawn="1"/>
        </p:nvSpPr>
        <p:spPr>
          <a:xfrm rot="17522971">
            <a:off x="7081128" y="3105514"/>
            <a:ext cx="3233233" cy="172665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645"/>
              <a:gd name="connsiteY0" fmla="*/ 0 h 21623"/>
              <a:gd name="connsiteX1" fmla="*/ 9170 w 12645"/>
              <a:gd name="connsiteY1" fmla="*/ 20 h 21623"/>
              <a:gd name="connsiteX2" fmla="*/ 12645 w 12645"/>
              <a:gd name="connsiteY2" fmla="*/ 10820 h 21623"/>
              <a:gd name="connsiteX3" fmla="*/ 9170 w 12645"/>
              <a:gd name="connsiteY3" fmla="*/ 21620 h 21623"/>
              <a:gd name="connsiteX4" fmla="*/ 2707 w 12645"/>
              <a:gd name="connsiteY4" fmla="*/ 21612 h 21623"/>
              <a:gd name="connsiteX5" fmla="*/ 2137 w 12645"/>
              <a:gd name="connsiteY5" fmla="*/ 17169 h 21623"/>
              <a:gd name="connsiteX6" fmla="*/ 0 w 12645"/>
              <a:gd name="connsiteY6" fmla="*/ 0 h 21623"/>
              <a:gd name="connsiteX0" fmla="*/ 281 w 12926"/>
              <a:gd name="connsiteY0" fmla="*/ 0 h 21620"/>
              <a:gd name="connsiteX1" fmla="*/ 9451 w 12926"/>
              <a:gd name="connsiteY1" fmla="*/ 20 h 21620"/>
              <a:gd name="connsiteX2" fmla="*/ 12926 w 12926"/>
              <a:gd name="connsiteY2" fmla="*/ 10820 h 21620"/>
              <a:gd name="connsiteX3" fmla="*/ 9451 w 12926"/>
              <a:gd name="connsiteY3" fmla="*/ 21620 h 21620"/>
              <a:gd name="connsiteX4" fmla="*/ 2988 w 12926"/>
              <a:gd name="connsiteY4" fmla="*/ 21612 h 21620"/>
              <a:gd name="connsiteX5" fmla="*/ 281 w 12926"/>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6"/>
              <a:gd name="connsiteY0" fmla="*/ 0 h 21620"/>
              <a:gd name="connsiteX1" fmla="*/ 9170 w 12626"/>
              <a:gd name="connsiteY1" fmla="*/ 20 h 21620"/>
              <a:gd name="connsiteX2" fmla="*/ 12625 w 12626"/>
              <a:gd name="connsiteY2" fmla="*/ 8758 h 21620"/>
              <a:gd name="connsiteX3" fmla="*/ 9170 w 12626"/>
              <a:gd name="connsiteY3" fmla="*/ 21620 h 21620"/>
              <a:gd name="connsiteX4" fmla="*/ 2890 w 12626"/>
              <a:gd name="connsiteY4" fmla="*/ 21602 h 21620"/>
              <a:gd name="connsiteX5" fmla="*/ 0 w 12626"/>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32"/>
              <a:gd name="connsiteY0" fmla="*/ 0 h 21620"/>
              <a:gd name="connsiteX1" fmla="*/ 9170 w 12632"/>
              <a:gd name="connsiteY1" fmla="*/ 20 h 21620"/>
              <a:gd name="connsiteX2" fmla="*/ 12625 w 12632"/>
              <a:gd name="connsiteY2" fmla="*/ 8758 h 21620"/>
              <a:gd name="connsiteX3" fmla="*/ 9170 w 12632"/>
              <a:gd name="connsiteY3" fmla="*/ 21620 h 21620"/>
              <a:gd name="connsiteX4" fmla="*/ 2890 w 12632"/>
              <a:gd name="connsiteY4" fmla="*/ 21602 h 21620"/>
              <a:gd name="connsiteX5" fmla="*/ 0 w 12632"/>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90 w 12643"/>
              <a:gd name="connsiteY4" fmla="*/ 216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759 w 12643"/>
              <a:gd name="connsiteY4" fmla="*/ 18687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354 w 12643"/>
              <a:gd name="connsiteY4" fmla="*/ 1507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211 w 12643"/>
              <a:gd name="connsiteY4" fmla="*/ 190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1447"/>
              <a:gd name="connsiteY0" fmla="*/ 179 h 21799"/>
              <a:gd name="connsiteX1" fmla="*/ 9170 w 11447"/>
              <a:gd name="connsiteY1" fmla="*/ 199 h 21799"/>
              <a:gd name="connsiteX2" fmla="*/ 11421 w 11447"/>
              <a:gd name="connsiteY2" fmla="*/ 3178 h 21799"/>
              <a:gd name="connsiteX3" fmla="*/ 9170 w 11447"/>
              <a:gd name="connsiteY3" fmla="*/ 21799 h 21799"/>
              <a:gd name="connsiteX4" fmla="*/ 2830 w 11447"/>
              <a:gd name="connsiteY4" fmla="*/ 20800 h 21799"/>
              <a:gd name="connsiteX5" fmla="*/ 0 w 11447"/>
              <a:gd name="connsiteY5" fmla="*/ 179 h 21799"/>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808"/>
              <a:gd name="connsiteY0" fmla="*/ 1 h 20622"/>
              <a:gd name="connsiteX1" fmla="*/ 8633 w 12808"/>
              <a:gd name="connsiteY1" fmla="*/ 50 h 20622"/>
              <a:gd name="connsiteX2" fmla="*/ 11308 w 12808"/>
              <a:gd name="connsiteY2" fmla="*/ 2563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727"/>
              <a:gd name="connsiteX1" fmla="*/ 8633 w 12808"/>
              <a:gd name="connsiteY1" fmla="*/ 50 h 20727"/>
              <a:gd name="connsiteX2" fmla="*/ 11376 w 12808"/>
              <a:gd name="connsiteY2" fmla="*/ 2076 h 20727"/>
              <a:gd name="connsiteX3" fmla="*/ 12808 w 12808"/>
              <a:gd name="connsiteY3" fmla="*/ 8356 h 20727"/>
              <a:gd name="connsiteX4" fmla="*/ 2744 w 12808"/>
              <a:gd name="connsiteY4" fmla="*/ 20727 h 20727"/>
              <a:gd name="connsiteX5" fmla="*/ 0 w 12808"/>
              <a:gd name="connsiteY5" fmla="*/ 1 h 2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08" h="20727">
                <a:moveTo>
                  <a:pt x="0" y="1"/>
                </a:moveTo>
                <a:lnTo>
                  <a:pt x="8633" y="50"/>
                </a:lnTo>
                <a:cubicBezTo>
                  <a:pt x="9719" y="262"/>
                  <a:pt x="10215" y="-49"/>
                  <a:pt x="11376" y="2076"/>
                </a:cubicBezTo>
                <a:cubicBezTo>
                  <a:pt x="12537" y="4201"/>
                  <a:pt x="12814" y="8360"/>
                  <a:pt x="12808" y="8356"/>
                </a:cubicBezTo>
                <a:cubicBezTo>
                  <a:pt x="12806" y="8312"/>
                  <a:pt x="2815" y="20830"/>
                  <a:pt x="2744" y="20727"/>
                </a:cubicBezTo>
                <a:cubicBezTo>
                  <a:pt x="2759" y="20697"/>
                  <a:pt x="16" y="-23"/>
                  <a:pt x="0" y="1"/>
                </a:cubicBezTo>
                <a:close/>
              </a:path>
            </a:pathLst>
          </a:custGeom>
          <a:solidFill>
            <a:schemeClr val="bg2">
              <a:lumMod val="25000"/>
              <a:lumOff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301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2_Section Break - Lav 2">
    <p:bg>
      <p:bgPr>
        <a:solidFill>
          <a:schemeClr val="bg1"/>
        </a:solidFill>
        <a:effectLst/>
      </p:bgPr>
    </p:bg>
    <p:spTree>
      <p:nvGrpSpPr>
        <p:cNvPr id="1" name=""/>
        <p:cNvGrpSpPr/>
        <p:nvPr/>
      </p:nvGrpSpPr>
      <p:grpSpPr>
        <a:xfrm>
          <a:off x="0" y="0"/>
          <a:ext cx="0" cy="0"/>
          <a:chOff x="0" y="0"/>
          <a:chExt cx="0" cy="0"/>
        </a:xfrm>
      </p:grpSpPr>
      <p:sp>
        <p:nvSpPr>
          <p:cNvPr id="2" name="Picture 10">
            <a:extLst>
              <a:ext uri="{FF2B5EF4-FFF2-40B4-BE49-F238E27FC236}">
                <a16:creationId xmlns:a16="http://schemas.microsoft.com/office/drawing/2014/main" id="{1B00CC97-7D64-82CF-1BF7-BBAF8CD38183}"/>
              </a:ext>
            </a:extLst>
          </p:cNvPr>
          <p:cNvSpPr/>
          <p:nvPr userDrawn="1"/>
        </p:nvSpPr>
        <p:spPr>
          <a:xfrm>
            <a:off x="427222" y="4608571"/>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11" name="Terminator 4">
            <a:extLst>
              <a:ext uri="{FF2B5EF4-FFF2-40B4-BE49-F238E27FC236}">
                <a16:creationId xmlns:a16="http://schemas.microsoft.com/office/drawing/2014/main" id="{599D98AA-9DAA-2993-7835-9724D740A55D}"/>
              </a:ext>
            </a:extLst>
          </p:cNvPr>
          <p:cNvSpPr/>
          <p:nvPr userDrawn="1"/>
        </p:nvSpPr>
        <p:spPr>
          <a:xfrm rot="17522971">
            <a:off x="5304971" y="3631512"/>
            <a:ext cx="1964307" cy="19229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3240 w 10612"/>
              <a:gd name="connsiteY0" fmla="*/ 0 h 21621"/>
              <a:gd name="connsiteX1" fmla="*/ 7137 w 10612"/>
              <a:gd name="connsiteY1" fmla="*/ 18 h 21621"/>
              <a:gd name="connsiteX2" fmla="*/ 10612 w 10612"/>
              <a:gd name="connsiteY2" fmla="*/ 10818 h 21621"/>
              <a:gd name="connsiteX3" fmla="*/ 7137 w 10612"/>
              <a:gd name="connsiteY3" fmla="*/ 21618 h 21621"/>
              <a:gd name="connsiteX4" fmla="*/ 674 w 10612"/>
              <a:gd name="connsiteY4" fmla="*/ 21610 h 21621"/>
              <a:gd name="connsiteX5" fmla="*/ 104 w 10612"/>
              <a:gd name="connsiteY5" fmla="*/ 17167 h 21621"/>
              <a:gd name="connsiteX6" fmla="*/ 3240 w 10612"/>
              <a:gd name="connsiteY6" fmla="*/ 0 h 21621"/>
              <a:gd name="connsiteX0" fmla="*/ 3183 w 10555"/>
              <a:gd name="connsiteY0" fmla="*/ 0 h 21651"/>
              <a:gd name="connsiteX1" fmla="*/ 7080 w 10555"/>
              <a:gd name="connsiteY1" fmla="*/ 18 h 21651"/>
              <a:gd name="connsiteX2" fmla="*/ 10555 w 10555"/>
              <a:gd name="connsiteY2" fmla="*/ 10818 h 21651"/>
              <a:gd name="connsiteX3" fmla="*/ 7080 w 10555"/>
              <a:gd name="connsiteY3" fmla="*/ 21618 h 21651"/>
              <a:gd name="connsiteX4" fmla="*/ 6154 w 10555"/>
              <a:gd name="connsiteY4" fmla="*/ 21640 h 21651"/>
              <a:gd name="connsiteX5" fmla="*/ 47 w 10555"/>
              <a:gd name="connsiteY5" fmla="*/ 17167 h 21651"/>
              <a:gd name="connsiteX6" fmla="*/ 3183 w 10555"/>
              <a:gd name="connsiteY6" fmla="*/ 0 h 21651"/>
              <a:gd name="connsiteX0" fmla="*/ 0 w 7372"/>
              <a:gd name="connsiteY0" fmla="*/ 0 h 21641"/>
              <a:gd name="connsiteX1" fmla="*/ 3897 w 7372"/>
              <a:gd name="connsiteY1" fmla="*/ 18 h 21641"/>
              <a:gd name="connsiteX2" fmla="*/ 7372 w 7372"/>
              <a:gd name="connsiteY2" fmla="*/ 10818 h 21641"/>
              <a:gd name="connsiteX3" fmla="*/ 3897 w 7372"/>
              <a:gd name="connsiteY3" fmla="*/ 21618 h 21641"/>
              <a:gd name="connsiteX4" fmla="*/ 2971 w 7372"/>
              <a:gd name="connsiteY4" fmla="*/ 21640 h 21641"/>
              <a:gd name="connsiteX5" fmla="*/ 1541 w 7372"/>
              <a:gd name="connsiteY5" fmla="*/ 11500 h 21641"/>
              <a:gd name="connsiteX6" fmla="*/ 0 w 7372"/>
              <a:gd name="connsiteY6" fmla="*/ 0 h 21641"/>
              <a:gd name="connsiteX0" fmla="*/ 0 w 9874"/>
              <a:gd name="connsiteY0" fmla="*/ 0 h 10018"/>
              <a:gd name="connsiteX1" fmla="*/ 5160 w 9874"/>
              <a:gd name="connsiteY1" fmla="*/ 26 h 10018"/>
              <a:gd name="connsiteX2" fmla="*/ 9874 w 9874"/>
              <a:gd name="connsiteY2" fmla="*/ 5017 h 10018"/>
              <a:gd name="connsiteX3" fmla="*/ 5160 w 9874"/>
              <a:gd name="connsiteY3" fmla="*/ 10007 h 10018"/>
              <a:gd name="connsiteX4" fmla="*/ 3904 w 9874"/>
              <a:gd name="connsiteY4" fmla="*/ 10018 h 10018"/>
              <a:gd name="connsiteX5" fmla="*/ 1964 w 9874"/>
              <a:gd name="connsiteY5" fmla="*/ 5332 h 10018"/>
              <a:gd name="connsiteX6" fmla="*/ 0 w 9874"/>
              <a:gd name="connsiteY6" fmla="*/ 0 h 10018"/>
              <a:gd name="connsiteX0" fmla="*/ 9 w 10009"/>
              <a:gd name="connsiteY0" fmla="*/ 0 h 10000"/>
              <a:gd name="connsiteX1" fmla="*/ 5235 w 10009"/>
              <a:gd name="connsiteY1" fmla="*/ 26 h 10000"/>
              <a:gd name="connsiteX2" fmla="*/ 10009 w 10009"/>
              <a:gd name="connsiteY2" fmla="*/ 5008 h 10000"/>
              <a:gd name="connsiteX3" fmla="*/ 5235 w 10009"/>
              <a:gd name="connsiteY3" fmla="*/ 9989 h 10000"/>
              <a:gd name="connsiteX4" fmla="*/ 3963 w 10009"/>
              <a:gd name="connsiteY4" fmla="*/ 10000 h 10000"/>
              <a:gd name="connsiteX5" fmla="*/ 9 w 10009"/>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29"/>
              <a:gd name="connsiteY0" fmla="*/ 1 h 9989"/>
              <a:gd name="connsiteX1" fmla="*/ 5255 w 10029"/>
              <a:gd name="connsiteY1" fmla="*/ 15 h 9989"/>
              <a:gd name="connsiteX2" fmla="*/ 10029 w 10029"/>
              <a:gd name="connsiteY2" fmla="*/ 4997 h 9989"/>
              <a:gd name="connsiteX3" fmla="*/ 5255 w 10029"/>
              <a:gd name="connsiteY3" fmla="*/ 9978 h 9989"/>
              <a:gd name="connsiteX4" fmla="*/ 3983 w 10029"/>
              <a:gd name="connsiteY4" fmla="*/ 9989 h 9989"/>
              <a:gd name="connsiteX5" fmla="*/ 0 w 10029"/>
              <a:gd name="connsiteY5" fmla="*/ 1 h 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9" h="9989">
                <a:moveTo>
                  <a:pt x="0" y="1"/>
                </a:moveTo>
                <a:lnTo>
                  <a:pt x="5255" y="15"/>
                </a:lnTo>
                <a:cubicBezTo>
                  <a:pt x="7891" y="15"/>
                  <a:pt x="10029" y="2246"/>
                  <a:pt x="10029" y="4997"/>
                </a:cubicBezTo>
                <a:cubicBezTo>
                  <a:pt x="10029" y="7748"/>
                  <a:pt x="7891" y="9978"/>
                  <a:pt x="5255" y="9978"/>
                </a:cubicBezTo>
                <a:lnTo>
                  <a:pt x="3983" y="9989"/>
                </a:lnTo>
                <a:cubicBezTo>
                  <a:pt x="3987" y="10016"/>
                  <a:pt x="18" y="-40"/>
                  <a:pt x="0" y="1"/>
                </a:cubicBezTo>
                <a:close/>
              </a:path>
            </a:pathLst>
          </a:custGeom>
          <a:solidFill>
            <a:schemeClr val="bg2">
              <a:lumMod val="25000"/>
              <a:lumOff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sp>
        <p:nvSpPr>
          <p:cNvPr id="12" name="Terminator 4">
            <a:extLst>
              <a:ext uri="{FF2B5EF4-FFF2-40B4-BE49-F238E27FC236}">
                <a16:creationId xmlns:a16="http://schemas.microsoft.com/office/drawing/2014/main" id="{E5855402-4150-A12C-1C66-7DEF0F089D96}"/>
              </a:ext>
            </a:extLst>
          </p:cNvPr>
          <p:cNvSpPr/>
          <p:nvPr userDrawn="1"/>
        </p:nvSpPr>
        <p:spPr>
          <a:xfrm rot="17522971">
            <a:off x="7081128" y="3105514"/>
            <a:ext cx="3233233" cy="172665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645"/>
              <a:gd name="connsiteY0" fmla="*/ 0 h 21623"/>
              <a:gd name="connsiteX1" fmla="*/ 9170 w 12645"/>
              <a:gd name="connsiteY1" fmla="*/ 20 h 21623"/>
              <a:gd name="connsiteX2" fmla="*/ 12645 w 12645"/>
              <a:gd name="connsiteY2" fmla="*/ 10820 h 21623"/>
              <a:gd name="connsiteX3" fmla="*/ 9170 w 12645"/>
              <a:gd name="connsiteY3" fmla="*/ 21620 h 21623"/>
              <a:gd name="connsiteX4" fmla="*/ 2707 w 12645"/>
              <a:gd name="connsiteY4" fmla="*/ 21612 h 21623"/>
              <a:gd name="connsiteX5" fmla="*/ 2137 w 12645"/>
              <a:gd name="connsiteY5" fmla="*/ 17169 h 21623"/>
              <a:gd name="connsiteX6" fmla="*/ 0 w 12645"/>
              <a:gd name="connsiteY6" fmla="*/ 0 h 21623"/>
              <a:gd name="connsiteX0" fmla="*/ 281 w 12926"/>
              <a:gd name="connsiteY0" fmla="*/ 0 h 21620"/>
              <a:gd name="connsiteX1" fmla="*/ 9451 w 12926"/>
              <a:gd name="connsiteY1" fmla="*/ 20 h 21620"/>
              <a:gd name="connsiteX2" fmla="*/ 12926 w 12926"/>
              <a:gd name="connsiteY2" fmla="*/ 10820 h 21620"/>
              <a:gd name="connsiteX3" fmla="*/ 9451 w 12926"/>
              <a:gd name="connsiteY3" fmla="*/ 21620 h 21620"/>
              <a:gd name="connsiteX4" fmla="*/ 2988 w 12926"/>
              <a:gd name="connsiteY4" fmla="*/ 21612 h 21620"/>
              <a:gd name="connsiteX5" fmla="*/ 281 w 12926"/>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6"/>
              <a:gd name="connsiteY0" fmla="*/ 0 h 21620"/>
              <a:gd name="connsiteX1" fmla="*/ 9170 w 12626"/>
              <a:gd name="connsiteY1" fmla="*/ 20 h 21620"/>
              <a:gd name="connsiteX2" fmla="*/ 12625 w 12626"/>
              <a:gd name="connsiteY2" fmla="*/ 8758 h 21620"/>
              <a:gd name="connsiteX3" fmla="*/ 9170 w 12626"/>
              <a:gd name="connsiteY3" fmla="*/ 21620 h 21620"/>
              <a:gd name="connsiteX4" fmla="*/ 2890 w 12626"/>
              <a:gd name="connsiteY4" fmla="*/ 21602 h 21620"/>
              <a:gd name="connsiteX5" fmla="*/ 0 w 12626"/>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32"/>
              <a:gd name="connsiteY0" fmla="*/ 0 h 21620"/>
              <a:gd name="connsiteX1" fmla="*/ 9170 w 12632"/>
              <a:gd name="connsiteY1" fmla="*/ 20 h 21620"/>
              <a:gd name="connsiteX2" fmla="*/ 12625 w 12632"/>
              <a:gd name="connsiteY2" fmla="*/ 8758 h 21620"/>
              <a:gd name="connsiteX3" fmla="*/ 9170 w 12632"/>
              <a:gd name="connsiteY3" fmla="*/ 21620 h 21620"/>
              <a:gd name="connsiteX4" fmla="*/ 2890 w 12632"/>
              <a:gd name="connsiteY4" fmla="*/ 21602 h 21620"/>
              <a:gd name="connsiteX5" fmla="*/ 0 w 12632"/>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90 w 12643"/>
              <a:gd name="connsiteY4" fmla="*/ 216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759 w 12643"/>
              <a:gd name="connsiteY4" fmla="*/ 18687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354 w 12643"/>
              <a:gd name="connsiteY4" fmla="*/ 1507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211 w 12643"/>
              <a:gd name="connsiteY4" fmla="*/ 190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1447"/>
              <a:gd name="connsiteY0" fmla="*/ 179 h 21799"/>
              <a:gd name="connsiteX1" fmla="*/ 9170 w 11447"/>
              <a:gd name="connsiteY1" fmla="*/ 199 h 21799"/>
              <a:gd name="connsiteX2" fmla="*/ 11421 w 11447"/>
              <a:gd name="connsiteY2" fmla="*/ 3178 h 21799"/>
              <a:gd name="connsiteX3" fmla="*/ 9170 w 11447"/>
              <a:gd name="connsiteY3" fmla="*/ 21799 h 21799"/>
              <a:gd name="connsiteX4" fmla="*/ 2830 w 11447"/>
              <a:gd name="connsiteY4" fmla="*/ 20800 h 21799"/>
              <a:gd name="connsiteX5" fmla="*/ 0 w 11447"/>
              <a:gd name="connsiteY5" fmla="*/ 179 h 21799"/>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808"/>
              <a:gd name="connsiteY0" fmla="*/ 1 h 20622"/>
              <a:gd name="connsiteX1" fmla="*/ 8633 w 12808"/>
              <a:gd name="connsiteY1" fmla="*/ 50 h 20622"/>
              <a:gd name="connsiteX2" fmla="*/ 11308 w 12808"/>
              <a:gd name="connsiteY2" fmla="*/ 2563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727"/>
              <a:gd name="connsiteX1" fmla="*/ 8633 w 12808"/>
              <a:gd name="connsiteY1" fmla="*/ 50 h 20727"/>
              <a:gd name="connsiteX2" fmla="*/ 11376 w 12808"/>
              <a:gd name="connsiteY2" fmla="*/ 2076 h 20727"/>
              <a:gd name="connsiteX3" fmla="*/ 12808 w 12808"/>
              <a:gd name="connsiteY3" fmla="*/ 8356 h 20727"/>
              <a:gd name="connsiteX4" fmla="*/ 2744 w 12808"/>
              <a:gd name="connsiteY4" fmla="*/ 20727 h 20727"/>
              <a:gd name="connsiteX5" fmla="*/ 0 w 12808"/>
              <a:gd name="connsiteY5" fmla="*/ 1 h 2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08" h="20727">
                <a:moveTo>
                  <a:pt x="0" y="1"/>
                </a:moveTo>
                <a:lnTo>
                  <a:pt x="8633" y="50"/>
                </a:lnTo>
                <a:cubicBezTo>
                  <a:pt x="9719" y="262"/>
                  <a:pt x="10215" y="-49"/>
                  <a:pt x="11376" y="2076"/>
                </a:cubicBezTo>
                <a:cubicBezTo>
                  <a:pt x="12537" y="4201"/>
                  <a:pt x="12814" y="8360"/>
                  <a:pt x="12808" y="8356"/>
                </a:cubicBezTo>
                <a:cubicBezTo>
                  <a:pt x="12806" y="8312"/>
                  <a:pt x="2815" y="20830"/>
                  <a:pt x="2744" y="20727"/>
                </a:cubicBezTo>
                <a:cubicBezTo>
                  <a:pt x="2759" y="20697"/>
                  <a:pt x="16" y="-23"/>
                  <a:pt x="0" y="1"/>
                </a:cubicBezTo>
                <a:close/>
              </a:path>
            </a:pathLst>
          </a:custGeom>
          <a:solidFill>
            <a:schemeClr val="bg2">
              <a:lumMod val="25000"/>
              <a:lumOff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5B03EC4A-2083-72BF-FBB8-5F7F79B646EF}"/>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25219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erminator 4">
            <a:extLst>
              <a:ext uri="{FF2B5EF4-FFF2-40B4-BE49-F238E27FC236}">
                <a16:creationId xmlns:a16="http://schemas.microsoft.com/office/drawing/2014/main" id="{420A4924-EAD2-BB62-B1A4-A2B479E12156}"/>
              </a:ext>
            </a:extLst>
          </p:cNvPr>
          <p:cNvSpPr/>
          <p:nvPr userDrawn="1"/>
        </p:nvSpPr>
        <p:spPr>
          <a:xfrm rot="17522971">
            <a:off x="5304971" y="3631512"/>
            <a:ext cx="1964307" cy="19229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3240 w 10612"/>
              <a:gd name="connsiteY0" fmla="*/ 0 h 21621"/>
              <a:gd name="connsiteX1" fmla="*/ 7137 w 10612"/>
              <a:gd name="connsiteY1" fmla="*/ 18 h 21621"/>
              <a:gd name="connsiteX2" fmla="*/ 10612 w 10612"/>
              <a:gd name="connsiteY2" fmla="*/ 10818 h 21621"/>
              <a:gd name="connsiteX3" fmla="*/ 7137 w 10612"/>
              <a:gd name="connsiteY3" fmla="*/ 21618 h 21621"/>
              <a:gd name="connsiteX4" fmla="*/ 674 w 10612"/>
              <a:gd name="connsiteY4" fmla="*/ 21610 h 21621"/>
              <a:gd name="connsiteX5" fmla="*/ 104 w 10612"/>
              <a:gd name="connsiteY5" fmla="*/ 17167 h 21621"/>
              <a:gd name="connsiteX6" fmla="*/ 3240 w 10612"/>
              <a:gd name="connsiteY6" fmla="*/ 0 h 21621"/>
              <a:gd name="connsiteX0" fmla="*/ 3183 w 10555"/>
              <a:gd name="connsiteY0" fmla="*/ 0 h 21651"/>
              <a:gd name="connsiteX1" fmla="*/ 7080 w 10555"/>
              <a:gd name="connsiteY1" fmla="*/ 18 h 21651"/>
              <a:gd name="connsiteX2" fmla="*/ 10555 w 10555"/>
              <a:gd name="connsiteY2" fmla="*/ 10818 h 21651"/>
              <a:gd name="connsiteX3" fmla="*/ 7080 w 10555"/>
              <a:gd name="connsiteY3" fmla="*/ 21618 h 21651"/>
              <a:gd name="connsiteX4" fmla="*/ 6154 w 10555"/>
              <a:gd name="connsiteY4" fmla="*/ 21640 h 21651"/>
              <a:gd name="connsiteX5" fmla="*/ 47 w 10555"/>
              <a:gd name="connsiteY5" fmla="*/ 17167 h 21651"/>
              <a:gd name="connsiteX6" fmla="*/ 3183 w 10555"/>
              <a:gd name="connsiteY6" fmla="*/ 0 h 21651"/>
              <a:gd name="connsiteX0" fmla="*/ 0 w 7372"/>
              <a:gd name="connsiteY0" fmla="*/ 0 h 21641"/>
              <a:gd name="connsiteX1" fmla="*/ 3897 w 7372"/>
              <a:gd name="connsiteY1" fmla="*/ 18 h 21641"/>
              <a:gd name="connsiteX2" fmla="*/ 7372 w 7372"/>
              <a:gd name="connsiteY2" fmla="*/ 10818 h 21641"/>
              <a:gd name="connsiteX3" fmla="*/ 3897 w 7372"/>
              <a:gd name="connsiteY3" fmla="*/ 21618 h 21641"/>
              <a:gd name="connsiteX4" fmla="*/ 2971 w 7372"/>
              <a:gd name="connsiteY4" fmla="*/ 21640 h 21641"/>
              <a:gd name="connsiteX5" fmla="*/ 1541 w 7372"/>
              <a:gd name="connsiteY5" fmla="*/ 11500 h 21641"/>
              <a:gd name="connsiteX6" fmla="*/ 0 w 7372"/>
              <a:gd name="connsiteY6" fmla="*/ 0 h 21641"/>
              <a:gd name="connsiteX0" fmla="*/ 0 w 9874"/>
              <a:gd name="connsiteY0" fmla="*/ 0 h 10018"/>
              <a:gd name="connsiteX1" fmla="*/ 5160 w 9874"/>
              <a:gd name="connsiteY1" fmla="*/ 26 h 10018"/>
              <a:gd name="connsiteX2" fmla="*/ 9874 w 9874"/>
              <a:gd name="connsiteY2" fmla="*/ 5017 h 10018"/>
              <a:gd name="connsiteX3" fmla="*/ 5160 w 9874"/>
              <a:gd name="connsiteY3" fmla="*/ 10007 h 10018"/>
              <a:gd name="connsiteX4" fmla="*/ 3904 w 9874"/>
              <a:gd name="connsiteY4" fmla="*/ 10018 h 10018"/>
              <a:gd name="connsiteX5" fmla="*/ 1964 w 9874"/>
              <a:gd name="connsiteY5" fmla="*/ 5332 h 10018"/>
              <a:gd name="connsiteX6" fmla="*/ 0 w 9874"/>
              <a:gd name="connsiteY6" fmla="*/ 0 h 10018"/>
              <a:gd name="connsiteX0" fmla="*/ 9 w 10009"/>
              <a:gd name="connsiteY0" fmla="*/ 0 h 10000"/>
              <a:gd name="connsiteX1" fmla="*/ 5235 w 10009"/>
              <a:gd name="connsiteY1" fmla="*/ 26 h 10000"/>
              <a:gd name="connsiteX2" fmla="*/ 10009 w 10009"/>
              <a:gd name="connsiteY2" fmla="*/ 5008 h 10000"/>
              <a:gd name="connsiteX3" fmla="*/ 5235 w 10009"/>
              <a:gd name="connsiteY3" fmla="*/ 9989 h 10000"/>
              <a:gd name="connsiteX4" fmla="*/ 3963 w 10009"/>
              <a:gd name="connsiteY4" fmla="*/ 10000 h 10000"/>
              <a:gd name="connsiteX5" fmla="*/ 9 w 10009"/>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29"/>
              <a:gd name="connsiteY0" fmla="*/ 1 h 9989"/>
              <a:gd name="connsiteX1" fmla="*/ 5255 w 10029"/>
              <a:gd name="connsiteY1" fmla="*/ 15 h 9989"/>
              <a:gd name="connsiteX2" fmla="*/ 10029 w 10029"/>
              <a:gd name="connsiteY2" fmla="*/ 4997 h 9989"/>
              <a:gd name="connsiteX3" fmla="*/ 5255 w 10029"/>
              <a:gd name="connsiteY3" fmla="*/ 9978 h 9989"/>
              <a:gd name="connsiteX4" fmla="*/ 3983 w 10029"/>
              <a:gd name="connsiteY4" fmla="*/ 9989 h 9989"/>
              <a:gd name="connsiteX5" fmla="*/ 0 w 10029"/>
              <a:gd name="connsiteY5" fmla="*/ 1 h 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9" h="9989">
                <a:moveTo>
                  <a:pt x="0" y="1"/>
                </a:moveTo>
                <a:lnTo>
                  <a:pt x="5255" y="15"/>
                </a:lnTo>
                <a:cubicBezTo>
                  <a:pt x="7891" y="15"/>
                  <a:pt x="10029" y="2246"/>
                  <a:pt x="10029" y="4997"/>
                </a:cubicBezTo>
                <a:cubicBezTo>
                  <a:pt x="10029" y="7748"/>
                  <a:pt x="7891" y="9978"/>
                  <a:pt x="5255" y="9978"/>
                </a:cubicBezTo>
                <a:lnTo>
                  <a:pt x="3983" y="9989"/>
                </a:lnTo>
                <a:cubicBezTo>
                  <a:pt x="3987" y="10016"/>
                  <a:pt x="18" y="-40"/>
                  <a:pt x="0" y="1"/>
                </a:cubicBezTo>
                <a:close/>
              </a:path>
            </a:pathLst>
          </a:custGeom>
          <a:solidFill>
            <a:schemeClr val="bg2">
              <a:lumMod val="25000"/>
              <a:lumOff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sp>
        <p:nvSpPr>
          <p:cNvPr id="3" name="Terminator 4">
            <a:extLst>
              <a:ext uri="{FF2B5EF4-FFF2-40B4-BE49-F238E27FC236}">
                <a16:creationId xmlns:a16="http://schemas.microsoft.com/office/drawing/2014/main" id="{93414AE3-1E52-AE63-3FF6-4C6B6C6EF9DD}"/>
              </a:ext>
            </a:extLst>
          </p:cNvPr>
          <p:cNvSpPr/>
          <p:nvPr userDrawn="1"/>
        </p:nvSpPr>
        <p:spPr>
          <a:xfrm rot="17522971">
            <a:off x="7081128" y="3105514"/>
            <a:ext cx="3233233" cy="172665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645"/>
              <a:gd name="connsiteY0" fmla="*/ 0 h 21623"/>
              <a:gd name="connsiteX1" fmla="*/ 9170 w 12645"/>
              <a:gd name="connsiteY1" fmla="*/ 20 h 21623"/>
              <a:gd name="connsiteX2" fmla="*/ 12645 w 12645"/>
              <a:gd name="connsiteY2" fmla="*/ 10820 h 21623"/>
              <a:gd name="connsiteX3" fmla="*/ 9170 w 12645"/>
              <a:gd name="connsiteY3" fmla="*/ 21620 h 21623"/>
              <a:gd name="connsiteX4" fmla="*/ 2707 w 12645"/>
              <a:gd name="connsiteY4" fmla="*/ 21612 h 21623"/>
              <a:gd name="connsiteX5" fmla="*/ 2137 w 12645"/>
              <a:gd name="connsiteY5" fmla="*/ 17169 h 21623"/>
              <a:gd name="connsiteX6" fmla="*/ 0 w 12645"/>
              <a:gd name="connsiteY6" fmla="*/ 0 h 21623"/>
              <a:gd name="connsiteX0" fmla="*/ 281 w 12926"/>
              <a:gd name="connsiteY0" fmla="*/ 0 h 21620"/>
              <a:gd name="connsiteX1" fmla="*/ 9451 w 12926"/>
              <a:gd name="connsiteY1" fmla="*/ 20 h 21620"/>
              <a:gd name="connsiteX2" fmla="*/ 12926 w 12926"/>
              <a:gd name="connsiteY2" fmla="*/ 10820 h 21620"/>
              <a:gd name="connsiteX3" fmla="*/ 9451 w 12926"/>
              <a:gd name="connsiteY3" fmla="*/ 21620 h 21620"/>
              <a:gd name="connsiteX4" fmla="*/ 2988 w 12926"/>
              <a:gd name="connsiteY4" fmla="*/ 21612 h 21620"/>
              <a:gd name="connsiteX5" fmla="*/ 281 w 12926"/>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6"/>
              <a:gd name="connsiteY0" fmla="*/ 0 h 21620"/>
              <a:gd name="connsiteX1" fmla="*/ 9170 w 12626"/>
              <a:gd name="connsiteY1" fmla="*/ 20 h 21620"/>
              <a:gd name="connsiteX2" fmla="*/ 12625 w 12626"/>
              <a:gd name="connsiteY2" fmla="*/ 8758 h 21620"/>
              <a:gd name="connsiteX3" fmla="*/ 9170 w 12626"/>
              <a:gd name="connsiteY3" fmla="*/ 21620 h 21620"/>
              <a:gd name="connsiteX4" fmla="*/ 2890 w 12626"/>
              <a:gd name="connsiteY4" fmla="*/ 21602 h 21620"/>
              <a:gd name="connsiteX5" fmla="*/ 0 w 12626"/>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32"/>
              <a:gd name="connsiteY0" fmla="*/ 0 h 21620"/>
              <a:gd name="connsiteX1" fmla="*/ 9170 w 12632"/>
              <a:gd name="connsiteY1" fmla="*/ 20 h 21620"/>
              <a:gd name="connsiteX2" fmla="*/ 12625 w 12632"/>
              <a:gd name="connsiteY2" fmla="*/ 8758 h 21620"/>
              <a:gd name="connsiteX3" fmla="*/ 9170 w 12632"/>
              <a:gd name="connsiteY3" fmla="*/ 21620 h 21620"/>
              <a:gd name="connsiteX4" fmla="*/ 2890 w 12632"/>
              <a:gd name="connsiteY4" fmla="*/ 21602 h 21620"/>
              <a:gd name="connsiteX5" fmla="*/ 0 w 12632"/>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90 w 12643"/>
              <a:gd name="connsiteY4" fmla="*/ 216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759 w 12643"/>
              <a:gd name="connsiteY4" fmla="*/ 18687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354 w 12643"/>
              <a:gd name="connsiteY4" fmla="*/ 1507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211 w 12643"/>
              <a:gd name="connsiteY4" fmla="*/ 190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1447"/>
              <a:gd name="connsiteY0" fmla="*/ 179 h 21799"/>
              <a:gd name="connsiteX1" fmla="*/ 9170 w 11447"/>
              <a:gd name="connsiteY1" fmla="*/ 199 h 21799"/>
              <a:gd name="connsiteX2" fmla="*/ 11421 w 11447"/>
              <a:gd name="connsiteY2" fmla="*/ 3178 h 21799"/>
              <a:gd name="connsiteX3" fmla="*/ 9170 w 11447"/>
              <a:gd name="connsiteY3" fmla="*/ 21799 h 21799"/>
              <a:gd name="connsiteX4" fmla="*/ 2830 w 11447"/>
              <a:gd name="connsiteY4" fmla="*/ 20800 h 21799"/>
              <a:gd name="connsiteX5" fmla="*/ 0 w 11447"/>
              <a:gd name="connsiteY5" fmla="*/ 179 h 21799"/>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808"/>
              <a:gd name="connsiteY0" fmla="*/ 1 h 20622"/>
              <a:gd name="connsiteX1" fmla="*/ 8633 w 12808"/>
              <a:gd name="connsiteY1" fmla="*/ 50 h 20622"/>
              <a:gd name="connsiteX2" fmla="*/ 11308 w 12808"/>
              <a:gd name="connsiteY2" fmla="*/ 2563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727"/>
              <a:gd name="connsiteX1" fmla="*/ 8633 w 12808"/>
              <a:gd name="connsiteY1" fmla="*/ 50 h 20727"/>
              <a:gd name="connsiteX2" fmla="*/ 11376 w 12808"/>
              <a:gd name="connsiteY2" fmla="*/ 2076 h 20727"/>
              <a:gd name="connsiteX3" fmla="*/ 12808 w 12808"/>
              <a:gd name="connsiteY3" fmla="*/ 8356 h 20727"/>
              <a:gd name="connsiteX4" fmla="*/ 2744 w 12808"/>
              <a:gd name="connsiteY4" fmla="*/ 20727 h 20727"/>
              <a:gd name="connsiteX5" fmla="*/ 0 w 12808"/>
              <a:gd name="connsiteY5" fmla="*/ 1 h 2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08" h="20727">
                <a:moveTo>
                  <a:pt x="0" y="1"/>
                </a:moveTo>
                <a:lnTo>
                  <a:pt x="8633" y="50"/>
                </a:lnTo>
                <a:cubicBezTo>
                  <a:pt x="9719" y="262"/>
                  <a:pt x="10215" y="-49"/>
                  <a:pt x="11376" y="2076"/>
                </a:cubicBezTo>
                <a:cubicBezTo>
                  <a:pt x="12537" y="4201"/>
                  <a:pt x="12814" y="8360"/>
                  <a:pt x="12808" y="8356"/>
                </a:cubicBezTo>
                <a:cubicBezTo>
                  <a:pt x="12806" y="8312"/>
                  <a:pt x="2815" y="20830"/>
                  <a:pt x="2744" y="20727"/>
                </a:cubicBezTo>
                <a:cubicBezTo>
                  <a:pt x="2759" y="20697"/>
                  <a:pt x="16" y="-23"/>
                  <a:pt x="0" y="1"/>
                </a:cubicBezTo>
                <a:close/>
              </a:path>
            </a:pathLst>
          </a:custGeom>
          <a:solidFill>
            <a:schemeClr val="bg2">
              <a:lumMod val="25000"/>
              <a:lumOff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75902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Section Break - Lav 2">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5"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
        <p:nvSpPr>
          <p:cNvPr id="2" name="Picture 10">
            <a:extLst>
              <a:ext uri="{FF2B5EF4-FFF2-40B4-BE49-F238E27FC236}">
                <a16:creationId xmlns:a16="http://schemas.microsoft.com/office/drawing/2014/main" id="{1B00CC97-7D64-82CF-1BF7-BBAF8CD38183}"/>
              </a:ext>
            </a:extLst>
          </p:cNvPr>
          <p:cNvSpPr/>
          <p:nvPr userDrawn="1"/>
        </p:nvSpPr>
        <p:spPr>
          <a:xfrm>
            <a:off x="427222" y="4608571"/>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6" name="Terminator 4">
            <a:extLst>
              <a:ext uri="{FF2B5EF4-FFF2-40B4-BE49-F238E27FC236}">
                <a16:creationId xmlns:a16="http://schemas.microsoft.com/office/drawing/2014/main" id="{9AEC2CF7-75C4-FC29-9E1B-3FA7257C0AE6}"/>
              </a:ext>
            </a:extLst>
          </p:cNvPr>
          <p:cNvSpPr/>
          <p:nvPr userDrawn="1"/>
        </p:nvSpPr>
        <p:spPr>
          <a:xfrm rot="17522971">
            <a:off x="5304971" y="3631512"/>
            <a:ext cx="1964307" cy="19229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3240 w 10612"/>
              <a:gd name="connsiteY0" fmla="*/ 0 h 21621"/>
              <a:gd name="connsiteX1" fmla="*/ 7137 w 10612"/>
              <a:gd name="connsiteY1" fmla="*/ 18 h 21621"/>
              <a:gd name="connsiteX2" fmla="*/ 10612 w 10612"/>
              <a:gd name="connsiteY2" fmla="*/ 10818 h 21621"/>
              <a:gd name="connsiteX3" fmla="*/ 7137 w 10612"/>
              <a:gd name="connsiteY3" fmla="*/ 21618 h 21621"/>
              <a:gd name="connsiteX4" fmla="*/ 674 w 10612"/>
              <a:gd name="connsiteY4" fmla="*/ 21610 h 21621"/>
              <a:gd name="connsiteX5" fmla="*/ 104 w 10612"/>
              <a:gd name="connsiteY5" fmla="*/ 17167 h 21621"/>
              <a:gd name="connsiteX6" fmla="*/ 3240 w 10612"/>
              <a:gd name="connsiteY6" fmla="*/ 0 h 21621"/>
              <a:gd name="connsiteX0" fmla="*/ 3183 w 10555"/>
              <a:gd name="connsiteY0" fmla="*/ 0 h 21651"/>
              <a:gd name="connsiteX1" fmla="*/ 7080 w 10555"/>
              <a:gd name="connsiteY1" fmla="*/ 18 h 21651"/>
              <a:gd name="connsiteX2" fmla="*/ 10555 w 10555"/>
              <a:gd name="connsiteY2" fmla="*/ 10818 h 21651"/>
              <a:gd name="connsiteX3" fmla="*/ 7080 w 10555"/>
              <a:gd name="connsiteY3" fmla="*/ 21618 h 21651"/>
              <a:gd name="connsiteX4" fmla="*/ 6154 w 10555"/>
              <a:gd name="connsiteY4" fmla="*/ 21640 h 21651"/>
              <a:gd name="connsiteX5" fmla="*/ 47 w 10555"/>
              <a:gd name="connsiteY5" fmla="*/ 17167 h 21651"/>
              <a:gd name="connsiteX6" fmla="*/ 3183 w 10555"/>
              <a:gd name="connsiteY6" fmla="*/ 0 h 21651"/>
              <a:gd name="connsiteX0" fmla="*/ 0 w 7372"/>
              <a:gd name="connsiteY0" fmla="*/ 0 h 21641"/>
              <a:gd name="connsiteX1" fmla="*/ 3897 w 7372"/>
              <a:gd name="connsiteY1" fmla="*/ 18 h 21641"/>
              <a:gd name="connsiteX2" fmla="*/ 7372 w 7372"/>
              <a:gd name="connsiteY2" fmla="*/ 10818 h 21641"/>
              <a:gd name="connsiteX3" fmla="*/ 3897 w 7372"/>
              <a:gd name="connsiteY3" fmla="*/ 21618 h 21641"/>
              <a:gd name="connsiteX4" fmla="*/ 2971 w 7372"/>
              <a:gd name="connsiteY4" fmla="*/ 21640 h 21641"/>
              <a:gd name="connsiteX5" fmla="*/ 1541 w 7372"/>
              <a:gd name="connsiteY5" fmla="*/ 11500 h 21641"/>
              <a:gd name="connsiteX6" fmla="*/ 0 w 7372"/>
              <a:gd name="connsiteY6" fmla="*/ 0 h 21641"/>
              <a:gd name="connsiteX0" fmla="*/ 0 w 9874"/>
              <a:gd name="connsiteY0" fmla="*/ 0 h 10018"/>
              <a:gd name="connsiteX1" fmla="*/ 5160 w 9874"/>
              <a:gd name="connsiteY1" fmla="*/ 26 h 10018"/>
              <a:gd name="connsiteX2" fmla="*/ 9874 w 9874"/>
              <a:gd name="connsiteY2" fmla="*/ 5017 h 10018"/>
              <a:gd name="connsiteX3" fmla="*/ 5160 w 9874"/>
              <a:gd name="connsiteY3" fmla="*/ 10007 h 10018"/>
              <a:gd name="connsiteX4" fmla="*/ 3904 w 9874"/>
              <a:gd name="connsiteY4" fmla="*/ 10018 h 10018"/>
              <a:gd name="connsiteX5" fmla="*/ 1964 w 9874"/>
              <a:gd name="connsiteY5" fmla="*/ 5332 h 10018"/>
              <a:gd name="connsiteX6" fmla="*/ 0 w 9874"/>
              <a:gd name="connsiteY6" fmla="*/ 0 h 10018"/>
              <a:gd name="connsiteX0" fmla="*/ 9 w 10009"/>
              <a:gd name="connsiteY0" fmla="*/ 0 h 10000"/>
              <a:gd name="connsiteX1" fmla="*/ 5235 w 10009"/>
              <a:gd name="connsiteY1" fmla="*/ 26 h 10000"/>
              <a:gd name="connsiteX2" fmla="*/ 10009 w 10009"/>
              <a:gd name="connsiteY2" fmla="*/ 5008 h 10000"/>
              <a:gd name="connsiteX3" fmla="*/ 5235 w 10009"/>
              <a:gd name="connsiteY3" fmla="*/ 9989 h 10000"/>
              <a:gd name="connsiteX4" fmla="*/ 3963 w 10009"/>
              <a:gd name="connsiteY4" fmla="*/ 10000 h 10000"/>
              <a:gd name="connsiteX5" fmla="*/ 9 w 10009"/>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29"/>
              <a:gd name="connsiteY0" fmla="*/ 1 h 9989"/>
              <a:gd name="connsiteX1" fmla="*/ 5255 w 10029"/>
              <a:gd name="connsiteY1" fmla="*/ 15 h 9989"/>
              <a:gd name="connsiteX2" fmla="*/ 10029 w 10029"/>
              <a:gd name="connsiteY2" fmla="*/ 4997 h 9989"/>
              <a:gd name="connsiteX3" fmla="*/ 5255 w 10029"/>
              <a:gd name="connsiteY3" fmla="*/ 9978 h 9989"/>
              <a:gd name="connsiteX4" fmla="*/ 3983 w 10029"/>
              <a:gd name="connsiteY4" fmla="*/ 9989 h 9989"/>
              <a:gd name="connsiteX5" fmla="*/ 0 w 10029"/>
              <a:gd name="connsiteY5" fmla="*/ 1 h 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9" h="9989">
                <a:moveTo>
                  <a:pt x="0" y="1"/>
                </a:moveTo>
                <a:lnTo>
                  <a:pt x="5255" y="15"/>
                </a:lnTo>
                <a:cubicBezTo>
                  <a:pt x="7891" y="15"/>
                  <a:pt x="10029" y="2246"/>
                  <a:pt x="10029" y="4997"/>
                </a:cubicBezTo>
                <a:cubicBezTo>
                  <a:pt x="10029" y="7748"/>
                  <a:pt x="7891" y="9978"/>
                  <a:pt x="5255" y="9978"/>
                </a:cubicBezTo>
                <a:lnTo>
                  <a:pt x="3983" y="9989"/>
                </a:lnTo>
                <a:cubicBezTo>
                  <a:pt x="3987" y="10016"/>
                  <a:pt x="18" y="-40"/>
                  <a:pt x="0" y="1"/>
                </a:cubicBezTo>
                <a:close/>
              </a:path>
            </a:pathLst>
          </a:cu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7" name="Terminator 4">
            <a:extLst>
              <a:ext uri="{FF2B5EF4-FFF2-40B4-BE49-F238E27FC236}">
                <a16:creationId xmlns:a16="http://schemas.microsoft.com/office/drawing/2014/main" id="{73197F1F-76D7-5F2E-C900-27A65EC73142}"/>
              </a:ext>
            </a:extLst>
          </p:cNvPr>
          <p:cNvSpPr/>
          <p:nvPr userDrawn="1"/>
        </p:nvSpPr>
        <p:spPr>
          <a:xfrm rot="17522971">
            <a:off x="7081128" y="3105514"/>
            <a:ext cx="3233233" cy="172665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645"/>
              <a:gd name="connsiteY0" fmla="*/ 0 h 21623"/>
              <a:gd name="connsiteX1" fmla="*/ 9170 w 12645"/>
              <a:gd name="connsiteY1" fmla="*/ 20 h 21623"/>
              <a:gd name="connsiteX2" fmla="*/ 12645 w 12645"/>
              <a:gd name="connsiteY2" fmla="*/ 10820 h 21623"/>
              <a:gd name="connsiteX3" fmla="*/ 9170 w 12645"/>
              <a:gd name="connsiteY3" fmla="*/ 21620 h 21623"/>
              <a:gd name="connsiteX4" fmla="*/ 2707 w 12645"/>
              <a:gd name="connsiteY4" fmla="*/ 21612 h 21623"/>
              <a:gd name="connsiteX5" fmla="*/ 2137 w 12645"/>
              <a:gd name="connsiteY5" fmla="*/ 17169 h 21623"/>
              <a:gd name="connsiteX6" fmla="*/ 0 w 12645"/>
              <a:gd name="connsiteY6" fmla="*/ 0 h 21623"/>
              <a:gd name="connsiteX0" fmla="*/ 281 w 12926"/>
              <a:gd name="connsiteY0" fmla="*/ 0 h 21620"/>
              <a:gd name="connsiteX1" fmla="*/ 9451 w 12926"/>
              <a:gd name="connsiteY1" fmla="*/ 20 h 21620"/>
              <a:gd name="connsiteX2" fmla="*/ 12926 w 12926"/>
              <a:gd name="connsiteY2" fmla="*/ 10820 h 21620"/>
              <a:gd name="connsiteX3" fmla="*/ 9451 w 12926"/>
              <a:gd name="connsiteY3" fmla="*/ 21620 h 21620"/>
              <a:gd name="connsiteX4" fmla="*/ 2988 w 12926"/>
              <a:gd name="connsiteY4" fmla="*/ 21612 h 21620"/>
              <a:gd name="connsiteX5" fmla="*/ 281 w 12926"/>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6"/>
              <a:gd name="connsiteY0" fmla="*/ 0 h 21620"/>
              <a:gd name="connsiteX1" fmla="*/ 9170 w 12626"/>
              <a:gd name="connsiteY1" fmla="*/ 20 h 21620"/>
              <a:gd name="connsiteX2" fmla="*/ 12625 w 12626"/>
              <a:gd name="connsiteY2" fmla="*/ 8758 h 21620"/>
              <a:gd name="connsiteX3" fmla="*/ 9170 w 12626"/>
              <a:gd name="connsiteY3" fmla="*/ 21620 h 21620"/>
              <a:gd name="connsiteX4" fmla="*/ 2890 w 12626"/>
              <a:gd name="connsiteY4" fmla="*/ 21602 h 21620"/>
              <a:gd name="connsiteX5" fmla="*/ 0 w 12626"/>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32"/>
              <a:gd name="connsiteY0" fmla="*/ 0 h 21620"/>
              <a:gd name="connsiteX1" fmla="*/ 9170 w 12632"/>
              <a:gd name="connsiteY1" fmla="*/ 20 h 21620"/>
              <a:gd name="connsiteX2" fmla="*/ 12625 w 12632"/>
              <a:gd name="connsiteY2" fmla="*/ 8758 h 21620"/>
              <a:gd name="connsiteX3" fmla="*/ 9170 w 12632"/>
              <a:gd name="connsiteY3" fmla="*/ 21620 h 21620"/>
              <a:gd name="connsiteX4" fmla="*/ 2890 w 12632"/>
              <a:gd name="connsiteY4" fmla="*/ 21602 h 21620"/>
              <a:gd name="connsiteX5" fmla="*/ 0 w 12632"/>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90 w 12643"/>
              <a:gd name="connsiteY4" fmla="*/ 216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759 w 12643"/>
              <a:gd name="connsiteY4" fmla="*/ 18687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354 w 12643"/>
              <a:gd name="connsiteY4" fmla="*/ 1507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211 w 12643"/>
              <a:gd name="connsiteY4" fmla="*/ 190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1447"/>
              <a:gd name="connsiteY0" fmla="*/ 179 h 21799"/>
              <a:gd name="connsiteX1" fmla="*/ 9170 w 11447"/>
              <a:gd name="connsiteY1" fmla="*/ 199 h 21799"/>
              <a:gd name="connsiteX2" fmla="*/ 11421 w 11447"/>
              <a:gd name="connsiteY2" fmla="*/ 3178 h 21799"/>
              <a:gd name="connsiteX3" fmla="*/ 9170 w 11447"/>
              <a:gd name="connsiteY3" fmla="*/ 21799 h 21799"/>
              <a:gd name="connsiteX4" fmla="*/ 2830 w 11447"/>
              <a:gd name="connsiteY4" fmla="*/ 20800 h 21799"/>
              <a:gd name="connsiteX5" fmla="*/ 0 w 11447"/>
              <a:gd name="connsiteY5" fmla="*/ 179 h 21799"/>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808"/>
              <a:gd name="connsiteY0" fmla="*/ 1 h 20622"/>
              <a:gd name="connsiteX1" fmla="*/ 8633 w 12808"/>
              <a:gd name="connsiteY1" fmla="*/ 50 h 20622"/>
              <a:gd name="connsiteX2" fmla="*/ 11308 w 12808"/>
              <a:gd name="connsiteY2" fmla="*/ 2563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727"/>
              <a:gd name="connsiteX1" fmla="*/ 8633 w 12808"/>
              <a:gd name="connsiteY1" fmla="*/ 50 h 20727"/>
              <a:gd name="connsiteX2" fmla="*/ 11376 w 12808"/>
              <a:gd name="connsiteY2" fmla="*/ 2076 h 20727"/>
              <a:gd name="connsiteX3" fmla="*/ 12808 w 12808"/>
              <a:gd name="connsiteY3" fmla="*/ 8356 h 20727"/>
              <a:gd name="connsiteX4" fmla="*/ 2744 w 12808"/>
              <a:gd name="connsiteY4" fmla="*/ 20727 h 20727"/>
              <a:gd name="connsiteX5" fmla="*/ 0 w 12808"/>
              <a:gd name="connsiteY5" fmla="*/ 1 h 2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08" h="20727">
                <a:moveTo>
                  <a:pt x="0" y="1"/>
                </a:moveTo>
                <a:lnTo>
                  <a:pt x="8633" y="50"/>
                </a:lnTo>
                <a:cubicBezTo>
                  <a:pt x="9719" y="262"/>
                  <a:pt x="10215" y="-49"/>
                  <a:pt x="11376" y="2076"/>
                </a:cubicBezTo>
                <a:cubicBezTo>
                  <a:pt x="12537" y="4201"/>
                  <a:pt x="12814" y="8360"/>
                  <a:pt x="12808" y="8356"/>
                </a:cubicBezTo>
                <a:cubicBezTo>
                  <a:pt x="12806" y="8312"/>
                  <a:pt x="2815" y="20830"/>
                  <a:pt x="2744" y="20727"/>
                </a:cubicBezTo>
                <a:cubicBezTo>
                  <a:pt x="2759" y="20697"/>
                  <a:pt x="16" y="-23"/>
                  <a:pt x="0" y="1"/>
                </a:cubicBezTo>
                <a:close/>
              </a:path>
            </a:pathLst>
          </a:cu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E36DF4D-AEAC-F412-E8B3-A7A599393584}"/>
              </a:ext>
            </a:extLst>
          </p:cNvPr>
          <p:cNvSpPr/>
          <p:nvPr userDrawn="1"/>
        </p:nvSpPr>
        <p:spPr>
          <a:xfrm>
            <a:off x="0" y="4466493"/>
            <a:ext cx="342900" cy="4747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4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type="tx">
  <p:cSld name="Title Slide 15">
    <p:spTree>
      <p:nvGrpSpPr>
        <p:cNvPr id="1" name=""/>
        <p:cNvGrpSpPr/>
        <p:nvPr/>
      </p:nvGrpSpPr>
      <p:grpSpPr>
        <a:xfrm>
          <a:off x="0" y="0"/>
          <a:ext cx="0" cy="0"/>
          <a:chOff x="0" y="0"/>
          <a:chExt cx="0" cy="0"/>
        </a:xfrm>
      </p:grpSpPr>
      <p:pic>
        <p:nvPicPr>
          <p:cNvPr id="1148" name="Picture 10" descr="Picture 10"/>
          <p:cNvPicPr>
            <a:picLocks noChangeAspect="1"/>
          </p:cNvPicPr>
          <p:nvPr/>
        </p:nvPicPr>
        <p:blipFill>
          <a:blip r:embed="rId2"/>
          <a:stretch>
            <a:fillRect/>
          </a:stretch>
        </p:blipFill>
        <p:spPr>
          <a:xfrm>
            <a:off x="8174691" y="4852076"/>
            <a:ext cx="758855" cy="180407"/>
          </a:xfrm>
          <a:prstGeom prst="rect">
            <a:avLst/>
          </a:prstGeom>
          <a:ln w="12700">
            <a:miter lim="400000"/>
          </a:ln>
        </p:spPr>
      </p:pic>
      <p:pic>
        <p:nvPicPr>
          <p:cNvPr id="1149" name="Google Shape;1654;gd70c189f50_2_356" descr="Google Shape;1654;gd70c189f50_2_356"/>
          <p:cNvPicPr>
            <a:picLocks noChangeAspect="1"/>
          </p:cNvPicPr>
          <p:nvPr/>
        </p:nvPicPr>
        <p:blipFill>
          <a:blip r:embed="rId3"/>
          <a:stretch>
            <a:fillRect/>
          </a:stretch>
        </p:blipFill>
        <p:spPr>
          <a:xfrm>
            <a:off x="2" y="0"/>
            <a:ext cx="9144001" cy="5143500"/>
          </a:xfrm>
          <a:prstGeom prst="rect">
            <a:avLst/>
          </a:prstGeom>
          <a:ln w="12700">
            <a:miter lim="400000"/>
          </a:ln>
        </p:spPr>
      </p:pic>
      <p:sp>
        <p:nvSpPr>
          <p:cNvPr id="1150" name="Title Text"/>
          <p:cNvSpPr txBox="1">
            <a:spLocks noGrp="1"/>
          </p:cNvSpPr>
          <p:nvPr>
            <p:ph type="title"/>
          </p:nvPr>
        </p:nvSpPr>
        <p:spPr>
          <a:xfrm>
            <a:off x="449896" y="2325212"/>
            <a:ext cx="4771076" cy="646332"/>
          </a:xfrm>
          <a:prstGeom prst="rect">
            <a:avLst/>
          </a:prstGeom>
        </p:spPr>
        <p:txBody>
          <a:bodyPr anchor="b"/>
          <a:lstStyle>
            <a:lvl1pPr>
              <a:defRPr sz="3600">
                <a:solidFill>
                  <a:srgbClr val="FFFFFF"/>
                </a:solidFill>
              </a:defRPr>
            </a:lvl1pPr>
          </a:lstStyle>
          <a:p>
            <a:r>
              <a:t>Title Text</a:t>
            </a:r>
          </a:p>
        </p:txBody>
      </p:sp>
      <p:sp>
        <p:nvSpPr>
          <p:cNvPr id="1151" name="Body Level One…"/>
          <p:cNvSpPr txBox="1">
            <a:spLocks noGrp="1"/>
          </p:cNvSpPr>
          <p:nvPr>
            <p:ph type="body" sz="quarter" idx="1"/>
          </p:nvPr>
        </p:nvSpPr>
        <p:spPr>
          <a:xfrm>
            <a:off x="449896" y="3104048"/>
            <a:ext cx="4370557" cy="369333"/>
          </a:xfrm>
          <a:prstGeom prst="rect">
            <a:avLst/>
          </a:prstGeom>
        </p:spPr>
        <p:txBody>
          <a:bodyPr/>
          <a:lstStyle>
            <a:lvl1pPr marL="0" indent="0">
              <a:spcBef>
                <a:spcPts val="400"/>
              </a:spcBef>
              <a:buClrTx/>
              <a:buSzTx/>
              <a:buFontTx/>
              <a:buNone/>
              <a:defRPr sz="1800">
                <a:solidFill>
                  <a:srgbClr val="FFFFFF"/>
                </a:solidFill>
              </a:defRPr>
            </a:lvl1pPr>
            <a:lvl2pPr marL="0" indent="457189">
              <a:spcBef>
                <a:spcPts val="400"/>
              </a:spcBef>
              <a:buClrTx/>
              <a:buSzTx/>
              <a:buFontTx/>
              <a:buNone/>
              <a:defRPr sz="1800">
                <a:solidFill>
                  <a:srgbClr val="FFFFFF"/>
                </a:solidFill>
              </a:defRPr>
            </a:lvl2pPr>
            <a:lvl3pPr marL="0" indent="914378">
              <a:spcBef>
                <a:spcPts val="400"/>
              </a:spcBef>
              <a:buClrTx/>
              <a:buSzTx/>
              <a:buFontTx/>
              <a:buNone/>
              <a:defRPr sz="1800">
                <a:solidFill>
                  <a:srgbClr val="FFFFFF"/>
                </a:solidFill>
              </a:defRPr>
            </a:lvl3pPr>
            <a:lvl4pPr marL="0" indent="1371566">
              <a:spcBef>
                <a:spcPts val="400"/>
              </a:spcBef>
              <a:buClrTx/>
              <a:buSzTx/>
              <a:buFontTx/>
              <a:buNone/>
              <a:defRPr sz="1800">
                <a:solidFill>
                  <a:srgbClr val="FFFFFF"/>
                </a:solidFill>
              </a:defRPr>
            </a:lvl4pPr>
            <a:lvl5pPr marL="0" indent="1828754">
              <a:spcBef>
                <a:spcPts val="400"/>
              </a:spcBef>
              <a:buClrTx/>
              <a:buSzTx/>
              <a:buFontTx/>
              <a:buNone/>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152" name="Picture 10"/>
          <p:cNvSpPr/>
          <p:nvPr/>
        </p:nvSpPr>
        <p:spPr>
          <a:xfrm>
            <a:off x="488112" y="419656"/>
            <a:ext cx="1039456" cy="219843"/>
          </a:xfrm>
          <a:custGeom>
            <a:avLst/>
            <a:gdLst/>
            <a:ahLst/>
            <a:cxnLst>
              <a:cxn ang="0">
                <a:pos x="wd2" y="hd2"/>
              </a:cxn>
              <a:cxn ang="5400000">
                <a:pos x="wd2" y="hd2"/>
              </a:cxn>
              <a:cxn ang="10800000">
                <a:pos x="wd2" y="hd2"/>
              </a:cxn>
              <a:cxn ang="16200000">
                <a:pos x="wd2" y="hd2"/>
              </a:cxn>
            </a:cxnLst>
            <a:rect l="0" t="0" r="r" b="b"/>
            <a:pathLst>
              <a:path w="21600" h="21600" extrusionOk="0">
                <a:moveTo>
                  <a:pt x="7410" y="8849"/>
                </a:moveTo>
                <a:lnTo>
                  <a:pt x="7410" y="17452"/>
                </a:lnTo>
                <a:lnTo>
                  <a:pt x="6609" y="17452"/>
                </a:lnTo>
                <a:lnTo>
                  <a:pt x="6609" y="10017"/>
                </a:lnTo>
                <a:cubicBezTo>
                  <a:pt x="6609" y="8234"/>
                  <a:pt x="6432" y="7313"/>
                  <a:pt x="6124" y="7313"/>
                </a:cubicBezTo>
                <a:cubicBezTo>
                  <a:pt x="5815" y="7313"/>
                  <a:pt x="5625" y="8234"/>
                  <a:pt x="5625" y="10017"/>
                </a:cubicBezTo>
                <a:lnTo>
                  <a:pt x="5625" y="17421"/>
                </a:lnTo>
                <a:lnTo>
                  <a:pt x="4831" y="17421"/>
                </a:lnTo>
                <a:lnTo>
                  <a:pt x="4831" y="4148"/>
                </a:lnTo>
                <a:lnTo>
                  <a:pt x="5461" y="4148"/>
                </a:lnTo>
                <a:lnTo>
                  <a:pt x="5631" y="6022"/>
                </a:lnTo>
                <a:cubicBezTo>
                  <a:pt x="5815" y="4916"/>
                  <a:pt x="6051" y="3902"/>
                  <a:pt x="6458" y="3902"/>
                </a:cubicBezTo>
                <a:cubicBezTo>
                  <a:pt x="7062" y="3902"/>
                  <a:pt x="7417" y="5807"/>
                  <a:pt x="7410" y="8849"/>
                </a:cubicBezTo>
                <a:moveTo>
                  <a:pt x="1562" y="0"/>
                </a:moveTo>
                <a:lnTo>
                  <a:pt x="0" y="17421"/>
                </a:lnTo>
                <a:lnTo>
                  <a:pt x="1083" y="17421"/>
                </a:lnTo>
                <a:lnTo>
                  <a:pt x="2645" y="0"/>
                </a:lnTo>
                <a:lnTo>
                  <a:pt x="1562" y="0"/>
                </a:lnTo>
                <a:close/>
                <a:moveTo>
                  <a:pt x="3131" y="3933"/>
                </a:moveTo>
                <a:lnTo>
                  <a:pt x="2566" y="10416"/>
                </a:lnTo>
                <a:lnTo>
                  <a:pt x="3715" y="10416"/>
                </a:lnTo>
                <a:lnTo>
                  <a:pt x="3131" y="3933"/>
                </a:lnTo>
                <a:close/>
                <a:moveTo>
                  <a:pt x="2829" y="13458"/>
                </a:moveTo>
                <a:lnTo>
                  <a:pt x="3190" y="17452"/>
                </a:lnTo>
                <a:lnTo>
                  <a:pt x="4351" y="17452"/>
                </a:lnTo>
                <a:lnTo>
                  <a:pt x="3991" y="13458"/>
                </a:lnTo>
                <a:lnTo>
                  <a:pt x="2829" y="13458"/>
                </a:lnTo>
                <a:close/>
                <a:moveTo>
                  <a:pt x="10180" y="5500"/>
                </a:moveTo>
                <a:cubicBezTo>
                  <a:pt x="10390" y="6483"/>
                  <a:pt x="10482" y="7958"/>
                  <a:pt x="10482" y="9740"/>
                </a:cubicBezTo>
                <a:lnTo>
                  <a:pt x="10482" y="17421"/>
                </a:lnTo>
                <a:lnTo>
                  <a:pt x="9838" y="17421"/>
                </a:lnTo>
                <a:lnTo>
                  <a:pt x="9707" y="15977"/>
                </a:lnTo>
                <a:cubicBezTo>
                  <a:pt x="9510" y="16991"/>
                  <a:pt x="9248" y="17667"/>
                  <a:pt x="8854" y="17667"/>
                </a:cubicBezTo>
                <a:cubicBezTo>
                  <a:pt x="8322" y="17667"/>
                  <a:pt x="7889" y="16223"/>
                  <a:pt x="7889" y="13611"/>
                </a:cubicBezTo>
                <a:lnTo>
                  <a:pt x="7889" y="13550"/>
                </a:lnTo>
                <a:cubicBezTo>
                  <a:pt x="7889" y="10662"/>
                  <a:pt x="8355" y="9310"/>
                  <a:pt x="9025" y="9310"/>
                </a:cubicBezTo>
                <a:cubicBezTo>
                  <a:pt x="9261" y="9310"/>
                  <a:pt x="9491" y="9494"/>
                  <a:pt x="9714" y="9863"/>
                </a:cubicBezTo>
                <a:lnTo>
                  <a:pt x="9714" y="9648"/>
                </a:lnTo>
                <a:cubicBezTo>
                  <a:pt x="9714" y="8081"/>
                  <a:pt x="9510" y="7220"/>
                  <a:pt x="9110" y="7220"/>
                </a:cubicBezTo>
                <a:cubicBezTo>
                  <a:pt x="8861" y="7220"/>
                  <a:pt x="8618" y="7436"/>
                  <a:pt x="8381" y="7866"/>
                </a:cubicBezTo>
                <a:lnTo>
                  <a:pt x="8132" y="5070"/>
                </a:lnTo>
                <a:cubicBezTo>
                  <a:pt x="8440" y="4425"/>
                  <a:pt x="8749" y="3994"/>
                  <a:pt x="9222" y="3994"/>
                </a:cubicBezTo>
                <a:cubicBezTo>
                  <a:pt x="9661" y="4025"/>
                  <a:pt x="9976" y="4547"/>
                  <a:pt x="10180" y="5500"/>
                </a:cubicBezTo>
                <a:moveTo>
                  <a:pt x="9727" y="12075"/>
                </a:moveTo>
                <a:cubicBezTo>
                  <a:pt x="9569" y="11737"/>
                  <a:pt x="9392" y="11583"/>
                  <a:pt x="9215" y="11583"/>
                </a:cubicBezTo>
                <a:cubicBezTo>
                  <a:pt x="8874" y="11583"/>
                  <a:pt x="8664" y="12229"/>
                  <a:pt x="8664" y="13427"/>
                </a:cubicBezTo>
                <a:lnTo>
                  <a:pt x="8664" y="13458"/>
                </a:lnTo>
                <a:cubicBezTo>
                  <a:pt x="8664" y="14472"/>
                  <a:pt x="8841" y="15056"/>
                  <a:pt x="9097" y="15056"/>
                </a:cubicBezTo>
                <a:cubicBezTo>
                  <a:pt x="9471" y="15056"/>
                  <a:pt x="9720" y="14103"/>
                  <a:pt x="9720" y="12720"/>
                </a:cubicBezTo>
                <a:lnTo>
                  <a:pt x="9720" y="12075"/>
                </a:lnTo>
                <a:close/>
                <a:moveTo>
                  <a:pt x="14059" y="10785"/>
                </a:moveTo>
                <a:lnTo>
                  <a:pt x="14059" y="10846"/>
                </a:lnTo>
                <a:cubicBezTo>
                  <a:pt x="14059" y="15271"/>
                  <a:pt x="13442" y="17698"/>
                  <a:pt x="12779" y="17698"/>
                </a:cubicBezTo>
                <a:cubicBezTo>
                  <a:pt x="12352" y="17698"/>
                  <a:pt x="12090" y="16776"/>
                  <a:pt x="11899" y="15731"/>
                </a:cubicBezTo>
                <a:lnTo>
                  <a:pt x="11899" y="21600"/>
                </a:lnTo>
                <a:lnTo>
                  <a:pt x="11099" y="21600"/>
                </a:lnTo>
                <a:lnTo>
                  <a:pt x="11099" y="4148"/>
                </a:lnTo>
                <a:lnTo>
                  <a:pt x="11729" y="4148"/>
                </a:lnTo>
                <a:lnTo>
                  <a:pt x="11899" y="6053"/>
                </a:lnTo>
                <a:cubicBezTo>
                  <a:pt x="12096" y="4824"/>
                  <a:pt x="12359" y="3902"/>
                  <a:pt x="12779" y="3902"/>
                </a:cubicBezTo>
                <a:cubicBezTo>
                  <a:pt x="13429" y="3902"/>
                  <a:pt x="14059" y="6329"/>
                  <a:pt x="14059" y="10785"/>
                </a:cubicBezTo>
                <a:moveTo>
                  <a:pt x="13258" y="10785"/>
                </a:moveTo>
                <a:cubicBezTo>
                  <a:pt x="13258" y="8572"/>
                  <a:pt x="12943" y="7128"/>
                  <a:pt x="12569" y="7128"/>
                </a:cubicBezTo>
                <a:cubicBezTo>
                  <a:pt x="12195" y="7128"/>
                  <a:pt x="11886" y="8603"/>
                  <a:pt x="11886" y="10785"/>
                </a:cubicBezTo>
                <a:lnTo>
                  <a:pt x="11886" y="10846"/>
                </a:lnTo>
                <a:cubicBezTo>
                  <a:pt x="11886" y="13058"/>
                  <a:pt x="12195" y="14502"/>
                  <a:pt x="12569" y="14502"/>
                </a:cubicBezTo>
                <a:cubicBezTo>
                  <a:pt x="12943" y="14502"/>
                  <a:pt x="13258" y="13058"/>
                  <a:pt x="13258" y="10846"/>
                </a:cubicBezTo>
                <a:lnTo>
                  <a:pt x="13258" y="10785"/>
                </a:lnTo>
                <a:close/>
                <a:moveTo>
                  <a:pt x="20642" y="3902"/>
                </a:moveTo>
                <a:cubicBezTo>
                  <a:pt x="20235" y="3902"/>
                  <a:pt x="19999" y="4916"/>
                  <a:pt x="19815" y="6022"/>
                </a:cubicBezTo>
                <a:lnTo>
                  <a:pt x="19644" y="4148"/>
                </a:lnTo>
                <a:lnTo>
                  <a:pt x="19014" y="4148"/>
                </a:lnTo>
                <a:lnTo>
                  <a:pt x="19014" y="17421"/>
                </a:lnTo>
                <a:lnTo>
                  <a:pt x="19815" y="17421"/>
                </a:lnTo>
                <a:lnTo>
                  <a:pt x="19815" y="10017"/>
                </a:lnTo>
                <a:cubicBezTo>
                  <a:pt x="19815" y="8234"/>
                  <a:pt x="20012" y="7313"/>
                  <a:pt x="20314" y="7313"/>
                </a:cubicBezTo>
                <a:cubicBezTo>
                  <a:pt x="20616" y="7313"/>
                  <a:pt x="20799" y="8234"/>
                  <a:pt x="20799" y="10017"/>
                </a:cubicBezTo>
                <a:lnTo>
                  <a:pt x="20799" y="17421"/>
                </a:lnTo>
                <a:lnTo>
                  <a:pt x="21600" y="17421"/>
                </a:lnTo>
                <a:lnTo>
                  <a:pt x="21600" y="8818"/>
                </a:lnTo>
                <a:cubicBezTo>
                  <a:pt x="21600" y="5807"/>
                  <a:pt x="21246" y="3902"/>
                  <a:pt x="20642" y="3902"/>
                </a:cubicBezTo>
                <a:moveTo>
                  <a:pt x="18102" y="5500"/>
                </a:moveTo>
                <a:cubicBezTo>
                  <a:pt x="18312" y="6483"/>
                  <a:pt x="18404" y="7958"/>
                  <a:pt x="18404" y="9740"/>
                </a:cubicBezTo>
                <a:lnTo>
                  <a:pt x="18404" y="17421"/>
                </a:lnTo>
                <a:lnTo>
                  <a:pt x="17760" y="17421"/>
                </a:lnTo>
                <a:lnTo>
                  <a:pt x="17629" y="15977"/>
                </a:lnTo>
                <a:cubicBezTo>
                  <a:pt x="17432" y="16991"/>
                  <a:pt x="17170" y="17667"/>
                  <a:pt x="16776" y="17667"/>
                </a:cubicBezTo>
                <a:cubicBezTo>
                  <a:pt x="16244" y="17667"/>
                  <a:pt x="15811" y="16223"/>
                  <a:pt x="15811" y="13611"/>
                </a:cubicBezTo>
                <a:lnTo>
                  <a:pt x="15811" y="13550"/>
                </a:lnTo>
                <a:cubicBezTo>
                  <a:pt x="15811" y="10662"/>
                  <a:pt x="16277" y="9310"/>
                  <a:pt x="16947" y="9310"/>
                </a:cubicBezTo>
                <a:cubicBezTo>
                  <a:pt x="17183" y="9310"/>
                  <a:pt x="17413" y="9494"/>
                  <a:pt x="17636" y="9863"/>
                </a:cubicBezTo>
                <a:lnTo>
                  <a:pt x="17636" y="9648"/>
                </a:lnTo>
                <a:cubicBezTo>
                  <a:pt x="17636" y="8081"/>
                  <a:pt x="17432" y="7220"/>
                  <a:pt x="17032" y="7220"/>
                </a:cubicBezTo>
                <a:cubicBezTo>
                  <a:pt x="16782" y="7220"/>
                  <a:pt x="16540" y="7436"/>
                  <a:pt x="16303" y="7866"/>
                </a:cubicBezTo>
                <a:lnTo>
                  <a:pt x="16054" y="5070"/>
                </a:lnTo>
                <a:cubicBezTo>
                  <a:pt x="16362" y="4425"/>
                  <a:pt x="16671" y="3994"/>
                  <a:pt x="17143" y="3994"/>
                </a:cubicBezTo>
                <a:cubicBezTo>
                  <a:pt x="17590" y="4025"/>
                  <a:pt x="17905" y="4547"/>
                  <a:pt x="18102" y="5500"/>
                </a:cubicBezTo>
                <a:moveTo>
                  <a:pt x="17649" y="12075"/>
                </a:moveTo>
                <a:cubicBezTo>
                  <a:pt x="17491" y="11737"/>
                  <a:pt x="17314" y="11583"/>
                  <a:pt x="17137" y="11583"/>
                </a:cubicBezTo>
                <a:cubicBezTo>
                  <a:pt x="16796" y="11583"/>
                  <a:pt x="16586" y="12229"/>
                  <a:pt x="16586" y="13427"/>
                </a:cubicBezTo>
                <a:lnTo>
                  <a:pt x="16586" y="13458"/>
                </a:lnTo>
                <a:cubicBezTo>
                  <a:pt x="16586" y="14472"/>
                  <a:pt x="16763" y="15056"/>
                  <a:pt x="17019" y="15056"/>
                </a:cubicBezTo>
                <a:cubicBezTo>
                  <a:pt x="17393" y="15056"/>
                  <a:pt x="17642" y="14103"/>
                  <a:pt x="17642" y="12720"/>
                </a:cubicBezTo>
                <a:lnTo>
                  <a:pt x="17649" y="12075"/>
                </a:lnTo>
                <a:close/>
                <a:moveTo>
                  <a:pt x="14538" y="17421"/>
                </a:moveTo>
                <a:lnTo>
                  <a:pt x="15339" y="17421"/>
                </a:lnTo>
                <a:lnTo>
                  <a:pt x="15339" y="0"/>
                </a:lnTo>
                <a:lnTo>
                  <a:pt x="14538" y="0"/>
                </a:lnTo>
                <a:lnTo>
                  <a:pt x="14538" y="17421"/>
                </a:lnTo>
                <a:close/>
              </a:path>
            </a:pathLst>
          </a:custGeom>
          <a:solidFill>
            <a:srgbClr val="FFFFFF"/>
          </a:solidFill>
          <a:ln w="12700">
            <a:miter lim="400000"/>
          </a:ln>
        </p:spPr>
        <p:txBody>
          <a:bodyPr lIns="45719" rIns="45719" anchor="ctr"/>
          <a:lstStyle/>
          <a:p>
            <a:endParaRPr sz="1800"/>
          </a:p>
        </p:txBody>
      </p:sp>
      <p:sp>
        <p:nvSpPr>
          <p:cNvPr id="11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8128734"/>
      </p:ext>
    </p:extLst>
  </p:cSld>
  <p:clrMapOvr>
    <a:masterClrMapping/>
  </p:clrMapOvr>
  <p:transition spd="med"/>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193" y="1193"/>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3" y="1193"/>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2" y="2"/>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1" y="524204"/>
            <a:ext cx="831189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6" y="4874068"/>
            <a:ext cx="244126" cy="103874"/>
          </a:xfrm>
          <a:prstGeom prst="rect">
            <a:avLst/>
          </a:prstGeom>
          <a:noFill/>
          <a:ln w="9525" algn="ctr">
            <a:noFill/>
            <a:miter lim="800000"/>
            <a:headEnd/>
            <a:tailEnd/>
          </a:ln>
          <a:effectLst/>
        </p:spPr>
        <p:txBody>
          <a:bodyPr wrap="square" lIns="0" tIns="0" rIns="0" bIns="0" anchor="b">
            <a:spAutoFit/>
          </a:bodyPr>
          <a:lstStyle/>
          <a:p>
            <a:pPr algn="r" defTabSz="458036"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36"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2" y="4876254"/>
            <a:ext cx="5458396" cy="9233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3" y="31200"/>
            <a:ext cx="2882504" cy="92333"/>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2" y="220982"/>
            <a:ext cx="831189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321817596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1"/>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1" y="834850"/>
            <a:ext cx="81533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852477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userDrawn="1">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7" y="2325215"/>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9"/>
            <a:ext cx="4558544"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90669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7" y="2325215"/>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71634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p:nvPicPr>
        <p:blipFill>
          <a:blip r:embed="rId2" cstate="screen">
            <a:extLst>
              <a:ext uri="{28A0092B-C50C-407E-A947-70E740481C1C}">
                <a14:useLocalDpi xmlns:a14="http://schemas.microsoft.com/office/drawing/2010/main"/>
              </a:ext>
            </a:extLst>
          </a:blip>
          <a:srcRect/>
          <a:stretch/>
        </p:blipFill>
        <p:spPr>
          <a:xfrm>
            <a:off x="1" y="0"/>
            <a:ext cx="9144000"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7" y="2325215"/>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09376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370" y="1141"/>
            <a:ext cx="9139940" cy="5141216"/>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9" y="2143616"/>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7"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8226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9" y="2143616"/>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7"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28875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9" y="2143616"/>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7"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p:nvSpPr>
        <p:spPr>
          <a:xfrm>
            <a:off x="488114"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0821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7" y="834850"/>
            <a:ext cx="8237613"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51005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7" y="834850"/>
            <a:ext cx="8237613"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p:nvSpPr>
        <p:spPr>
          <a:xfrm>
            <a:off x="59823"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5"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6A21E989-E532-E3F6-B081-819AA909EC92}"/>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43054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6" y="2325214"/>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9"/>
            <a:ext cx="4558544"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90669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71634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p:nvPicPr>
        <p:blipFill>
          <a:blip r:embed="rId2" cstate="screen">
            <a:extLst>
              <a:ext uri="{28A0092B-C50C-407E-A947-70E740481C1C}">
                <a14:useLocalDpi xmlns:a14="http://schemas.microsoft.com/office/drawing/2010/main"/>
              </a:ext>
            </a:extLst>
          </a:blip>
          <a:srcRect/>
          <a:stretch/>
        </p:blipFill>
        <p:spPr>
          <a:xfrm>
            <a:off x="1" y="0"/>
            <a:ext cx="9144000"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09376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370" y="1141"/>
            <a:ext cx="9139940" cy="5141216"/>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143615"/>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8226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143615"/>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28875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143615"/>
            <a:ext cx="7679120" cy="646331"/>
          </a:xfrm>
          <a:prstGeom prst="rect">
            <a:avLst/>
          </a:prstGeom>
        </p:spPr>
        <p:txBody>
          <a:bodyPr lIns="0" anchor="ctr"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0821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51005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4" y="556506"/>
            <a:ext cx="8237537" cy="261762"/>
          </a:xfrm>
          <a:prstGeom prst="rect">
            <a:avLst/>
          </a:prstGeom>
        </p:spPr>
        <p:txBody>
          <a:bodyPr lIns="0" rIns="0"/>
          <a:lstStyle>
            <a:lvl1pPr marL="0" indent="0">
              <a:buNone/>
              <a:defRPr sz="1100">
                <a:solidFill>
                  <a:schemeClr val="bg2"/>
                </a:solidFill>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6A21E989-E532-E3F6-B081-819AA909EC92}"/>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43054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FB637653-6A3F-3B22-BA42-772317703055}"/>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36351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Blank with Logo">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F075637-862F-DACF-3320-C1973C0A18B5}"/>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4243815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7714212" y="4655128"/>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3" name="Slide Number Placeholder 5">
            <a:extLst>
              <a:ext uri="{FF2B5EF4-FFF2-40B4-BE49-F238E27FC236}">
                <a16:creationId xmlns:a16="http://schemas.microsoft.com/office/drawing/2014/main" id="{D7853DA1-3208-3016-96FE-0F03B20CF9D3}"/>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19486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4428549" y="1022762"/>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2D2EEC4E-32ED-BA7A-5727-EC77FFAD70F8}"/>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29972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3" name="Freeform 12">
            <a:extLst>
              <a:ext uri="{FF2B5EF4-FFF2-40B4-BE49-F238E27FC236}">
                <a16:creationId xmlns:a16="http://schemas.microsoft.com/office/drawing/2014/main" id="{19321C0C-E532-E642-83FA-39A6F970EB23}"/>
              </a:ext>
            </a:extLst>
          </p:cNvPr>
          <p:cNvSpPr/>
          <p:nvPr/>
        </p:nvSpPr>
        <p:spPr>
          <a:xfrm>
            <a:off x="5706262" y="2873902"/>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F11AB1E-097D-5EEF-A68D-31921CE2C50E}"/>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49196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5"/>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12662DA-55E7-369E-4982-9DE455B81898}"/>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373545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1" y="629862"/>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BA375E7E-539E-AEE5-0D09-C45DC60BFE2E}"/>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57778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5"/>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12662DA-55E7-369E-4982-9DE455B81898}"/>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373545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1" y="629862"/>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BA375E7E-539E-AEE5-0D09-C45DC60BFE2E}"/>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57778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p:nvSpPr>
        <p:spPr>
          <a:xfrm>
            <a:off x="3925950" y="775270"/>
            <a:ext cx="1779197" cy="849335"/>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18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1689" y="2990770"/>
            <a:ext cx="1582312" cy="913320"/>
          </a:xfrm>
          <a:prstGeom prst="rect">
            <a:avLst/>
          </a:prstGeom>
        </p:spPr>
      </p:pic>
      <p:sp>
        <p:nvSpPr>
          <p:cNvPr id="5" name="Freeform 4">
            <a:extLst>
              <a:ext uri="{FF2B5EF4-FFF2-40B4-BE49-F238E27FC236}">
                <a16:creationId xmlns:a16="http://schemas.microsoft.com/office/drawing/2014/main" id="{18AEA859-1D32-4F4D-B3B9-725C8822EC96}"/>
              </a:ext>
            </a:extLst>
          </p:cNvPr>
          <p:cNvSpPr/>
          <p:nvPr/>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4428549" y="1022762"/>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D8BE0185-0CB2-9458-959A-159C08F24664}"/>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5925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cSld name="1_Title, content, web product sho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pic>
        <p:nvPicPr>
          <p:cNvPr id="3" name="Graphic 2">
            <a:extLst>
              <a:ext uri="{FF2B5EF4-FFF2-40B4-BE49-F238E27FC236}">
                <a16:creationId xmlns:a16="http://schemas.microsoft.com/office/drawing/2014/main" id="{5F159E36-5521-974C-938C-6190D26BFB0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191774" y="660170"/>
            <a:ext cx="4952226" cy="3823163"/>
          </a:xfrm>
          <a:prstGeom prst="rect">
            <a:avLst/>
          </a:prstGeom>
          <a:effectLst>
            <a:outerShdw blurRad="63500" sx="101000" sy="101000" algn="ctr" rotWithShape="0">
              <a:prstClr val="black">
                <a:alpha val="8000"/>
              </a:prstClr>
            </a:outerShdw>
          </a:effectLst>
        </p:spPr>
      </p:pic>
      <p:sp>
        <p:nvSpPr>
          <p:cNvPr id="17" name="Picture Placeholder 16">
            <a:extLst>
              <a:ext uri="{FF2B5EF4-FFF2-40B4-BE49-F238E27FC236}">
                <a16:creationId xmlns:a16="http://schemas.microsoft.com/office/drawing/2014/main" id="{ED8B3628-FF20-B141-B8E3-74C27EC70B7A}"/>
              </a:ext>
            </a:extLst>
          </p:cNvPr>
          <p:cNvSpPr>
            <a:spLocks noGrp="1"/>
          </p:cNvSpPr>
          <p:nvPr>
            <p:ph type="pic" sz="quarter" idx="10"/>
          </p:nvPr>
        </p:nvSpPr>
        <p:spPr>
          <a:xfrm>
            <a:off x="4921135" y="1423073"/>
            <a:ext cx="3580968" cy="2177701"/>
          </a:xfrm>
          <a:prstGeom prst="roundRect">
            <a:avLst>
              <a:gd name="adj" fmla="val 1712"/>
            </a:avLst>
          </a:prstGeom>
          <a:noFill/>
        </p:spPr>
        <p:txBody>
          <a:bodyPr/>
          <a:lstStyle>
            <a:lvl1pPr marL="0" indent="0">
              <a:buNone/>
              <a:defRPr>
                <a:solidFill>
                  <a:schemeClr val="bg2"/>
                </a:solidFill>
              </a:defRPr>
            </a:lvl1pPr>
          </a:lstStyle>
          <a:p>
            <a:r>
              <a:rPr lang="en-US"/>
              <a:t>Click icon to add picture</a:t>
            </a:r>
          </a:p>
        </p:txBody>
      </p:sp>
      <p:sp>
        <p:nvSpPr>
          <p:cNvPr id="6" name="Content Placeholder 2">
            <a:extLst>
              <a:ext uri="{FF2B5EF4-FFF2-40B4-BE49-F238E27FC236}">
                <a16:creationId xmlns:a16="http://schemas.microsoft.com/office/drawing/2014/main" id="{3E3D5B52-5E50-DC44-AC6C-94853EC02735}"/>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FD830E9D-27D5-9A2A-D496-8FE3A58076E0}"/>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9354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4428548" y="1022761"/>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2D2EEC4E-32ED-BA7A-5727-EC77FFAD70F8}"/>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29972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3" name="Freeform 12">
            <a:extLst>
              <a:ext uri="{FF2B5EF4-FFF2-40B4-BE49-F238E27FC236}">
                <a16:creationId xmlns:a16="http://schemas.microsoft.com/office/drawing/2014/main" id="{19321C0C-E532-E642-83FA-39A6F970EB23}"/>
              </a:ext>
            </a:extLst>
          </p:cNvPr>
          <p:cNvSpPr/>
          <p:nvPr/>
        </p:nvSpPr>
        <p:spPr>
          <a:xfrm>
            <a:off x="5706262" y="2873902"/>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F11AB1E-097D-5EEF-A68D-31921CE2C50E}"/>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49196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4"/>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12662DA-55E7-369E-4982-9DE455B81898}"/>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373545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0" y="629861"/>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BA375E7E-539E-AEE5-0D09-C45DC60BFE2E}"/>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57778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p:nvSpPr>
        <p:spPr>
          <a:xfrm>
            <a:off x="3925949" y="775269"/>
            <a:ext cx="1779197" cy="849335"/>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18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1689" y="2990770"/>
            <a:ext cx="1582312" cy="913320"/>
          </a:xfrm>
          <a:prstGeom prst="rect">
            <a:avLst/>
          </a:prstGeom>
        </p:spPr>
      </p:pic>
      <p:sp>
        <p:nvSpPr>
          <p:cNvPr id="5" name="Freeform 4">
            <a:extLst>
              <a:ext uri="{FF2B5EF4-FFF2-40B4-BE49-F238E27FC236}">
                <a16:creationId xmlns:a16="http://schemas.microsoft.com/office/drawing/2014/main" id="{18AEA859-1D32-4F4D-B3B9-725C8822EC96}"/>
              </a:ext>
            </a:extLst>
          </p:cNvPr>
          <p:cNvSpPr/>
          <p:nvPr/>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4428548" y="1022761"/>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D8BE0185-0CB2-9458-959A-159C08F24664}"/>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5925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cSld name="1_Title, content, web product sho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pic>
        <p:nvPicPr>
          <p:cNvPr id="3" name="Graphic 2">
            <a:extLst>
              <a:ext uri="{FF2B5EF4-FFF2-40B4-BE49-F238E27FC236}">
                <a16:creationId xmlns:a16="http://schemas.microsoft.com/office/drawing/2014/main" id="{5F159E36-5521-974C-938C-6190D26BFB0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191774" y="660169"/>
            <a:ext cx="4952226" cy="3823163"/>
          </a:xfrm>
          <a:prstGeom prst="rect">
            <a:avLst/>
          </a:prstGeom>
          <a:effectLst>
            <a:outerShdw blurRad="63500" sx="101000" sy="101000" algn="ctr" rotWithShape="0">
              <a:prstClr val="black">
                <a:alpha val="8000"/>
              </a:prstClr>
            </a:outerShdw>
          </a:effectLst>
        </p:spPr>
      </p:pic>
      <p:sp>
        <p:nvSpPr>
          <p:cNvPr id="17" name="Picture Placeholder 16">
            <a:extLst>
              <a:ext uri="{FF2B5EF4-FFF2-40B4-BE49-F238E27FC236}">
                <a16:creationId xmlns:a16="http://schemas.microsoft.com/office/drawing/2014/main" id="{ED8B3628-FF20-B141-B8E3-74C27EC70B7A}"/>
              </a:ext>
            </a:extLst>
          </p:cNvPr>
          <p:cNvSpPr>
            <a:spLocks noGrp="1"/>
          </p:cNvSpPr>
          <p:nvPr>
            <p:ph type="pic" sz="quarter" idx="10"/>
          </p:nvPr>
        </p:nvSpPr>
        <p:spPr>
          <a:xfrm>
            <a:off x="4921135" y="1423072"/>
            <a:ext cx="3580968" cy="2177701"/>
          </a:xfrm>
          <a:prstGeom prst="roundRect">
            <a:avLst>
              <a:gd name="adj" fmla="val 1712"/>
            </a:avLst>
          </a:prstGeom>
          <a:noFill/>
        </p:spPr>
        <p:txBody>
          <a:bodyPr/>
          <a:lstStyle>
            <a:lvl1pPr marL="0" indent="0">
              <a:buNone/>
              <a:defRPr>
                <a:solidFill>
                  <a:schemeClr val="bg2"/>
                </a:solidFill>
              </a:defRPr>
            </a:lvl1pPr>
          </a:lstStyle>
          <a:p>
            <a:r>
              <a:rPr lang="en-US"/>
              <a:t>Click icon to add picture</a:t>
            </a:r>
          </a:p>
        </p:txBody>
      </p:sp>
      <p:sp>
        <p:nvSpPr>
          <p:cNvPr id="6" name="Content Placeholder 2">
            <a:extLst>
              <a:ext uri="{FF2B5EF4-FFF2-40B4-BE49-F238E27FC236}">
                <a16:creationId xmlns:a16="http://schemas.microsoft.com/office/drawing/2014/main" id="{3E3D5B52-5E50-DC44-AC6C-94853EC02735}"/>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FD830E9D-27D5-9A2A-D496-8FE3A58076E0}"/>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9354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p:nvSpPr>
        <p:spPr>
          <a:xfrm>
            <a:off x="6269580" y="258182"/>
            <a:ext cx="2412206" cy="2089312"/>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850"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p:nvPicPr>
        <p:blipFill>
          <a:blip r:embed="rId2" cstate="screen">
            <a:alphaModFix amt="60000"/>
            <a:extLst>
              <a:ext uri="{28A0092B-C50C-407E-A947-70E740481C1C}">
                <a14:useLocalDpi xmlns:a14="http://schemas.microsoft.com/office/drawing/2010/main"/>
              </a:ext>
            </a:extLst>
          </a:blip>
          <a:stretch>
            <a:fillRect/>
          </a:stretch>
        </p:blipFill>
        <p:spPr>
          <a:xfrm>
            <a:off x="462216" y="3389121"/>
            <a:ext cx="1752761" cy="1530444"/>
          </a:xfrm>
          <a:prstGeom prst="rect">
            <a:avLst/>
          </a:prstGeom>
        </p:spPr>
      </p:pic>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2" name="Slide Number Placeholder 5">
            <a:extLst>
              <a:ext uri="{FF2B5EF4-FFF2-40B4-BE49-F238E27FC236}">
                <a16:creationId xmlns:a16="http://schemas.microsoft.com/office/drawing/2014/main" id="{17D574F8-AC68-EB9F-1711-A6BC61292C75}"/>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37382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2B85F105-7170-45A5-DF86-EC3786316AC2}"/>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75381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7" y="294641"/>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US"/>
              <a:t>Click icon to add picture</a:t>
            </a:r>
          </a:p>
        </p:txBody>
      </p:sp>
      <p:sp>
        <p:nvSpPr>
          <p:cNvPr id="2" name="Slide Number Placeholder 5">
            <a:extLst>
              <a:ext uri="{FF2B5EF4-FFF2-40B4-BE49-F238E27FC236}">
                <a16:creationId xmlns:a16="http://schemas.microsoft.com/office/drawing/2014/main" id="{8713C1D3-3A89-5863-0378-75F2654F609F}"/>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412759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801" y="834850"/>
            <a:ext cx="3855139" cy="3942242"/>
          </a:xfrm>
          <a:prstGeom prst="rect">
            <a:avLst/>
          </a:prstGeom>
        </p:spPr>
        <p:txBody>
          <a:bodyPr lIns="0" rIns="0">
            <a:normAutofit/>
          </a:bodyPr>
          <a:lstStyle>
            <a:lvl1pPr marL="174617" indent="-174617">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793" indent="-174617">
              <a:buClrTx/>
              <a:tabLst/>
              <a:defRPr sz="1600" b="0" i="0">
                <a:solidFill>
                  <a:schemeClr val="bg2"/>
                </a:solidFill>
                <a:latin typeface="Arial" panose="020B0604020202020204" pitchFamily="34" charset="0"/>
              </a:defRPr>
            </a:lvl2pPr>
            <a:lvl3pPr marL="1087384" indent="-173030">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7" y="834850"/>
            <a:ext cx="3746835" cy="3466754"/>
          </a:xfrm>
          <a:prstGeom prst="rect">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411EFD46-DAD4-97CD-3D35-51051EC75EF9}"/>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85999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7"/>
            <a:ext cx="3746835" cy="3466754"/>
          </a:xfrm>
          <a:prstGeom prst="rect">
            <a:avLst/>
          </a:prstGeom>
        </p:spPr>
        <p:txBody>
          <a:bodyPr/>
          <a:lstStyle>
            <a:lvl1pPr marL="0" indent="0">
              <a:buNone/>
              <a:defRPr>
                <a:solidFill>
                  <a:schemeClr val="bg2"/>
                </a:solidFill>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B7E9FA06-F4CB-F4D1-1CC3-50B34454C458}"/>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87371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801" y="834850"/>
            <a:ext cx="3855139" cy="3942242"/>
          </a:xfrm>
          <a:prstGeom prst="rect">
            <a:avLst/>
          </a:prstGeom>
        </p:spPr>
        <p:txBody>
          <a:bodyPr lIns="0" rIns="0">
            <a:normAutofit/>
          </a:bodyPr>
          <a:lstStyle>
            <a:lvl1pPr marL="174617" indent="-174617">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793" indent="-174617">
              <a:buClrTx/>
              <a:tabLst/>
              <a:defRPr sz="1600" b="0" i="0">
                <a:solidFill>
                  <a:schemeClr val="bg2"/>
                </a:solidFill>
                <a:latin typeface="Arial" panose="020B0604020202020204" pitchFamily="34" charset="0"/>
              </a:defRPr>
            </a:lvl2pPr>
            <a:lvl3pPr marL="1087384" indent="-173030">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6" y="834850"/>
            <a:ext cx="3834374" cy="3942242"/>
          </a:xfrm>
          <a:prstGeom prst="rect">
            <a:avLst/>
          </a:prstGeom>
        </p:spPr>
        <p:txBody>
          <a:bodyPr lIns="0" rIns="0"/>
          <a:lstStyle>
            <a:lvl1pPr marL="174617" indent="-1746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793" indent="-174617">
              <a:buClrTx/>
              <a:buFont typeface="Arial"/>
              <a:buChar char="•"/>
              <a:tabLst/>
              <a:defRPr b="0" i="0">
                <a:solidFill>
                  <a:schemeClr val="bg2"/>
                </a:solidFill>
                <a:latin typeface="Arial" panose="020B0604020202020204" pitchFamily="34" charset="0"/>
                <a:cs typeface="Gotham Book" pitchFamily="2" charset="0"/>
              </a:defRPr>
            </a:lvl2pPr>
            <a:lvl3pPr marL="1087384" indent="-173030">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9AD89193-D8D8-531C-5310-F82CA7D892B7}"/>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5960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7" y="822330"/>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7" y="822330"/>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7" y="822330"/>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5545B6FA-4D4A-A72D-663E-9BFBAABD19C9}"/>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31392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78"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55"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7"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1B5DAC70-DB38-F319-A956-ADD21133A481}"/>
              </a:ext>
            </a:extLst>
          </p:cNvPr>
          <p:cNvSpPr>
            <a:spLocks noGrp="1"/>
          </p:cNvSpPr>
          <p:nvPr>
            <p:ph type="sldNum" sz="quarter" idx="4"/>
          </p:nvPr>
        </p:nvSpPr>
        <p:spPr>
          <a:xfrm>
            <a:off x="8489731" y="294642"/>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09736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6" y="294640"/>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US"/>
              <a:t>Click icon to add picture</a:t>
            </a:r>
          </a:p>
        </p:txBody>
      </p:sp>
      <p:sp>
        <p:nvSpPr>
          <p:cNvPr id="2" name="Slide Number Placeholder 5">
            <a:extLst>
              <a:ext uri="{FF2B5EF4-FFF2-40B4-BE49-F238E27FC236}">
                <a16:creationId xmlns:a16="http://schemas.microsoft.com/office/drawing/2014/main" id="{8713C1D3-3A89-5863-0378-75F2654F609F}"/>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412759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6" y="834850"/>
            <a:ext cx="3746835" cy="3466754"/>
          </a:xfrm>
          <a:prstGeom prst="rect">
            <a:avLst/>
          </a:prstGeom>
        </p:spPr>
        <p:txBody>
          <a:bodyPr/>
          <a:lstStyle>
            <a:lvl1pPr marL="0" indent="0">
              <a:buNone/>
              <a:defRPr>
                <a:solidFill>
                  <a:schemeClr val="bg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411EFD46-DAD4-97CD-3D35-51051EC75EF9}"/>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85999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7"/>
            <a:ext cx="3746835" cy="3466754"/>
          </a:xfrm>
          <a:prstGeom prst="rect">
            <a:avLst/>
          </a:prstGeom>
        </p:spPr>
        <p:txBody>
          <a:bodyPr/>
          <a:lstStyle>
            <a:lvl1pPr marL="0" indent="0">
              <a:buNone/>
              <a:defRPr>
                <a:solidFill>
                  <a:schemeClr val="bg2"/>
                </a:solidFill>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B7E9FA06-F4CB-F4D1-1CC3-50B34454C458}"/>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87371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2" name="Slide Number Placeholder 5">
            <a:extLst>
              <a:ext uri="{FF2B5EF4-FFF2-40B4-BE49-F238E27FC236}">
                <a16:creationId xmlns:a16="http://schemas.microsoft.com/office/drawing/2014/main" id="{9AD89193-D8D8-531C-5310-F82CA7D892B7}"/>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15960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5545B6FA-4D4A-A72D-663E-9BFBAABD19C9}"/>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31392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1B5DAC70-DB38-F319-A956-ADD21133A481}"/>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09736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3"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8"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8" y="3381265"/>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1" y="869267"/>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7D3DB3E9-4640-CC36-7DC1-C7FE5E9E14E2}"/>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33497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1"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1"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7"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7"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1C45E8FA-15AA-E798-8DC5-4D383D409881}"/>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61045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1"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5"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6"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400"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A6CB5CF6-FAAC-1959-B202-00829A4B7E3E}"/>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308024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4"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8"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7"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1"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3"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7"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Slide Number Placeholder 5">
            <a:extLst>
              <a:ext uri="{FF2B5EF4-FFF2-40B4-BE49-F238E27FC236}">
                <a16:creationId xmlns:a16="http://schemas.microsoft.com/office/drawing/2014/main" id="{CA9F6E87-B5DA-E7DB-E3BA-7D5E55CF1661}"/>
              </a:ext>
            </a:extLst>
          </p:cNvPr>
          <p:cNvSpPr>
            <a:spLocks noGrp="1"/>
          </p:cNvSpPr>
          <p:nvPr>
            <p:ph type="sldNum" sz="quarter" idx="4"/>
          </p:nvPr>
        </p:nvSpPr>
        <p:spPr>
          <a:xfrm>
            <a:off x="8489731" y="294641"/>
            <a:ext cx="443814" cy="181504"/>
          </a:xfrm>
          <a:prstGeom prst="rect">
            <a:avLst/>
          </a:prstGeom>
        </p:spPr>
        <p:txBody>
          <a:bodyPr vert="horz" lIns="91440" tIns="45720" rIns="0" bIns="45720" rtlCol="0" anchor="ctr"/>
          <a:lstStyle>
            <a:lvl1pPr algn="r">
              <a:defRPr sz="800">
                <a:solidFill>
                  <a:schemeClr val="bg2"/>
                </a:solidFill>
              </a:defRPr>
            </a:lvl1pPr>
          </a:lstStyle>
          <a:p>
            <a:fld id="{D7204FAE-5593-4848-B745-1B52CE6FB0D9}" type="slidenum">
              <a:rPr lang="en-US" smtClean="0"/>
              <a:pPr/>
              <a:t>‹#›</a:t>
            </a:fld>
            <a:endParaRPr lang="en-US"/>
          </a:p>
        </p:txBody>
      </p:sp>
    </p:spTree>
    <p:extLst>
      <p:ext uri="{BB962C8B-B14F-4D97-AF65-F5344CB8AC3E}">
        <p14:creationId xmlns:p14="http://schemas.microsoft.com/office/powerpoint/2010/main" val="223608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cSld name="Section Break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4"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5" name="Picture 10">
            <a:extLst>
              <a:ext uri="{FF2B5EF4-FFF2-40B4-BE49-F238E27FC236}">
                <a16:creationId xmlns:a16="http://schemas.microsoft.com/office/drawing/2014/main" id="{C5B9394D-6180-81EB-650C-CD38A77046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058039" y="4893345"/>
            <a:ext cx="758854" cy="180406"/>
          </a:xfrm>
          <a:prstGeom prst="rect">
            <a:avLst/>
          </a:prstGeom>
        </p:spPr>
      </p:pic>
      <p:sp>
        <p:nvSpPr>
          <p:cNvPr id="7" name="Picture 4">
            <a:extLst>
              <a:ext uri="{FF2B5EF4-FFF2-40B4-BE49-F238E27FC236}">
                <a16:creationId xmlns:a16="http://schemas.microsoft.com/office/drawing/2014/main" id="{EF032578-7855-B30B-28F4-2845D15A528B}"/>
              </a:ext>
            </a:extLst>
          </p:cNvPr>
          <p:cNvSpPr/>
          <p:nvPr/>
        </p:nvSpPr>
        <p:spPr>
          <a:xfrm>
            <a:off x="8781009" y="4848988"/>
            <a:ext cx="626910" cy="307776"/>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noFill/>
          <a:ln w="1855" cap="flat">
            <a:noFill/>
            <a:prstDash val="solid"/>
            <a:miter/>
          </a:ln>
        </p:spPr>
        <p:txBody>
          <a:bodyPr lIns="182880" rIns="274320" rtlCol="0" anchor="ctr"/>
          <a:lstStyle/>
          <a:p>
            <a:fld id="{38310067-E2DB-45DF-9C60-3367C8991E2A}"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4208244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193" y="1193"/>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3" y="1193"/>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2" y="2"/>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1" y="524204"/>
            <a:ext cx="8311896" cy="32823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6" y="4874068"/>
            <a:ext cx="244126" cy="103874"/>
          </a:xfrm>
          <a:prstGeom prst="rect">
            <a:avLst/>
          </a:prstGeom>
          <a:noFill/>
          <a:ln w="9525" algn="ctr">
            <a:noFill/>
            <a:miter lim="800000"/>
            <a:headEnd/>
            <a:tailEnd/>
          </a:ln>
          <a:effectLst/>
        </p:spPr>
        <p:txBody>
          <a:bodyPr wrap="square" lIns="0" tIns="0" rIns="0" bIns="0" anchor="b">
            <a:spAutoFit/>
          </a:bodyPr>
          <a:lstStyle/>
          <a:p>
            <a:pPr algn="r" defTabSz="458036"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36"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2" y="4876254"/>
            <a:ext cx="5458396" cy="9233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3" y="31200"/>
            <a:ext cx="2882504" cy="92333"/>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2" y="220982"/>
            <a:ext cx="8311896" cy="32823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3719920572"/>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userDrawn="1">
  <p:cSld name="Title Only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7BF56-527A-3789-DB3F-4913B1A3B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nchor="ctr"/>
          <a:lstStyle>
            <a:lvl1pPr algn="l">
              <a:defRPr sz="18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108585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6857274"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31584" y="1"/>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8"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70"/>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8212150"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2" name="Picture 1" descr="A blue background with lines&#10;&#10;Description automatically generated">
            <a:extLst>
              <a:ext uri="{FF2B5EF4-FFF2-40B4-BE49-F238E27FC236}">
                <a16:creationId xmlns:a16="http://schemas.microsoft.com/office/drawing/2014/main" id="{683BB4FC-D0F4-06BC-F818-0798E57742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7" name="Straight Connector 6">
            <a:extLst>
              <a:ext uri="{FF2B5EF4-FFF2-40B4-BE49-F238E27FC236}">
                <a16:creationId xmlns:a16="http://schemas.microsoft.com/office/drawing/2014/main" id="{3F708C95-3DCA-42BF-EFD8-690B80141D00}"/>
              </a:ext>
            </a:extLst>
          </p:cNvPr>
          <p:cNvCxnSpPr>
            <a:cxnSpLocks/>
          </p:cNvCxnSpPr>
          <p:nvPr userDrawn="1"/>
        </p:nvCxnSpPr>
        <p:spPr>
          <a:xfrm flipH="1">
            <a:off x="6857274"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8002F5D-F31A-B75C-B08D-C60C62736FE2}"/>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837476E9-B0A4-DC21-D4BE-67F94F462267}"/>
              </a:ext>
            </a:extLst>
          </p:cNvPr>
          <p:cNvSpPr/>
          <p:nvPr userDrawn="1"/>
        </p:nvSpPr>
        <p:spPr>
          <a:xfrm>
            <a:off x="-31584" y="1"/>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26">
            <a:extLst>
              <a:ext uri="{FF2B5EF4-FFF2-40B4-BE49-F238E27FC236}">
                <a16:creationId xmlns:a16="http://schemas.microsoft.com/office/drawing/2014/main" id="{44BC39B7-65D3-5A5B-CFCC-9DFC6E17DA6E}"/>
              </a:ext>
            </a:extLst>
          </p:cNvPr>
          <p:cNvPicPr>
            <a:picLocks noChangeAspect="1" noChangeArrowheads="1"/>
          </p:cNvPicPr>
          <p:nvPr userDrawn="1"/>
        </p:nvPicPr>
        <p:blipFill>
          <a:blip>
            <a:extLst>
              <a:ext uri="{96DAC541-7B7A-43D3-8B79-37D633B846F1}">
                <asvg:svgBlip xmlns:asvg="http://schemas.microsoft.com/office/drawing/2016/SVG/main" r:embed="rId4"/>
              </a:ext>
            </a:extLst>
          </a:blip>
          <a:srcRect/>
          <a:stretch/>
        </p:blipFill>
        <p:spPr bwMode="auto">
          <a:xfrm>
            <a:off x="603848" y="4156974"/>
            <a:ext cx="1495245" cy="563971"/>
          </a:xfrm>
          <a:prstGeom prst="rect">
            <a:avLst/>
          </a:prstGeom>
          <a:noFill/>
        </p:spPr>
      </p:pic>
      <p:sp>
        <p:nvSpPr>
          <p:cNvPr id="11" name="Rectangle 10">
            <a:extLst>
              <a:ext uri="{FF2B5EF4-FFF2-40B4-BE49-F238E27FC236}">
                <a16:creationId xmlns:a16="http://schemas.microsoft.com/office/drawing/2014/main" id="{C8A04AC7-5ADF-2A57-8AC2-6FFCF1906571}"/>
              </a:ext>
            </a:extLst>
          </p:cNvPr>
          <p:cNvSpPr/>
          <p:nvPr userDrawn="1"/>
        </p:nvSpPr>
        <p:spPr>
          <a:xfrm>
            <a:off x="8212150"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2E8A5DE7-63BE-B1E7-925D-0C3FCA775A15}"/>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1290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5431510" y="-1604"/>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8"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70"/>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2" name="Picture 1">
            <a:extLst>
              <a:ext uri="{FF2B5EF4-FFF2-40B4-BE49-F238E27FC236}">
                <a16:creationId xmlns:a16="http://schemas.microsoft.com/office/drawing/2014/main" id="{174FCC8A-AADA-D0E5-F507-BDEC34469DF7}"/>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3" name="Freeform 2">
            <a:extLst>
              <a:ext uri="{FF2B5EF4-FFF2-40B4-BE49-F238E27FC236}">
                <a16:creationId xmlns:a16="http://schemas.microsoft.com/office/drawing/2014/main" id="{0174E407-DDDE-40F3-2684-ECA1B881A521}"/>
              </a:ext>
            </a:extLst>
          </p:cNvPr>
          <p:cNvSpPr/>
          <p:nvPr userDrawn="1"/>
        </p:nvSpPr>
        <p:spPr>
          <a:xfrm>
            <a:off x="5431510" y="-1604"/>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26">
            <a:extLst>
              <a:ext uri="{FF2B5EF4-FFF2-40B4-BE49-F238E27FC236}">
                <a16:creationId xmlns:a16="http://schemas.microsoft.com/office/drawing/2014/main" id="{5ECA2069-7D6D-A0CA-F204-4B5BE3532F81}"/>
              </a:ext>
            </a:extLst>
          </p:cNvPr>
          <p:cNvPicPr>
            <a:picLocks noChangeAspect="1" noChangeArrowheads="1"/>
          </p:cNvPicPr>
          <p:nvPr userDrawn="1"/>
        </p:nvPicPr>
        <p:blipFill>
          <a:blip>
            <a:extLst>
              <a:ext uri="{96DAC541-7B7A-43D3-8B79-37D633B846F1}">
                <asvg:svgBlip xmlns:asvg="http://schemas.microsoft.com/office/drawing/2016/SVG/main" r:embed="rId4"/>
              </a:ext>
            </a:extLst>
          </a:blip>
          <a:srcRect/>
          <a:stretch/>
        </p:blipFill>
        <p:spPr bwMode="auto">
          <a:xfrm>
            <a:off x="603848" y="4156974"/>
            <a:ext cx="1495245" cy="563971"/>
          </a:xfrm>
          <a:prstGeom prst="rect">
            <a:avLst/>
          </a:prstGeom>
          <a:noFill/>
        </p:spPr>
      </p:pic>
      <p:sp>
        <p:nvSpPr>
          <p:cNvPr id="10" name="Freeform 9">
            <a:extLst>
              <a:ext uri="{FF2B5EF4-FFF2-40B4-BE49-F238E27FC236}">
                <a16:creationId xmlns:a16="http://schemas.microsoft.com/office/drawing/2014/main" id="{D6AFB8A1-A842-012E-530C-2F0C1E89EEF1}"/>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6880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5439744" y="-2852"/>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8"/>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5"/>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2" name="Picture 1" descr="A blue background with lines&#10;&#10;Description automatically generated">
            <a:extLst>
              <a:ext uri="{FF2B5EF4-FFF2-40B4-BE49-F238E27FC236}">
                <a16:creationId xmlns:a16="http://schemas.microsoft.com/office/drawing/2014/main" id="{174606C3-1E4C-08F9-DD30-0A793CBAFF1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8" name="Picture 26">
            <a:extLst>
              <a:ext uri="{FF2B5EF4-FFF2-40B4-BE49-F238E27FC236}">
                <a16:creationId xmlns:a16="http://schemas.microsoft.com/office/drawing/2014/main" id="{BB1B70F0-52B7-45AC-1184-A4343D2E9423}"/>
              </a:ext>
            </a:extLst>
          </p:cNvPr>
          <p:cNvPicPr>
            <a:picLocks noChangeAspect="1" noChangeArrowheads="1"/>
          </p:cNvPicPr>
          <p:nvPr userDrawn="1"/>
        </p:nvPicPr>
        <p:blipFill>
          <a:blip>
            <a:extLst>
              <a:ext uri="{96DAC541-7B7A-43D3-8B79-37D633B846F1}">
                <asvg:svgBlip xmlns:asvg="http://schemas.microsoft.com/office/drawing/2016/SVG/main" r:embed="rId4"/>
              </a:ext>
            </a:extLst>
          </a:blip>
          <a:srcRect/>
          <a:stretch/>
        </p:blipFill>
        <p:spPr bwMode="auto">
          <a:xfrm>
            <a:off x="603848" y="4156974"/>
            <a:ext cx="1495245" cy="563971"/>
          </a:xfrm>
          <a:prstGeom prst="rect">
            <a:avLst/>
          </a:prstGeom>
          <a:noFill/>
        </p:spPr>
      </p:pic>
      <p:sp>
        <p:nvSpPr>
          <p:cNvPr id="9" name="Freeform 8">
            <a:extLst>
              <a:ext uri="{FF2B5EF4-FFF2-40B4-BE49-F238E27FC236}">
                <a16:creationId xmlns:a16="http://schemas.microsoft.com/office/drawing/2014/main" id="{D5898980-AA4D-712F-55F7-8635AE10B9F7}"/>
              </a:ext>
            </a:extLst>
          </p:cNvPr>
          <p:cNvSpPr/>
          <p:nvPr userDrawn="1"/>
        </p:nvSpPr>
        <p:spPr>
          <a:xfrm>
            <a:off x="5439744" y="-2852"/>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4164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9" y="-1588"/>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8"/>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5"/>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4604084"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6" name="Picture 5" descr="A blue background with lines&#10;&#10;Description automatically generated">
            <a:extLst>
              <a:ext uri="{FF2B5EF4-FFF2-40B4-BE49-F238E27FC236}">
                <a16:creationId xmlns:a16="http://schemas.microsoft.com/office/drawing/2014/main" id="{D8A192D8-F83A-20A6-853B-0155D57834D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7" name="Picture 26">
            <a:extLst>
              <a:ext uri="{FF2B5EF4-FFF2-40B4-BE49-F238E27FC236}">
                <a16:creationId xmlns:a16="http://schemas.microsoft.com/office/drawing/2014/main" id="{8C192C67-2379-775D-5E22-F2A8CCA32034}"/>
              </a:ext>
            </a:extLst>
          </p:cNvPr>
          <p:cNvPicPr>
            <a:picLocks noChangeAspect="1" noChangeArrowheads="1"/>
          </p:cNvPicPr>
          <p:nvPr userDrawn="1"/>
        </p:nvPicPr>
        <p:blipFill>
          <a:blip>
            <a:extLst>
              <a:ext uri="{96DAC541-7B7A-43D3-8B79-37D633B846F1}">
                <asvg:svgBlip xmlns:asvg="http://schemas.microsoft.com/office/drawing/2016/SVG/main" r:embed="rId4"/>
              </a:ext>
            </a:extLst>
          </a:blip>
          <a:srcRect/>
          <a:stretch/>
        </p:blipFill>
        <p:spPr bwMode="auto">
          <a:xfrm>
            <a:off x="603848" y="4156974"/>
            <a:ext cx="1495245" cy="563971"/>
          </a:xfrm>
          <a:prstGeom prst="rect">
            <a:avLst/>
          </a:prstGeom>
          <a:noFill/>
        </p:spPr>
      </p:pic>
      <p:sp>
        <p:nvSpPr>
          <p:cNvPr id="10" name="Freeform 9">
            <a:extLst>
              <a:ext uri="{FF2B5EF4-FFF2-40B4-BE49-F238E27FC236}">
                <a16:creationId xmlns:a16="http://schemas.microsoft.com/office/drawing/2014/main" id="{E92367E5-0675-AC27-398F-87C68F075E2A}"/>
              </a:ext>
            </a:extLst>
          </p:cNvPr>
          <p:cNvSpPr/>
          <p:nvPr userDrawn="1"/>
        </p:nvSpPr>
        <p:spPr>
          <a:xfrm>
            <a:off x="4604084"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7133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6163798" y="2"/>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8" y="866068"/>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603848" y="4156974"/>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9" y="2871575"/>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3" name="Freeform 2">
            <a:extLst>
              <a:ext uri="{FF2B5EF4-FFF2-40B4-BE49-F238E27FC236}">
                <a16:creationId xmlns:a16="http://schemas.microsoft.com/office/drawing/2014/main" id="{63B6C2A8-0750-0480-35F0-154E20503B7A}"/>
              </a:ext>
            </a:extLst>
          </p:cNvPr>
          <p:cNvSpPr/>
          <p:nvPr userDrawn="1"/>
        </p:nvSpPr>
        <p:spPr>
          <a:xfrm>
            <a:off x="6163798" y="2"/>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9" name="Picture 26">
            <a:extLst>
              <a:ext uri="{FF2B5EF4-FFF2-40B4-BE49-F238E27FC236}">
                <a16:creationId xmlns:a16="http://schemas.microsoft.com/office/drawing/2014/main" id="{FB9AEA23-A2A9-A005-4AD8-510F44727D0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Tree>
    <p:extLst>
      <p:ext uri="{BB962C8B-B14F-4D97-AF65-F5344CB8AC3E}">
        <p14:creationId xmlns:p14="http://schemas.microsoft.com/office/powerpoint/2010/main" val="207631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6163798" y="2"/>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603848" y="4156974"/>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8" y="866068"/>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9" y="2871575"/>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4" name="Freeform 3">
            <a:extLst>
              <a:ext uri="{FF2B5EF4-FFF2-40B4-BE49-F238E27FC236}">
                <a16:creationId xmlns:a16="http://schemas.microsoft.com/office/drawing/2014/main" id="{5A8F787A-3272-6682-27DA-131DFE298105}"/>
              </a:ext>
            </a:extLst>
          </p:cNvPr>
          <p:cNvSpPr/>
          <p:nvPr userDrawn="1"/>
        </p:nvSpPr>
        <p:spPr>
          <a:xfrm>
            <a:off x="6163798" y="2"/>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5" name="Picture 26">
            <a:extLst>
              <a:ext uri="{FF2B5EF4-FFF2-40B4-BE49-F238E27FC236}">
                <a16:creationId xmlns:a16="http://schemas.microsoft.com/office/drawing/2014/main" id="{CA5B4B37-1F02-242A-4BF1-09FCEF618873}"/>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4"/>
            <a:ext cx="1495245" cy="563971"/>
          </a:xfrm>
          <a:prstGeom prst="rect">
            <a:avLst/>
          </a:prstGeom>
          <a:noFill/>
        </p:spPr>
      </p:pic>
    </p:spTree>
    <p:extLst>
      <p:ext uri="{BB962C8B-B14F-4D97-AF65-F5344CB8AC3E}">
        <p14:creationId xmlns:p14="http://schemas.microsoft.com/office/powerpoint/2010/main" val="148033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220" y="1249"/>
            <a:ext cx="9141780" cy="5142251"/>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8"/>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635355"/>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Do not use this title slide outside of Anaplan Kickoff FY26</a:t>
            </a:r>
          </a:p>
        </p:txBody>
      </p:sp>
      <p:pic>
        <p:nvPicPr>
          <p:cNvPr id="2" name="Picture 1">
            <a:extLst>
              <a:ext uri="{FF2B5EF4-FFF2-40B4-BE49-F238E27FC236}">
                <a16:creationId xmlns:a16="http://schemas.microsoft.com/office/drawing/2014/main" id="{CD07B5A2-8965-D7B7-B377-62439F4D758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220" y="1249"/>
            <a:ext cx="9141780" cy="5142251"/>
          </a:xfrm>
          <a:prstGeom prst="rect">
            <a:avLst/>
          </a:prstGeom>
        </p:spPr>
      </p:pic>
    </p:spTree>
    <p:extLst>
      <p:ext uri="{BB962C8B-B14F-4D97-AF65-F5344CB8AC3E}">
        <p14:creationId xmlns:p14="http://schemas.microsoft.com/office/powerpoint/2010/main" val="386457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1" y="359454"/>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319259" y="96732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319259" y="197316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328403" y="29698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328403" y="39756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1"/>
            <a:ext cx="3625850"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1"/>
            <a:ext cx="3625850"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5"/>
            <a:ext cx="3625850"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9"/>
            <a:ext cx="3625850"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4" name="Rectangle 3">
            <a:extLst>
              <a:ext uri="{FF2B5EF4-FFF2-40B4-BE49-F238E27FC236}">
                <a16:creationId xmlns:a16="http://schemas.microsoft.com/office/drawing/2014/main" id="{9C063C81-9EA2-CB74-5FFE-DF906BDE909C}"/>
              </a:ext>
            </a:extLst>
          </p:cNvPr>
          <p:cNvSpPr/>
          <p:nvPr userDrawn="1"/>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5" name="Straight Connector 4">
            <a:extLst>
              <a:ext uri="{FF2B5EF4-FFF2-40B4-BE49-F238E27FC236}">
                <a16:creationId xmlns:a16="http://schemas.microsoft.com/office/drawing/2014/main" id="{B9A1A453-EF96-7179-1F0D-8D08346B68A2}"/>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7B27351-EB95-C11A-F3CB-3B3C05902684}"/>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0D68392-DD0A-D3D6-D064-4DEA7E5F9A4C}"/>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CB31605-9F73-FEE7-3E68-5DA7A767EC73}"/>
              </a:ext>
            </a:extLst>
          </p:cNvPr>
          <p:cNvSpPr txBox="1"/>
          <p:nvPr userDrawn="1"/>
        </p:nvSpPr>
        <p:spPr>
          <a:xfrm>
            <a:off x="319259" y="96732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12" name="TextBox 11">
            <a:extLst>
              <a:ext uri="{FF2B5EF4-FFF2-40B4-BE49-F238E27FC236}">
                <a16:creationId xmlns:a16="http://schemas.microsoft.com/office/drawing/2014/main" id="{7E4BA83D-3009-17FE-FD7B-CB518DF29040}"/>
              </a:ext>
            </a:extLst>
          </p:cNvPr>
          <p:cNvSpPr txBox="1"/>
          <p:nvPr userDrawn="1"/>
        </p:nvSpPr>
        <p:spPr>
          <a:xfrm>
            <a:off x="319259" y="197316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14" name="TextBox 13">
            <a:extLst>
              <a:ext uri="{FF2B5EF4-FFF2-40B4-BE49-F238E27FC236}">
                <a16:creationId xmlns:a16="http://schemas.microsoft.com/office/drawing/2014/main" id="{83B431E6-B91F-0703-A05A-55562BC84082}"/>
              </a:ext>
            </a:extLst>
          </p:cNvPr>
          <p:cNvSpPr txBox="1"/>
          <p:nvPr userDrawn="1"/>
        </p:nvSpPr>
        <p:spPr>
          <a:xfrm>
            <a:off x="328403" y="29698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15" name="TextBox 14">
            <a:extLst>
              <a:ext uri="{FF2B5EF4-FFF2-40B4-BE49-F238E27FC236}">
                <a16:creationId xmlns:a16="http://schemas.microsoft.com/office/drawing/2014/main" id="{C4DA6752-784D-3109-BE7F-522216484472}"/>
              </a:ext>
            </a:extLst>
          </p:cNvPr>
          <p:cNvSpPr txBox="1"/>
          <p:nvPr userDrawn="1"/>
        </p:nvSpPr>
        <p:spPr>
          <a:xfrm>
            <a:off x="328403" y="39756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6" name="Freeform 15">
            <a:extLst>
              <a:ext uri="{FF2B5EF4-FFF2-40B4-BE49-F238E27FC236}">
                <a16:creationId xmlns:a16="http://schemas.microsoft.com/office/drawing/2014/main" id="{BE53127D-4A1D-FF69-94E1-64AF20153101}"/>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7" name="Picture 10">
            <a:extLst>
              <a:ext uri="{FF2B5EF4-FFF2-40B4-BE49-F238E27FC236}">
                <a16:creationId xmlns:a16="http://schemas.microsoft.com/office/drawing/2014/main" id="{F0BF6B59-0D85-FD10-B66B-4306F6FA126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570944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319259" y="96732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319259" y="197316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328403" y="29698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328403" y="39756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1" y="359454"/>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1"/>
            <a:ext cx="3625850" cy="582613"/>
          </a:xfrm>
          <a:prstGeom prst="rect">
            <a:avLst/>
          </a:prstGeom>
        </p:spPr>
        <p:txBody>
          <a:bodyPr lIns="0" anchor="ctr"/>
          <a:lstStyle>
            <a:lvl1pPr marL="0" indent="0">
              <a:buNone/>
              <a:defRPr>
                <a:solidFill>
                  <a:schemeClr val="bg1"/>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1"/>
            <a:ext cx="3625850" cy="582613"/>
          </a:xfrm>
          <a:prstGeom prst="rect">
            <a:avLst/>
          </a:prstGeom>
        </p:spPr>
        <p:txBody>
          <a:bodyPr lIns="0" anchor="ctr"/>
          <a:lstStyle>
            <a:lvl1pPr marL="0" indent="0">
              <a:buNone/>
              <a:defRPr>
                <a:solidFill>
                  <a:schemeClr val="bg1"/>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5"/>
            <a:ext cx="3625850" cy="582613"/>
          </a:xfrm>
          <a:prstGeom prst="rect">
            <a:avLst/>
          </a:prstGeom>
        </p:spPr>
        <p:txBody>
          <a:bodyPr lIns="0" anchor="ctr"/>
          <a:lstStyle>
            <a:lvl1pPr marL="0" indent="0">
              <a:buNone/>
              <a:defRPr>
                <a:solidFill>
                  <a:schemeClr val="bg1"/>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9"/>
            <a:ext cx="3625850" cy="582613"/>
          </a:xfrm>
          <a:prstGeom prst="rect">
            <a:avLst/>
          </a:prstGeom>
        </p:spPr>
        <p:txBody>
          <a:bodyPr lIns="0" anchor="ctr"/>
          <a:lstStyle>
            <a:lvl1pPr marL="0" indent="0">
              <a:buNone/>
              <a:defRPr>
                <a:solidFill>
                  <a:schemeClr val="bg1"/>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5" name="Rectangle 4">
            <a:extLst>
              <a:ext uri="{FF2B5EF4-FFF2-40B4-BE49-F238E27FC236}">
                <a16:creationId xmlns:a16="http://schemas.microsoft.com/office/drawing/2014/main" id="{F70608B7-0F15-B077-0569-75373D9C4FE9}"/>
              </a:ext>
            </a:extLst>
          </p:cNvPr>
          <p:cNvSpPr/>
          <p:nvPr userDrawn="1"/>
        </p:nvSpPr>
        <p:spPr>
          <a:xfrm>
            <a:off x="1"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D58E7F8F-DCE5-FA55-F1DC-A8B1ED9B7A13}"/>
              </a:ext>
            </a:extLst>
          </p:cNvPr>
          <p:cNvSpPr/>
          <p:nvPr userDrawn="1"/>
        </p:nvSpPr>
        <p:spPr>
          <a:xfrm flipH="1">
            <a:off x="1"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Connector 6">
            <a:extLst>
              <a:ext uri="{FF2B5EF4-FFF2-40B4-BE49-F238E27FC236}">
                <a16:creationId xmlns:a16="http://schemas.microsoft.com/office/drawing/2014/main" id="{1F52BD87-E598-7E4F-855B-6AD525139BDF}"/>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ACAA0BC-809C-C944-79A3-4484E74B7579}"/>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506F73D-4A90-35DD-62C8-6D9E0AC0BD5B}"/>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8C9EAB8-7F93-AD01-8877-8F3ED343349E}"/>
              </a:ext>
            </a:extLst>
          </p:cNvPr>
          <p:cNvSpPr txBox="1"/>
          <p:nvPr userDrawn="1"/>
        </p:nvSpPr>
        <p:spPr>
          <a:xfrm>
            <a:off x="319259" y="96732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16" name="TextBox 15">
            <a:extLst>
              <a:ext uri="{FF2B5EF4-FFF2-40B4-BE49-F238E27FC236}">
                <a16:creationId xmlns:a16="http://schemas.microsoft.com/office/drawing/2014/main" id="{A7251D95-C30C-9FB9-BB1E-17421F0B18F0}"/>
              </a:ext>
            </a:extLst>
          </p:cNvPr>
          <p:cNvSpPr txBox="1"/>
          <p:nvPr userDrawn="1"/>
        </p:nvSpPr>
        <p:spPr>
          <a:xfrm>
            <a:off x="319259" y="1973161"/>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17" name="TextBox 16">
            <a:extLst>
              <a:ext uri="{FF2B5EF4-FFF2-40B4-BE49-F238E27FC236}">
                <a16:creationId xmlns:a16="http://schemas.microsoft.com/office/drawing/2014/main" id="{C6C693B7-9098-2DFE-4CEA-4A536FEC872D}"/>
              </a:ext>
            </a:extLst>
          </p:cNvPr>
          <p:cNvSpPr txBox="1"/>
          <p:nvPr userDrawn="1"/>
        </p:nvSpPr>
        <p:spPr>
          <a:xfrm>
            <a:off x="328403" y="29698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19" name="TextBox 18">
            <a:extLst>
              <a:ext uri="{FF2B5EF4-FFF2-40B4-BE49-F238E27FC236}">
                <a16:creationId xmlns:a16="http://schemas.microsoft.com/office/drawing/2014/main" id="{00BE7AF1-7B89-CE35-48ED-4413D540F82C}"/>
              </a:ext>
            </a:extLst>
          </p:cNvPr>
          <p:cNvSpPr txBox="1"/>
          <p:nvPr userDrawn="1"/>
        </p:nvSpPr>
        <p:spPr>
          <a:xfrm>
            <a:off x="328403" y="39756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0" name="Freeform 19">
            <a:extLst>
              <a:ext uri="{FF2B5EF4-FFF2-40B4-BE49-F238E27FC236}">
                <a16:creationId xmlns:a16="http://schemas.microsoft.com/office/drawing/2014/main" id="{C62D3ABA-8F1F-647A-27E4-F296CD23D6D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1" name="Picture 10">
            <a:extLst>
              <a:ext uri="{FF2B5EF4-FFF2-40B4-BE49-F238E27FC236}">
                <a16:creationId xmlns:a16="http://schemas.microsoft.com/office/drawing/2014/main" id="{957EFCED-BE38-0A25-27C6-0E14D7416A0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409484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419101"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408941"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5" name="TextBox 14">
            <a:extLst>
              <a:ext uri="{FF2B5EF4-FFF2-40B4-BE49-F238E27FC236}">
                <a16:creationId xmlns:a16="http://schemas.microsoft.com/office/drawing/2014/main" id="{01D18D3F-574E-2615-5E18-595401817DF2}"/>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16" name="TextBox 15">
            <a:extLst>
              <a:ext uri="{FF2B5EF4-FFF2-40B4-BE49-F238E27FC236}">
                <a16:creationId xmlns:a16="http://schemas.microsoft.com/office/drawing/2014/main" id="{F64EDE96-037A-996B-92C2-C93772B26BAC}"/>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17" name="TextBox 16">
            <a:extLst>
              <a:ext uri="{FF2B5EF4-FFF2-40B4-BE49-F238E27FC236}">
                <a16:creationId xmlns:a16="http://schemas.microsoft.com/office/drawing/2014/main" id="{0D8F01CB-5F50-5CB6-D771-2C1A060240E5}"/>
              </a:ext>
            </a:extLst>
          </p:cNvPr>
          <p:cNvSpPr txBox="1"/>
          <p:nvPr userDrawn="1"/>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18" name="TextBox 17">
            <a:extLst>
              <a:ext uri="{FF2B5EF4-FFF2-40B4-BE49-F238E27FC236}">
                <a16:creationId xmlns:a16="http://schemas.microsoft.com/office/drawing/2014/main" id="{DEEA9FAE-D85A-D810-9A8E-BE7D2016D176}"/>
              </a:ext>
            </a:extLst>
          </p:cNvPr>
          <p:cNvSpPr txBox="1"/>
          <p:nvPr userDrawn="1"/>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19" name="Group 18">
            <a:extLst>
              <a:ext uri="{FF2B5EF4-FFF2-40B4-BE49-F238E27FC236}">
                <a16:creationId xmlns:a16="http://schemas.microsoft.com/office/drawing/2014/main" id="{9D37A0D6-4532-40A1-980C-DB77402C0BBB}"/>
              </a:ext>
            </a:extLst>
          </p:cNvPr>
          <p:cNvGrpSpPr/>
          <p:nvPr userDrawn="1"/>
        </p:nvGrpSpPr>
        <p:grpSpPr>
          <a:xfrm>
            <a:off x="419101" y="2081359"/>
            <a:ext cx="7815189" cy="0"/>
            <a:chOff x="419100" y="1927655"/>
            <a:chExt cx="7815189" cy="0"/>
          </a:xfrm>
        </p:grpSpPr>
        <p:cxnSp>
          <p:nvCxnSpPr>
            <p:cNvPr id="20" name="Straight Connector 19">
              <a:extLst>
                <a:ext uri="{FF2B5EF4-FFF2-40B4-BE49-F238E27FC236}">
                  <a16:creationId xmlns:a16="http://schemas.microsoft.com/office/drawing/2014/main" id="{CDEF6302-087E-E5E3-4D44-B658C297736E}"/>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F711DBB-A381-C9E7-D8F7-5AA7CB2E7900}"/>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56877145-1F34-31C2-5DB8-EDB850F3FC27}"/>
              </a:ext>
            </a:extLst>
          </p:cNvPr>
          <p:cNvGrpSpPr/>
          <p:nvPr userDrawn="1"/>
        </p:nvGrpSpPr>
        <p:grpSpPr>
          <a:xfrm>
            <a:off x="408941" y="3456465"/>
            <a:ext cx="7815189" cy="0"/>
            <a:chOff x="408940" y="3228135"/>
            <a:chExt cx="7815189" cy="0"/>
          </a:xfrm>
        </p:grpSpPr>
        <p:cxnSp>
          <p:nvCxnSpPr>
            <p:cNvPr id="23" name="Straight Connector 22">
              <a:extLst>
                <a:ext uri="{FF2B5EF4-FFF2-40B4-BE49-F238E27FC236}">
                  <a16:creationId xmlns:a16="http://schemas.microsoft.com/office/drawing/2014/main" id="{46846756-FCF6-D032-35AF-ED2D424AA68B}"/>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4AFD619-CDB4-BF57-E810-30179A1ABC21}"/>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5" name="TextBox 24">
            <a:extLst>
              <a:ext uri="{FF2B5EF4-FFF2-40B4-BE49-F238E27FC236}">
                <a16:creationId xmlns:a16="http://schemas.microsoft.com/office/drawing/2014/main" id="{5D8B930B-0479-E12B-B4A5-0A9ED0535C0B}"/>
              </a:ext>
            </a:extLst>
          </p:cNvPr>
          <p:cNvSpPr txBox="1"/>
          <p:nvPr userDrawn="1"/>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26" name="TextBox 25">
            <a:extLst>
              <a:ext uri="{FF2B5EF4-FFF2-40B4-BE49-F238E27FC236}">
                <a16:creationId xmlns:a16="http://schemas.microsoft.com/office/drawing/2014/main" id="{BEA0B130-DA98-F958-BFED-F3860EC70994}"/>
              </a:ext>
            </a:extLst>
          </p:cNvPr>
          <p:cNvSpPr txBox="1"/>
          <p:nvPr userDrawn="1"/>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28" name="Freeform 27">
            <a:extLst>
              <a:ext uri="{FF2B5EF4-FFF2-40B4-BE49-F238E27FC236}">
                <a16:creationId xmlns:a16="http://schemas.microsoft.com/office/drawing/2014/main" id="{8668D411-0A45-F340-D848-32F3763DDD9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9" name="Picture 28">
            <a:extLst>
              <a:ext uri="{FF2B5EF4-FFF2-40B4-BE49-F238E27FC236}">
                <a16:creationId xmlns:a16="http://schemas.microsoft.com/office/drawing/2014/main" id="{2A2E4353-EC56-1608-D2CF-73E7A5AC723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50564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419101"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408941"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10" name="Group 9">
            <a:extLst>
              <a:ext uri="{FF2B5EF4-FFF2-40B4-BE49-F238E27FC236}">
                <a16:creationId xmlns:a16="http://schemas.microsoft.com/office/drawing/2014/main" id="{C6EDCA03-DDBA-7DD7-4125-B4E1F5C619CA}"/>
              </a:ext>
            </a:extLst>
          </p:cNvPr>
          <p:cNvGrpSpPr/>
          <p:nvPr userDrawn="1"/>
        </p:nvGrpSpPr>
        <p:grpSpPr>
          <a:xfrm>
            <a:off x="419101" y="2081359"/>
            <a:ext cx="7815189" cy="0"/>
            <a:chOff x="419100" y="1927655"/>
            <a:chExt cx="7815189" cy="0"/>
          </a:xfrm>
        </p:grpSpPr>
        <p:cxnSp>
          <p:nvCxnSpPr>
            <p:cNvPr id="14" name="Straight Connector 13">
              <a:extLst>
                <a:ext uri="{FF2B5EF4-FFF2-40B4-BE49-F238E27FC236}">
                  <a16:creationId xmlns:a16="http://schemas.microsoft.com/office/drawing/2014/main" id="{3D469EA2-00D6-970A-E84C-87A06606DD7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31C7647-31D0-A643-2FCF-F51B5043C9B5}"/>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AFB6CFC7-FDED-0D91-E583-228BBE92F47A}"/>
              </a:ext>
            </a:extLst>
          </p:cNvPr>
          <p:cNvGrpSpPr/>
          <p:nvPr userDrawn="1"/>
        </p:nvGrpSpPr>
        <p:grpSpPr>
          <a:xfrm>
            <a:off x="408941" y="3456465"/>
            <a:ext cx="7815189" cy="0"/>
            <a:chOff x="408940" y="3228135"/>
            <a:chExt cx="7815189" cy="0"/>
          </a:xfrm>
        </p:grpSpPr>
        <p:cxnSp>
          <p:nvCxnSpPr>
            <p:cNvPr id="19" name="Straight Connector 18">
              <a:extLst>
                <a:ext uri="{FF2B5EF4-FFF2-40B4-BE49-F238E27FC236}">
                  <a16:creationId xmlns:a16="http://schemas.microsoft.com/office/drawing/2014/main" id="{1F98DE94-4139-D201-F4F6-37B8C86279AF}"/>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9B6BF23-9177-9515-635C-CD5C5F32FE8D}"/>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31F194F7-6DF5-25E6-FA5A-EFF47D0BBBAD}"/>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2" name="TextBox 21">
            <a:extLst>
              <a:ext uri="{FF2B5EF4-FFF2-40B4-BE49-F238E27FC236}">
                <a16:creationId xmlns:a16="http://schemas.microsoft.com/office/drawing/2014/main" id="{2908B491-812B-0ED5-59A2-50ABFDEF138D}"/>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3" name="TextBox 22">
            <a:extLst>
              <a:ext uri="{FF2B5EF4-FFF2-40B4-BE49-F238E27FC236}">
                <a16:creationId xmlns:a16="http://schemas.microsoft.com/office/drawing/2014/main" id="{A82E5C02-667E-E252-097A-A4FBD0BE5AA9}"/>
              </a:ext>
            </a:extLst>
          </p:cNvPr>
          <p:cNvSpPr txBox="1"/>
          <p:nvPr userDrawn="1"/>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24" name="TextBox 23">
            <a:extLst>
              <a:ext uri="{FF2B5EF4-FFF2-40B4-BE49-F238E27FC236}">
                <a16:creationId xmlns:a16="http://schemas.microsoft.com/office/drawing/2014/main" id="{283B759A-558B-BDC6-DC0C-54571719E8CC}"/>
              </a:ext>
            </a:extLst>
          </p:cNvPr>
          <p:cNvSpPr txBox="1"/>
          <p:nvPr userDrawn="1"/>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25" name="TextBox 24">
            <a:extLst>
              <a:ext uri="{FF2B5EF4-FFF2-40B4-BE49-F238E27FC236}">
                <a16:creationId xmlns:a16="http://schemas.microsoft.com/office/drawing/2014/main" id="{1039932E-BDFC-1881-3DCA-EE8CF7ECD5DB}"/>
              </a:ext>
            </a:extLst>
          </p:cNvPr>
          <p:cNvSpPr txBox="1"/>
          <p:nvPr userDrawn="1"/>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26" name="TextBox 25">
            <a:extLst>
              <a:ext uri="{FF2B5EF4-FFF2-40B4-BE49-F238E27FC236}">
                <a16:creationId xmlns:a16="http://schemas.microsoft.com/office/drawing/2014/main" id="{EF09E8D4-615A-D5CB-558B-B9F66566D8AA}"/>
              </a:ext>
            </a:extLst>
          </p:cNvPr>
          <p:cNvSpPr txBox="1"/>
          <p:nvPr userDrawn="1"/>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3" name="Freeform 32">
            <a:extLst>
              <a:ext uri="{FF2B5EF4-FFF2-40B4-BE49-F238E27FC236}">
                <a16:creationId xmlns:a16="http://schemas.microsoft.com/office/drawing/2014/main" id="{9BB9643E-F790-4702-3DCB-012CC888C89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4" name="Picture 33">
            <a:extLst>
              <a:ext uri="{FF2B5EF4-FFF2-40B4-BE49-F238E27FC236}">
                <a16:creationId xmlns:a16="http://schemas.microsoft.com/office/drawing/2014/main" id="{87242D00-607C-F138-B809-1AAC5400AED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173222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419101"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408941"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9" y="2477606"/>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9" y="3872480"/>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2" name="Group 1">
            <a:extLst>
              <a:ext uri="{FF2B5EF4-FFF2-40B4-BE49-F238E27FC236}">
                <a16:creationId xmlns:a16="http://schemas.microsoft.com/office/drawing/2014/main" id="{263A9D76-3E92-06EC-F1BB-D569F09D9880}"/>
              </a:ext>
            </a:extLst>
          </p:cNvPr>
          <p:cNvGrpSpPr/>
          <p:nvPr userDrawn="1"/>
        </p:nvGrpSpPr>
        <p:grpSpPr>
          <a:xfrm>
            <a:off x="419101" y="2081359"/>
            <a:ext cx="7815189" cy="0"/>
            <a:chOff x="419100" y="1927655"/>
            <a:chExt cx="7815189" cy="0"/>
          </a:xfrm>
        </p:grpSpPr>
        <p:cxnSp>
          <p:nvCxnSpPr>
            <p:cNvPr id="17" name="Straight Connector 16">
              <a:extLst>
                <a:ext uri="{FF2B5EF4-FFF2-40B4-BE49-F238E27FC236}">
                  <a16:creationId xmlns:a16="http://schemas.microsoft.com/office/drawing/2014/main" id="{4430A1B4-E84B-34A8-FFF8-F69BE95270CE}"/>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5DE6109-FA08-7EB0-04A0-BB5A68A6E9A2}"/>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686FB168-0443-5871-A338-29E470D08BEE}"/>
              </a:ext>
            </a:extLst>
          </p:cNvPr>
          <p:cNvGrpSpPr/>
          <p:nvPr userDrawn="1"/>
        </p:nvGrpSpPr>
        <p:grpSpPr>
          <a:xfrm>
            <a:off x="408941" y="3456465"/>
            <a:ext cx="7815189" cy="0"/>
            <a:chOff x="408940" y="3228135"/>
            <a:chExt cx="7815189" cy="0"/>
          </a:xfrm>
        </p:grpSpPr>
        <p:cxnSp>
          <p:nvCxnSpPr>
            <p:cNvPr id="20" name="Straight Connector 19">
              <a:extLst>
                <a:ext uri="{FF2B5EF4-FFF2-40B4-BE49-F238E27FC236}">
                  <a16:creationId xmlns:a16="http://schemas.microsoft.com/office/drawing/2014/main" id="{330D9292-82A1-09F5-0CAF-3212B8987F4E}"/>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61097D9-9C32-3AF0-E52B-A1CC6EE16343}"/>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713C3922-F526-12CF-FD2B-D79600C14771}"/>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3" name="TextBox 22">
            <a:extLst>
              <a:ext uri="{FF2B5EF4-FFF2-40B4-BE49-F238E27FC236}">
                <a16:creationId xmlns:a16="http://schemas.microsoft.com/office/drawing/2014/main" id="{4C21537E-E6E3-2E69-E366-F4E36575E504}"/>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4" name="TextBox 23">
            <a:extLst>
              <a:ext uri="{FF2B5EF4-FFF2-40B4-BE49-F238E27FC236}">
                <a16:creationId xmlns:a16="http://schemas.microsoft.com/office/drawing/2014/main" id="{54E52ADE-FD40-F870-9EFA-809B22DFEBEF}"/>
              </a:ext>
            </a:extLst>
          </p:cNvPr>
          <p:cNvSpPr txBox="1"/>
          <p:nvPr userDrawn="1"/>
        </p:nvSpPr>
        <p:spPr>
          <a:xfrm>
            <a:off x="4406627"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25" name="TextBox 24">
            <a:extLst>
              <a:ext uri="{FF2B5EF4-FFF2-40B4-BE49-F238E27FC236}">
                <a16:creationId xmlns:a16="http://schemas.microsoft.com/office/drawing/2014/main" id="{DBB027D9-8C63-1AD6-128A-D2E0443EB9FB}"/>
              </a:ext>
            </a:extLst>
          </p:cNvPr>
          <p:cNvSpPr txBox="1"/>
          <p:nvPr userDrawn="1"/>
        </p:nvSpPr>
        <p:spPr>
          <a:xfrm>
            <a:off x="328403" y="3823545"/>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26" name="TextBox 25">
            <a:extLst>
              <a:ext uri="{FF2B5EF4-FFF2-40B4-BE49-F238E27FC236}">
                <a16:creationId xmlns:a16="http://schemas.microsoft.com/office/drawing/2014/main" id="{F608BCBE-5677-4607-0E9F-0595FDC3030F}"/>
              </a:ext>
            </a:extLst>
          </p:cNvPr>
          <p:cNvSpPr txBox="1"/>
          <p:nvPr userDrawn="1"/>
        </p:nvSpPr>
        <p:spPr>
          <a:xfrm>
            <a:off x="4397483"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28" name="TextBox 27">
            <a:extLst>
              <a:ext uri="{FF2B5EF4-FFF2-40B4-BE49-F238E27FC236}">
                <a16:creationId xmlns:a16="http://schemas.microsoft.com/office/drawing/2014/main" id="{89C71BFC-303A-A019-2122-1B3A6A3DE664}"/>
              </a:ext>
            </a:extLst>
          </p:cNvPr>
          <p:cNvSpPr txBox="1"/>
          <p:nvPr userDrawn="1"/>
        </p:nvSpPr>
        <p:spPr>
          <a:xfrm>
            <a:off x="319259" y="24336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5" name="Freeform 34">
            <a:extLst>
              <a:ext uri="{FF2B5EF4-FFF2-40B4-BE49-F238E27FC236}">
                <a16:creationId xmlns:a16="http://schemas.microsoft.com/office/drawing/2014/main" id="{1D550D9C-C025-96CC-6D13-6E16582815D3}"/>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6" name="Picture 10">
            <a:extLst>
              <a:ext uri="{FF2B5EF4-FFF2-40B4-BE49-F238E27FC236}">
                <a16:creationId xmlns:a16="http://schemas.microsoft.com/office/drawing/2014/main" id="{EB73E93F-42E3-4BF9-8959-ECD59BE40F6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5554994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419101"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408941"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408941"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21" name="Group 20">
            <a:extLst>
              <a:ext uri="{FF2B5EF4-FFF2-40B4-BE49-F238E27FC236}">
                <a16:creationId xmlns:a16="http://schemas.microsoft.com/office/drawing/2014/main" id="{F3C6FD93-C9EC-AFD6-E117-4069EA762892}"/>
              </a:ext>
            </a:extLst>
          </p:cNvPr>
          <p:cNvGrpSpPr/>
          <p:nvPr userDrawn="1"/>
        </p:nvGrpSpPr>
        <p:grpSpPr>
          <a:xfrm>
            <a:off x="419101" y="1896918"/>
            <a:ext cx="7815189" cy="0"/>
            <a:chOff x="419100" y="1927655"/>
            <a:chExt cx="7815189" cy="0"/>
          </a:xfrm>
        </p:grpSpPr>
        <p:cxnSp>
          <p:nvCxnSpPr>
            <p:cNvPr id="22" name="Straight Connector 21">
              <a:extLst>
                <a:ext uri="{FF2B5EF4-FFF2-40B4-BE49-F238E27FC236}">
                  <a16:creationId xmlns:a16="http://schemas.microsoft.com/office/drawing/2014/main" id="{F23BE8A7-0EF5-51CA-D80F-179A1FFD2523}"/>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2531CF7-2B9A-FBD0-AB2B-D356104B3FDD}"/>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EF76E255-EE9C-453B-005B-2D11E763B51B}"/>
              </a:ext>
            </a:extLst>
          </p:cNvPr>
          <p:cNvGrpSpPr/>
          <p:nvPr userDrawn="1"/>
        </p:nvGrpSpPr>
        <p:grpSpPr>
          <a:xfrm>
            <a:off x="408941" y="2903142"/>
            <a:ext cx="7815189" cy="0"/>
            <a:chOff x="408940" y="3228135"/>
            <a:chExt cx="7815189" cy="0"/>
          </a:xfrm>
        </p:grpSpPr>
        <p:cxnSp>
          <p:nvCxnSpPr>
            <p:cNvPr id="25" name="Straight Connector 24">
              <a:extLst>
                <a:ext uri="{FF2B5EF4-FFF2-40B4-BE49-F238E27FC236}">
                  <a16:creationId xmlns:a16="http://schemas.microsoft.com/office/drawing/2014/main" id="{09AC5179-D40A-7729-5D03-7F2EDEF4BE13}"/>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C89F5C7-4A15-3020-EEC8-22F606BDC29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CEE5CF47-9304-0561-2567-33DBF6BD50F2}"/>
              </a:ext>
            </a:extLst>
          </p:cNvPr>
          <p:cNvGrpSpPr/>
          <p:nvPr userDrawn="1"/>
        </p:nvGrpSpPr>
        <p:grpSpPr>
          <a:xfrm>
            <a:off x="408941" y="3909366"/>
            <a:ext cx="7815189" cy="0"/>
            <a:chOff x="408940" y="3228135"/>
            <a:chExt cx="7815189" cy="0"/>
          </a:xfrm>
        </p:grpSpPr>
        <p:cxnSp>
          <p:nvCxnSpPr>
            <p:cNvPr id="28" name="Straight Connector 27">
              <a:extLst>
                <a:ext uri="{FF2B5EF4-FFF2-40B4-BE49-F238E27FC236}">
                  <a16:creationId xmlns:a16="http://schemas.microsoft.com/office/drawing/2014/main" id="{F0CF8A68-B074-1B68-4105-9B5BCB6F013B}"/>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CEFF387-CF43-ABD2-A2A0-6089052D055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30" name="TextBox 29">
            <a:extLst>
              <a:ext uri="{FF2B5EF4-FFF2-40B4-BE49-F238E27FC236}">
                <a16:creationId xmlns:a16="http://schemas.microsoft.com/office/drawing/2014/main" id="{3F79B997-F831-C513-AE2A-C7B00688540C}"/>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1" name="TextBox 30">
            <a:extLst>
              <a:ext uri="{FF2B5EF4-FFF2-40B4-BE49-F238E27FC236}">
                <a16:creationId xmlns:a16="http://schemas.microsoft.com/office/drawing/2014/main" id="{ECFA43D9-7A4C-C7CA-A0FE-DD773A1B62E5}"/>
              </a:ext>
            </a:extLst>
          </p:cNvPr>
          <p:cNvSpPr txBox="1"/>
          <p:nvPr userDrawn="1"/>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B81420B9-D6A7-3177-56A8-DE16657E1F30}"/>
              </a:ext>
            </a:extLst>
          </p:cNvPr>
          <p:cNvSpPr txBox="1"/>
          <p:nvPr userDrawn="1"/>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3" name="TextBox 32">
            <a:extLst>
              <a:ext uri="{FF2B5EF4-FFF2-40B4-BE49-F238E27FC236}">
                <a16:creationId xmlns:a16="http://schemas.microsoft.com/office/drawing/2014/main" id="{FFD022EB-B8AE-7570-05A7-0EF484116FCB}"/>
              </a:ext>
            </a:extLst>
          </p:cNvPr>
          <p:cNvSpPr txBox="1"/>
          <p:nvPr userDrawn="1"/>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34" name="TextBox 33">
            <a:extLst>
              <a:ext uri="{FF2B5EF4-FFF2-40B4-BE49-F238E27FC236}">
                <a16:creationId xmlns:a16="http://schemas.microsoft.com/office/drawing/2014/main" id="{1D48D155-942B-98AB-6337-48CF7F2AE906}"/>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5" name="TextBox 34">
            <a:extLst>
              <a:ext uri="{FF2B5EF4-FFF2-40B4-BE49-F238E27FC236}">
                <a16:creationId xmlns:a16="http://schemas.microsoft.com/office/drawing/2014/main" id="{B2F22204-3A8E-85E1-C15F-336CA7E92943}"/>
              </a:ext>
            </a:extLst>
          </p:cNvPr>
          <p:cNvSpPr txBox="1"/>
          <p:nvPr userDrawn="1"/>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36" name="TextBox 35">
            <a:extLst>
              <a:ext uri="{FF2B5EF4-FFF2-40B4-BE49-F238E27FC236}">
                <a16:creationId xmlns:a16="http://schemas.microsoft.com/office/drawing/2014/main" id="{4B9ED308-BA7D-567D-B3E2-B5405B1C2B6F}"/>
              </a:ext>
            </a:extLst>
          </p:cNvPr>
          <p:cNvSpPr txBox="1"/>
          <p:nvPr userDrawn="1"/>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4" name="TextBox 43">
            <a:extLst>
              <a:ext uri="{FF2B5EF4-FFF2-40B4-BE49-F238E27FC236}">
                <a16:creationId xmlns:a16="http://schemas.microsoft.com/office/drawing/2014/main" id="{04382263-D96B-1D33-7A1B-A168C2059055}"/>
              </a:ext>
            </a:extLst>
          </p:cNvPr>
          <p:cNvSpPr txBox="1"/>
          <p:nvPr userDrawn="1"/>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45" name="Freeform 44">
            <a:extLst>
              <a:ext uri="{FF2B5EF4-FFF2-40B4-BE49-F238E27FC236}">
                <a16:creationId xmlns:a16="http://schemas.microsoft.com/office/drawing/2014/main" id="{AB98167A-DFB4-4CF3-A53D-A6F92B18D8D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3965E4B7-727D-3018-87D6-1345E42A60F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323735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419101"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408941"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408941"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0" name="TextBox 9">
            <a:extLst>
              <a:ext uri="{FF2B5EF4-FFF2-40B4-BE49-F238E27FC236}">
                <a16:creationId xmlns:a16="http://schemas.microsoft.com/office/drawing/2014/main" id="{19842104-7E80-2E74-9477-1CE94AE22953}"/>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11" name="TextBox 10">
            <a:extLst>
              <a:ext uri="{FF2B5EF4-FFF2-40B4-BE49-F238E27FC236}">
                <a16:creationId xmlns:a16="http://schemas.microsoft.com/office/drawing/2014/main" id="{4098F148-DE12-1EB2-EDA2-E7438F763448}"/>
              </a:ext>
            </a:extLst>
          </p:cNvPr>
          <p:cNvSpPr txBox="1"/>
          <p:nvPr userDrawn="1"/>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12" name="TextBox 11">
            <a:extLst>
              <a:ext uri="{FF2B5EF4-FFF2-40B4-BE49-F238E27FC236}">
                <a16:creationId xmlns:a16="http://schemas.microsoft.com/office/drawing/2014/main" id="{3C4E5584-67EA-1DD8-1881-4FA153892F08}"/>
              </a:ext>
            </a:extLst>
          </p:cNvPr>
          <p:cNvSpPr txBox="1"/>
          <p:nvPr userDrawn="1"/>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13" name="TextBox 12">
            <a:extLst>
              <a:ext uri="{FF2B5EF4-FFF2-40B4-BE49-F238E27FC236}">
                <a16:creationId xmlns:a16="http://schemas.microsoft.com/office/drawing/2014/main" id="{8824F9E0-843C-9EAA-CBA0-C75F4CB7B2B2}"/>
              </a:ext>
            </a:extLst>
          </p:cNvPr>
          <p:cNvSpPr txBox="1"/>
          <p:nvPr userDrawn="1"/>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14" name="TextBox 13">
            <a:extLst>
              <a:ext uri="{FF2B5EF4-FFF2-40B4-BE49-F238E27FC236}">
                <a16:creationId xmlns:a16="http://schemas.microsoft.com/office/drawing/2014/main" id="{A1C5898E-187A-BEFC-01CD-6F67A0310BD0}"/>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15" name="TextBox 14">
            <a:extLst>
              <a:ext uri="{FF2B5EF4-FFF2-40B4-BE49-F238E27FC236}">
                <a16:creationId xmlns:a16="http://schemas.microsoft.com/office/drawing/2014/main" id="{6C2EA036-F541-4775-86C1-8C90C20EB615}"/>
              </a:ext>
            </a:extLst>
          </p:cNvPr>
          <p:cNvSpPr txBox="1"/>
          <p:nvPr userDrawn="1"/>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16" name="TextBox 15">
            <a:extLst>
              <a:ext uri="{FF2B5EF4-FFF2-40B4-BE49-F238E27FC236}">
                <a16:creationId xmlns:a16="http://schemas.microsoft.com/office/drawing/2014/main" id="{F0E7325E-2C42-D868-4FEE-E13A0D8F3DBE}"/>
              </a:ext>
            </a:extLst>
          </p:cNvPr>
          <p:cNvSpPr txBox="1"/>
          <p:nvPr userDrawn="1"/>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17" name="TextBox 16">
            <a:extLst>
              <a:ext uri="{FF2B5EF4-FFF2-40B4-BE49-F238E27FC236}">
                <a16:creationId xmlns:a16="http://schemas.microsoft.com/office/drawing/2014/main" id="{5A978B3B-055D-FA26-ACD9-9B6F06AEACC1}"/>
              </a:ext>
            </a:extLst>
          </p:cNvPr>
          <p:cNvSpPr txBox="1"/>
          <p:nvPr userDrawn="1"/>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28" name="Group 27">
            <a:extLst>
              <a:ext uri="{FF2B5EF4-FFF2-40B4-BE49-F238E27FC236}">
                <a16:creationId xmlns:a16="http://schemas.microsoft.com/office/drawing/2014/main" id="{D7579DDC-D0AF-3E95-D217-E7BD6BF049CA}"/>
              </a:ext>
            </a:extLst>
          </p:cNvPr>
          <p:cNvGrpSpPr/>
          <p:nvPr userDrawn="1"/>
        </p:nvGrpSpPr>
        <p:grpSpPr>
          <a:xfrm>
            <a:off x="419101" y="1896918"/>
            <a:ext cx="7815189" cy="0"/>
            <a:chOff x="419100" y="1927655"/>
            <a:chExt cx="7815189" cy="0"/>
          </a:xfrm>
        </p:grpSpPr>
        <p:cxnSp>
          <p:nvCxnSpPr>
            <p:cNvPr id="29" name="Straight Connector 28">
              <a:extLst>
                <a:ext uri="{FF2B5EF4-FFF2-40B4-BE49-F238E27FC236}">
                  <a16:creationId xmlns:a16="http://schemas.microsoft.com/office/drawing/2014/main" id="{D550F0E3-089C-5F33-F91C-D880410F5BD8}"/>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0E05C4C-558E-9883-EF8B-0DFF6F14857C}"/>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CC57BD2E-9276-221F-9072-609359E5D20A}"/>
              </a:ext>
            </a:extLst>
          </p:cNvPr>
          <p:cNvGrpSpPr/>
          <p:nvPr userDrawn="1"/>
        </p:nvGrpSpPr>
        <p:grpSpPr>
          <a:xfrm>
            <a:off x="408941" y="2903142"/>
            <a:ext cx="7815189" cy="0"/>
            <a:chOff x="408940" y="3228135"/>
            <a:chExt cx="7815189" cy="0"/>
          </a:xfrm>
        </p:grpSpPr>
        <p:cxnSp>
          <p:nvCxnSpPr>
            <p:cNvPr id="32" name="Straight Connector 31">
              <a:extLst>
                <a:ext uri="{FF2B5EF4-FFF2-40B4-BE49-F238E27FC236}">
                  <a16:creationId xmlns:a16="http://schemas.microsoft.com/office/drawing/2014/main" id="{B1F24A32-3DE7-3EC4-66CF-ED157B387E10}"/>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C0698E4-5C68-18E4-7C0A-6FA7160CEFC7}"/>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5B1468CD-B8F5-B406-4FF7-B3BBC655182B}"/>
              </a:ext>
            </a:extLst>
          </p:cNvPr>
          <p:cNvGrpSpPr/>
          <p:nvPr userDrawn="1"/>
        </p:nvGrpSpPr>
        <p:grpSpPr>
          <a:xfrm>
            <a:off x="408941" y="3909366"/>
            <a:ext cx="7815189" cy="0"/>
            <a:chOff x="408940" y="3228135"/>
            <a:chExt cx="7815189" cy="0"/>
          </a:xfrm>
        </p:grpSpPr>
        <p:cxnSp>
          <p:nvCxnSpPr>
            <p:cNvPr id="35" name="Straight Connector 34">
              <a:extLst>
                <a:ext uri="{FF2B5EF4-FFF2-40B4-BE49-F238E27FC236}">
                  <a16:creationId xmlns:a16="http://schemas.microsoft.com/office/drawing/2014/main" id="{0645C1C6-7523-7F35-1289-DC7B4780DB19}"/>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C59E611-07C6-EC06-4A7B-85522C48DD5E}"/>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37" name="Freeform 36">
            <a:extLst>
              <a:ext uri="{FF2B5EF4-FFF2-40B4-BE49-F238E27FC236}">
                <a16:creationId xmlns:a16="http://schemas.microsoft.com/office/drawing/2014/main" id="{3FC197DA-85E0-4E7B-B807-9BE5302DF1E1}"/>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46">
            <a:extLst>
              <a:ext uri="{FF2B5EF4-FFF2-40B4-BE49-F238E27FC236}">
                <a16:creationId xmlns:a16="http://schemas.microsoft.com/office/drawing/2014/main" id="{BEDB401A-8F13-9589-909E-980FD148AF9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649261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419101"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408941"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408941"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9" y="111062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9" y="2108451"/>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9" y="3100775"/>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9" y="4102299"/>
            <a:ext cx="3315101" cy="5826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21" name="Group 20">
            <a:extLst>
              <a:ext uri="{FF2B5EF4-FFF2-40B4-BE49-F238E27FC236}">
                <a16:creationId xmlns:a16="http://schemas.microsoft.com/office/drawing/2014/main" id="{96EFB6A6-6903-EE22-58CF-D1FEC5746550}"/>
              </a:ext>
            </a:extLst>
          </p:cNvPr>
          <p:cNvGrpSpPr/>
          <p:nvPr userDrawn="1"/>
        </p:nvGrpSpPr>
        <p:grpSpPr>
          <a:xfrm>
            <a:off x="419101" y="1896918"/>
            <a:ext cx="7815189" cy="0"/>
            <a:chOff x="419100" y="1927655"/>
            <a:chExt cx="7815189" cy="0"/>
          </a:xfrm>
        </p:grpSpPr>
        <p:cxnSp>
          <p:nvCxnSpPr>
            <p:cNvPr id="22" name="Straight Connector 21">
              <a:extLst>
                <a:ext uri="{FF2B5EF4-FFF2-40B4-BE49-F238E27FC236}">
                  <a16:creationId xmlns:a16="http://schemas.microsoft.com/office/drawing/2014/main" id="{1A4D8411-7A65-001C-7943-1A4AAD7DFC6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61707CC-8BB7-B60F-CDF5-46412A44A90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05669B6E-4ACE-F681-CDA2-BABE36CDEAC0}"/>
              </a:ext>
            </a:extLst>
          </p:cNvPr>
          <p:cNvGrpSpPr/>
          <p:nvPr userDrawn="1"/>
        </p:nvGrpSpPr>
        <p:grpSpPr>
          <a:xfrm>
            <a:off x="408941" y="2903142"/>
            <a:ext cx="7815189" cy="0"/>
            <a:chOff x="408940" y="3228135"/>
            <a:chExt cx="7815189" cy="0"/>
          </a:xfrm>
        </p:grpSpPr>
        <p:cxnSp>
          <p:nvCxnSpPr>
            <p:cNvPr id="25" name="Straight Connector 24">
              <a:extLst>
                <a:ext uri="{FF2B5EF4-FFF2-40B4-BE49-F238E27FC236}">
                  <a16:creationId xmlns:a16="http://schemas.microsoft.com/office/drawing/2014/main" id="{87066467-6368-BA00-64BC-39404F5B3B34}"/>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5544621-84BA-40EF-D040-ACF87C685848}"/>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48202F4E-2F9E-31D3-155F-D076B3896512}"/>
              </a:ext>
            </a:extLst>
          </p:cNvPr>
          <p:cNvGrpSpPr/>
          <p:nvPr userDrawn="1"/>
        </p:nvGrpSpPr>
        <p:grpSpPr>
          <a:xfrm>
            <a:off x="408941" y="3909366"/>
            <a:ext cx="7815189" cy="0"/>
            <a:chOff x="408940" y="3228135"/>
            <a:chExt cx="7815189" cy="0"/>
          </a:xfrm>
        </p:grpSpPr>
        <p:cxnSp>
          <p:nvCxnSpPr>
            <p:cNvPr id="28" name="Straight Connector 27">
              <a:extLst>
                <a:ext uri="{FF2B5EF4-FFF2-40B4-BE49-F238E27FC236}">
                  <a16:creationId xmlns:a16="http://schemas.microsoft.com/office/drawing/2014/main" id="{0FD3CCE1-0CCD-9F7D-5858-0399278132CF}"/>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46D4021-2232-3182-533B-A15941764A84}"/>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30" name="Freeform 29">
            <a:extLst>
              <a:ext uri="{FF2B5EF4-FFF2-40B4-BE49-F238E27FC236}">
                <a16:creationId xmlns:a16="http://schemas.microsoft.com/office/drawing/2014/main" id="{8C964724-D82C-4724-900E-63FFC84B27D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1" name="Picture 10">
            <a:extLst>
              <a:ext uri="{FF2B5EF4-FFF2-40B4-BE49-F238E27FC236}">
                <a16:creationId xmlns:a16="http://schemas.microsoft.com/office/drawing/2014/main" id="{24023F11-AAE2-1D25-C8E0-A25D47228E5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2" name="TextBox 31">
            <a:extLst>
              <a:ext uri="{FF2B5EF4-FFF2-40B4-BE49-F238E27FC236}">
                <a16:creationId xmlns:a16="http://schemas.microsoft.com/office/drawing/2014/main" id="{1F2F9490-6A5B-6B89-BCB6-7C202BC774D2}"/>
              </a:ext>
            </a:extLst>
          </p:cNvPr>
          <p:cNvSpPr txBox="1"/>
          <p:nvPr userDrawn="1"/>
        </p:nvSpPr>
        <p:spPr>
          <a:xfrm>
            <a:off x="4397483"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3" name="TextBox 32">
            <a:extLst>
              <a:ext uri="{FF2B5EF4-FFF2-40B4-BE49-F238E27FC236}">
                <a16:creationId xmlns:a16="http://schemas.microsoft.com/office/drawing/2014/main" id="{9A45ACEF-4FDA-5D4C-1B88-4A40BFA4B9C8}"/>
              </a:ext>
            </a:extLst>
          </p:cNvPr>
          <p:cNvSpPr txBox="1"/>
          <p:nvPr userDrawn="1"/>
        </p:nvSpPr>
        <p:spPr>
          <a:xfrm>
            <a:off x="4397483"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4" name="TextBox 33">
            <a:extLst>
              <a:ext uri="{FF2B5EF4-FFF2-40B4-BE49-F238E27FC236}">
                <a16:creationId xmlns:a16="http://schemas.microsoft.com/office/drawing/2014/main" id="{D85626A1-882D-A8F3-DFC3-A7E2AA9DD1A9}"/>
              </a:ext>
            </a:extLst>
          </p:cNvPr>
          <p:cNvSpPr txBox="1"/>
          <p:nvPr userDrawn="1"/>
        </p:nvSpPr>
        <p:spPr>
          <a:xfrm>
            <a:off x="4406627"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35" name="TextBox 34">
            <a:extLst>
              <a:ext uri="{FF2B5EF4-FFF2-40B4-BE49-F238E27FC236}">
                <a16:creationId xmlns:a16="http://schemas.microsoft.com/office/drawing/2014/main" id="{354A2FAC-A21D-47F9-3E78-28151A384898}"/>
              </a:ext>
            </a:extLst>
          </p:cNvPr>
          <p:cNvSpPr txBox="1"/>
          <p:nvPr userDrawn="1"/>
        </p:nvSpPr>
        <p:spPr>
          <a:xfrm>
            <a:off x="4406627"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36" name="TextBox 35">
            <a:extLst>
              <a:ext uri="{FF2B5EF4-FFF2-40B4-BE49-F238E27FC236}">
                <a16:creationId xmlns:a16="http://schemas.microsoft.com/office/drawing/2014/main" id="{4C911DEF-AD54-A794-AD76-0CD8EE11AC56}"/>
              </a:ext>
            </a:extLst>
          </p:cNvPr>
          <p:cNvSpPr txBox="1"/>
          <p:nvPr userDrawn="1"/>
        </p:nvSpPr>
        <p:spPr>
          <a:xfrm>
            <a:off x="319259" y="106205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6" name="TextBox 45">
            <a:extLst>
              <a:ext uri="{FF2B5EF4-FFF2-40B4-BE49-F238E27FC236}">
                <a16:creationId xmlns:a16="http://schemas.microsoft.com/office/drawing/2014/main" id="{3925ED9B-F35D-4B79-017A-44612D9F07B2}"/>
              </a:ext>
            </a:extLst>
          </p:cNvPr>
          <p:cNvSpPr txBox="1"/>
          <p:nvPr userDrawn="1"/>
        </p:nvSpPr>
        <p:spPr>
          <a:xfrm>
            <a:off x="319259" y="2067897"/>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7" name="TextBox 46">
            <a:extLst>
              <a:ext uri="{FF2B5EF4-FFF2-40B4-BE49-F238E27FC236}">
                <a16:creationId xmlns:a16="http://schemas.microsoft.com/office/drawing/2014/main" id="{145B86E4-1ECC-0109-6E54-04B5181D827D}"/>
              </a:ext>
            </a:extLst>
          </p:cNvPr>
          <p:cNvSpPr txBox="1"/>
          <p:nvPr userDrawn="1"/>
        </p:nvSpPr>
        <p:spPr>
          <a:xfrm>
            <a:off x="328403" y="306459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8" name="TextBox 47">
            <a:extLst>
              <a:ext uri="{FF2B5EF4-FFF2-40B4-BE49-F238E27FC236}">
                <a16:creationId xmlns:a16="http://schemas.microsoft.com/office/drawing/2014/main" id="{6ED8B7D0-25B0-504A-578B-5F3755AA95E0}"/>
              </a:ext>
            </a:extLst>
          </p:cNvPr>
          <p:cNvSpPr txBox="1"/>
          <p:nvPr userDrawn="1"/>
        </p:nvSpPr>
        <p:spPr>
          <a:xfrm>
            <a:off x="328403" y="4070433"/>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Tree>
    <p:extLst>
      <p:ext uri="{BB962C8B-B14F-4D97-AF65-F5344CB8AC3E}">
        <p14:creationId xmlns:p14="http://schemas.microsoft.com/office/powerpoint/2010/main" val="61897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1" y="10202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1" y="10202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400903"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419101"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419101"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410047"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410047"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410047"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8" y="101441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8" y="1599630"/>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8" y="215741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8" y="2733486"/>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8" y="3318702"/>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8" y="389477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8" y="101441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8" y="1599630"/>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8" y="215741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8" y="2733486"/>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8" y="3318702"/>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8" y="3894774"/>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1" y="159940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1" y="159940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1" y="21632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1" y="21632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1" y="27347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1" y="273478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1" y="332152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1" y="332152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1" y="390064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1" y="3900648"/>
            <a:ext cx="3124318" cy="324713"/>
          </a:xfrm>
          <a:prstGeom prst="rect">
            <a:avLst/>
          </a:prstGeom>
        </p:spPr>
        <p:txBody>
          <a:bodyPr lIns="0" anchor="ctr"/>
          <a:lstStyle>
            <a:lvl1pPr marL="0" indent="0">
              <a:buNone/>
              <a:defRPr>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Agenda item goes here</a:t>
            </a:r>
          </a:p>
        </p:txBody>
      </p:sp>
      <p:grpSp>
        <p:nvGrpSpPr>
          <p:cNvPr id="23" name="Group 22">
            <a:extLst>
              <a:ext uri="{FF2B5EF4-FFF2-40B4-BE49-F238E27FC236}">
                <a16:creationId xmlns:a16="http://schemas.microsoft.com/office/drawing/2014/main" id="{6172A08E-7475-BA87-161A-C59C27D68CA7}"/>
              </a:ext>
            </a:extLst>
          </p:cNvPr>
          <p:cNvGrpSpPr/>
          <p:nvPr userDrawn="1"/>
        </p:nvGrpSpPr>
        <p:grpSpPr>
          <a:xfrm>
            <a:off x="400903" y="4316233"/>
            <a:ext cx="7815189" cy="0"/>
            <a:chOff x="419100" y="1927655"/>
            <a:chExt cx="7815189" cy="0"/>
          </a:xfrm>
        </p:grpSpPr>
        <p:cxnSp>
          <p:nvCxnSpPr>
            <p:cNvPr id="24" name="Straight Connector 23">
              <a:extLst>
                <a:ext uri="{FF2B5EF4-FFF2-40B4-BE49-F238E27FC236}">
                  <a16:creationId xmlns:a16="http://schemas.microsoft.com/office/drawing/2014/main" id="{8A668D64-AC3D-7772-CD41-20F38AE536DE}"/>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B69D4B9-C76A-C5B3-20CE-2B7319F861CD}"/>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1C0C8C7C-6D1C-0256-816C-B7C39321648D}"/>
              </a:ext>
            </a:extLst>
          </p:cNvPr>
          <p:cNvGrpSpPr/>
          <p:nvPr userDrawn="1"/>
        </p:nvGrpSpPr>
        <p:grpSpPr>
          <a:xfrm>
            <a:off x="419101" y="1441547"/>
            <a:ext cx="7815189" cy="0"/>
            <a:chOff x="419100" y="1927655"/>
            <a:chExt cx="7815189" cy="0"/>
          </a:xfrm>
        </p:grpSpPr>
        <p:cxnSp>
          <p:nvCxnSpPr>
            <p:cNvPr id="33" name="Straight Connector 32">
              <a:extLst>
                <a:ext uri="{FF2B5EF4-FFF2-40B4-BE49-F238E27FC236}">
                  <a16:creationId xmlns:a16="http://schemas.microsoft.com/office/drawing/2014/main" id="{C67EF4E9-ACA2-18AD-4880-E84CFE19AE75}"/>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0D859B2-F6EF-5FD4-0D47-4FD96C9C8F15}"/>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74F4D6CB-9F4B-1E34-6D90-7B522188CD2A}"/>
              </a:ext>
            </a:extLst>
          </p:cNvPr>
          <p:cNvGrpSpPr/>
          <p:nvPr userDrawn="1"/>
        </p:nvGrpSpPr>
        <p:grpSpPr>
          <a:xfrm>
            <a:off x="419101" y="2013937"/>
            <a:ext cx="7815189" cy="0"/>
            <a:chOff x="419100" y="1927655"/>
            <a:chExt cx="7815189" cy="0"/>
          </a:xfrm>
        </p:grpSpPr>
        <p:cxnSp>
          <p:nvCxnSpPr>
            <p:cNvPr id="36" name="Straight Connector 35">
              <a:extLst>
                <a:ext uri="{FF2B5EF4-FFF2-40B4-BE49-F238E27FC236}">
                  <a16:creationId xmlns:a16="http://schemas.microsoft.com/office/drawing/2014/main" id="{B75DC453-26D8-FDE7-448F-F4E0623BB2D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BA49457-8FD0-04D6-4BB4-B1A5435E519A}"/>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D3049D54-A790-5039-BE55-1EF13959DDC1}"/>
              </a:ext>
            </a:extLst>
          </p:cNvPr>
          <p:cNvGrpSpPr/>
          <p:nvPr userDrawn="1"/>
        </p:nvGrpSpPr>
        <p:grpSpPr>
          <a:xfrm>
            <a:off x="410047" y="2586327"/>
            <a:ext cx="7815189" cy="0"/>
            <a:chOff x="419100" y="1927655"/>
            <a:chExt cx="7815189" cy="0"/>
          </a:xfrm>
        </p:grpSpPr>
        <p:cxnSp>
          <p:nvCxnSpPr>
            <p:cNvPr id="39" name="Straight Connector 38">
              <a:extLst>
                <a:ext uri="{FF2B5EF4-FFF2-40B4-BE49-F238E27FC236}">
                  <a16:creationId xmlns:a16="http://schemas.microsoft.com/office/drawing/2014/main" id="{245C8BF0-7948-44AF-63E3-895666B60A2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19FCF10-0F6F-9C0D-ED4E-2097D3ED4AC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BE9333C4-4F0A-C07E-B6EC-CFE15760B414}"/>
              </a:ext>
            </a:extLst>
          </p:cNvPr>
          <p:cNvGrpSpPr/>
          <p:nvPr userDrawn="1"/>
        </p:nvGrpSpPr>
        <p:grpSpPr>
          <a:xfrm>
            <a:off x="410047" y="3158717"/>
            <a:ext cx="7815189" cy="0"/>
            <a:chOff x="419100" y="1927655"/>
            <a:chExt cx="7815189" cy="0"/>
          </a:xfrm>
        </p:grpSpPr>
        <p:cxnSp>
          <p:nvCxnSpPr>
            <p:cNvPr id="42" name="Straight Connector 41">
              <a:extLst>
                <a:ext uri="{FF2B5EF4-FFF2-40B4-BE49-F238E27FC236}">
                  <a16:creationId xmlns:a16="http://schemas.microsoft.com/office/drawing/2014/main" id="{6CAC698F-2E9B-6356-375C-9F48EB11D11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33DB5AF-7FA5-B5DF-9897-7DAA5094C3B4}"/>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6CE7D056-9D99-AE57-270F-6355738966AD}"/>
              </a:ext>
            </a:extLst>
          </p:cNvPr>
          <p:cNvGrpSpPr/>
          <p:nvPr userDrawn="1"/>
        </p:nvGrpSpPr>
        <p:grpSpPr>
          <a:xfrm>
            <a:off x="410047" y="3740161"/>
            <a:ext cx="7815189" cy="0"/>
            <a:chOff x="419100" y="1927655"/>
            <a:chExt cx="7815189" cy="0"/>
          </a:xfrm>
        </p:grpSpPr>
        <p:cxnSp>
          <p:nvCxnSpPr>
            <p:cNvPr id="45" name="Straight Connector 44">
              <a:extLst>
                <a:ext uri="{FF2B5EF4-FFF2-40B4-BE49-F238E27FC236}">
                  <a16:creationId xmlns:a16="http://schemas.microsoft.com/office/drawing/2014/main" id="{AE6BFE22-C634-CD16-F521-32FA14469243}"/>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6366AE87-3B46-C8DB-351D-23C6EA5EEAAD}"/>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47" name="Freeform 46">
            <a:extLst>
              <a:ext uri="{FF2B5EF4-FFF2-40B4-BE49-F238E27FC236}">
                <a16:creationId xmlns:a16="http://schemas.microsoft.com/office/drawing/2014/main" id="{EAC57173-4FDE-172F-FE15-AF8ECBDF19D8}"/>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8" name="Picture 47">
            <a:extLst>
              <a:ext uri="{FF2B5EF4-FFF2-40B4-BE49-F238E27FC236}">
                <a16:creationId xmlns:a16="http://schemas.microsoft.com/office/drawing/2014/main" id="{B09457DA-999E-CF65-D3F8-C464797F220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219469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5" name="Picture 4" descr="A blue background with lines&#10;&#10;Description automatically generated">
            <a:extLst>
              <a:ext uri="{FF2B5EF4-FFF2-40B4-BE49-F238E27FC236}">
                <a16:creationId xmlns:a16="http://schemas.microsoft.com/office/drawing/2014/main" id="{8E8AE4D3-905F-4AA2-0A0A-25EF0123F11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sp>
        <p:nvSpPr>
          <p:cNvPr id="6" name="Freeform 5">
            <a:extLst>
              <a:ext uri="{FF2B5EF4-FFF2-40B4-BE49-F238E27FC236}">
                <a16:creationId xmlns:a16="http://schemas.microsoft.com/office/drawing/2014/main" id="{21565CDA-85F7-7683-F228-F0A7027A84EB}"/>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99EF18EF-181D-8D75-DCF6-00F16483E801}"/>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8" name="TextBox 7">
            <a:extLst>
              <a:ext uri="{FF2B5EF4-FFF2-40B4-BE49-F238E27FC236}">
                <a16:creationId xmlns:a16="http://schemas.microsoft.com/office/drawing/2014/main" id="{DA67B39A-4DB5-B2D5-5BDC-95D91BE87B53}"/>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extBox 8">
            <a:extLst>
              <a:ext uri="{FF2B5EF4-FFF2-40B4-BE49-F238E27FC236}">
                <a16:creationId xmlns:a16="http://schemas.microsoft.com/office/drawing/2014/main" id="{86735136-0712-3541-6435-A481C8DF8251}"/>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4" name="Straight Connector 13">
            <a:extLst>
              <a:ext uri="{FF2B5EF4-FFF2-40B4-BE49-F238E27FC236}">
                <a16:creationId xmlns:a16="http://schemas.microsoft.com/office/drawing/2014/main" id="{CDEF013E-FFA8-3062-7014-2EEC57A270F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669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pic>
        <p:nvPicPr>
          <p:cNvPr id="2" name="Picture 1">
            <a:extLst>
              <a:ext uri="{FF2B5EF4-FFF2-40B4-BE49-F238E27FC236}">
                <a16:creationId xmlns:a16="http://schemas.microsoft.com/office/drawing/2014/main" id="{4E9DFF63-1ED9-930D-096E-B650A7E4B24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6" name="Freeform 5">
            <a:extLst>
              <a:ext uri="{FF2B5EF4-FFF2-40B4-BE49-F238E27FC236}">
                <a16:creationId xmlns:a16="http://schemas.microsoft.com/office/drawing/2014/main" id="{F8C40A90-05AE-0AD8-642F-879FD7D2D949}"/>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9F23F934-CA78-B30B-110C-D39055DEB93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8" name="TextBox 7">
            <a:extLst>
              <a:ext uri="{FF2B5EF4-FFF2-40B4-BE49-F238E27FC236}">
                <a16:creationId xmlns:a16="http://schemas.microsoft.com/office/drawing/2014/main" id="{F17A4903-8E0D-83EB-6EF9-39456C696758}"/>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extBox 8">
            <a:extLst>
              <a:ext uri="{FF2B5EF4-FFF2-40B4-BE49-F238E27FC236}">
                <a16:creationId xmlns:a16="http://schemas.microsoft.com/office/drawing/2014/main" id="{8A7807DF-00B3-8A65-F9BA-704C7CFB16C8}"/>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4" name="Straight Connector 13">
            <a:extLst>
              <a:ext uri="{FF2B5EF4-FFF2-40B4-BE49-F238E27FC236}">
                <a16:creationId xmlns:a16="http://schemas.microsoft.com/office/drawing/2014/main" id="{D8EEBD92-E6CD-C5CC-3CD0-90B3F17688D2}"/>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880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8"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8" y="2109087"/>
            <a:ext cx="4261039" cy="382403"/>
          </a:xfrm>
          <a:prstGeom prst="rect">
            <a:avLst/>
          </a:prstGeom>
        </p:spPr>
        <p:txBody>
          <a:bodyPr lIns="0" anchor="b"/>
          <a:lstStyle>
            <a:lvl1pPr marL="0" indent="0">
              <a:buNone/>
              <a:defRPr sz="1800" b="1" i="0">
                <a:solidFill>
                  <a:schemeClr val="accent1"/>
                </a:solidFill>
                <a:latin typeface="Arial" panose="020B0604020202020204" pitchFamily="34" charset="0"/>
                <a:ea typeface="Inter Medium" panose="02000503000000020004" pitchFamily="2" charset="0"/>
              </a:defRPr>
            </a:lvl1pPr>
            <a:lvl2pPr marL="457189" indent="0">
              <a:buNone/>
              <a:defRPr b="0" i="0">
                <a:latin typeface="Inter Medium" panose="02000503000000020004" pitchFamily="2" charset="0"/>
                <a:ea typeface="Inter Medium" panose="02000503000000020004" pitchFamily="2" charset="0"/>
              </a:defRPr>
            </a:lvl2pPr>
            <a:lvl3pPr marL="914378" indent="0">
              <a:buNone/>
              <a:defRPr b="0" i="0">
                <a:latin typeface="Inter Medium" panose="02000503000000020004" pitchFamily="2" charset="0"/>
                <a:ea typeface="Inter Medium" panose="02000503000000020004" pitchFamily="2" charset="0"/>
              </a:defRPr>
            </a:lvl3pPr>
            <a:lvl4pPr marL="1371566" indent="0">
              <a:buNone/>
              <a:defRPr b="0" i="0">
                <a:latin typeface="Inter Medium" panose="02000503000000020004" pitchFamily="2" charset="0"/>
                <a:ea typeface="Inter Medium" panose="02000503000000020004" pitchFamily="2" charset="0"/>
              </a:defRPr>
            </a:lvl4pPr>
            <a:lvl5pPr marL="1828754"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9" name="Picture 8" descr="A blue background with lines&#10;&#10;Description automatically generated">
            <a:extLst>
              <a:ext uri="{FF2B5EF4-FFF2-40B4-BE49-F238E27FC236}">
                <a16:creationId xmlns:a16="http://schemas.microsoft.com/office/drawing/2014/main" id="{7101C684-CC30-775A-E1B1-6D1395A5DEF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10" name="Freeform 9">
            <a:extLst>
              <a:ext uri="{FF2B5EF4-FFF2-40B4-BE49-F238E27FC236}">
                <a16:creationId xmlns:a16="http://schemas.microsoft.com/office/drawing/2014/main" id="{7CCEA03A-61DF-8082-1F54-19A046FF0717}"/>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128BAAFB-BB39-33FE-53F1-91314E9DB6C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3" name="TextBox 12">
            <a:extLst>
              <a:ext uri="{FF2B5EF4-FFF2-40B4-BE49-F238E27FC236}">
                <a16:creationId xmlns:a16="http://schemas.microsoft.com/office/drawing/2014/main" id="{528CF968-0136-AFB7-E511-7ED80BF2131D}"/>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4" name="TextBox 13">
            <a:extLst>
              <a:ext uri="{FF2B5EF4-FFF2-40B4-BE49-F238E27FC236}">
                <a16:creationId xmlns:a16="http://schemas.microsoft.com/office/drawing/2014/main" id="{7C9A7CEA-8A98-4E27-A116-948216662128}"/>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5" name="Straight Connector 14">
            <a:extLst>
              <a:ext uri="{FF2B5EF4-FFF2-40B4-BE49-F238E27FC236}">
                <a16:creationId xmlns:a16="http://schemas.microsoft.com/office/drawing/2014/main" id="{D5B3F302-03A0-25C4-5756-D7D659C633E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83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8"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8" y="2109087"/>
            <a:ext cx="4261039"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189" indent="0">
              <a:buNone/>
              <a:defRPr b="0" i="0">
                <a:latin typeface="Inter Medium" panose="02000503000000020004" pitchFamily="2" charset="0"/>
                <a:ea typeface="Inter Medium" panose="02000503000000020004" pitchFamily="2" charset="0"/>
              </a:defRPr>
            </a:lvl2pPr>
            <a:lvl3pPr marL="914378" indent="0">
              <a:buNone/>
              <a:defRPr b="0" i="0">
                <a:latin typeface="Inter Medium" panose="02000503000000020004" pitchFamily="2" charset="0"/>
                <a:ea typeface="Inter Medium" panose="02000503000000020004" pitchFamily="2" charset="0"/>
              </a:defRPr>
            </a:lvl3pPr>
            <a:lvl4pPr marL="1371566" indent="0">
              <a:buNone/>
              <a:defRPr b="0" i="0">
                <a:latin typeface="Inter Medium" panose="02000503000000020004" pitchFamily="2" charset="0"/>
                <a:ea typeface="Inter Medium" panose="02000503000000020004" pitchFamily="2" charset="0"/>
              </a:defRPr>
            </a:lvl4pPr>
            <a:lvl5pPr marL="1828754"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2" name="Picture 1">
            <a:extLst>
              <a:ext uri="{FF2B5EF4-FFF2-40B4-BE49-F238E27FC236}">
                <a16:creationId xmlns:a16="http://schemas.microsoft.com/office/drawing/2014/main" id="{0B7839E3-3573-780A-6D1B-D70C1C551BE8}"/>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11" name="Freeform 10">
            <a:extLst>
              <a:ext uri="{FF2B5EF4-FFF2-40B4-BE49-F238E27FC236}">
                <a16:creationId xmlns:a16="http://schemas.microsoft.com/office/drawing/2014/main" id="{506BF252-329F-27A5-7207-572D82A24633}"/>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EE6005B9-C77C-9A43-69A8-0D280D00231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3" name="TextBox 12">
            <a:extLst>
              <a:ext uri="{FF2B5EF4-FFF2-40B4-BE49-F238E27FC236}">
                <a16:creationId xmlns:a16="http://schemas.microsoft.com/office/drawing/2014/main" id="{C766C783-4955-9B59-8D7A-C1E97F008BC7}"/>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14" name="TextBox 13">
            <a:extLst>
              <a:ext uri="{FF2B5EF4-FFF2-40B4-BE49-F238E27FC236}">
                <a16:creationId xmlns:a16="http://schemas.microsoft.com/office/drawing/2014/main" id="{5F5C28F2-548C-EB7C-F8D3-68C36FB1917B}"/>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5" name="Straight Connector 14">
            <a:extLst>
              <a:ext uri="{FF2B5EF4-FFF2-40B4-BE49-F238E27FC236}">
                <a16:creationId xmlns:a16="http://schemas.microsoft.com/office/drawing/2014/main" id="{6E38C5E1-91D3-DF5A-4E0A-741B1FAAE2E4}"/>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68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1604"/>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1"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2"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3"/>
            <a:ext cx="4951392" cy="382403"/>
          </a:xfrm>
          <a:prstGeom prst="rect">
            <a:avLst/>
          </a:prstGeom>
        </p:spPr>
        <p:txBody>
          <a:bodyPr lIns="0" anchor="t"/>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189" indent="0">
              <a:buNone/>
              <a:defRPr b="0" i="0">
                <a:latin typeface="Inter Medium" panose="02000503000000020004" pitchFamily="2" charset="0"/>
                <a:ea typeface="Inter Medium" panose="02000503000000020004" pitchFamily="2" charset="0"/>
              </a:defRPr>
            </a:lvl2pPr>
            <a:lvl3pPr marL="914378" indent="0">
              <a:buNone/>
              <a:defRPr b="0" i="0">
                <a:latin typeface="Inter Medium" panose="02000503000000020004" pitchFamily="2" charset="0"/>
                <a:ea typeface="Inter Medium" panose="02000503000000020004" pitchFamily="2" charset="0"/>
              </a:defRPr>
            </a:lvl3pPr>
            <a:lvl4pPr marL="1371566" indent="0">
              <a:buNone/>
              <a:defRPr b="0" i="0">
                <a:latin typeface="Inter Medium" panose="02000503000000020004" pitchFamily="2" charset="0"/>
                <a:ea typeface="Inter Medium" panose="02000503000000020004" pitchFamily="2" charset="0"/>
              </a:defRPr>
            </a:lvl4pPr>
            <a:lvl5pPr marL="1828754" indent="0">
              <a:buNone/>
              <a:defRPr b="0" i="0">
                <a:latin typeface="Inter Medium" panose="02000503000000020004" pitchFamily="2" charset="0"/>
                <a:ea typeface="Inter Medium" panose="02000503000000020004" pitchFamily="2" charset="0"/>
              </a:defRPr>
            </a:lvl5pPr>
          </a:lstStyle>
          <a:p>
            <a:pPr lvl="0"/>
            <a:r>
              <a:rPr lang="en-US"/>
              <a:t>Section 01</a:t>
            </a:r>
          </a:p>
        </p:txBody>
      </p:sp>
      <p:sp>
        <p:nvSpPr>
          <p:cNvPr id="2" name="Freeform 1">
            <a:extLst>
              <a:ext uri="{FF2B5EF4-FFF2-40B4-BE49-F238E27FC236}">
                <a16:creationId xmlns:a16="http://schemas.microsoft.com/office/drawing/2014/main" id="{9CB7FF8B-3CD5-1FA1-3E23-796CB34D06CD}"/>
              </a:ext>
            </a:extLst>
          </p:cNvPr>
          <p:cNvSpPr/>
          <p:nvPr userDrawn="1"/>
        </p:nvSpPr>
        <p:spPr>
          <a:xfrm rot="10800000">
            <a:off x="1" y="-1604"/>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17432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7"/>
            <a:ext cx="4951392"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189" indent="0">
              <a:buNone/>
              <a:defRPr b="0" i="0">
                <a:latin typeface="Inter Medium" panose="02000503000000020004" pitchFamily="2" charset="0"/>
                <a:ea typeface="Inter Medium" panose="02000503000000020004" pitchFamily="2" charset="0"/>
              </a:defRPr>
            </a:lvl2pPr>
            <a:lvl3pPr marL="914378" indent="0">
              <a:buNone/>
              <a:defRPr b="0" i="0">
                <a:latin typeface="Inter Medium" panose="02000503000000020004" pitchFamily="2" charset="0"/>
                <a:ea typeface="Inter Medium" panose="02000503000000020004" pitchFamily="2" charset="0"/>
              </a:defRPr>
            </a:lvl3pPr>
            <a:lvl4pPr marL="1371566" indent="0">
              <a:buNone/>
              <a:defRPr b="0" i="0">
                <a:latin typeface="Inter Medium" panose="02000503000000020004" pitchFamily="2" charset="0"/>
                <a:ea typeface="Inter Medium" panose="02000503000000020004" pitchFamily="2" charset="0"/>
              </a:defRPr>
            </a:lvl4pPr>
            <a:lvl5pPr marL="1828754"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1"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pic>
        <p:nvPicPr>
          <p:cNvPr id="5" name="Picture 4">
            <a:extLst>
              <a:ext uri="{FF2B5EF4-FFF2-40B4-BE49-F238E27FC236}">
                <a16:creationId xmlns:a16="http://schemas.microsoft.com/office/drawing/2014/main" id="{9F599E08-4133-D36A-5E1A-037BD678D18D}"/>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2752351" cy="5155519"/>
          </a:xfrm>
          <a:prstGeom prst="rect">
            <a:avLst/>
          </a:prstGeom>
        </p:spPr>
      </p:pic>
      <p:sp>
        <p:nvSpPr>
          <p:cNvPr id="6" name="Freeform 5">
            <a:extLst>
              <a:ext uri="{FF2B5EF4-FFF2-40B4-BE49-F238E27FC236}">
                <a16:creationId xmlns:a16="http://schemas.microsoft.com/office/drawing/2014/main" id="{32A19D7F-3999-2792-82DC-5F76F7CF1DE7}"/>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A443C313-BA4E-388A-970E-D42C69A5C2E1}"/>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254999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86541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255C048F-1025-B70A-1D65-EE7CDD7D808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05B79974-8C56-EB35-E84B-861703BDE21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75979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1" y="834850"/>
            <a:ext cx="81533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48139C4F-E7E2-6309-41C1-9C57E142057E}"/>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2E1AC4A1-F5B8-2184-853D-10EF2D5555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844751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9"/>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5"/>
            <a:ext cx="8153400" cy="3782305"/>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TextBox 3">
            <a:extLst>
              <a:ext uri="{FF2B5EF4-FFF2-40B4-BE49-F238E27FC236}">
                <a16:creationId xmlns:a16="http://schemas.microsoft.com/office/drawing/2014/main" id="{D17CF484-B4D0-C6E7-BE03-BC78766F99CE}"/>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06889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9"/>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5"/>
            <a:ext cx="8153400" cy="3782305"/>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7" name="TextBox 6">
            <a:extLst>
              <a:ext uri="{FF2B5EF4-FFF2-40B4-BE49-F238E27FC236}">
                <a16:creationId xmlns:a16="http://schemas.microsoft.com/office/drawing/2014/main" id="{10E98152-EB8E-924A-A3F0-602C9B196329}"/>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8" name="Freeform 7">
            <a:extLst>
              <a:ext uri="{FF2B5EF4-FFF2-40B4-BE49-F238E27FC236}">
                <a16:creationId xmlns:a16="http://schemas.microsoft.com/office/drawing/2014/main" id="{7658AFF5-18C5-5ED9-CB6E-07D9E5604F08}"/>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23C098CA-FC16-3804-6919-71252C1F69D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94764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0"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2" y="1158700"/>
            <a:ext cx="8153929" cy="366095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7" name="TextBox 6">
            <a:extLst>
              <a:ext uri="{FF2B5EF4-FFF2-40B4-BE49-F238E27FC236}">
                <a16:creationId xmlns:a16="http://schemas.microsoft.com/office/drawing/2014/main" id="{FFF6289E-F207-69F4-6EB2-629152FA0E32}"/>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8" name="Freeform 7">
            <a:extLst>
              <a:ext uri="{FF2B5EF4-FFF2-40B4-BE49-F238E27FC236}">
                <a16:creationId xmlns:a16="http://schemas.microsoft.com/office/drawing/2014/main" id="{DEAB7D3A-F9DD-FC43-B381-D6343AD5A53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31CD4D67-9FA2-1014-79FF-DD75C7F1FEF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623144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23626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Freeform 1">
            <a:extLst>
              <a:ext uri="{FF2B5EF4-FFF2-40B4-BE49-F238E27FC236}">
                <a16:creationId xmlns:a16="http://schemas.microsoft.com/office/drawing/2014/main" id="{3A43CBFA-3CBD-4739-2673-B5ED6591874D}"/>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C77D01A-66FC-F09F-0FB6-EE6858FEAF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703625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 name="TextBox 2">
            <a:extLst>
              <a:ext uri="{FF2B5EF4-FFF2-40B4-BE49-F238E27FC236}">
                <a16:creationId xmlns:a16="http://schemas.microsoft.com/office/drawing/2014/main" id="{FF91DE19-EDC4-D80C-6BB2-20A267B68514}"/>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5" name="Freeform 4">
            <a:extLst>
              <a:ext uri="{FF2B5EF4-FFF2-40B4-BE49-F238E27FC236}">
                <a16:creationId xmlns:a16="http://schemas.microsoft.com/office/drawing/2014/main" id="{D18A73F7-7761-29A3-E9D2-2B1174A31AB1}"/>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3A6A4A3A-6E91-7120-3D71-394C88D3ECD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881749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326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Freeform 1">
            <a:extLst>
              <a:ext uri="{FF2B5EF4-FFF2-40B4-BE49-F238E27FC236}">
                <a16:creationId xmlns:a16="http://schemas.microsoft.com/office/drawing/2014/main" id="{6B2FE937-9D02-ED0F-BAC1-8FBC3DEBC88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A8689C7-0104-55B3-B3DA-B624BC42041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87282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extBox 1">
            <a:extLst>
              <a:ext uri="{FF2B5EF4-FFF2-40B4-BE49-F238E27FC236}">
                <a16:creationId xmlns:a16="http://schemas.microsoft.com/office/drawing/2014/main" id="{C6E2BE2E-76C0-A23E-42D5-E8334E31BEA7}"/>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3D3F90C5-BC02-E09F-29B6-C959413053AB}"/>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8AAE4DB6-DA40-93A1-E598-0F9C3EC8FB4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0462847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7D3402AE-76DA-422B-37E0-9976B5A38C64}"/>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6709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D1B3D0B7-2604-85C7-51B9-DA26B3193498}"/>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185183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BA4CA0D9-BFF4-524A-0079-B2FBBAB9C571}"/>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13CEBA38-FECA-8F84-29CF-1631D5934237}"/>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388868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277" userDrawn="1">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2" y="294640"/>
            <a:ext cx="8115299"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9" name="Picture 8" descr="A blue background with lines&#10;&#10;Description automatically generated">
            <a:extLst>
              <a:ext uri="{FF2B5EF4-FFF2-40B4-BE49-F238E27FC236}">
                <a16:creationId xmlns:a16="http://schemas.microsoft.com/office/drawing/2014/main" id="{FEC0DFF5-720D-565D-519E-65BDFEDACC2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10" name="Freeform 9">
            <a:extLst>
              <a:ext uri="{FF2B5EF4-FFF2-40B4-BE49-F238E27FC236}">
                <a16:creationId xmlns:a16="http://schemas.microsoft.com/office/drawing/2014/main" id="{97554CEA-BBF7-A7DA-0091-DD73E4F94A9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A1E63D2D-1418-F02A-370A-FA0565C4CDD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2" name="TextBox 11">
            <a:extLst>
              <a:ext uri="{FF2B5EF4-FFF2-40B4-BE49-F238E27FC236}">
                <a16:creationId xmlns:a16="http://schemas.microsoft.com/office/drawing/2014/main" id="{FB26F012-7B75-E81F-7B21-CC1626E6EFDA}"/>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3" name="TextBox 12">
            <a:extLst>
              <a:ext uri="{FF2B5EF4-FFF2-40B4-BE49-F238E27FC236}">
                <a16:creationId xmlns:a16="http://schemas.microsoft.com/office/drawing/2014/main" id="{D8F9D35C-F4B7-4592-060D-5CD953E17282}"/>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4" name="Straight Connector 13">
            <a:extLst>
              <a:ext uri="{FF2B5EF4-FFF2-40B4-BE49-F238E27FC236}">
                <a16:creationId xmlns:a16="http://schemas.microsoft.com/office/drawing/2014/main" id="{5A42888C-EFCA-807E-82A1-91C892F90AF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7403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2" y="294640"/>
            <a:ext cx="811529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pic>
        <p:nvPicPr>
          <p:cNvPr id="3" name="Picture 2">
            <a:extLst>
              <a:ext uri="{FF2B5EF4-FFF2-40B4-BE49-F238E27FC236}">
                <a16:creationId xmlns:a16="http://schemas.microsoft.com/office/drawing/2014/main" id="{ADEBE075-FC69-95A4-3786-98D239D9008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sp>
        <p:nvSpPr>
          <p:cNvPr id="6" name="Freeform 5">
            <a:extLst>
              <a:ext uri="{FF2B5EF4-FFF2-40B4-BE49-F238E27FC236}">
                <a16:creationId xmlns:a16="http://schemas.microsoft.com/office/drawing/2014/main" id="{1973935F-1393-163F-6194-7777CDDF93C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F129B11D-300E-864A-4FFA-24409C9B9D8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12" name="Straight Connector 11">
            <a:extLst>
              <a:ext uri="{FF2B5EF4-FFF2-40B4-BE49-F238E27FC236}">
                <a16:creationId xmlns:a16="http://schemas.microsoft.com/office/drawing/2014/main" id="{D8411561-6BB8-9F60-213A-6C547DC6E1F8}"/>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62DAE0B-0C70-E4D1-2BCC-E6D40F5B4BDB}"/>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4" name="TextBox 13">
            <a:extLst>
              <a:ext uri="{FF2B5EF4-FFF2-40B4-BE49-F238E27FC236}">
                <a16:creationId xmlns:a16="http://schemas.microsoft.com/office/drawing/2014/main" id="{A9E7B1B1-1488-09B6-AE92-8141E2AB7EFC}"/>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406190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2" y="1104901"/>
            <a:ext cx="5623558" cy="2658585"/>
          </a:xfrm>
          <a:prstGeom prst="rect">
            <a:avLst/>
          </a:prstGeom>
        </p:spPr>
        <p:txBody>
          <a:bodyPr lIns="0" anchor="b"/>
          <a:lstStyle>
            <a:lvl1pPr marL="0" indent="0">
              <a:buNone/>
              <a:defRPr sz="32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220" y="-1248"/>
            <a:ext cx="190015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450302" y="521121"/>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2"/>
            <a:ext cx="5623558"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50"/>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 name="Freeform 6">
            <a:extLst>
              <a:ext uri="{FF2B5EF4-FFF2-40B4-BE49-F238E27FC236}">
                <a16:creationId xmlns:a16="http://schemas.microsoft.com/office/drawing/2014/main" id="{2EB090D0-3875-0DD2-384E-EEBB9E549CF9}"/>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FFF5C8C5-DAA2-0A1B-D3C9-E772179D36C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pic>
        <p:nvPicPr>
          <p:cNvPr id="9" name="Picture 8" descr="A blue background with lines&#10;&#10;Description automatically generated">
            <a:extLst>
              <a:ext uri="{FF2B5EF4-FFF2-40B4-BE49-F238E27FC236}">
                <a16:creationId xmlns:a16="http://schemas.microsoft.com/office/drawing/2014/main" id="{CF8AD276-BB73-D05A-C8ED-AA98BF68CE8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220" y="-1248"/>
            <a:ext cx="1900152" cy="5144748"/>
          </a:xfrm>
          <a:prstGeom prst="rect">
            <a:avLst/>
          </a:prstGeom>
        </p:spPr>
      </p:pic>
      <p:sp>
        <p:nvSpPr>
          <p:cNvPr id="10" name="Freeform 9">
            <a:extLst>
              <a:ext uri="{FF2B5EF4-FFF2-40B4-BE49-F238E27FC236}">
                <a16:creationId xmlns:a16="http://schemas.microsoft.com/office/drawing/2014/main" id="{A6822E38-6F0E-9F02-3A77-12F33B85D86B}"/>
              </a:ext>
            </a:extLst>
          </p:cNvPr>
          <p:cNvSpPr/>
          <p:nvPr userDrawn="1"/>
        </p:nvSpPr>
        <p:spPr>
          <a:xfrm>
            <a:off x="450302" y="521121"/>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Tree>
    <p:extLst>
      <p:ext uri="{BB962C8B-B14F-4D97-AF65-F5344CB8AC3E}">
        <p14:creationId xmlns:p14="http://schemas.microsoft.com/office/powerpoint/2010/main" val="19128507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6" y="1228133"/>
            <a:ext cx="5623558" cy="1976489"/>
          </a:xfrm>
          <a:prstGeom prst="rect">
            <a:avLst/>
          </a:prstGeom>
        </p:spPr>
        <p:txBody>
          <a:bodyPr lIns="0" anchor="b"/>
          <a:lstStyle>
            <a:lvl1pPr marL="0" indent="0">
              <a:buNone/>
              <a:defRPr sz="32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1"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419101" y="409904"/>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18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20" y="3374219"/>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20" y="3655787"/>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9" name="Rounded Rectangle 8">
            <a:extLst>
              <a:ext uri="{FF2B5EF4-FFF2-40B4-BE49-F238E27FC236}">
                <a16:creationId xmlns:a16="http://schemas.microsoft.com/office/drawing/2014/main" id="{8208E71A-C612-31CB-1DE7-EB63EF2D5459}"/>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Freeform 9">
            <a:extLst>
              <a:ext uri="{FF2B5EF4-FFF2-40B4-BE49-F238E27FC236}">
                <a16:creationId xmlns:a16="http://schemas.microsoft.com/office/drawing/2014/main" id="{06E67F41-3CB0-5786-8A9F-DC45CFB997E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DEE408E3-EABC-0A87-20A9-0A7D9D5B81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2" name="Rectangle 11">
            <a:extLst>
              <a:ext uri="{FF2B5EF4-FFF2-40B4-BE49-F238E27FC236}">
                <a16:creationId xmlns:a16="http://schemas.microsoft.com/office/drawing/2014/main" id="{F90FF9A8-709E-0FC4-2985-FB4544ED0B12}"/>
              </a:ext>
            </a:extLst>
          </p:cNvPr>
          <p:cNvSpPr/>
          <p:nvPr userDrawn="1"/>
        </p:nvSpPr>
        <p:spPr>
          <a:xfrm>
            <a:off x="1"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5" name="Rounded Rectangle 14">
            <a:extLst>
              <a:ext uri="{FF2B5EF4-FFF2-40B4-BE49-F238E27FC236}">
                <a16:creationId xmlns:a16="http://schemas.microsoft.com/office/drawing/2014/main" id="{D2D33955-4900-C0F0-B01C-74E175B17FDA}"/>
              </a:ext>
            </a:extLst>
          </p:cNvPr>
          <p:cNvSpPr/>
          <p:nvPr userDrawn="1"/>
        </p:nvSpPr>
        <p:spPr>
          <a:xfrm>
            <a:off x="419101" y="409904"/>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Freeform 15">
            <a:extLst>
              <a:ext uri="{FF2B5EF4-FFF2-40B4-BE49-F238E27FC236}">
                <a16:creationId xmlns:a16="http://schemas.microsoft.com/office/drawing/2014/main" id="{FFB8D3EF-842C-E74F-EC7D-70A6EC545D4E}"/>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1800" b="0" i="0">
              <a:latin typeface="Arial" panose="020B0604020202020204" pitchFamily="34" charset="0"/>
            </a:endParaRPr>
          </a:p>
        </p:txBody>
      </p:sp>
    </p:spTree>
    <p:extLst>
      <p:ext uri="{BB962C8B-B14F-4D97-AF65-F5344CB8AC3E}">
        <p14:creationId xmlns:p14="http://schemas.microsoft.com/office/powerpoint/2010/main" val="6646814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7"/>
            <a:ext cx="6972255" cy="1591373"/>
          </a:xfrm>
          <a:prstGeom prst="rect">
            <a:avLst/>
          </a:prstGeom>
        </p:spPr>
        <p:txBody>
          <a:bodyPr lIns="0" anchor="t"/>
          <a:lstStyle>
            <a:lvl1pPr marL="0" indent="0">
              <a:buNone/>
              <a:defRPr sz="32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755540" y="376077"/>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9"/>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7"/>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5" name="Freeform 4">
            <a:extLst>
              <a:ext uri="{FF2B5EF4-FFF2-40B4-BE49-F238E27FC236}">
                <a16:creationId xmlns:a16="http://schemas.microsoft.com/office/drawing/2014/main" id="{A50513B3-E9DB-D915-3434-8A4660D9D4B2}"/>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0C7BD44D-4DCD-D0F0-D574-253692EDDBD9}"/>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2602F871-2689-52D6-56CE-07E4ECB6946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9" name="Freeform 8">
            <a:extLst>
              <a:ext uri="{FF2B5EF4-FFF2-40B4-BE49-F238E27FC236}">
                <a16:creationId xmlns:a16="http://schemas.microsoft.com/office/drawing/2014/main" id="{14ACF1DE-7762-2F03-6B75-87478F4EEA4B}"/>
              </a:ext>
            </a:extLst>
          </p:cNvPr>
          <p:cNvSpPr/>
          <p:nvPr userDrawn="1"/>
        </p:nvSpPr>
        <p:spPr>
          <a:xfrm>
            <a:off x="755540" y="376077"/>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Tree>
    <p:extLst>
      <p:ext uri="{BB962C8B-B14F-4D97-AF65-F5344CB8AC3E}">
        <p14:creationId xmlns:p14="http://schemas.microsoft.com/office/powerpoint/2010/main" val="3556213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004455"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18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155864" y="1507369"/>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483994"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4"/>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2"/>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371474" y="3687079"/>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171576"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0" name="Freeform 9">
            <a:extLst>
              <a:ext uri="{FF2B5EF4-FFF2-40B4-BE49-F238E27FC236}">
                <a16:creationId xmlns:a16="http://schemas.microsoft.com/office/drawing/2014/main" id="{FF80E089-67CF-67FF-F3F9-4048A6DBA5E7}"/>
              </a:ext>
            </a:extLst>
          </p:cNvPr>
          <p:cNvSpPr/>
          <p:nvPr userDrawn="1"/>
        </p:nvSpPr>
        <p:spPr>
          <a:xfrm>
            <a:off x="1004455"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1800" b="0" i="0">
              <a:latin typeface="Arial" panose="020B0604020202020204" pitchFamily="34" charset="0"/>
            </a:endParaRPr>
          </a:p>
        </p:txBody>
      </p:sp>
      <p:cxnSp>
        <p:nvCxnSpPr>
          <p:cNvPr id="13" name="Straight Connector 12">
            <a:extLst>
              <a:ext uri="{FF2B5EF4-FFF2-40B4-BE49-F238E27FC236}">
                <a16:creationId xmlns:a16="http://schemas.microsoft.com/office/drawing/2014/main" id="{E29D3A9A-BCD0-0944-C6A7-7C99F11C65E3}"/>
              </a:ext>
            </a:extLst>
          </p:cNvPr>
          <p:cNvCxnSpPr>
            <a:cxnSpLocks/>
          </p:cNvCxnSpPr>
          <p:nvPr userDrawn="1"/>
        </p:nvCxnSpPr>
        <p:spPr>
          <a:xfrm flipH="1">
            <a:off x="-155864" y="1507369"/>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CBAAA5-A054-0B6B-3D71-7A8609669881}"/>
              </a:ext>
            </a:extLst>
          </p:cNvPr>
          <p:cNvCxnSpPr>
            <a:cxnSpLocks/>
          </p:cNvCxnSpPr>
          <p:nvPr userDrawn="1"/>
        </p:nvCxnSpPr>
        <p:spPr>
          <a:xfrm flipH="1">
            <a:off x="1483994"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E409CBBC-0413-24D0-A0AF-CB1B76A0B130}"/>
              </a:ext>
            </a:extLst>
          </p:cNvPr>
          <p:cNvSpPr/>
          <p:nvPr userDrawn="1"/>
        </p:nvSpPr>
        <p:spPr>
          <a:xfrm>
            <a:off x="-371474" y="3687079"/>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6" name="Rectangle 15">
            <a:extLst>
              <a:ext uri="{FF2B5EF4-FFF2-40B4-BE49-F238E27FC236}">
                <a16:creationId xmlns:a16="http://schemas.microsoft.com/office/drawing/2014/main" id="{616E82AB-2A77-06A4-DFF1-4400DD925A63}"/>
              </a:ext>
            </a:extLst>
          </p:cNvPr>
          <p:cNvSpPr/>
          <p:nvPr userDrawn="1"/>
        </p:nvSpPr>
        <p:spPr>
          <a:xfrm>
            <a:off x="1171576"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7" name="Freeform 16">
            <a:extLst>
              <a:ext uri="{FF2B5EF4-FFF2-40B4-BE49-F238E27FC236}">
                <a16:creationId xmlns:a16="http://schemas.microsoft.com/office/drawing/2014/main" id="{3071EC6B-53F3-C4FF-F00E-A621B797C89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8" name="Picture 10">
            <a:extLst>
              <a:ext uri="{FF2B5EF4-FFF2-40B4-BE49-F238E27FC236}">
                <a16:creationId xmlns:a16="http://schemas.microsoft.com/office/drawing/2014/main" id="{45B6235D-9433-5F9B-996C-48D37ABB876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5235309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5063570" y="877888"/>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18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2" y="294640"/>
            <a:ext cx="3720183"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2" y="834850"/>
            <a:ext cx="3729153" cy="3984800"/>
          </a:xfrm>
          <a:prstGeom prst="rect">
            <a:avLst/>
          </a:prstGeom>
        </p:spPr>
        <p:txBody>
          <a:bodyPr lIns="0" rIns="0"/>
          <a:lstStyle>
            <a:lvl1pPr marL="174621" indent="-174621">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4" y="3958172"/>
            <a:ext cx="1970974" cy="281567"/>
          </a:xfrm>
          <a:prstGeom prst="rect">
            <a:avLst/>
          </a:prstGeom>
        </p:spPr>
        <p:txBody>
          <a:bodyPr lIns="0"/>
          <a:lstStyle>
            <a:lvl1pPr marL="0" indent="0">
              <a:buNone/>
              <a:defRPr sz="1400"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4" y="4239740"/>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1" y="1438425"/>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 name="Rounded Rectangle 2">
            <a:extLst>
              <a:ext uri="{FF2B5EF4-FFF2-40B4-BE49-F238E27FC236}">
                <a16:creationId xmlns:a16="http://schemas.microsoft.com/office/drawing/2014/main" id="{913DA272-C904-A843-6196-121BB2FEEE62}"/>
              </a:ext>
            </a:extLst>
          </p:cNvPr>
          <p:cNvSpPr/>
          <p:nvPr userDrawn="1"/>
        </p:nvSpPr>
        <p:spPr>
          <a:xfrm>
            <a:off x="5063570" y="877888"/>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Rectangle 9">
            <a:extLst>
              <a:ext uri="{FF2B5EF4-FFF2-40B4-BE49-F238E27FC236}">
                <a16:creationId xmlns:a16="http://schemas.microsoft.com/office/drawing/2014/main" id="{537ADA0A-CA94-3A58-9906-67BF00D77752}"/>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11" name="Group 10">
            <a:extLst>
              <a:ext uri="{FF2B5EF4-FFF2-40B4-BE49-F238E27FC236}">
                <a16:creationId xmlns:a16="http://schemas.microsoft.com/office/drawing/2014/main" id="{C56C982D-1524-70F9-0E23-E64A49004746}"/>
              </a:ext>
            </a:extLst>
          </p:cNvPr>
          <p:cNvGrpSpPr/>
          <p:nvPr userDrawn="1"/>
        </p:nvGrpSpPr>
        <p:grpSpPr>
          <a:xfrm>
            <a:off x="4846768" y="342515"/>
            <a:ext cx="823832" cy="772509"/>
            <a:chOff x="4750955" y="294815"/>
            <a:chExt cx="1388435" cy="1301939"/>
          </a:xfrm>
        </p:grpSpPr>
        <p:sp>
          <p:nvSpPr>
            <p:cNvPr id="12" name="Rounded Rectangle 11">
              <a:extLst>
                <a:ext uri="{FF2B5EF4-FFF2-40B4-BE49-F238E27FC236}">
                  <a16:creationId xmlns:a16="http://schemas.microsoft.com/office/drawing/2014/main" id="{EFCCC033-F69C-E210-AE74-EA53AD9E6478}"/>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5" name="Freeform 14">
              <a:extLst>
                <a:ext uri="{FF2B5EF4-FFF2-40B4-BE49-F238E27FC236}">
                  <a16:creationId xmlns:a16="http://schemas.microsoft.com/office/drawing/2014/main" id="{9C9A617C-F236-997A-B438-ABA1CD2F1532}"/>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1800" b="0" i="0">
                <a:latin typeface="Arial" panose="020B0604020202020204" pitchFamily="34" charset="0"/>
              </a:endParaRPr>
            </a:p>
          </p:txBody>
        </p:sp>
      </p:grpSp>
      <p:sp>
        <p:nvSpPr>
          <p:cNvPr id="16" name="Freeform 15">
            <a:extLst>
              <a:ext uri="{FF2B5EF4-FFF2-40B4-BE49-F238E27FC236}">
                <a16:creationId xmlns:a16="http://schemas.microsoft.com/office/drawing/2014/main" id="{E63C8A4D-B3B5-CC44-DAAC-9E8BAC9C3C4E}"/>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7" name="Picture 10">
            <a:extLst>
              <a:ext uri="{FF2B5EF4-FFF2-40B4-BE49-F238E27FC236}">
                <a16:creationId xmlns:a16="http://schemas.microsoft.com/office/drawing/2014/main" id="{5E418FB4-C968-3EC9-E4FD-2DD35C461B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939288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793174"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129612" y="489591"/>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10" y="3540219"/>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10" y="3821787"/>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9" y="1398242"/>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3EEB5027-7D3A-0EF5-A8DB-2A81F43A6321}"/>
              </a:ext>
            </a:extLst>
          </p:cNvPr>
          <p:cNvSpPr/>
          <p:nvPr userDrawn="1"/>
        </p:nvSpPr>
        <p:spPr>
          <a:xfrm>
            <a:off x="793174"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Freeform 7">
            <a:extLst>
              <a:ext uri="{FF2B5EF4-FFF2-40B4-BE49-F238E27FC236}">
                <a16:creationId xmlns:a16="http://schemas.microsoft.com/office/drawing/2014/main" id="{DD2A7627-9377-B557-C532-555B00D3CB88}"/>
              </a:ext>
            </a:extLst>
          </p:cNvPr>
          <p:cNvSpPr/>
          <p:nvPr userDrawn="1"/>
        </p:nvSpPr>
        <p:spPr>
          <a:xfrm>
            <a:off x="1129612" y="489591"/>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1800" b="0" i="0">
              <a:latin typeface="Arial" panose="020B0604020202020204" pitchFamily="34" charset="0"/>
            </a:endParaRPr>
          </a:p>
        </p:txBody>
      </p:sp>
      <p:sp>
        <p:nvSpPr>
          <p:cNvPr id="9" name="Freeform 8">
            <a:extLst>
              <a:ext uri="{FF2B5EF4-FFF2-40B4-BE49-F238E27FC236}">
                <a16:creationId xmlns:a16="http://schemas.microsoft.com/office/drawing/2014/main" id="{6F2FE329-FB69-D937-A2DD-F832A05A96F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17D8C33E-5068-79BC-4E28-134EA3D8A30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1519509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
        <p:nvSpPr>
          <p:cNvPr id="2" name="Freeform 1">
            <a:extLst>
              <a:ext uri="{FF2B5EF4-FFF2-40B4-BE49-F238E27FC236}">
                <a16:creationId xmlns:a16="http://schemas.microsoft.com/office/drawing/2014/main" id="{F8E4C6D8-A15F-59A6-A491-8360F417734D}"/>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grpSp>
        <p:nvGrpSpPr>
          <p:cNvPr id="3" name="Picture 7">
            <a:extLst>
              <a:ext uri="{FF2B5EF4-FFF2-40B4-BE49-F238E27FC236}">
                <a16:creationId xmlns:a16="http://schemas.microsoft.com/office/drawing/2014/main" id="{5DC7B266-D5E2-3B9F-1AFC-0573812517F3}"/>
              </a:ext>
            </a:extLst>
          </p:cNvPr>
          <p:cNvGrpSpPr/>
          <p:nvPr userDrawn="1"/>
        </p:nvGrpSpPr>
        <p:grpSpPr>
          <a:xfrm>
            <a:off x="1263353" y="504045"/>
            <a:ext cx="6617851" cy="371968"/>
            <a:chOff x="4532006" y="1183262"/>
            <a:chExt cx="4254128" cy="239091"/>
          </a:xfrm>
        </p:grpSpPr>
        <p:sp>
          <p:nvSpPr>
            <p:cNvPr id="12" name="Freeform 11">
              <a:extLst>
                <a:ext uri="{FF2B5EF4-FFF2-40B4-BE49-F238E27FC236}">
                  <a16:creationId xmlns:a16="http://schemas.microsoft.com/office/drawing/2014/main" id="{C8D8B4B7-6A9A-0FB2-ED62-4512EA902561}"/>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13" name="Freeform 12">
              <a:extLst>
                <a:ext uri="{FF2B5EF4-FFF2-40B4-BE49-F238E27FC236}">
                  <a16:creationId xmlns:a16="http://schemas.microsoft.com/office/drawing/2014/main" id="{FEAC1CF4-7EC2-6B72-FACE-DC65A4586515}"/>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b="0" i="0">
                <a:latin typeface="Arial" panose="020B0604020202020204" pitchFamily="34" charset="0"/>
              </a:endParaRPr>
            </a:p>
          </p:txBody>
        </p:sp>
        <p:sp>
          <p:nvSpPr>
            <p:cNvPr id="14" name="Freeform 13">
              <a:extLst>
                <a:ext uri="{FF2B5EF4-FFF2-40B4-BE49-F238E27FC236}">
                  <a16:creationId xmlns:a16="http://schemas.microsoft.com/office/drawing/2014/main" id="{3B545E90-121B-1BAB-544A-5F294B85790C}"/>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5" name="Freeform 14">
              <a:extLst>
                <a:ext uri="{FF2B5EF4-FFF2-40B4-BE49-F238E27FC236}">
                  <a16:creationId xmlns:a16="http://schemas.microsoft.com/office/drawing/2014/main" id="{617971C3-4C2C-0335-3871-EFBCA2C96664}"/>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16" name="Freeform 15">
              <a:extLst>
                <a:ext uri="{FF2B5EF4-FFF2-40B4-BE49-F238E27FC236}">
                  <a16:creationId xmlns:a16="http://schemas.microsoft.com/office/drawing/2014/main" id="{3F30E808-9D1E-C732-9CD9-2E38959566F0}"/>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Tree>
    <p:extLst>
      <p:ext uri="{BB962C8B-B14F-4D97-AF65-F5344CB8AC3E}">
        <p14:creationId xmlns:p14="http://schemas.microsoft.com/office/powerpoint/2010/main" val="381215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18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18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2" name="Freeform 11">
            <a:extLst>
              <a:ext uri="{FF2B5EF4-FFF2-40B4-BE49-F238E27FC236}">
                <a16:creationId xmlns:a16="http://schemas.microsoft.com/office/drawing/2014/main" id="{4DA18627-E51E-C851-69B3-E97499878AFB}"/>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grpSp>
        <p:nvGrpSpPr>
          <p:cNvPr id="13" name="Picture 7">
            <a:extLst>
              <a:ext uri="{FF2B5EF4-FFF2-40B4-BE49-F238E27FC236}">
                <a16:creationId xmlns:a16="http://schemas.microsoft.com/office/drawing/2014/main" id="{BF3B621E-5589-270E-A617-A19E8B249CCD}"/>
              </a:ext>
            </a:extLst>
          </p:cNvPr>
          <p:cNvGrpSpPr/>
          <p:nvPr userDrawn="1"/>
        </p:nvGrpSpPr>
        <p:grpSpPr>
          <a:xfrm>
            <a:off x="1263353" y="504045"/>
            <a:ext cx="6617851" cy="371968"/>
            <a:chOff x="4532006" y="1183262"/>
            <a:chExt cx="4254128" cy="239091"/>
          </a:xfrm>
        </p:grpSpPr>
        <p:sp>
          <p:nvSpPr>
            <p:cNvPr id="14" name="Freeform 13">
              <a:extLst>
                <a:ext uri="{FF2B5EF4-FFF2-40B4-BE49-F238E27FC236}">
                  <a16:creationId xmlns:a16="http://schemas.microsoft.com/office/drawing/2014/main" id="{3B03EF95-24FA-2B24-1302-CEBA055C193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1800" b="0" i="0">
                <a:latin typeface="Arial" panose="020B0604020202020204" pitchFamily="34" charset="0"/>
              </a:endParaRPr>
            </a:p>
          </p:txBody>
        </p:sp>
        <p:sp>
          <p:nvSpPr>
            <p:cNvPr id="15" name="Freeform 14">
              <a:extLst>
                <a:ext uri="{FF2B5EF4-FFF2-40B4-BE49-F238E27FC236}">
                  <a16:creationId xmlns:a16="http://schemas.microsoft.com/office/drawing/2014/main" id="{F328CD9C-5C35-FD6C-EF1B-534C6FB0D835}"/>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1800" b="0" i="0">
                <a:latin typeface="Arial" panose="020B0604020202020204" pitchFamily="34" charset="0"/>
              </a:endParaRPr>
            </a:p>
          </p:txBody>
        </p:sp>
        <p:sp>
          <p:nvSpPr>
            <p:cNvPr id="16" name="Freeform 15">
              <a:extLst>
                <a:ext uri="{FF2B5EF4-FFF2-40B4-BE49-F238E27FC236}">
                  <a16:creationId xmlns:a16="http://schemas.microsoft.com/office/drawing/2014/main" id="{FFD45580-7A1F-C7D1-4149-43374072926C}"/>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7" name="Freeform 16">
              <a:extLst>
                <a:ext uri="{FF2B5EF4-FFF2-40B4-BE49-F238E27FC236}">
                  <a16:creationId xmlns:a16="http://schemas.microsoft.com/office/drawing/2014/main" id="{A86947CB-824B-9CE7-C6C0-626C78223CE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18" name="Freeform 17">
              <a:extLst>
                <a:ext uri="{FF2B5EF4-FFF2-40B4-BE49-F238E27FC236}">
                  <a16:creationId xmlns:a16="http://schemas.microsoft.com/office/drawing/2014/main" id="{BEAF7F02-32B6-FA04-CDF5-9AB0B0BDB62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
        <p:nvSpPr>
          <p:cNvPr id="19" name="Freeform 18">
            <a:extLst>
              <a:ext uri="{FF2B5EF4-FFF2-40B4-BE49-F238E27FC236}">
                <a16:creationId xmlns:a16="http://schemas.microsoft.com/office/drawing/2014/main" id="{69AAF2B0-963D-1427-A28F-F869A8365DF9}"/>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0" name="Picture 10">
            <a:extLst>
              <a:ext uri="{FF2B5EF4-FFF2-40B4-BE49-F238E27FC236}">
                <a16:creationId xmlns:a16="http://schemas.microsoft.com/office/drawing/2014/main" id="{7B2B803F-E777-7F9B-28CF-A7D8BB6BC76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8342357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71925EFB-C73F-B1E6-F30E-59ECB326BF11}"/>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Tree>
    <p:extLst>
      <p:ext uri="{BB962C8B-B14F-4D97-AF65-F5344CB8AC3E}">
        <p14:creationId xmlns:p14="http://schemas.microsoft.com/office/powerpoint/2010/main" val="1979489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Freeform 5">
            <a:extLst>
              <a:ext uri="{FF2B5EF4-FFF2-40B4-BE49-F238E27FC236}">
                <a16:creationId xmlns:a16="http://schemas.microsoft.com/office/drawing/2014/main" id="{4A972D0D-AA18-6365-42DE-D5485AC98D84}"/>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b="0" i="0">
              <a:latin typeface="Arial" panose="020B0604020202020204" pitchFamily="34" charset="0"/>
            </a:endParaRPr>
          </a:p>
        </p:txBody>
      </p:sp>
      <p:sp>
        <p:nvSpPr>
          <p:cNvPr id="7" name="Freeform 6">
            <a:extLst>
              <a:ext uri="{FF2B5EF4-FFF2-40B4-BE49-F238E27FC236}">
                <a16:creationId xmlns:a16="http://schemas.microsoft.com/office/drawing/2014/main" id="{9F26A750-FF81-F3A9-2DFB-5EDA54A7478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6C5149D2-9C47-8FD4-07E7-9E0BF243219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187225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9" y="1261368"/>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4495800" y="1028934"/>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2" name="Picture 7">
            <a:extLst>
              <a:ext uri="{FF2B5EF4-FFF2-40B4-BE49-F238E27FC236}">
                <a16:creationId xmlns:a16="http://schemas.microsoft.com/office/drawing/2014/main" id="{770C0E19-131E-66A0-0FF0-933B4DA469D1}"/>
              </a:ext>
            </a:extLst>
          </p:cNvPr>
          <p:cNvGrpSpPr/>
          <p:nvPr userDrawn="1"/>
        </p:nvGrpSpPr>
        <p:grpSpPr>
          <a:xfrm>
            <a:off x="4495800" y="1028934"/>
            <a:ext cx="4076700" cy="229138"/>
            <a:chOff x="4532006" y="1183262"/>
            <a:chExt cx="4254128" cy="239091"/>
          </a:xfrm>
        </p:grpSpPr>
        <p:sp>
          <p:nvSpPr>
            <p:cNvPr id="3" name="Freeform 2">
              <a:extLst>
                <a:ext uri="{FF2B5EF4-FFF2-40B4-BE49-F238E27FC236}">
                  <a16:creationId xmlns:a16="http://schemas.microsoft.com/office/drawing/2014/main" id="{BBED4C5E-699B-9429-A39A-D835ABE302C0}"/>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5" name="Freeform 4">
              <a:extLst>
                <a:ext uri="{FF2B5EF4-FFF2-40B4-BE49-F238E27FC236}">
                  <a16:creationId xmlns:a16="http://schemas.microsoft.com/office/drawing/2014/main" id="{8784A95C-6454-1B31-3BB4-78C1F2080DFA}"/>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6" name="Freeform 5">
              <a:extLst>
                <a:ext uri="{FF2B5EF4-FFF2-40B4-BE49-F238E27FC236}">
                  <a16:creationId xmlns:a16="http://schemas.microsoft.com/office/drawing/2014/main" id="{849A3741-A555-6E70-37B3-31875214B58C}"/>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7" name="Freeform 6">
              <a:extLst>
                <a:ext uri="{FF2B5EF4-FFF2-40B4-BE49-F238E27FC236}">
                  <a16:creationId xmlns:a16="http://schemas.microsoft.com/office/drawing/2014/main" id="{691D81DB-908A-A3BC-31F1-E15ECF3F3D49}"/>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8" name="Freeform 7">
              <a:extLst>
                <a:ext uri="{FF2B5EF4-FFF2-40B4-BE49-F238E27FC236}">
                  <a16:creationId xmlns:a16="http://schemas.microsoft.com/office/drawing/2014/main" id="{1E762F0B-C00B-456B-AE7F-63795365AABC}"/>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Tree>
    <p:extLst>
      <p:ext uri="{BB962C8B-B14F-4D97-AF65-F5344CB8AC3E}">
        <p14:creationId xmlns:p14="http://schemas.microsoft.com/office/powerpoint/2010/main" val="1798798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1"/>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3"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87650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1"/>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3"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88E77574-54C0-F4DC-0606-BAB3FAA21A6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8">
            <a:extLst>
              <a:ext uri="{FF2B5EF4-FFF2-40B4-BE49-F238E27FC236}">
                <a16:creationId xmlns:a16="http://schemas.microsoft.com/office/drawing/2014/main" id="{F1E65AD7-A0A1-05C6-F46D-EDF58511D08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1833277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4494793"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5547079" y="2875365"/>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grpSp>
        <p:nvGrpSpPr>
          <p:cNvPr id="2" name="Picture 7">
            <a:extLst>
              <a:ext uri="{FF2B5EF4-FFF2-40B4-BE49-F238E27FC236}">
                <a16:creationId xmlns:a16="http://schemas.microsoft.com/office/drawing/2014/main" id="{CDA8B529-9B98-EEB8-1748-9B125B079FEC}"/>
              </a:ext>
            </a:extLst>
          </p:cNvPr>
          <p:cNvGrpSpPr/>
          <p:nvPr userDrawn="1"/>
        </p:nvGrpSpPr>
        <p:grpSpPr>
          <a:xfrm>
            <a:off x="4494793" y="821592"/>
            <a:ext cx="3016351" cy="169540"/>
            <a:chOff x="4532006" y="1183262"/>
            <a:chExt cx="4254128" cy="239091"/>
          </a:xfrm>
        </p:grpSpPr>
        <p:sp>
          <p:nvSpPr>
            <p:cNvPr id="3" name="Freeform 2">
              <a:extLst>
                <a:ext uri="{FF2B5EF4-FFF2-40B4-BE49-F238E27FC236}">
                  <a16:creationId xmlns:a16="http://schemas.microsoft.com/office/drawing/2014/main" id="{BB75155A-47B2-DB45-CDDB-E5676A16839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4" name="Freeform 3">
              <a:extLst>
                <a:ext uri="{FF2B5EF4-FFF2-40B4-BE49-F238E27FC236}">
                  <a16:creationId xmlns:a16="http://schemas.microsoft.com/office/drawing/2014/main" id="{1EA16A0F-CB07-C988-FD59-FFA082F25B5D}"/>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5" name="Freeform 4">
              <a:extLst>
                <a:ext uri="{FF2B5EF4-FFF2-40B4-BE49-F238E27FC236}">
                  <a16:creationId xmlns:a16="http://schemas.microsoft.com/office/drawing/2014/main" id="{01424107-EC5A-9C4B-DEAE-A582024F43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6" name="Freeform 5">
              <a:extLst>
                <a:ext uri="{FF2B5EF4-FFF2-40B4-BE49-F238E27FC236}">
                  <a16:creationId xmlns:a16="http://schemas.microsoft.com/office/drawing/2014/main" id="{6571EFCE-5A5C-D16E-EAC8-93113A56E65E}"/>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7" name="Freeform 6">
              <a:extLst>
                <a:ext uri="{FF2B5EF4-FFF2-40B4-BE49-F238E27FC236}">
                  <a16:creationId xmlns:a16="http://schemas.microsoft.com/office/drawing/2014/main" id="{3D974F56-DBE6-250F-CAFB-BE7834F95D1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grpSp>
        <p:nvGrpSpPr>
          <p:cNvPr id="8" name="Picture 7">
            <a:extLst>
              <a:ext uri="{FF2B5EF4-FFF2-40B4-BE49-F238E27FC236}">
                <a16:creationId xmlns:a16="http://schemas.microsoft.com/office/drawing/2014/main" id="{B4228BB0-373A-9739-5BE4-99EFE0016952}"/>
              </a:ext>
            </a:extLst>
          </p:cNvPr>
          <p:cNvGrpSpPr/>
          <p:nvPr userDrawn="1"/>
        </p:nvGrpSpPr>
        <p:grpSpPr>
          <a:xfrm>
            <a:off x="5547079" y="2875365"/>
            <a:ext cx="3016351" cy="169540"/>
            <a:chOff x="4532006" y="1183262"/>
            <a:chExt cx="4254128" cy="239091"/>
          </a:xfrm>
        </p:grpSpPr>
        <p:sp>
          <p:nvSpPr>
            <p:cNvPr id="10" name="Freeform 9">
              <a:extLst>
                <a:ext uri="{FF2B5EF4-FFF2-40B4-BE49-F238E27FC236}">
                  <a16:creationId xmlns:a16="http://schemas.microsoft.com/office/drawing/2014/main" id="{66CEDC89-0174-EEB1-F72E-D24645BCFF0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1800" b="0" i="0">
                <a:latin typeface="Arial" panose="020B0604020202020204" pitchFamily="34" charset="0"/>
              </a:endParaRPr>
            </a:p>
          </p:txBody>
        </p:sp>
        <p:sp>
          <p:nvSpPr>
            <p:cNvPr id="11" name="Freeform 10">
              <a:extLst>
                <a:ext uri="{FF2B5EF4-FFF2-40B4-BE49-F238E27FC236}">
                  <a16:creationId xmlns:a16="http://schemas.microsoft.com/office/drawing/2014/main" id="{7BCE9293-436A-C980-9135-69654E762B69}"/>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b="0" i="0">
                <a:latin typeface="Arial" panose="020B0604020202020204" pitchFamily="34" charset="0"/>
              </a:endParaRPr>
            </a:p>
          </p:txBody>
        </p:sp>
        <p:sp>
          <p:nvSpPr>
            <p:cNvPr id="12" name="Freeform 11">
              <a:extLst>
                <a:ext uri="{FF2B5EF4-FFF2-40B4-BE49-F238E27FC236}">
                  <a16:creationId xmlns:a16="http://schemas.microsoft.com/office/drawing/2014/main" id="{D2172C3C-BD08-E214-71D8-7DFB3F0B5D1A}"/>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1800" b="0" i="0">
                <a:latin typeface="Arial" panose="020B0604020202020204" pitchFamily="34" charset="0"/>
              </a:endParaRPr>
            </a:p>
          </p:txBody>
        </p:sp>
        <p:sp>
          <p:nvSpPr>
            <p:cNvPr id="19" name="Freeform 18">
              <a:extLst>
                <a:ext uri="{FF2B5EF4-FFF2-40B4-BE49-F238E27FC236}">
                  <a16:creationId xmlns:a16="http://schemas.microsoft.com/office/drawing/2014/main" id="{CF5E9038-0F20-9F1B-72A6-066D1CD965F3}"/>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1800" b="0" i="0">
                <a:latin typeface="Arial" panose="020B0604020202020204" pitchFamily="34" charset="0"/>
              </a:endParaRPr>
            </a:p>
          </p:txBody>
        </p:sp>
        <p:sp>
          <p:nvSpPr>
            <p:cNvPr id="20" name="Freeform 19">
              <a:extLst>
                <a:ext uri="{FF2B5EF4-FFF2-40B4-BE49-F238E27FC236}">
                  <a16:creationId xmlns:a16="http://schemas.microsoft.com/office/drawing/2014/main" id="{C4142C98-5A54-3419-1390-8DC1EAE0A909}"/>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1800" b="0" i="0">
                <a:latin typeface="Arial" panose="020B0604020202020204" pitchFamily="34" charset="0"/>
              </a:endParaRPr>
            </a:p>
          </p:txBody>
        </p:sp>
      </p:grpSp>
    </p:spTree>
    <p:extLst>
      <p:ext uri="{BB962C8B-B14F-4D97-AF65-F5344CB8AC3E}">
        <p14:creationId xmlns:p14="http://schemas.microsoft.com/office/powerpoint/2010/main" val="505660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50"/>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83244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3" y="834850"/>
            <a:ext cx="38765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50"/>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4" name="Freeform 3">
            <a:extLst>
              <a:ext uri="{FF2B5EF4-FFF2-40B4-BE49-F238E27FC236}">
                <a16:creationId xmlns:a16="http://schemas.microsoft.com/office/drawing/2014/main" id="{2B1B21C5-C087-2AC9-0515-902884A3E45A}"/>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12FFB24F-7D17-80CE-B5D6-637DDAB0E3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998003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7" y="842407"/>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203848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7" y="842407"/>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B500946D-12CD-30EB-5FE4-03B61A40A9E1}"/>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1426C26E-DECC-0794-24B9-6F34013626C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50423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Rectangle 5">
            <a:extLst>
              <a:ext uri="{FF2B5EF4-FFF2-40B4-BE49-F238E27FC236}">
                <a16:creationId xmlns:a16="http://schemas.microsoft.com/office/drawing/2014/main" id="{A1D6A25A-E040-E6B0-36FD-697A29934FB7}"/>
              </a:ext>
            </a:extLst>
          </p:cNvPr>
          <p:cNvSpPr/>
          <p:nvPr userDrawn="1"/>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6A8B0350-642F-A24E-43F9-F9D41F5DE76D}"/>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88402A18-A613-9E22-A476-0551ACAFB6C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262780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Rectangle 5">
            <a:extLst>
              <a:ext uri="{FF2B5EF4-FFF2-40B4-BE49-F238E27FC236}">
                <a16:creationId xmlns:a16="http://schemas.microsoft.com/office/drawing/2014/main" id="{B3EB79C5-D94B-DC04-9084-AA6610BC75F4}"/>
              </a:ext>
            </a:extLst>
          </p:cNvPr>
          <p:cNvSpPr/>
          <p:nvPr userDrawn="1"/>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8C89E5FB-286F-1823-5A5F-9C07F99728CB}"/>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E66D83E2-A438-CDCD-48CA-5A3BFA4E62B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596469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2"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3" name="Picture 2">
            <a:extLst>
              <a:ext uri="{FF2B5EF4-FFF2-40B4-BE49-F238E27FC236}">
                <a16:creationId xmlns:a16="http://schemas.microsoft.com/office/drawing/2014/main" id="{88E41431-4434-228C-9333-48ADD8BB68D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4" name="TextBox 3">
            <a:extLst>
              <a:ext uri="{FF2B5EF4-FFF2-40B4-BE49-F238E27FC236}">
                <a16:creationId xmlns:a16="http://schemas.microsoft.com/office/drawing/2014/main" id="{7F9DF95F-E75B-121D-5DFD-5CD990180253}"/>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4211B428-B6E5-826D-FA85-BAC24C4AEC4F}"/>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47889133-2104-A64D-FBCA-8EB0FB2EB17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173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2"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Freeform 5">
            <a:extLst>
              <a:ext uri="{FF2B5EF4-FFF2-40B4-BE49-F238E27FC236}">
                <a16:creationId xmlns:a16="http://schemas.microsoft.com/office/drawing/2014/main" id="{FEE3BEC8-9549-4649-5303-F30F1F6B2DF4}"/>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EE269498-5DFF-BA79-D157-D3C06E0A4F4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0112595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7"/>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Rectangle 4">
            <a:extLst>
              <a:ext uri="{FF2B5EF4-FFF2-40B4-BE49-F238E27FC236}">
                <a16:creationId xmlns:a16="http://schemas.microsoft.com/office/drawing/2014/main" id="{B5840B39-1D73-EA82-FC49-84D5356CEC36}"/>
              </a:ext>
            </a:extLst>
          </p:cNvPr>
          <p:cNvSpPr/>
          <p:nvPr userDrawn="1"/>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Freeform 5">
            <a:extLst>
              <a:ext uri="{FF2B5EF4-FFF2-40B4-BE49-F238E27FC236}">
                <a16:creationId xmlns:a16="http://schemas.microsoft.com/office/drawing/2014/main" id="{35E86338-44FB-977E-1956-0DDCC705B12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FF3A6214-7F7D-7FEC-8DB3-A1DC4AD0202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132047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2" y="834850"/>
            <a:ext cx="4076697"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1" y="842407"/>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4"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173873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2" y="834850"/>
            <a:ext cx="4076697"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1" y="842407"/>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4"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 name="Freeform 2">
            <a:extLst>
              <a:ext uri="{FF2B5EF4-FFF2-40B4-BE49-F238E27FC236}">
                <a16:creationId xmlns:a16="http://schemas.microsoft.com/office/drawing/2014/main" id="{5AC66536-4978-BC37-2CCC-5F386373BE0D}"/>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1D818682-207C-6DF3-C8BD-18240AF7EBC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8960117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1" y="842407"/>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9"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60"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Rectangle 4">
            <a:extLst>
              <a:ext uri="{FF2B5EF4-FFF2-40B4-BE49-F238E27FC236}">
                <a16:creationId xmlns:a16="http://schemas.microsoft.com/office/drawing/2014/main" id="{4A2E36CE-4623-8095-10C8-1E163E8CD326}"/>
              </a:ext>
            </a:extLst>
          </p:cNvPr>
          <p:cNvSpPr/>
          <p:nvPr userDrawn="1"/>
        </p:nvSpPr>
        <p:spPr>
          <a:xfrm flipH="1">
            <a:off x="1"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1E1EC289-A747-0426-5EF0-F03101CA4BBB}"/>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4A39BB97-C0A2-EC3D-72C8-20A2C27D04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959301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9" y="842407"/>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8"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14801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9" y="842407"/>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8"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A7BEB5FC-FB2C-D684-3CC8-58E05523E21E}"/>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BA0A4205-DF3A-E03E-2519-8A0873FFF46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50234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44958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3"/>
            <a:ext cx="3377556" cy="2874765"/>
          </a:xfrm>
          <a:prstGeom prst="rect">
            <a:avLst/>
          </a:prstGeom>
        </p:spPr>
        <p:txBody>
          <a:bodyPr lIns="0" anchor="t"/>
          <a:lstStyle>
            <a:lvl1pPr marL="233357" indent="-233357">
              <a:buClr>
                <a:schemeClr val="accent2"/>
              </a:buClr>
              <a:buFont typeface="+mj-lt"/>
              <a:buAutoNum type="arabicPeriod"/>
              <a:tabLst/>
              <a:defRPr sz="14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4191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639541"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4689082"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1" y="1554343"/>
            <a:ext cx="3389252" cy="2874765"/>
          </a:xfrm>
          <a:prstGeom prst="rect">
            <a:avLst/>
          </a:prstGeom>
        </p:spPr>
        <p:txBody>
          <a:bodyPr lIns="0" anchor="t"/>
          <a:lstStyle>
            <a:lvl1pPr marL="233357" indent="-233357">
              <a:buFont typeface="+mj-lt"/>
              <a:buAutoNum type="arabicPeriod"/>
              <a:tabLst/>
              <a:defRPr sz="1400">
                <a:solidFill>
                  <a:schemeClr val="tx2"/>
                </a:solidFill>
              </a:defRPr>
            </a:lvl1pPr>
            <a:lvl2pPr marL="457189" indent="0">
              <a:buNone/>
              <a:defRPr/>
            </a:lvl2pPr>
            <a:lvl3pPr marL="914378" indent="0">
              <a:buNone/>
              <a:defRPr/>
            </a:lvl3pPr>
            <a:lvl4pPr marL="1371566" indent="0">
              <a:buNone/>
              <a:defRPr/>
            </a:lvl4pPr>
            <a:lvl5pPr marL="1828754"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57" marR="0" lvl="0" indent="-233357" algn="l" defTabSz="914378"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
        <p:nvSpPr>
          <p:cNvPr id="6" name="Rounded Rectangle 5">
            <a:extLst>
              <a:ext uri="{FF2B5EF4-FFF2-40B4-BE49-F238E27FC236}">
                <a16:creationId xmlns:a16="http://schemas.microsoft.com/office/drawing/2014/main" id="{237A19F8-1DC3-0344-91D2-6005F37D43E6}"/>
              </a:ext>
            </a:extLst>
          </p:cNvPr>
          <p:cNvSpPr/>
          <p:nvPr userDrawn="1"/>
        </p:nvSpPr>
        <p:spPr>
          <a:xfrm>
            <a:off x="44958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9BBC293C-3631-C2F6-4D96-FCAD6DE2E510}"/>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11" name="Rounded Rectangle 10">
            <a:extLst>
              <a:ext uri="{FF2B5EF4-FFF2-40B4-BE49-F238E27FC236}">
                <a16:creationId xmlns:a16="http://schemas.microsoft.com/office/drawing/2014/main" id="{049AE8A2-1509-BAEF-9F5C-1CB4C816C677}"/>
              </a:ext>
            </a:extLst>
          </p:cNvPr>
          <p:cNvSpPr/>
          <p:nvPr userDrawn="1"/>
        </p:nvSpPr>
        <p:spPr>
          <a:xfrm>
            <a:off x="4191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0EBBF792-25E4-A4CA-0142-04B6BA2D850D}"/>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cxnSp>
        <p:nvCxnSpPr>
          <p:cNvPr id="13" name="Straight Connector 12">
            <a:extLst>
              <a:ext uri="{FF2B5EF4-FFF2-40B4-BE49-F238E27FC236}">
                <a16:creationId xmlns:a16="http://schemas.microsoft.com/office/drawing/2014/main" id="{48069568-57F7-6D47-CEB3-47F8A2A27215}"/>
              </a:ext>
            </a:extLst>
          </p:cNvPr>
          <p:cNvCxnSpPr>
            <a:cxnSpLocks/>
          </p:cNvCxnSpPr>
          <p:nvPr userDrawn="1"/>
        </p:nvCxnSpPr>
        <p:spPr>
          <a:xfrm>
            <a:off x="639541"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470F6FE-B840-DF28-E957-5246FE9BC532}"/>
              </a:ext>
            </a:extLst>
          </p:cNvPr>
          <p:cNvCxnSpPr>
            <a:cxnSpLocks/>
          </p:cNvCxnSpPr>
          <p:nvPr userDrawn="1"/>
        </p:nvCxnSpPr>
        <p:spPr>
          <a:xfrm>
            <a:off x="4689082"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389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1" y="834850"/>
            <a:ext cx="38765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19966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1" y="834850"/>
            <a:ext cx="3876599"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Freeform 4">
            <a:extLst>
              <a:ext uri="{FF2B5EF4-FFF2-40B4-BE49-F238E27FC236}">
                <a16:creationId xmlns:a16="http://schemas.microsoft.com/office/drawing/2014/main" id="{E039B232-8641-B741-9B7E-285302C6899B}"/>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81D6C7FE-D244-7DF3-ECAB-DB487EE8D27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0885953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2" y="827361"/>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9110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2" y="827361"/>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7" name="Freeform 6">
            <a:extLst>
              <a:ext uri="{FF2B5EF4-FFF2-40B4-BE49-F238E27FC236}">
                <a16:creationId xmlns:a16="http://schemas.microsoft.com/office/drawing/2014/main" id="{3768EAF0-7920-2364-6270-BD28358C83F4}"/>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C31C66F-944A-5211-E2E8-59E27524748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134780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1"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1"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1"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2"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52015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1"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1"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1"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2"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9" name="Freeform 8">
            <a:extLst>
              <a:ext uri="{FF2B5EF4-FFF2-40B4-BE49-F238E27FC236}">
                <a16:creationId xmlns:a16="http://schemas.microsoft.com/office/drawing/2014/main" id="{7720AE78-D6D2-1A92-0171-93D0B3793BF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C1FAA285-5D45-0031-7754-CC3DB38B76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3518054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5867400" y="834851"/>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2" y="834850"/>
            <a:ext cx="5106341"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Rectangle 5">
            <a:extLst>
              <a:ext uri="{FF2B5EF4-FFF2-40B4-BE49-F238E27FC236}">
                <a16:creationId xmlns:a16="http://schemas.microsoft.com/office/drawing/2014/main" id="{C7BFB12A-5D43-5990-FB20-E5E41E84CA21}"/>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26A45FAD-4B3A-EB65-D253-C252EA273699}"/>
              </a:ext>
            </a:extLst>
          </p:cNvPr>
          <p:cNvSpPr/>
          <p:nvPr userDrawn="1"/>
        </p:nvSpPr>
        <p:spPr>
          <a:xfrm>
            <a:off x="5867400" y="834851"/>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75ACE4FE-6DE6-8EED-72C3-AF4F3F1B5A0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EB1FDD9-3793-2E65-943E-919DFF35642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189616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2379856" cy="619761"/>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1" y="834851"/>
            <a:ext cx="5200751" cy="3984799"/>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3" y="1267866"/>
            <a:ext cx="2379856" cy="3551784"/>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47C3A8FE-F6E1-B81C-0A7C-9F3618D22F5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3124199" cy="5144748"/>
          </a:xfrm>
          <a:prstGeom prst="rect">
            <a:avLst/>
          </a:prstGeom>
        </p:spPr>
      </p:pic>
    </p:spTree>
    <p:extLst>
      <p:ext uri="{BB962C8B-B14F-4D97-AF65-F5344CB8AC3E}">
        <p14:creationId xmlns:p14="http://schemas.microsoft.com/office/powerpoint/2010/main" val="422685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3" y="134304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6" y="1913910"/>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6" y="2390458"/>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2955926"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BA376B5F-1EC7-BF8D-1D83-762AE79A33FD}"/>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8817E23-80FA-026B-C0B4-F1B50E1EE3E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5" name="Straight Connector 4">
            <a:extLst>
              <a:ext uri="{FF2B5EF4-FFF2-40B4-BE49-F238E27FC236}">
                <a16:creationId xmlns:a16="http://schemas.microsoft.com/office/drawing/2014/main" id="{916BE67F-9FDD-0739-245C-2E3D661B8609}"/>
              </a:ext>
            </a:extLst>
          </p:cNvPr>
          <p:cNvCxnSpPr>
            <a:cxnSpLocks/>
          </p:cNvCxnSpPr>
          <p:nvPr userDrawn="1"/>
        </p:nvCxnSpPr>
        <p:spPr>
          <a:xfrm flipH="1">
            <a:off x="2955926"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668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60" y="858222"/>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60" y="1334770"/>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6"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2359160" y="734037"/>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Freeform 1">
            <a:extLst>
              <a:ext uri="{FF2B5EF4-FFF2-40B4-BE49-F238E27FC236}">
                <a16:creationId xmlns:a16="http://schemas.microsoft.com/office/drawing/2014/main" id="{3D438A12-6326-EB8F-EBBA-7C04C5E1CAE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B2A5297-4B3B-FCF1-9AFF-CB4D826390D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5" name="Straight Connector 4">
            <a:extLst>
              <a:ext uri="{FF2B5EF4-FFF2-40B4-BE49-F238E27FC236}">
                <a16:creationId xmlns:a16="http://schemas.microsoft.com/office/drawing/2014/main" id="{FCED1650-EAFA-4775-3C72-C42C52F6B55E}"/>
              </a:ext>
            </a:extLst>
          </p:cNvPr>
          <p:cNvCxnSpPr>
            <a:cxnSpLocks/>
          </p:cNvCxnSpPr>
          <p:nvPr userDrawn="1"/>
        </p:nvCxnSpPr>
        <p:spPr>
          <a:xfrm flipH="1">
            <a:off x="2359160" y="734037"/>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210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2" y="1092311"/>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1"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2"/>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1"/>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5" y="295628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4875824"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1" y="3253301"/>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1" y="3729850"/>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41AD13E6-5CFB-693D-3D4E-00A3D7DFE36D}"/>
              </a:ext>
            </a:extLst>
          </p:cNvPr>
          <p:cNvCxnSpPr>
            <a:cxnSpLocks/>
          </p:cNvCxnSpPr>
          <p:nvPr userDrawn="1"/>
        </p:nvCxnSpPr>
        <p:spPr>
          <a:xfrm flipH="1">
            <a:off x="4875824"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C9AB2FD1-3186-02FF-D769-F041FF1EF5A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4524F48-44FE-DF69-234F-E905249DA4B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29584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4"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90"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90"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3201429"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5" y="331992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5" y="358822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5"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6"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6"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5FC8B6D4-1D76-4976-45FE-C17D9BB41989}"/>
              </a:ext>
            </a:extLst>
          </p:cNvPr>
          <p:cNvCxnSpPr>
            <a:cxnSpLocks/>
          </p:cNvCxnSpPr>
          <p:nvPr userDrawn="1"/>
        </p:nvCxnSpPr>
        <p:spPr>
          <a:xfrm flipH="1">
            <a:off x="3201429"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80A65611-6714-F020-5C02-272FBF25C6C5}"/>
              </a:ext>
            </a:extLst>
          </p:cNvPr>
          <p:cNvCxnSpPr>
            <a:cxnSpLocks/>
          </p:cNvCxnSpPr>
          <p:nvPr userDrawn="1"/>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Freeform 3">
            <a:extLst>
              <a:ext uri="{FF2B5EF4-FFF2-40B4-BE49-F238E27FC236}">
                <a16:creationId xmlns:a16="http://schemas.microsoft.com/office/drawing/2014/main" id="{2629E250-84CE-9533-46B9-FB19AF5701D1}"/>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A370A356-FB4A-6DC3-47AF-BBCB159A2AA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467817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4"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90"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90"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5"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6"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6"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191654"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4"/>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90" y="308966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90" y="335796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5272990"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5" y="2894824"/>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6" y="308966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6" y="335796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EC20C1AF-3FE1-AB71-8DDA-119A09D1163D}"/>
              </a:ext>
            </a:extLst>
          </p:cNvPr>
          <p:cNvCxnSpPr>
            <a:cxnSpLocks/>
          </p:cNvCxnSpPr>
          <p:nvPr userDrawn="1"/>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9342EB5F-C8AF-BA66-2E69-55C5DF9C1D51}"/>
              </a:ext>
            </a:extLst>
          </p:cNvPr>
          <p:cNvCxnSpPr>
            <a:cxnSpLocks/>
          </p:cNvCxnSpPr>
          <p:nvPr userDrawn="1"/>
        </p:nvCxnSpPr>
        <p:spPr>
          <a:xfrm flipH="1">
            <a:off x="1191654"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0BE10D7-E9DA-8596-48DC-415C25C3E6FC}"/>
              </a:ext>
            </a:extLst>
          </p:cNvPr>
          <p:cNvCxnSpPr>
            <a:cxnSpLocks/>
          </p:cNvCxnSpPr>
          <p:nvPr userDrawn="1"/>
        </p:nvCxnSpPr>
        <p:spPr>
          <a:xfrm flipH="1">
            <a:off x="5272990"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9F52173-A15E-86F4-ECD2-A38D54BB1D4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FD6771A5-5E09-8199-33ED-47709B7B41D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00858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1" y="1678178"/>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1" y="242599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1" y="360282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1" y="387112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916953"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916953"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4992194"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2"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2" y="1678178"/>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2" y="242599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2"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2" y="360282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2" y="387112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4992194"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4992194"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769F876B-DBC9-BC01-98F9-37ABE31F4128}"/>
              </a:ext>
            </a:extLst>
          </p:cNvPr>
          <p:cNvCxnSpPr>
            <a:cxnSpLocks/>
          </p:cNvCxnSpPr>
          <p:nvPr userDrawn="1"/>
        </p:nvCxnSpPr>
        <p:spPr>
          <a:xfrm flipH="1">
            <a:off x="916953"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5D2D3C25-5902-D76D-4726-F22CDBB8596A}"/>
              </a:ext>
            </a:extLst>
          </p:cNvPr>
          <p:cNvCxnSpPr>
            <a:cxnSpLocks/>
          </p:cNvCxnSpPr>
          <p:nvPr userDrawn="1"/>
        </p:nvCxnSpPr>
        <p:spPr>
          <a:xfrm flipH="1">
            <a:off x="916953"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7DD81849-75C5-4381-375B-725622ACE95D}"/>
              </a:ext>
            </a:extLst>
          </p:cNvPr>
          <p:cNvCxnSpPr>
            <a:cxnSpLocks/>
          </p:cNvCxnSpPr>
          <p:nvPr userDrawn="1"/>
        </p:nvCxnSpPr>
        <p:spPr>
          <a:xfrm flipH="1">
            <a:off x="4992194"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35F0640-E97B-5C43-1F6F-612C34256540}"/>
              </a:ext>
            </a:extLst>
          </p:cNvPr>
          <p:cNvCxnSpPr>
            <a:cxnSpLocks/>
          </p:cNvCxnSpPr>
          <p:nvPr userDrawn="1"/>
        </p:nvCxnSpPr>
        <p:spPr>
          <a:xfrm flipH="1">
            <a:off x="4992194"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6AFDB8E-9F0C-B2D0-D14D-DA8F3484618C}"/>
              </a:ext>
            </a:extLst>
          </p:cNvPr>
          <p:cNvCxnSpPr>
            <a:cxnSpLocks/>
          </p:cNvCxnSpPr>
          <p:nvPr userDrawn="1"/>
        </p:nvCxnSpPr>
        <p:spPr>
          <a:xfrm flipH="1">
            <a:off x="4992194"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7013ED31-B333-7872-B2FB-532ABB90DCA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396E22A9-96DF-C1BC-7A25-44FC6480071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24458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1" y="1326596"/>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1" y="2061635"/>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1" y="2329932"/>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1" y="314145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1" y="340975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916953"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916953"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4992194"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2"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2" y="1326596"/>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2" y="2061635"/>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2" y="2329932"/>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2" y="314145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2" y="340975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4992194"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4992194"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1" y="414007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1" y="440837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91695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2"/>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2" y="414007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2" y="440837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4992194"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2"/>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F54C50E0-49DC-D6C9-AA6A-0D8FA689A957}"/>
              </a:ext>
            </a:extLst>
          </p:cNvPr>
          <p:cNvCxnSpPr>
            <a:cxnSpLocks/>
          </p:cNvCxnSpPr>
          <p:nvPr userDrawn="1"/>
        </p:nvCxnSpPr>
        <p:spPr>
          <a:xfrm flipH="1">
            <a:off x="91695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18262472-0ABC-F7FF-3CE6-F9BCFC2DC0C1}"/>
              </a:ext>
            </a:extLst>
          </p:cNvPr>
          <p:cNvCxnSpPr>
            <a:cxnSpLocks/>
          </p:cNvCxnSpPr>
          <p:nvPr userDrawn="1"/>
        </p:nvCxnSpPr>
        <p:spPr>
          <a:xfrm flipH="1">
            <a:off x="916953"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B7D0F0E-BF83-F7D4-961B-CD357C167AE4}"/>
              </a:ext>
            </a:extLst>
          </p:cNvPr>
          <p:cNvCxnSpPr>
            <a:cxnSpLocks/>
          </p:cNvCxnSpPr>
          <p:nvPr userDrawn="1"/>
        </p:nvCxnSpPr>
        <p:spPr>
          <a:xfrm flipH="1">
            <a:off x="916953"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0918DE7-F796-1ED8-5DB6-9AC951F3BCBA}"/>
              </a:ext>
            </a:extLst>
          </p:cNvPr>
          <p:cNvCxnSpPr>
            <a:cxnSpLocks/>
          </p:cNvCxnSpPr>
          <p:nvPr userDrawn="1"/>
        </p:nvCxnSpPr>
        <p:spPr>
          <a:xfrm flipH="1">
            <a:off x="4992194"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76190BC-8253-83F1-6198-CDB32FC085B8}"/>
              </a:ext>
            </a:extLst>
          </p:cNvPr>
          <p:cNvCxnSpPr>
            <a:cxnSpLocks/>
          </p:cNvCxnSpPr>
          <p:nvPr userDrawn="1"/>
        </p:nvCxnSpPr>
        <p:spPr>
          <a:xfrm flipH="1">
            <a:off x="4992194"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3CB4F4B-F8D8-CE98-3C17-3EA709456677}"/>
              </a:ext>
            </a:extLst>
          </p:cNvPr>
          <p:cNvCxnSpPr>
            <a:cxnSpLocks/>
          </p:cNvCxnSpPr>
          <p:nvPr userDrawn="1"/>
        </p:nvCxnSpPr>
        <p:spPr>
          <a:xfrm flipH="1">
            <a:off x="4992194"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954B321-DAC0-28AE-D6E3-E523466A80D7}"/>
              </a:ext>
            </a:extLst>
          </p:cNvPr>
          <p:cNvCxnSpPr>
            <a:cxnSpLocks/>
          </p:cNvCxnSpPr>
          <p:nvPr userDrawn="1"/>
        </p:nvCxnSpPr>
        <p:spPr>
          <a:xfrm flipH="1">
            <a:off x="91695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2A15E0F-62A4-960D-F96E-0700406D62F7}"/>
              </a:ext>
            </a:extLst>
          </p:cNvPr>
          <p:cNvCxnSpPr>
            <a:cxnSpLocks/>
          </p:cNvCxnSpPr>
          <p:nvPr userDrawn="1"/>
        </p:nvCxnSpPr>
        <p:spPr>
          <a:xfrm flipH="1">
            <a:off x="4992194"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88CEA6E9-950C-9151-A66B-2078184476A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D1D98897-3468-E8BE-87A6-9C15F6A8883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62125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7"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1"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82870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7"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7"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1"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82870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7"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7"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1"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82870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7"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7"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1"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356139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7"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1"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356139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7"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7"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1"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356139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7"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7"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1"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356139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7"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7"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1"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6325616"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8"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8"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2"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6325616"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8"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8"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2"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6325616"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8"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8"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2"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6325616"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8"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8"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2"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itle 1">
            <a:extLst>
              <a:ext uri="{FF2B5EF4-FFF2-40B4-BE49-F238E27FC236}">
                <a16:creationId xmlns:a16="http://schemas.microsoft.com/office/drawing/2014/main" id="{6D64D93D-2866-D113-DFAA-06977196E106}"/>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3" name="Straight Connector 2">
            <a:extLst>
              <a:ext uri="{FF2B5EF4-FFF2-40B4-BE49-F238E27FC236}">
                <a16:creationId xmlns:a16="http://schemas.microsoft.com/office/drawing/2014/main" id="{EF3B8734-4452-C22B-836A-D81688EBE730}"/>
              </a:ext>
            </a:extLst>
          </p:cNvPr>
          <p:cNvCxnSpPr>
            <a:cxnSpLocks/>
          </p:cNvCxnSpPr>
          <p:nvPr userDrawn="1"/>
        </p:nvCxnSpPr>
        <p:spPr>
          <a:xfrm flipH="1">
            <a:off x="82870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48E37B1-00DF-2465-EB7D-2454DBA1AF93}"/>
              </a:ext>
            </a:extLst>
          </p:cNvPr>
          <p:cNvCxnSpPr>
            <a:cxnSpLocks/>
          </p:cNvCxnSpPr>
          <p:nvPr userDrawn="1"/>
        </p:nvCxnSpPr>
        <p:spPr>
          <a:xfrm flipH="1">
            <a:off x="82870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4DCC41D-5444-A1C1-BEAC-82023549809E}"/>
              </a:ext>
            </a:extLst>
          </p:cNvPr>
          <p:cNvCxnSpPr>
            <a:cxnSpLocks/>
          </p:cNvCxnSpPr>
          <p:nvPr userDrawn="1"/>
        </p:nvCxnSpPr>
        <p:spPr>
          <a:xfrm flipH="1">
            <a:off x="82870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5F880AB-1525-092F-4349-AAF13C18ACF9}"/>
              </a:ext>
            </a:extLst>
          </p:cNvPr>
          <p:cNvCxnSpPr>
            <a:cxnSpLocks/>
          </p:cNvCxnSpPr>
          <p:nvPr userDrawn="1"/>
        </p:nvCxnSpPr>
        <p:spPr>
          <a:xfrm flipH="1">
            <a:off x="356139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E0D5D87-61C9-F96C-5899-465BB68E2D6C}"/>
              </a:ext>
            </a:extLst>
          </p:cNvPr>
          <p:cNvCxnSpPr>
            <a:cxnSpLocks/>
          </p:cNvCxnSpPr>
          <p:nvPr userDrawn="1"/>
        </p:nvCxnSpPr>
        <p:spPr>
          <a:xfrm flipH="1">
            <a:off x="356139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C31E1C8-A4D8-06D3-D218-8035D17224A1}"/>
              </a:ext>
            </a:extLst>
          </p:cNvPr>
          <p:cNvCxnSpPr>
            <a:cxnSpLocks/>
          </p:cNvCxnSpPr>
          <p:nvPr userDrawn="1"/>
        </p:nvCxnSpPr>
        <p:spPr>
          <a:xfrm flipH="1">
            <a:off x="356139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835E085-ED34-5174-6928-018DCCAF693F}"/>
              </a:ext>
            </a:extLst>
          </p:cNvPr>
          <p:cNvCxnSpPr>
            <a:cxnSpLocks/>
          </p:cNvCxnSpPr>
          <p:nvPr userDrawn="1"/>
        </p:nvCxnSpPr>
        <p:spPr>
          <a:xfrm flipH="1">
            <a:off x="356139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3B36E53-0416-57EB-7D93-C731B6260E65}"/>
              </a:ext>
            </a:extLst>
          </p:cNvPr>
          <p:cNvCxnSpPr>
            <a:cxnSpLocks/>
          </p:cNvCxnSpPr>
          <p:nvPr userDrawn="1"/>
        </p:nvCxnSpPr>
        <p:spPr>
          <a:xfrm flipH="1">
            <a:off x="6325616"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9BDF45C-DFB6-161C-4105-D2890F0C2734}"/>
              </a:ext>
            </a:extLst>
          </p:cNvPr>
          <p:cNvCxnSpPr>
            <a:cxnSpLocks/>
          </p:cNvCxnSpPr>
          <p:nvPr userDrawn="1"/>
        </p:nvCxnSpPr>
        <p:spPr>
          <a:xfrm flipH="1">
            <a:off x="6325616"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599BE1F-06A2-D1F0-6F9D-2A3B7DCF8282}"/>
              </a:ext>
            </a:extLst>
          </p:cNvPr>
          <p:cNvCxnSpPr>
            <a:cxnSpLocks/>
          </p:cNvCxnSpPr>
          <p:nvPr userDrawn="1"/>
        </p:nvCxnSpPr>
        <p:spPr>
          <a:xfrm flipH="1">
            <a:off x="6325616"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FC796FA-88B2-7CA6-94B2-260C1AE95874}"/>
              </a:ext>
            </a:extLst>
          </p:cNvPr>
          <p:cNvCxnSpPr>
            <a:cxnSpLocks/>
          </p:cNvCxnSpPr>
          <p:nvPr userDrawn="1"/>
        </p:nvCxnSpPr>
        <p:spPr>
          <a:xfrm flipH="1">
            <a:off x="6325616"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Freeform 13">
            <a:extLst>
              <a:ext uri="{FF2B5EF4-FFF2-40B4-BE49-F238E27FC236}">
                <a16:creationId xmlns:a16="http://schemas.microsoft.com/office/drawing/2014/main" id="{001A099E-7D92-1AFC-6111-08C16F1A9BCC}"/>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5" name="Picture 10">
            <a:extLst>
              <a:ext uri="{FF2B5EF4-FFF2-40B4-BE49-F238E27FC236}">
                <a16:creationId xmlns:a16="http://schemas.microsoft.com/office/drawing/2014/main" id="{EC87E57E-BE8F-1D80-13ED-F3431393B02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4925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3" y="134304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6" y="1913910"/>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6" y="2390458"/>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2955926"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364F3F21-3D01-5C59-CB10-1EF8F97638A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F79D2F2-D512-84E7-7428-DEA510277B4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5" name="Straight Connector 4">
            <a:extLst>
              <a:ext uri="{FF2B5EF4-FFF2-40B4-BE49-F238E27FC236}">
                <a16:creationId xmlns:a16="http://schemas.microsoft.com/office/drawing/2014/main" id="{37555C02-2704-9728-EAB7-1557A8A22DCD}"/>
              </a:ext>
            </a:extLst>
          </p:cNvPr>
          <p:cNvCxnSpPr>
            <a:cxnSpLocks/>
          </p:cNvCxnSpPr>
          <p:nvPr userDrawn="1"/>
        </p:nvCxnSpPr>
        <p:spPr>
          <a:xfrm flipH="1">
            <a:off x="2955926"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9926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60" y="858222"/>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60" y="1334770"/>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6"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2359160" y="734037"/>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Freeform 1">
            <a:extLst>
              <a:ext uri="{FF2B5EF4-FFF2-40B4-BE49-F238E27FC236}">
                <a16:creationId xmlns:a16="http://schemas.microsoft.com/office/drawing/2014/main" id="{1BAD5746-F334-AD22-83DF-9F765A9B02F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80987C49-B10D-BC07-4A7B-3E0DA04E876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5" name="Straight Connector 4">
            <a:extLst>
              <a:ext uri="{FF2B5EF4-FFF2-40B4-BE49-F238E27FC236}">
                <a16:creationId xmlns:a16="http://schemas.microsoft.com/office/drawing/2014/main" id="{6646D21C-774E-47BD-FCA0-642D326AFAF2}"/>
              </a:ext>
            </a:extLst>
          </p:cNvPr>
          <p:cNvCxnSpPr>
            <a:cxnSpLocks/>
          </p:cNvCxnSpPr>
          <p:nvPr userDrawn="1"/>
        </p:nvCxnSpPr>
        <p:spPr>
          <a:xfrm flipH="1">
            <a:off x="2359160" y="734037"/>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78257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2" y="1092311"/>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1"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2"/>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1"/>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5" y="295628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4875824"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1" y="3253301"/>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1" y="3729850"/>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B1F8C768-808D-8ECB-B3FD-2FE4ED8CEE1B}"/>
              </a:ext>
            </a:extLst>
          </p:cNvPr>
          <p:cNvCxnSpPr>
            <a:cxnSpLocks/>
          </p:cNvCxnSpPr>
          <p:nvPr userDrawn="1"/>
        </p:nvCxnSpPr>
        <p:spPr>
          <a:xfrm flipH="1">
            <a:off x="4875824"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B11091F7-7B9A-3F3D-4849-7D90A6F1DE3C}"/>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5A9F2BAC-C2E0-4716-6799-69CCE859396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2866988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4"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90"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90"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3201429"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5" y="331992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5" y="358822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5"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6"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6"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83F83EFF-6A8C-E11F-9E5F-7198E625E1E9}"/>
              </a:ext>
            </a:extLst>
          </p:cNvPr>
          <p:cNvCxnSpPr>
            <a:cxnSpLocks/>
          </p:cNvCxnSpPr>
          <p:nvPr userDrawn="1"/>
        </p:nvCxnSpPr>
        <p:spPr>
          <a:xfrm flipH="1">
            <a:off x="3201429"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20C56CD7-30EE-590B-1062-FA4B3A37A6E3}"/>
              </a:ext>
            </a:extLst>
          </p:cNvPr>
          <p:cNvCxnSpPr>
            <a:cxnSpLocks/>
          </p:cNvCxnSpPr>
          <p:nvPr userDrawn="1"/>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Freeform 3">
            <a:extLst>
              <a:ext uri="{FF2B5EF4-FFF2-40B4-BE49-F238E27FC236}">
                <a16:creationId xmlns:a16="http://schemas.microsoft.com/office/drawing/2014/main" id="{3DCF3F7E-1364-4EFE-F187-487DD61C0FF8}"/>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8C355A4-21EA-E3A1-6C13-FE309757903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7182819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4"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90"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90"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5"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6"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6" y="170278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191654"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4"/>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90" y="308966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90" y="335796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5272990"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5" y="2894824"/>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6" y="308966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6" y="335796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78874E13-FECB-4C27-82B9-6EDA788BFC63}"/>
              </a:ext>
            </a:extLst>
          </p:cNvPr>
          <p:cNvCxnSpPr>
            <a:cxnSpLocks/>
          </p:cNvCxnSpPr>
          <p:nvPr userDrawn="1"/>
        </p:nvCxnSpPr>
        <p:spPr>
          <a:xfrm flipH="1">
            <a:off x="5272990"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A5AA286B-9B12-18D3-67C2-5FA743E2E26F}"/>
              </a:ext>
            </a:extLst>
          </p:cNvPr>
          <p:cNvCxnSpPr>
            <a:cxnSpLocks/>
          </p:cNvCxnSpPr>
          <p:nvPr userDrawn="1"/>
        </p:nvCxnSpPr>
        <p:spPr>
          <a:xfrm flipH="1">
            <a:off x="1191654"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F070F474-DEB4-6486-C714-F7098B7AAC12}"/>
              </a:ext>
            </a:extLst>
          </p:cNvPr>
          <p:cNvCxnSpPr>
            <a:cxnSpLocks/>
          </p:cNvCxnSpPr>
          <p:nvPr userDrawn="1"/>
        </p:nvCxnSpPr>
        <p:spPr>
          <a:xfrm flipH="1">
            <a:off x="5272990"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C45B48D0-05CF-8385-71EE-CD453332B89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26C7AE98-6295-4273-12E9-55031458D0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3383715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1" y="1678178"/>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1" y="242599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1" y="360282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1" y="387112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916953"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916953"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4992194"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2"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2" y="1678178"/>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2" y="242599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2"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2" y="360282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2" y="387112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4992194"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4992194"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6C894F06-08BC-9E9D-92EB-BEDD8EC4E592}"/>
              </a:ext>
            </a:extLst>
          </p:cNvPr>
          <p:cNvCxnSpPr>
            <a:cxnSpLocks/>
          </p:cNvCxnSpPr>
          <p:nvPr userDrawn="1"/>
        </p:nvCxnSpPr>
        <p:spPr>
          <a:xfrm flipH="1">
            <a:off x="916953"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23555599-76A5-3048-4AA2-DD5108A3F749}"/>
              </a:ext>
            </a:extLst>
          </p:cNvPr>
          <p:cNvCxnSpPr>
            <a:cxnSpLocks/>
          </p:cNvCxnSpPr>
          <p:nvPr userDrawn="1"/>
        </p:nvCxnSpPr>
        <p:spPr>
          <a:xfrm flipH="1">
            <a:off x="916953"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7935636-FE53-3666-4F16-DBD127FADC4C}"/>
              </a:ext>
            </a:extLst>
          </p:cNvPr>
          <p:cNvCxnSpPr>
            <a:cxnSpLocks/>
          </p:cNvCxnSpPr>
          <p:nvPr userDrawn="1"/>
        </p:nvCxnSpPr>
        <p:spPr>
          <a:xfrm flipH="1">
            <a:off x="4992194"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C2D06581-8A44-49D2-A10B-996AB2E2ED59}"/>
              </a:ext>
            </a:extLst>
          </p:cNvPr>
          <p:cNvCxnSpPr>
            <a:cxnSpLocks/>
          </p:cNvCxnSpPr>
          <p:nvPr userDrawn="1"/>
        </p:nvCxnSpPr>
        <p:spPr>
          <a:xfrm flipH="1">
            <a:off x="4992194" y="2413613"/>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C4FA16-183B-8268-2D6B-7CB9C86BBBC2}"/>
              </a:ext>
            </a:extLst>
          </p:cNvPr>
          <p:cNvCxnSpPr>
            <a:cxnSpLocks/>
          </p:cNvCxnSpPr>
          <p:nvPr userDrawn="1"/>
        </p:nvCxnSpPr>
        <p:spPr>
          <a:xfrm flipH="1">
            <a:off x="4992194" y="350603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7E1299B3-A321-675D-FEE6-55F437BA13B3}"/>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426C689B-2E4B-9DBE-7744-4DB0643CFD7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2190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1" y="1326596"/>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1" y="2061635"/>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1" y="2329932"/>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1" y="314145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1" y="340975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916953"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916953"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4992194"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2"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2" y="1326596"/>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2" y="2061635"/>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2" y="2329932"/>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2" y="314145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2" y="340975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4992194"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9"/>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4992194"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1" y="414007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1" y="440837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91695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2"/>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2" y="414007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2" y="4408371"/>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4992194"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2"/>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cxnSp>
        <p:nvCxnSpPr>
          <p:cNvPr id="2" name="Straight Connector 1">
            <a:extLst>
              <a:ext uri="{FF2B5EF4-FFF2-40B4-BE49-F238E27FC236}">
                <a16:creationId xmlns:a16="http://schemas.microsoft.com/office/drawing/2014/main" id="{EB65934D-A907-EB68-165F-8A2E6D5A5D4B}"/>
              </a:ext>
            </a:extLst>
          </p:cNvPr>
          <p:cNvCxnSpPr>
            <a:cxnSpLocks/>
          </p:cNvCxnSpPr>
          <p:nvPr userDrawn="1"/>
        </p:nvCxnSpPr>
        <p:spPr>
          <a:xfrm flipH="1">
            <a:off x="91695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0FD71D05-B318-D141-AC08-3A555C6C553B}"/>
              </a:ext>
            </a:extLst>
          </p:cNvPr>
          <p:cNvCxnSpPr>
            <a:cxnSpLocks/>
          </p:cNvCxnSpPr>
          <p:nvPr userDrawn="1"/>
        </p:nvCxnSpPr>
        <p:spPr>
          <a:xfrm flipH="1">
            <a:off x="916953"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6844DFDD-869B-2507-EE85-DD7D38206E0F}"/>
              </a:ext>
            </a:extLst>
          </p:cNvPr>
          <p:cNvCxnSpPr>
            <a:cxnSpLocks/>
          </p:cNvCxnSpPr>
          <p:nvPr userDrawn="1"/>
        </p:nvCxnSpPr>
        <p:spPr>
          <a:xfrm flipH="1">
            <a:off x="916953"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1CEF3C73-4090-1545-05D6-CBA52BBB8A1B}"/>
              </a:ext>
            </a:extLst>
          </p:cNvPr>
          <p:cNvCxnSpPr>
            <a:cxnSpLocks/>
          </p:cNvCxnSpPr>
          <p:nvPr userDrawn="1"/>
        </p:nvCxnSpPr>
        <p:spPr>
          <a:xfrm flipH="1">
            <a:off x="4992194"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80ADBA0-D7C3-CC94-EFF6-83D32A0DB2A3}"/>
              </a:ext>
            </a:extLst>
          </p:cNvPr>
          <p:cNvCxnSpPr>
            <a:cxnSpLocks/>
          </p:cNvCxnSpPr>
          <p:nvPr userDrawn="1"/>
        </p:nvCxnSpPr>
        <p:spPr>
          <a:xfrm flipH="1">
            <a:off x="4992194" y="2049256"/>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32BEC84-0E28-5D9C-8B10-240831B0F5C6}"/>
              </a:ext>
            </a:extLst>
          </p:cNvPr>
          <p:cNvCxnSpPr>
            <a:cxnSpLocks/>
          </p:cNvCxnSpPr>
          <p:nvPr userDrawn="1"/>
        </p:nvCxnSpPr>
        <p:spPr>
          <a:xfrm flipH="1">
            <a:off x="4992194" y="304466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4E9F671-E30F-6518-EBC2-F6DE30811C6D}"/>
              </a:ext>
            </a:extLst>
          </p:cNvPr>
          <p:cNvCxnSpPr>
            <a:cxnSpLocks/>
          </p:cNvCxnSpPr>
          <p:nvPr userDrawn="1"/>
        </p:nvCxnSpPr>
        <p:spPr>
          <a:xfrm flipH="1">
            <a:off x="91695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11113E6-178E-7145-DE0A-67C4BCD19AD1}"/>
              </a:ext>
            </a:extLst>
          </p:cNvPr>
          <p:cNvCxnSpPr>
            <a:cxnSpLocks/>
          </p:cNvCxnSpPr>
          <p:nvPr userDrawn="1"/>
        </p:nvCxnSpPr>
        <p:spPr>
          <a:xfrm flipH="1">
            <a:off x="4992194"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5B993CC1-C8C3-384A-A3A1-17BEEB82498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8724F890-CB88-6680-58B2-271F57F8964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096736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7"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1"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82870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7"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7"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1"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82870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7"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7"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1"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82870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7"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7"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1"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356139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7"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1"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356139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7"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7"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1"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356139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7"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7"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1"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356139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7"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7"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1"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6325616"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8"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8" y="1327544"/>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2" y="972002"/>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6325616"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8" y="206651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8" y="233481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2" y="197927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6325616"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8" y="3066641"/>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8" y="3334938"/>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2" y="2979396"/>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6325616"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8" y="406676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8" y="433506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2" y="397952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itle 1">
            <a:extLst>
              <a:ext uri="{FF2B5EF4-FFF2-40B4-BE49-F238E27FC236}">
                <a16:creationId xmlns:a16="http://schemas.microsoft.com/office/drawing/2014/main" id="{E46E555A-A78F-6DF3-594E-4C72277CF704}"/>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3" name="Straight Connector 2">
            <a:extLst>
              <a:ext uri="{FF2B5EF4-FFF2-40B4-BE49-F238E27FC236}">
                <a16:creationId xmlns:a16="http://schemas.microsoft.com/office/drawing/2014/main" id="{A1488EF8-832A-6F45-6098-CC10521E860E}"/>
              </a:ext>
            </a:extLst>
          </p:cNvPr>
          <p:cNvCxnSpPr>
            <a:cxnSpLocks/>
          </p:cNvCxnSpPr>
          <p:nvPr userDrawn="1"/>
        </p:nvCxnSpPr>
        <p:spPr>
          <a:xfrm flipH="1">
            <a:off x="82870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DE82898-28BC-1D70-D1FA-A746FB5733EE}"/>
              </a:ext>
            </a:extLst>
          </p:cNvPr>
          <p:cNvCxnSpPr>
            <a:cxnSpLocks/>
          </p:cNvCxnSpPr>
          <p:nvPr userDrawn="1"/>
        </p:nvCxnSpPr>
        <p:spPr>
          <a:xfrm flipH="1">
            <a:off x="82870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F643BC8-6598-9E46-CBC8-43B4DE012D88}"/>
              </a:ext>
            </a:extLst>
          </p:cNvPr>
          <p:cNvCxnSpPr>
            <a:cxnSpLocks/>
          </p:cNvCxnSpPr>
          <p:nvPr userDrawn="1"/>
        </p:nvCxnSpPr>
        <p:spPr>
          <a:xfrm flipH="1">
            <a:off x="82870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5635751-C46E-FDE8-1F2B-EA027DC23CA4}"/>
              </a:ext>
            </a:extLst>
          </p:cNvPr>
          <p:cNvCxnSpPr>
            <a:cxnSpLocks/>
          </p:cNvCxnSpPr>
          <p:nvPr userDrawn="1"/>
        </p:nvCxnSpPr>
        <p:spPr>
          <a:xfrm flipH="1">
            <a:off x="356139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FA46ABB-A6B2-2425-C444-0848B32D89AA}"/>
              </a:ext>
            </a:extLst>
          </p:cNvPr>
          <p:cNvCxnSpPr>
            <a:cxnSpLocks/>
          </p:cNvCxnSpPr>
          <p:nvPr userDrawn="1"/>
        </p:nvCxnSpPr>
        <p:spPr>
          <a:xfrm flipH="1">
            <a:off x="356139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5064A64-ED61-F21C-A270-A0566D05F3A0}"/>
              </a:ext>
            </a:extLst>
          </p:cNvPr>
          <p:cNvCxnSpPr>
            <a:cxnSpLocks/>
          </p:cNvCxnSpPr>
          <p:nvPr userDrawn="1"/>
        </p:nvCxnSpPr>
        <p:spPr>
          <a:xfrm flipH="1">
            <a:off x="356139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E09FE1F1-445B-EA6A-283F-F89E6F845D0A}"/>
              </a:ext>
            </a:extLst>
          </p:cNvPr>
          <p:cNvCxnSpPr>
            <a:cxnSpLocks/>
          </p:cNvCxnSpPr>
          <p:nvPr userDrawn="1"/>
        </p:nvCxnSpPr>
        <p:spPr>
          <a:xfrm flipH="1">
            <a:off x="356139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9E2E16D-FFA2-F466-162B-72F93502B0D4}"/>
              </a:ext>
            </a:extLst>
          </p:cNvPr>
          <p:cNvCxnSpPr>
            <a:cxnSpLocks/>
          </p:cNvCxnSpPr>
          <p:nvPr userDrawn="1"/>
        </p:nvCxnSpPr>
        <p:spPr>
          <a:xfrm flipH="1">
            <a:off x="6325616"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D6B3308-374E-9F21-3B82-AF6252092E12}"/>
              </a:ext>
            </a:extLst>
          </p:cNvPr>
          <p:cNvCxnSpPr>
            <a:cxnSpLocks/>
          </p:cNvCxnSpPr>
          <p:nvPr userDrawn="1"/>
        </p:nvCxnSpPr>
        <p:spPr>
          <a:xfrm flipH="1">
            <a:off x="6325616"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30DA91-4C1E-B6A1-32CD-A92ACF4EEFF0}"/>
              </a:ext>
            </a:extLst>
          </p:cNvPr>
          <p:cNvCxnSpPr>
            <a:cxnSpLocks/>
          </p:cNvCxnSpPr>
          <p:nvPr userDrawn="1"/>
        </p:nvCxnSpPr>
        <p:spPr>
          <a:xfrm flipH="1">
            <a:off x="6325616"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78B1EBA-3098-235B-6317-5F66A3B27D0D}"/>
              </a:ext>
            </a:extLst>
          </p:cNvPr>
          <p:cNvCxnSpPr>
            <a:cxnSpLocks/>
          </p:cNvCxnSpPr>
          <p:nvPr userDrawn="1"/>
        </p:nvCxnSpPr>
        <p:spPr>
          <a:xfrm flipH="1">
            <a:off x="6325616"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Freeform 13">
            <a:extLst>
              <a:ext uri="{FF2B5EF4-FFF2-40B4-BE49-F238E27FC236}">
                <a16:creationId xmlns:a16="http://schemas.microsoft.com/office/drawing/2014/main" id="{BCE870A5-9C2E-20FA-5586-EC52057E2FD8}"/>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5" name="Picture 10">
            <a:extLst>
              <a:ext uri="{FF2B5EF4-FFF2-40B4-BE49-F238E27FC236}">
                <a16:creationId xmlns:a16="http://schemas.microsoft.com/office/drawing/2014/main" id="{9D2BBEAC-A5F1-1C39-D3DC-7318FC61C50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6382927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419100"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2452551"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4488942"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6522394"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419100"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2452551"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4488942"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6522394"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357122"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3390573"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5426964"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7460416"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29406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33275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536390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739735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9" y="1488759"/>
            <a:ext cx="1182688" cy="252412"/>
          </a:xfrm>
          <a:prstGeom prst="rect">
            <a:avLst/>
          </a:prstGeom>
        </p:spPr>
        <p:txBody>
          <a:bodyPr lIns="0" rIns="0" anchor="ctr"/>
          <a:lstStyle>
            <a:lvl1pPr marL="0" indent="0" algn="ctr" defTabSz="914378"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30" y="1488759"/>
            <a:ext cx="1182688" cy="252412"/>
          </a:xfrm>
          <a:prstGeom prst="rect">
            <a:avLst/>
          </a:prstGeom>
        </p:spPr>
        <p:txBody>
          <a:bodyPr lIns="0" rIns="0" anchor="ctr"/>
          <a:lstStyle>
            <a:lvl1pPr marL="0" indent="0" algn="ctr" defTabSz="914378"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1" y="1488759"/>
            <a:ext cx="1182688" cy="252412"/>
          </a:xfrm>
          <a:prstGeom prst="rect">
            <a:avLst/>
          </a:prstGeom>
        </p:spPr>
        <p:txBody>
          <a:bodyPr lIns="0" rIns="0" anchor="ctr"/>
          <a:lstStyle>
            <a:lvl1pPr marL="0" indent="0" algn="ctr" defTabSz="914378"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3" y="1488759"/>
            <a:ext cx="1182688" cy="252412"/>
          </a:xfrm>
          <a:prstGeom prst="rect">
            <a:avLst/>
          </a:prstGeom>
        </p:spPr>
        <p:txBody>
          <a:bodyPr lIns="0" rIns="0" anchor="ctr"/>
          <a:lstStyle>
            <a:lvl1pPr marL="0" indent="0" algn="ctr" defTabSz="914378"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5"/>
            <a:ext cx="1568388" cy="2764828"/>
          </a:xfrm>
          <a:prstGeom prst="rect">
            <a:avLst/>
          </a:prstGeom>
        </p:spPr>
        <p:txBody>
          <a:bodyPr lIns="0" rIns="0"/>
          <a:lstStyle>
            <a:lvl1pPr marL="0" indent="0" algn="ctr" defTabSz="914378"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5"/>
            <a:ext cx="1568388" cy="2764828"/>
          </a:xfrm>
          <a:prstGeom prst="rect">
            <a:avLst/>
          </a:prstGeom>
        </p:spPr>
        <p:txBody>
          <a:bodyPr lIns="0" rIns="0"/>
          <a:lstStyle>
            <a:lvl1pPr marL="0" indent="0" algn="ctr" defTabSz="914378"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5"/>
            <a:ext cx="1568388" cy="2764828"/>
          </a:xfrm>
          <a:prstGeom prst="rect">
            <a:avLst/>
          </a:prstGeom>
        </p:spPr>
        <p:txBody>
          <a:bodyPr lIns="0" rIns="0"/>
          <a:lstStyle>
            <a:lvl1pPr marL="0" indent="0" algn="ctr" defTabSz="914378"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5"/>
            <a:ext cx="1568388" cy="2764828"/>
          </a:xfrm>
          <a:prstGeom prst="rect">
            <a:avLst/>
          </a:prstGeom>
        </p:spPr>
        <p:txBody>
          <a:bodyPr lIns="0" rIns="0"/>
          <a:lstStyle>
            <a:lvl1pPr marL="0" indent="0" algn="ctr" defTabSz="914378"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8" name="Rounded Rectangle 27">
            <a:extLst>
              <a:ext uri="{FF2B5EF4-FFF2-40B4-BE49-F238E27FC236}">
                <a16:creationId xmlns:a16="http://schemas.microsoft.com/office/drawing/2014/main" id="{344CDD18-2634-A800-DD3E-89F87578E144}"/>
              </a:ext>
            </a:extLst>
          </p:cNvPr>
          <p:cNvSpPr/>
          <p:nvPr userDrawn="1"/>
        </p:nvSpPr>
        <p:spPr>
          <a:xfrm>
            <a:off x="419100"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Rounded Rectangle 28">
            <a:extLst>
              <a:ext uri="{FF2B5EF4-FFF2-40B4-BE49-F238E27FC236}">
                <a16:creationId xmlns:a16="http://schemas.microsoft.com/office/drawing/2014/main" id="{A6F16936-0134-B33C-1A94-23611E3275FF}"/>
              </a:ext>
            </a:extLst>
          </p:cNvPr>
          <p:cNvSpPr/>
          <p:nvPr userDrawn="1"/>
        </p:nvSpPr>
        <p:spPr>
          <a:xfrm>
            <a:off x="2452551"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8283E5C2-3C96-F4B7-6BA0-4E7DD10AFE47}"/>
              </a:ext>
            </a:extLst>
          </p:cNvPr>
          <p:cNvSpPr/>
          <p:nvPr userDrawn="1"/>
        </p:nvSpPr>
        <p:spPr>
          <a:xfrm>
            <a:off x="4488942"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ounded Rectangle 30">
            <a:extLst>
              <a:ext uri="{FF2B5EF4-FFF2-40B4-BE49-F238E27FC236}">
                <a16:creationId xmlns:a16="http://schemas.microsoft.com/office/drawing/2014/main" id="{C0A5B775-E712-69F8-22F4-BCA8E55FCB9A}"/>
              </a:ext>
            </a:extLst>
          </p:cNvPr>
          <p:cNvSpPr/>
          <p:nvPr userDrawn="1"/>
        </p:nvSpPr>
        <p:spPr>
          <a:xfrm>
            <a:off x="6522394" y="1467293"/>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32" name="Straight Arrow Connector 31">
            <a:extLst>
              <a:ext uri="{FF2B5EF4-FFF2-40B4-BE49-F238E27FC236}">
                <a16:creationId xmlns:a16="http://schemas.microsoft.com/office/drawing/2014/main" id="{B039708E-025F-24FD-455A-8757FE8C3AA5}"/>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3" name="Freeform 32">
            <a:extLst>
              <a:ext uri="{FF2B5EF4-FFF2-40B4-BE49-F238E27FC236}">
                <a16:creationId xmlns:a16="http://schemas.microsoft.com/office/drawing/2014/main" id="{8CA10978-D227-0449-4465-3311C46BC095}"/>
              </a:ext>
            </a:extLst>
          </p:cNvPr>
          <p:cNvSpPr/>
          <p:nvPr userDrawn="1"/>
        </p:nvSpPr>
        <p:spPr>
          <a:xfrm>
            <a:off x="419100"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34" name="Freeform 33">
            <a:extLst>
              <a:ext uri="{FF2B5EF4-FFF2-40B4-BE49-F238E27FC236}">
                <a16:creationId xmlns:a16="http://schemas.microsoft.com/office/drawing/2014/main" id="{1DC3FAD3-2B7D-56F7-9C38-E7696846F8A3}"/>
              </a:ext>
            </a:extLst>
          </p:cNvPr>
          <p:cNvSpPr/>
          <p:nvPr userDrawn="1"/>
        </p:nvSpPr>
        <p:spPr>
          <a:xfrm>
            <a:off x="2452551"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35" name="Freeform 34">
            <a:extLst>
              <a:ext uri="{FF2B5EF4-FFF2-40B4-BE49-F238E27FC236}">
                <a16:creationId xmlns:a16="http://schemas.microsoft.com/office/drawing/2014/main" id="{F0AAEA00-E37B-B828-62F7-1374D860670F}"/>
              </a:ext>
            </a:extLst>
          </p:cNvPr>
          <p:cNvSpPr/>
          <p:nvPr userDrawn="1"/>
        </p:nvSpPr>
        <p:spPr>
          <a:xfrm>
            <a:off x="4488942"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36" name="Freeform 35">
            <a:extLst>
              <a:ext uri="{FF2B5EF4-FFF2-40B4-BE49-F238E27FC236}">
                <a16:creationId xmlns:a16="http://schemas.microsoft.com/office/drawing/2014/main" id="{0A21D667-F8A7-67DA-1864-A3D68341EDE7}"/>
              </a:ext>
            </a:extLst>
          </p:cNvPr>
          <p:cNvSpPr/>
          <p:nvPr userDrawn="1"/>
        </p:nvSpPr>
        <p:spPr>
          <a:xfrm>
            <a:off x="6522394" y="1467293"/>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7" name="Straight Connector 36">
            <a:extLst>
              <a:ext uri="{FF2B5EF4-FFF2-40B4-BE49-F238E27FC236}">
                <a16:creationId xmlns:a16="http://schemas.microsoft.com/office/drawing/2014/main" id="{8DE2858E-AC35-464C-7C48-94D6DC300578}"/>
              </a:ext>
            </a:extLst>
          </p:cNvPr>
          <p:cNvCxnSpPr>
            <a:cxnSpLocks/>
          </p:cNvCxnSpPr>
          <p:nvPr userDrawn="1"/>
        </p:nvCxnSpPr>
        <p:spPr>
          <a:xfrm flipV="1">
            <a:off x="1357122"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20539E1-7D07-E3B1-F312-8E8D854F67CF}"/>
              </a:ext>
            </a:extLst>
          </p:cNvPr>
          <p:cNvCxnSpPr>
            <a:cxnSpLocks/>
          </p:cNvCxnSpPr>
          <p:nvPr userDrawn="1"/>
        </p:nvCxnSpPr>
        <p:spPr>
          <a:xfrm flipV="1">
            <a:off x="3390573"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100CAC4-14E9-94A0-EA57-279A00E2B166}"/>
              </a:ext>
            </a:extLst>
          </p:cNvPr>
          <p:cNvCxnSpPr>
            <a:cxnSpLocks/>
          </p:cNvCxnSpPr>
          <p:nvPr userDrawn="1"/>
        </p:nvCxnSpPr>
        <p:spPr>
          <a:xfrm flipV="1">
            <a:off x="5426964"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0A1A254-40EF-FF41-D785-B0788BA1C2E7}"/>
              </a:ext>
            </a:extLst>
          </p:cNvPr>
          <p:cNvCxnSpPr>
            <a:cxnSpLocks/>
          </p:cNvCxnSpPr>
          <p:nvPr userDrawn="1"/>
        </p:nvCxnSpPr>
        <p:spPr>
          <a:xfrm flipV="1">
            <a:off x="7460416" y="1006084"/>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1" name="Oval 40">
            <a:extLst>
              <a:ext uri="{FF2B5EF4-FFF2-40B4-BE49-F238E27FC236}">
                <a16:creationId xmlns:a16="http://schemas.microsoft.com/office/drawing/2014/main" id="{EC3156AF-216F-D8A8-6513-68C857738F8E}"/>
              </a:ext>
            </a:extLst>
          </p:cNvPr>
          <p:cNvSpPr/>
          <p:nvPr userDrawn="1"/>
        </p:nvSpPr>
        <p:spPr>
          <a:xfrm>
            <a:off x="129406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Oval 41">
            <a:extLst>
              <a:ext uri="{FF2B5EF4-FFF2-40B4-BE49-F238E27FC236}">
                <a16:creationId xmlns:a16="http://schemas.microsoft.com/office/drawing/2014/main" id="{CF5C94DB-DD95-33A9-1EB7-3761EEA83B1B}"/>
              </a:ext>
            </a:extLst>
          </p:cNvPr>
          <p:cNvSpPr/>
          <p:nvPr userDrawn="1"/>
        </p:nvSpPr>
        <p:spPr>
          <a:xfrm>
            <a:off x="33275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6B7AC0F7-7A41-4F9B-1CD9-7533F33FC985}"/>
              </a:ext>
            </a:extLst>
          </p:cNvPr>
          <p:cNvSpPr/>
          <p:nvPr userDrawn="1"/>
        </p:nvSpPr>
        <p:spPr>
          <a:xfrm>
            <a:off x="536390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9BDB9B2-3468-4892-0D98-47146BDD7757}"/>
              </a:ext>
            </a:extLst>
          </p:cNvPr>
          <p:cNvSpPr/>
          <p:nvPr userDrawn="1"/>
        </p:nvSpPr>
        <p:spPr>
          <a:xfrm>
            <a:off x="739735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96381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361897"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2719720"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4077543"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5435366"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6793189"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8151012"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61992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197774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265665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401448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469339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605121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67301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808795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1640355"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4356503"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5714577"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7072649"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2319266"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3677340"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6393488"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6" y="3155526"/>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8"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2"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6"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90"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3" y="188445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9" y="1628478"/>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7"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5" y="1627716"/>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1"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9" y="1627716"/>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5"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1" y="1627716"/>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5" y="1627716"/>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9"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9" y="2894922"/>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3" y="1627716"/>
            <a:ext cx="801412" cy="183449"/>
          </a:xfrm>
          <a:prstGeom prst="rect">
            <a:avLst/>
          </a:prstGeom>
        </p:spPr>
        <p:txBody>
          <a:bodyPr lIns="0" rIns="0" anchor="ctr"/>
          <a:lstStyle>
            <a:lvl1pPr marL="0" indent="0" algn="ctr" defTabSz="914378"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cxnSp>
        <p:nvCxnSpPr>
          <p:cNvPr id="15" name="Straight Arrow Connector 14">
            <a:extLst>
              <a:ext uri="{FF2B5EF4-FFF2-40B4-BE49-F238E27FC236}">
                <a16:creationId xmlns:a16="http://schemas.microsoft.com/office/drawing/2014/main" id="{063B5C9B-D95E-076D-EC8A-C5AD3474FD37}"/>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37948A6-1C07-B5C3-E4FA-47EAA8AECFB6}"/>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41A9AEF-8523-AAAB-498E-A6F63240FA95}"/>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0278C95-AAD5-DD57-3A1C-4D091FF3E852}"/>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B62A23B-B8DB-A737-DF19-5ACB3B3ADB9E}"/>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490CAE0-1EF8-5B21-D07F-AA4B89E65853}"/>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69BDA54-D9E9-5599-93D7-5A4C893D650A}"/>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34A2140-B517-1C66-2987-29B5D0497843}"/>
              </a:ext>
            </a:extLst>
          </p:cNvPr>
          <p:cNvCxnSpPr>
            <a:cxnSpLocks/>
          </p:cNvCxnSpPr>
          <p:nvPr userDrawn="1"/>
        </p:nvCxnSpPr>
        <p:spPr>
          <a:xfrm flipV="1">
            <a:off x="1361897"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F97AB5D-5C1C-CE9F-54CD-E3B86D9D81E9}"/>
              </a:ext>
            </a:extLst>
          </p:cNvPr>
          <p:cNvCxnSpPr>
            <a:cxnSpLocks/>
          </p:cNvCxnSpPr>
          <p:nvPr userDrawn="1"/>
        </p:nvCxnSpPr>
        <p:spPr>
          <a:xfrm flipV="1">
            <a:off x="2719720"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A869941-5829-1C4F-9436-EE79254523DB}"/>
              </a:ext>
            </a:extLst>
          </p:cNvPr>
          <p:cNvCxnSpPr>
            <a:cxnSpLocks/>
          </p:cNvCxnSpPr>
          <p:nvPr userDrawn="1"/>
        </p:nvCxnSpPr>
        <p:spPr>
          <a:xfrm flipV="1">
            <a:off x="4077543"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BF7DE5E-AB00-6AD5-83AE-542A175D0B48}"/>
              </a:ext>
            </a:extLst>
          </p:cNvPr>
          <p:cNvCxnSpPr>
            <a:cxnSpLocks/>
          </p:cNvCxnSpPr>
          <p:nvPr userDrawn="1"/>
        </p:nvCxnSpPr>
        <p:spPr>
          <a:xfrm flipV="1">
            <a:off x="5435366"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2FA62FF-8C9D-96A5-79C2-359C1BC535E9}"/>
              </a:ext>
            </a:extLst>
          </p:cNvPr>
          <p:cNvCxnSpPr>
            <a:cxnSpLocks/>
          </p:cNvCxnSpPr>
          <p:nvPr userDrawn="1"/>
        </p:nvCxnSpPr>
        <p:spPr>
          <a:xfrm flipV="1">
            <a:off x="6793189"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1FA81F2-2ECA-04EF-28CD-0E9C593911AC}"/>
              </a:ext>
            </a:extLst>
          </p:cNvPr>
          <p:cNvCxnSpPr>
            <a:cxnSpLocks/>
          </p:cNvCxnSpPr>
          <p:nvPr userDrawn="1"/>
        </p:nvCxnSpPr>
        <p:spPr>
          <a:xfrm flipV="1">
            <a:off x="8151012" y="1014371"/>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105E502D-E467-B0A7-B8D3-039D96B4C1FA}"/>
              </a:ext>
            </a:extLst>
          </p:cNvPr>
          <p:cNvSpPr/>
          <p:nvPr userDrawn="1"/>
        </p:nvSpPr>
        <p:spPr>
          <a:xfrm>
            <a:off x="61992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8" name="Oval 77">
            <a:extLst>
              <a:ext uri="{FF2B5EF4-FFF2-40B4-BE49-F238E27FC236}">
                <a16:creationId xmlns:a16="http://schemas.microsoft.com/office/drawing/2014/main" id="{B8145F5A-C7B5-F434-384A-881925228395}"/>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9" name="Oval 78">
            <a:extLst>
              <a:ext uri="{FF2B5EF4-FFF2-40B4-BE49-F238E27FC236}">
                <a16:creationId xmlns:a16="http://schemas.microsoft.com/office/drawing/2014/main" id="{2792455F-D470-74C7-B8F9-0FABCBBA0EBD}"/>
              </a:ext>
            </a:extLst>
          </p:cNvPr>
          <p:cNvSpPr/>
          <p:nvPr userDrawn="1"/>
        </p:nvSpPr>
        <p:spPr>
          <a:xfrm>
            <a:off x="197774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0" name="Oval 79">
            <a:extLst>
              <a:ext uri="{FF2B5EF4-FFF2-40B4-BE49-F238E27FC236}">
                <a16:creationId xmlns:a16="http://schemas.microsoft.com/office/drawing/2014/main" id="{579E6454-32FB-F902-30D1-26A5F535889E}"/>
              </a:ext>
            </a:extLst>
          </p:cNvPr>
          <p:cNvSpPr/>
          <p:nvPr userDrawn="1"/>
        </p:nvSpPr>
        <p:spPr>
          <a:xfrm>
            <a:off x="265665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1" name="Oval 80">
            <a:extLst>
              <a:ext uri="{FF2B5EF4-FFF2-40B4-BE49-F238E27FC236}">
                <a16:creationId xmlns:a16="http://schemas.microsoft.com/office/drawing/2014/main" id="{FBEDE6AC-77C5-D896-C098-D1BDB286C19E}"/>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2" name="Oval 81">
            <a:extLst>
              <a:ext uri="{FF2B5EF4-FFF2-40B4-BE49-F238E27FC236}">
                <a16:creationId xmlns:a16="http://schemas.microsoft.com/office/drawing/2014/main" id="{A36A2EFC-B841-07AE-8539-6160458C8E9A}"/>
              </a:ext>
            </a:extLst>
          </p:cNvPr>
          <p:cNvSpPr/>
          <p:nvPr userDrawn="1"/>
        </p:nvSpPr>
        <p:spPr>
          <a:xfrm>
            <a:off x="401448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3" name="Oval 82">
            <a:extLst>
              <a:ext uri="{FF2B5EF4-FFF2-40B4-BE49-F238E27FC236}">
                <a16:creationId xmlns:a16="http://schemas.microsoft.com/office/drawing/2014/main" id="{C4EC42F4-F50F-1FF3-97AD-EA311B7534E6}"/>
              </a:ext>
            </a:extLst>
          </p:cNvPr>
          <p:cNvSpPr/>
          <p:nvPr userDrawn="1"/>
        </p:nvSpPr>
        <p:spPr>
          <a:xfrm>
            <a:off x="469339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4" name="Oval 83">
            <a:extLst>
              <a:ext uri="{FF2B5EF4-FFF2-40B4-BE49-F238E27FC236}">
                <a16:creationId xmlns:a16="http://schemas.microsoft.com/office/drawing/2014/main" id="{6E0C7148-9431-2221-B31D-2D2BA6C23C30}"/>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5" name="Oval 84">
            <a:extLst>
              <a:ext uri="{FF2B5EF4-FFF2-40B4-BE49-F238E27FC236}">
                <a16:creationId xmlns:a16="http://schemas.microsoft.com/office/drawing/2014/main" id="{CBCED2ED-77D9-5F0E-99DA-E6A0FC3392EB}"/>
              </a:ext>
            </a:extLst>
          </p:cNvPr>
          <p:cNvSpPr/>
          <p:nvPr userDrawn="1"/>
        </p:nvSpPr>
        <p:spPr>
          <a:xfrm>
            <a:off x="605121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6" name="Oval 85">
            <a:extLst>
              <a:ext uri="{FF2B5EF4-FFF2-40B4-BE49-F238E27FC236}">
                <a16:creationId xmlns:a16="http://schemas.microsoft.com/office/drawing/2014/main" id="{FC6E9AA2-7A81-6D38-08C7-73CFED1FCD63}"/>
              </a:ext>
            </a:extLst>
          </p:cNvPr>
          <p:cNvSpPr/>
          <p:nvPr userDrawn="1"/>
        </p:nvSpPr>
        <p:spPr>
          <a:xfrm>
            <a:off x="67301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7" name="Oval 86">
            <a:extLst>
              <a:ext uri="{FF2B5EF4-FFF2-40B4-BE49-F238E27FC236}">
                <a16:creationId xmlns:a16="http://schemas.microsoft.com/office/drawing/2014/main" id="{93129F4B-DF56-0625-6EA9-A999275EB59F}"/>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8" name="Oval 87">
            <a:extLst>
              <a:ext uri="{FF2B5EF4-FFF2-40B4-BE49-F238E27FC236}">
                <a16:creationId xmlns:a16="http://schemas.microsoft.com/office/drawing/2014/main" id="{1A124E9F-A42A-6CDA-021D-1D5C226A10FF}"/>
              </a:ext>
            </a:extLst>
          </p:cNvPr>
          <p:cNvSpPr/>
          <p:nvPr userDrawn="1"/>
        </p:nvSpPr>
        <p:spPr>
          <a:xfrm>
            <a:off x="808795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Rounded Rectangle 88">
            <a:extLst>
              <a:ext uri="{FF2B5EF4-FFF2-40B4-BE49-F238E27FC236}">
                <a16:creationId xmlns:a16="http://schemas.microsoft.com/office/drawing/2014/main" id="{C143086A-6DC6-9A9A-FA81-12019464762F}"/>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0" name="Rounded Rectangle 89">
            <a:extLst>
              <a:ext uri="{FF2B5EF4-FFF2-40B4-BE49-F238E27FC236}">
                <a16:creationId xmlns:a16="http://schemas.microsoft.com/office/drawing/2014/main" id="{893925A9-A90C-C814-5450-513735A1D062}"/>
              </a:ext>
            </a:extLst>
          </p:cNvPr>
          <p:cNvSpPr/>
          <p:nvPr userDrawn="1"/>
        </p:nvSpPr>
        <p:spPr>
          <a:xfrm>
            <a:off x="1640355"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1" name="Rounded Rectangle 90">
            <a:extLst>
              <a:ext uri="{FF2B5EF4-FFF2-40B4-BE49-F238E27FC236}">
                <a16:creationId xmlns:a16="http://schemas.microsoft.com/office/drawing/2014/main" id="{709D11C3-6716-445F-2317-4C6BF260F895}"/>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2" name="Rounded Rectangle 91">
            <a:extLst>
              <a:ext uri="{FF2B5EF4-FFF2-40B4-BE49-F238E27FC236}">
                <a16:creationId xmlns:a16="http://schemas.microsoft.com/office/drawing/2014/main" id="{9A8517F0-27E8-C5C4-9094-F1762C58A6EF}"/>
              </a:ext>
            </a:extLst>
          </p:cNvPr>
          <p:cNvSpPr/>
          <p:nvPr userDrawn="1"/>
        </p:nvSpPr>
        <p:spPr>
          <a:xfrm>
            <a:off x="4356503"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3" name="Rounded Rectangle 92">
            <a:extLst>
              <a:ext uri="{FF2B5EF4-FFF2-40B4-BE49-F238E27FC236}">
                <a16:creationId xmlns:a16="http://schemas.microsoft.com/office/drawing/2014/main" id="{16665A67-7A1F-E481-936F-A3E2BB34F9AE}"/>
              </a:ext>
            </a:extLst>
          </p:cNvPr>
          <p:cNvSpPr/>
          <p:nvPr userDrawn="1"/>
        </p:nvSpPr>
        <p:spPr>
          <a:xfrm>
            <a:off x="5714577"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5335DB14-4B67-4F53-8D3B-0B2965A1C03D}"/>
              </a:ext>
            </a:extLst>
          </p:cNvPr>
          <p:cNvSpPr/>
          <p:nvPr userDrawn="1"/>
        </p:nvSpPr>
        <p:spPr>
          <a:xfrm>
            <a:off x="7072649"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5" name="Rounded Rectangle 94">
            <a:extLst>
              <a:ext uri="{FF2B5EF4-FFF2-40B4-BE49-F238E27FC236}">
                <a16:creationId xmlns:a16="http://schemas.microsoft.com/office/drawing/2014/main" id="{2215E6EE-DAFD-929E-5BD6-35E10CA46585}"/>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6" name="Rounded Rectangle 95">
            <a:extLst>
              <a:ext uri="{FF2B5EF4-FFF2-40B4-BE49-F238E27FC236}">
                <a16:creationId xmlns:a16="http://schemas.microsoft.com/office/drawing/2014/main" id="{7CB81DE7-5467-372D-5682-2BF8ECA4021A}"/>
              </a:ext>
            </a:extLst>
          </p:cNvPr>
          <p:cNvSpPr/>
          <p:nvPr userDrawn="1"/>
        </p:nvSpPr>
        <p:spPr>
          <a:xfrm>
            <a:off x="2319266"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7" name="Rounded Rectangle 96">
            <a:extLst>
              <a:ext uri="{FF2B5EF4-FFF2-40B4-BE49-F238E27FC236}">
                <a16:creationId xmlns:a16="http://schemas.microsoft.com/office/drawing/2014/main" id="{0535DC05-265B-4A34-CCCA-4264FDD9336C}"/>
              </a:ext>
            </a:extLst>
          </p:cNvPr>
          <p:cNvSpPr/>
          <p:nvPr userDrawn="1"/>
        </p:nvSpPr>
        <p:spPr>
          <a:xfrm>
            <a:off x="3677340"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8" name="Rounded Rectangle 97">
            <a:extLst>
              <a:ext uri="{FF2B5EF4-FFF2-40B4-BE49-F238E27FC236}">
                <a16:creationId xmlns:a16="http://schemas.microsoft.com/office/drawing/2014/main" id="{FC1BD5F3-55CF-CDD3-D61D-2741429B8959}"/>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9" name="Rounded Rectangle 98">
            <a:extLst>
              <a:ext uri="{FF2B5EF4-FFF2-40B4-BE49-F238E27FC236}">
                <a16:creationId xmlns:a16="http://schemas.microsoft.com/office/drawing/2014/main" id="{A88DF092-06DD-26FB-991D-B2506E2204F2}"/>
              </a:ext>
            </a:extLst>
          </p:cNvPr>
          <p:cNvSpPr/>
          <p:nvPr userDrawn="1"/>
        </p:nvSpPr>
        <p:spPr>
          <a:xfrm>
            <a:off x="6393488"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D7AABA84-8EE5-492F-96FB-E32F1C075BDD}"/>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Tree>
    <p:extLst>
      <p:ext uri="{BB962C8B-B14F-4D97-AF65-F5344CB8AC3E}">
        <p14:creationId xmlns:p14="http://schemas.microsoft.com/office/powerpoint/2010/main" val="4183705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nvGraphicFramePr>
        <p:xfrm>
          <a:off x="419101"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5083747"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809238" y="222058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240307" y="2220588"/>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3672181" y="2220588"/>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5103250" y="2220588"/>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6404494" y="2220588"/>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7835563" y="2220588"/>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40"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4"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2"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40"/>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1"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2"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1"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2"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9"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2" y="231801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5"/>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5"/>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8" y="852395"/>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cxnSp>
        <p:nvCxnSpPr>
          <p:cNvPr id="6" name="Straight Arrow Connector 5">
            <a:extLst>
              <a:ext uri="{FF2B5EF4-FFF2-40B4-BE49-F238E27FC236}">
                <a16:creationId xmlns:a16="http://schemas.microsoft.com/office/drawing/2014/main" id="{FA121CC4-2641-2679-191E-5D42BF01DCE9}"/>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7" name="Diagram 6">
            <a:extLst>
              <a:ext uri="{FF2B5EF4-FFF2-40B4-BE49-F238E27FC236}">
                <a16:creationId xmlns:a16="http://schemas.microsoft.com/office/drawing/2014/main" id="{440240DA-F2D4-630D-BC03-82FB5CC4669A}"/>
              </a:ext>
            </a:extLst>
          </p:cNvPr>
          <p:cNvGraphicFramePr/>
          <p:nvPr userDrawn="1"/>
        </p:nvGraphicFramePr>
        <p:xfrm>
          <a:off x="419101" y="1136652"/>
          <a:ext cx="8153401" cy="3758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8" name="Straight Arrow Connector 7">
            <a:extLst>
              <a:ext uri="{FF2B5EF4-FFF2-40B4-BE49-F238E27FC236}">
                <a16:creationId xmlns:a16="http://schemas.microsoft.com/office/drawing/2014/main" id="{0DD8B039-FB96-1E38-DCD1-6982D6F30DEF}"/>
              </a:ext>
            </a:extLst>
          </p:cNvPr>
          <p:cNvCxnSpPr>
            <a:cxnSpLocks/>
          </p:cNvCxnSpPr>
          <p:nvPr userDrawn="1"/>
        </p:nvCxnSpPr>
        <p:spPr>
          <a:xfrm>
            <a:off x="5083747"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94F89F2-A8D2-CC1D-27FD-C846D2A1182E}"/>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CC536588-2134-8EFF-BE64-B5CE500627F6}"/>
              </a:ext>
            </a:extLst>
          </p:cNvPr>
          <p:cNvSpPr/>
          <p:nvPr userDrawn="1"/>
        </p:nvSpPr>
        <p:spPr>
          <a:xfrm>
            <a:off x="809238" y="222058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30" name="Straight Connector 29">
            <a:extLst>
              <a:ext uri="{FF2B5EF4-FFF2-40B4-BE49-F238E27FC236}">
                <a16:creationId xmlns:a16="http://schemas.microsoft.com/office/drawing/2014/main" id="{75D6DB12-05B6-68CD-14EF-038F1DC8674C}"/>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2A7F9276-6DA6-1E04-5D60-63713FEA38C3}"/>
              </a:ext>
            </a:extLst>
          </p:cNvPr>
          <p:cNvSpPr/>
          <p:nvPr userDrawn="1"/>
        </p:nvSpPr>
        <p:spPr>
          <a:xfrm>
            <a:off x="2240307" y="2220588"/>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32" name="Straight Connector 31">
            <a:extLst>
              <a:ext uri="{FF2B5EF4-FFF2-40B4-BE49-F238E27FC236}">
                <a16:creationId xmlns:a16="http://schemas.microsoft.com/office/drawing/2014/main" id="{FBE2C2C4-EE45-84D5-9DDA-CCC64EDA9A4B}"/>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49AB5C11-5530-5C6C-F663-727F5E98B7A7}"/>
              </a:ext>
            </a:extLst>
          </p:cNvPr>
          <p:cNvSpPr/>
          <p:nvPr userDrawn="1"/>
        </p:nvSpPr>
        <p:spPr>
          <a:xfrm>
            <a:off x="3672181" y="2220588"/>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37" name="Straight Connector 36">
            <a:extLst>
              <a:ext uri="{FF2B5EF4-FFF2-40B4-BE49-F238E27FC236}">
                <a16:creationId xmlns:a16="http://schemas.microsoft.com/office/drawing/2014/main" id="{2290C32C-8516-2186-988D-AA50667DAB58}"/>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F8C0C115-CADD-8011-8EBB-78220CCFE22A}"/>
              </a:ext>
            </a:extLst>
          </p:cNvPr>
          <p:cNvSpPr/>
          <p:nvPr userDrawn="1"/>
        </p:nvSpPr>
        <p:spPr>
          <a:xfrm>
            <a:off x="5103250" y="2220588"/>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39" name="Straight Connector 38">
            <a:extLst>
              <a:ext uri="{FF2B5EF4-FFF2-40B4-BE49-F238E27FC236}">
                <a16:creationId xmlns:a16="http://schemas.microsoft.com/office/drawing/2014/main" id="{5288C914-4B79-A636-FE91-4D03DAFE12FC}"/>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991CC64B-EE79-3D0A-971E-2BEF28B602DE}"/>
              </a:ext>
            </a:extLst>
          </p:cNvPr>
          <p:cNvSpPr/>
          <p:nvPr userDrawn="1"/>
        </p:nvSpPr>
        <p:spPr>
          <a:xfrm>
            <a:off x="6404494" y="2220588"/>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41" name="Straight Connector 40">
            <a:extLst>
              <a:ext uri="{FF2B5EF4-FFF2-40B4-BE49-F238E27FC236}">
                <a16:creationId xmlns:a16="http://schemas.microsoft.com/office/drawing/2014/main" id="{8ADB0EF2-C0FA-E27C-2EE6-47BAE21488A5}"/>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A1B59DE8-02A8-05D6-9BD7-782B5471CCE0}"/>
              </a:ext>
            </a:extLst>
          </p:cNvPr>
          <p:cNvSpPr/>
          <p:nvPr userDrawn="1"/>
        </p:nvSpPr>
        <p:spPr>
          <a:xfrm>
            <a:off x="7835563" y="2220588"/>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2802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60"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874945" y="1302496"/>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60"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8"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8"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3"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3"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3"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3"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8"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8"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5" y="2992003"/>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5"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7"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7"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5"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5"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50"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50"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90"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90"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5"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5"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2" y="2126155"/>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2"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5"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5"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3"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3"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8"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8"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8"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8"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3"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3"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30"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30"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grpSp>
        <p:nvGrpSpPr>
          <p:cNvPr id="2" name="Group 1">
            <a:extLst>
              <a:ext uri="{FF2B5EF4-FFF2-40B4-BE49-F238E27FC236}">
                <a16:creationId xmlns:a16="http://schemas.microsoft.com/office/drawing/2014/main" id="{D51479D2-CA85-6011-13C1-895F19D8A650}"/>
              </a:ext>
            </a:extLst>
          </p:cNvPr>
          <p:cNvGrpSpPr/>
          <p:nvPr userDrawn="1"/>
        </p:nvGrpSpPr>
        <p:grpSpPr>
          <a:xfrm>
            <a:off x="418010" y="976009"/>
            <a:ext cx="8062443" cy="326486"/>
            <a:chOff x="418010" y="1004341"/>
            <a:chExt cx="8098410" cy="269823"/>
          </a:xfrm>
        </p:grpSpPr>
        <p:sp>
          <p:nvSpPr>
            <p:cNvPr id="4" name="Rectangle 3">
              <a:extLst>
                <a:ext uri="{FF2B5EF4-FFF2-40B4-BE49-F238E27FC236}">
                  <a16:creationId xmlns:a16="http://schemas.microsoft.com/office/drawing/2014/main" id="{D68472D1-2BFF-A319-9ECC-74909B5291A7}"/>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4AC2D3AC-89D8-459C-A88D-D9CF813C1823}"/>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DAE77F46-D9B8-68A6-6AEA-8F38DB8A12FC}"/>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7" name="Straight Arrow Connector 6">
            <a:extLst>
              <a:ext uri="{FF2B5EF4-FFF2-40B4-BE49-F238E27FC236}">
                <a16:creationId xmlns:a16="http://schemas.microsoft.com/office/drawing/2014/main" id="{127704C4-A714-024D-00BF-ED4F41BCC21A}"/>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81D50E99-B73E-16A4-0BC9-CD9511E206BE}"/>
              </a:ext>
            </a:extLst>
          </p:cNvPr>
          <p:cNvGrpSpPr/>
          <p:nvPr userDrawn="1"/>
        </p:nvGrpSpPr>
        <p:grpSpPr>
          <a:xfrm>
            <a:off x="874945" y="1302496"/>
            <a:ext cx="7239530" cy="2374183"/>
            <a:chOff x="873282" y="1302495"/>
            <a:chExt cx="7239530" cy="2374183"/>
          </a:xfrm>
        </p:grpSpPr>
        <p:cxnSp>
          <p:nvCxnSpPr>
            <p:cNvPr id="9" name="Straight Connector 8">
              <a:extLst>
                <a:ext uri="{FF2B5EF4-FFF2-40B4-BE49-F238E27FC236}">
                  <a16:creationId xmlns:a16="http://schemas.microsoft.com/office/drawing/2014/main" id="{26F9F441-EFF0-EE03-C876-218DC9F1515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04598CA-8304-237E-B264-F18E47994287}"/>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E276A98-09A1-111D-51EA-1C47911E6910}"/>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BA812A4-D1B7-6A54-A996-557D74738FD9}"/>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4D94BC8-F125-AF1D-ABDE-C9E0B23419C9}"/>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0D980AE-A00A-7502-2D91-0D1874F23BCE}"/>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C498E56-8F7B-3953-D96B-1DB262F4DF56}"/>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B42EB10-A78E-DA28-385E-A6D21ADA57D9}"/>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CD2DF4E-8052-20BE-144A-6C740C94174B}"/>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C3FFB12-6AAC-7F91-CA9A-E0003BA890FD}"/>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F6B3D4C-159F-0F38-9357-C63E2F8F29FB}"/>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00E27F2-7443-42B4-E21A-86808B9B7C3B}"/>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535552A-8804-FA2B-7AA6-13D553CE2763}"/>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0172AA4-F5DC-2384-CF88-A98754D69D9F}"/>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6EAE7A5-3A41-7AAF-5061-14D633A6C5CD}"/>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70D9E69-1995-4616-3386-0EAFBC7C0451}"/>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1E83F25-6B11-71F8-BB70-B8230E0A07D4}"/>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18D3D44-B31A-CDFF-A2F6-3D566460D28F}"/>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3122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418011"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1543017"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874215"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211819"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3549423"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4887027"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6224631"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7562235"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2893316"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421865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5550245"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690978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819375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61478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30"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1958251"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5"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330171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4638145"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597457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7311007"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50"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287925"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8"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2"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6"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1"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6649548"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6"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7933518"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6" y="1724419"/>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9"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9"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9"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9" y="3835150"/>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5"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5" y="2219103"/>
            <a:ext cx="801412" cy="813317"/>
          </a:xfrm>
          <a:prstGeom prst="rect">
            <a:avLst/>
          </a:prstGeom>
        </p:spPr>
        <p:txBody>
          <a:bodyPr lIns="0" rIns="0"/>
          <a:lstStyle>
            <a:lvl1pPr marL="0" indent="0" algn="ctr" defTabSz="914378"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grpSp>
        <p:nvGrpSpPr>
          <p:cNvPr id="28" name="Group 27">
            <a:extLst>
              <a:ext uri="{FF2B5EF4-FFF2-40B4-BE49-F238E27FC236}">
                <a16:creationId xmlns:a16="http://schemas.microsoft.com/office/drawing/2014/main" id="{0CEB2C40-878A-FDFD-1E3E-DC3877EA3517}"/>
              </a:ext>
            </a:extLst>
          </p:cNvPr>
          <p:cNvGrpSpPr/>
          <p:nvPr userDrawn="1"/>
        </p:nvGrpSpPr>
        <p:grpSpPr>
          <a:xfrm>
            <a:off x="418011" y="976009"/>
            <a:ext cx="8153401" cy="326486"/>
            <a:chOff x="418010" y="976009"/>
            <a:chExt cx="8923953" cy="326486"/>
          </a:xfrm>
        </p:grpSpPr>
        <p:sp>
          <p:nvSpPr>
            <p:cNvPr id="29" name="Rectangle 28">
              <a:extLst>
                <a:ext uri="{FF2B5EF4-FFF2-40B4-BE49-F238E27FC236}">
                  <a16:creationId xmlns:a16="http://schemas.microsoft.com/office/drawing/2014/main" id="{BA9BF0FA-79A4-A7E0-993C-B13AE8CBF247}"/>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ectangle 29">
              <a:extLst>
                <a:ext uri="{FF2B5EF4-FFF2-40B4-BE49-F238E27FC236}">
                  <a16:creationId xmlns:a16="http://schemas.microsoft.com/office/drawing/2014/main" id="{A40A9632-924E-8E18-16C3-7590D67253A1}"/>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96A956FC-D2AC-7D75-2255-271CBB949ACB}"/>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AA134A07-C224-959A-D9B4-EF150500CC75}"/>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ectangle 32">
              <a:extLst>
                <a:ext uri="{FF2B5EF4-FFF2-40B4-BE49-F238E27FC236}">
                  <a16:creationId xmlns:a16="http://schemas.microsoft.com/office/drawing/2014/main" id="{43E637D3-907D-ECAF-C247-A4FE65CD552E}"/>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4" name="Straight Arrow Connector 33">
            <a:extLst>
              <a:ext uri="{FF2B5EF4-FFF2-40B4-BE49-F238E27FC236}">
                <a16:creationId xmlns:a16="http://schemas.microsoft.com/office/drawing/2014/main" id="{79422B06-B9CE-DA41-F00C-1325271F89C4}"/>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863ECA7-2606-7018-E6DC-3622252CF1E7}"/>
              </a:ext>
            </a:extLst>
          </p:cNvPr>
          <p:cNvCxnSpPr>
            <a:cxnSpLocks/>
          </p:cNvCxnSpPr>
          <p:nvPr userDrawn="1"/>
        </p:nvCxnSpPr>
        <p:spPr>
          <a:xfrm>
            <a:off x="1543017"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C39CC4A-D6B9-FB83-C6CF-712A4450E8AE}"/>
              </a:ext>
            </a:extLst>
          </p:cNvPr>
          <p:cNvCxnSpPr>
            <a:cxnSpLocks/>
          </p:cNvCxnSpPr>
          <p:nvPr userDrawn="1"/>
        </p:nvCxnSpPr>
        <p:spPr>
          <a:xfrm>
            <a:off x="874215"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8FAEE52-62D9-9441-0C32-30199CA97E78}"/>
              </a:ext>
            </a:extLst>
          </p:cNvPr>
          <p:cNvCxnSpPr>
            <a:cxnSpLocks/>
          </p:cNvCxnSpPr>
          <p:nvPr userDrawn="1"/>
        </p:nvCxnSpPr>
        <p:spPr>
          <a:xfrm>
            <a:off x="2211819"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7D932A5-E499-6BFD-D9B4-492D69EDD22C}"/>
              </a:ext>
            </a:extLst>
          </p:cNvPr>
          <p:cNvCxnSpPr>
            <a:cxnSpLocks/>
          </p:cNvCxnSpPr>
          <p:nvPr userDrawn="1"/>
        </p:nvCxnSpPr>
        <p:spPr>
          <a:xfrm>
            <a:off x="3549423"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349DE3C-B2C7-9E47-B300-0DF161AF27F6}"/>
              </a:ext>
            </a:extLst>
          </p:cNvPr>
          <p:cNvCxnSpPr>
            <a:cxnSpLocks/>
          </p:cNvCxnSpPr>
          <p:nvPr userDrawn="1"/>
        </p:nvCxnSpPr>
        <p:spPr>
          <a:xfrm>
            <a:off x="4887027"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2971F04-BEE6-14A3-CB35-B9A7142B0F1E}"/>
              </a:ext>
            </a:extLst>
          </p:cNvPr>
          <p:cNvCxnSpPr>
            <a:cxnSpLocks/>
          </p:cNvCxnSpPr>
          <p:nvPr userDrawn="1"/>
        </p:nvCxnSpPr>
        <p:spPr>
          <a:xfrm>
            <a:off x="6224631"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BC42485-ACE0-FE6A-3B2C-D2BFE7D96441}"/>
              </a:ext>
            </a:extLst>
          </p:cNvPr>
          <p:cNvCxnSpPr>
            <a:cxnSpLocks/>
          </p:cNvCxnSpPr>
          <p:nvPr userDrawn="1"/>
        </p:nvCxnSpPr>
        <p:spPr>
          <a:xfrm>
            <a:off x="7562235" y="1302496"/>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A8CDD4E-A6D8-F371-0744-99B2E4DCB986}"/>
              </a:ext>
            </a:extLst>
          </p:cNvPr>
          <p:cNvCxnSpPr>
            <a:cxnSpLocks/>
          </p:cNvCxnSpPr>
          <p:nvPr userDrawn="1"/>
        </p:nvCxnSpPr>
        <p:spPr>
          <a:xfrm>
            <a:off x="2893316"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750C31D-B1BE-6656-1C78-7E096822F9B7}"/>
              </a:ext>
            </a:extLst>
          </p:cNvPr>
          <p:cNvCxnSpPr>
            <a:cxnSpLocks/>
          </p:cNvCxnSpPr>
          <p:nvPr userDrawn="1"/>
        </p:nvCxnSpPr>
        <p:spPr>
          <a:xfrm>
            <a:off x="421865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EC04810-1D5D-3E18-B24D-EB6EFC0DB7DA}"/>
              </a:ext>
            </a:extLst>
          </p:cNvPr>
          <p:cNvCxnSpPr>
            <a:cxnSpLocks/>
          </p:cNvCxnSpPr>
          <p:nvPr userDrawn="1"/>
        </p:nvCxnSpPr>
        <p:spPr>
          <a:xfrm>
            <a:off x="5550245"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840589E1-931B-799B-2A08-2454196CEAEC}"/>
              </a:ext>
            </a:extLst>
          </p:cNvPr>
          <p:cNvCxnSpPr>
            <a:cxnSpLocks/>
          </p:cNvCxnSpPr>
          <p:nvPr userDrawn="1"/>
        </p:nvCxnSpPr>
        <p:spPr>
          <a:xfrm>
            <a:off x="690978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114D4EA-44C3-575C-3DF4-F698CB648F3D}"/>
              </a:ext>
            </a:extLst>
          </p:cNvPr>
          <p:cNvCxnSpPr>
            <a:cxnSpLocks/>
          </p:cNvCxnSpPr>
          <p:nvPr userDrawn="1"/>
        </p:nvCxnSpPr>
        <p:spPr>
          <a:xfrm>
            <a:off x="8193750" y="1302496"/>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Oval 46">
            <a:extLst>
              <a:ext uri="{FF2B5EF4-FFF2-40B4-BE49-F238E27FC236}">
                <a16:creationId xmlns:a16="http://schemas.microsoft.com/office/drawing/2014/main" id="{0D739D32-A114-2181-C9A5-BE3DEC52C39E}"/>
              </a:ext>
            </a:extLst>
          </p:cNvPr>
          <p:cNvSpPr/>
          <p:nvPr userDrawn="1"/>
        </p:nvSpPr>
        <p:spPr>
          <a:xfrm>
            <a:off x="61478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4ADFCCAC-6CC6-3634-55DF-DB8A1CE1BF5B}"/>
              </a:ext>
            </a:extLst>
          </p:cNvPr>
          <p:cNvSpPr/>
          <p:nvPr userDrawn="1"/>
        </p:nvSpPr>
        <p:spPr>
          <a:xfrm>
            <a:off x="1958251"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987F55B7-BAFD-B74A-72D7-AF08C4E904A4}"/>
              </a:ext>
            </a:extLst>
          </p:cNvPr>
          <p:cNvSpPr/>
          <p:nvPr userDrawn="1"/>
        </p:nvSpPr>
        <p:spPr>
          <a:xfrm>
            <a:off x="330171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F9A20F4C-C14D-8C78-E568-9B62E3F12642}"/>
              </a:ext>
            </a:extLst>
          </p:cNvPr>
          <p:cNvSpPr/>
          <p:nvPr userDrawn="1"/>
        </p:nvSpPr>
        <p:spPr>
          <a:xfrm>
            <a:off x="4638145"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81C57BA2-D86F-864F-D234-410C5F7E099F}"/>
              </a:ext>
            </a:extLst>
          </p:cNvPr>
          <p:cNvSpPr/>
          <p:nvPr userDrawn="1"/>
        </p:nvSpPr>
        <p:spPr>
          <a:xfrm>
            <a:off x="5974576"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5B4FA25-0A06-8D7B-6F9F-EF4452796E97}"/>
              </a:ext>
            </a:extLst>
          </p:cNvPr>
          <p:cNvSpPr/>
          <p:nvPr userDrawn="1"/>
        </p:nvSpPr>
        <p:spPr>
          <a:xfrm>
            <a:off x="7311007" y="3232879"/>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D786D93E-C53D-88A2-C608-2BEE0C4C0486}"/>
              </a:ext>
            </a:extLst>
          </p:cNvPr>
          <p:cNvSpPr/>
          <p:nvPr userDrawn="1"/>
        </p:nvSpPr>
        <p:spPr>
          <a:xfrm>
            <a:off x="1287925"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B87CE535-6DC7-9439-2197-F6FA13304BD4}"/>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Oval 54">
            <a:extLst>
              <a:ext uri="{FF2B5EF4-FFF2-40B4-BE49-F238E27FC236}">
                <a16:creationId xmlns:a16="http://schemas.microsoft.com/office/drawing/2014/main" id="{C3CD9906-F0DF-1AF0-D223-1D1A879B1138}"/>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Oval 55">
            <a:extLst>
              <a:ext uri="{FF2B5EF4-FFF2-40B4-BE49-F238E27FC236}">
                <a16:creationId xmlns:a16="http://schemas.microsoft.com/office/drawing/2014/main" id="{5367AF97-AA8A-741C-F72C-2EBBEE15E923}"/>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7" name="Oval 56">
            <a:extLst>
              <a:ext uri="{FF2B5EF4-FFF2-40B4-BE49-F238E27FC236}">
                <a16:creationId xmlns:a16="http://schemas.microsoft.com/office/drawing/2014/main" id="{078009AE-A248-9034-0F04-16BF555D5EF6}"/>
              </a:ext>
            </a:extLst>
          </p:cNvPr>
          <p:cNvSpPr/>
          <p:nvPr userDrawn="1"/>
        </p:nvSpPr>
        <p:spPr>
          <a:xfrm>
            <a:off x="6649548"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8" name="Oval 57">
            <a:extLst>
              <a:ext uri="{FF2B5EF4-FFF2-40B4-BE49-F238E27FC236}">
                <a16:creationId xmlns:a16="http://schemas.microsoft.com/office/drawing/2014/main" id="{9F216366-18A8-DEB1-38FA-AD67C477AF87}"/>
              </a:ext>
            </a:extLst>
          </p:cNvPr>
          <p:cNvSpPr/>
          <p:nvPr userDrawn="1"/>
        </p:nvSpPr>
        <p:spPr>
          <a:xfrm>
            <a:off x="7933518"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04679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367417" y="1786880"/>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7"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3078720" y="1213164"/>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3078720" y="2343225"/>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3078720" y="3473285"/>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9"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9" y="26456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9" y="377488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099930" y="1678376"/>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099930" y="3530786"/>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5" y="1299224"/>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5" y="2437742"/>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5" y="3558330"/>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Oval 19">
            <a:extLst>
              <a:ext uri="{FF2B5EF4-FFF2-40B4-BE49-F238E27FC236}">
                <a16:creationId xmlns:a16="http://schemas.microsoft.com/office/drawing/2014/main" id="{91718E23-FA01-3599-9163-C797CB482319}"/>
              </a:ext>
            </a:extLst>
          </p:cNvPr>
          <p:cNvSpPr/>
          <p:nvPr userDrawn="1"/>
        </p:nvSpPr>
        <p:spPr>
          <a:xfrm>
            <a:off x="367417" y="1786880"/>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22" name="Group 21">
            <a:extLst>
              <a:ext uri="{FF2B5EF4-FFF2-40B4-BE49-F238E27FC236}">
                <a16:creationId xmlns:a16="http://schemas.microsoft.com/office/drawing/2014/main" id="{445605F9-656B-07AF-C74C-5F7D8FE56982}"/>
              </a:ext>
            </a:extLst>
          </p:cNvPr>
          <p:cNvGrpSpPr/>
          <p:nvPr userDrawn="1"/>
        </p:nvGrpSpPr>
        <p:grpSpPr>
          <a:xfrm>
            <a:off x="3078720" y="1213164"/>
            <a:ext cx="5248852" cy="930424"/>
            <a:chOff x="3078719" y="1178657"/>
            <a:chExt cx="5248852" cy="930424"/>
          </a:xfrm>
        </p:grpSpPr>
        <p:sp>
          <p:nvSpPr>
            <p:cNvPr id="23" name="Rounded Rectangle 22">
              <a:extLst>
                <a:ext uri="{FF2B5EF4-FFF2-40B4-BE49-F238E27FC236}">
                  <a16:creationId xmlns:a16="http://schemas.microsoft.com/office/drawing/2014/main" id="{BF9D58DB-E179-D95A-695D-C0144666EF0C}"/>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4" name="Oval 23">
              <a:extLst>
                <a:ext uri="{FF2B5EF4-FFF2-40B4-BE49-F238E27FC236}">
                  <a16:creationId xmlns:a16="http://schemas.microsoft.com/office/drawing/2014/main" id="{EC1C8894-18FA-47D9-4C28-1F840942EE97}"/>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25" name="Group 24">
            <a:extLst>
              <a:ext uri="{FF2B5EF4-FFF2-40B4-BE49-F238E27FC236}">
                <a16:creationId xmlns:a16="http://schemas.microsoft.com/office/drawing/2014/main" id="{516CBC4E-AEB3-EE4E-0E08-2D0E179F0732}"/>
              </a:ext>
            </a:extLst>
          </p:cNvPr>
          <p:cNvGrpSpPr/>
          <p:nvPr userDrawn="1"/>
        </p:nvGrpSpPr>
        <p:grpSpPr>
          <a:xfrm>
            <a:off x="3078720" y="2343225"/>
            <a:ext cx="5248852" cy="930424"/>
            <a:chOff x="3078719" y="2196574"/>
            <a:chExt cx="5248852" cy="930424"/>
          </a:xfrm>
        </p:grpSpPr>
        <p:sp>
          <p:nvSpPr>
            <p:cNvPr id="28" name="Rounded Rectangle 27">
              <a:extLst>
                <a:ext uri="{FF2B5EF4-FFF2-40B4-BE49-F238E27FC236}">
                  <a16:creationId xmlns:a16="http://schemas.microsoft.com/office/drawing/2014/main" id="{1935B4E0-B70F-DB1D-1B2F-769D707EDD6D}"/>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2643A351-D034-2C76-5735-9BA4E396284A}"/>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30" name="Group 29">
            <a:extLst>
              <a:ext uri="{FF2B5EF4-FFF2-40B4-BE49-F238E27FC236}">
                <a16:creationId xmlns:a16="http://schemas.microsoft.com/office/drawing/2014/main" id="{4BF7D61C-0B22-6ADC-C077-3BECACD8B219}"/>
              </a:ext>
            </a:extLst>
          </p:cNvPr>
          <p:cNvGrpSpPr/>
          <p:nvPr userDrawn="1"/>
        </p:nvGrpSpPr>
        <p:grpSpPr>
          <a:xfrm>
            <a:off x="3078720" y="3473285"/>
            <a:ext cx="5248852" cy="930424"/>
            <a:chOff x="3078719" y="3438778"/>
            <a:chExt cx="5248852" cy="930424"/>
          </a:xfrm>
        </p:grpSpPr>
        <p:sp>
          <p:nvSpPr>
            <p:cNvPr id="31" name="Rounded Rectangle 30">
              <a:extLst>
                <a:ext uri="{FF2B5EF4-FFF2-40B4-BE49-F238E27FC236}">
                  <a16:creationId xmlns:a16="http://schemas.microsoft.com/office/drawing/2014/main" id="{E6131F2C-49E6-AADA-7729-2C4246E49B29}"/>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15AD1EAD-E022-35C8-B565-2161CCC93DA4}"/>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Connector 32">
            <a:extLst>
              <a:ext uri="{FF2B5EF4-FFF2-40B4-BE49-F238E27FC236}">
                <a16:creationId xmlns:a16="http://schemas.microsoft.com/office/drawing/2014/main" id="{7BF65A9E-6940-BF4F-3C7B-EBCA455ED451}"/>
              </a:ext>
            </a:extLst>
          </p:cNvPr>
          <p:cNvCxnSpPr>
            <a:stCxn id="2" idx="7"/>
            <a:endCxn id="7" idx="2"/>
          </p:cNvCxnSpPr>
          <p:nvPr userDrawn="1"/>
        </p:nvCxnSpPr>
        <p:spPr>
          <a:xfrm flipV="1">
            <a:off x="2099930" y="1678376"/>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07D48DB-FFBC-25F7-8D24-16980A9E5CF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633FE32-7CD7-117B-22EF-17F502C702E2}"/>
              </a:ext>
            </a:extLst>
          </p:cNvPr>
          <p:cNvCxnSpPr>
            <a:stCxn id="2" idx="5"/>
            <a:endCxn id="13" idx="2"/>
          </p:cNvCxnSpPr>
          <p:nvPr userDrawn="1"/>
        </p:nvCxnSpPr>
        <p:spPr>
          <a:xfrm>
            <a:off x="2099930" y="3530786"/>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828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3018971" y="1964951"/>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812801"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40"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40" y="2916145"/>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4"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4" y="2916145"/>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8" y="1669677"/>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9" y="1669677"/>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8" y="3411390"/>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9" y="3411390"/>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3018971" y="1964951"/>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8" y="2277843"/>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cxnSp>
        <p:nvCxnSpPr>
          <p:cNvPr id="17" name="Straight Connector 16">
            <a:extLst>
              <a:ext uri="{FF2B5EF4-FFF2-40B4-BE49-F238E27FC236}">
                <a16:creationId xmlns:a16="http://schemas.microsoft.com/office/drawing/2014/main" id="{5FAD7772-F03F-43D6-52A5-86210D6DA74B}"/>
              </a:ext>
            </a:extLst>
          </p:cNvPr>
          <p:cNvCxnSpPr>
            <a:stCxn id="7" idx="3"/>
            <a:endCxn id="9" idx="1"/>
          </p:cNvCxnSpPr>
          <p:nvPr userDrawn="1"/>
        </p:nvCxnSpPr>
        <p:spPr>
          <a:xfrm flipV="1">
            <a:off x="3018971" y="1964951"/>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D5D0F69A-1D85-75DC-F7E1-92B60A146B87}"/>
              </a:ext>
            </a:extLst>
          </p:cNvPr>
          <p:cNvGrpSpPr/>
          <p:nvPr userDrawn="1"/>
        </p:nvGrpSpPr>
        <p:grpSpPr>
          <a:xfrm>
            <a:off x="812801" y="1083831"/>
            <a:ext cx="7503885" cy="3243718"/>
            <a:chOff x="812800" y="1069746"/>
            <a:chExt cx="7503885" cy="3243718"/>
          </a:xfrm>
        </p:grpSpPr>
        <p:sp>
          <p:nvSpPr>
            <p:cNvPr id="21" name="Rounded Rectangle 20">
              <a:extLst>
                <a:ext uri="{FF2B5EF4-FFF2-40B4-BE49-F238E27FC236}">
                  <a16:creationId xmlns:a16="http://schemas.microsoft.com/office/drawing/2014/main" id="{DE4FA634-9209-48B9-2205-96FD3ECE0B48}"/>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3" name="Oval 22">
              <a:extLst>
                <a:ext uri="{FF2B5EF4-FFF2-40B4-BE49-F238E27FC236}">
                  <a16:creationId xmlns:a16="http://schemas.microsoft.com/office/drawing/2014/main" id="{19910AE3-3715-F08B-D222-760757BAC897}"/>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8" name="Rounded Rectangle 27">
              <a:extLst>
                <a:ext uri="{FF2B5EF4-FFF2-40B4-BE49-F238E27FC236}">
                  <a16:creationId xmlns:a16="http://schemas.microsoft.com/office/drawing/2014/main" id="{50420CDF-E3E0-F02B-6384-595EBF8C2F3B}"/>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F8B3DC71-2AD1-877B-72EB-E57E1A3E914C}"/>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E840340A-BC4B-5EB8-ABF6-A8849822B75C}"/>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C43CE5E8-343C-EDE2-821A-B0CC3EA02FFD}"/>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D8012951-EBF9-F4D3-05CE-82AC46576AB8}"/>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93B1F7D-CD8F-6272-4833-A334AE95D962}"/>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4" name="Straight Connector 33">
            <a:extLst>
              <a:ext uri="{FF2B5EF4-FFF2-40B4-BE49-F238E27FC236}">
                <a16:creationId xmlns:a16="http://schemas.microsoft.com/office/drawing/2014/main" id="{9592EC3D-2173-7F19-DA21-B68C43DA6BB2}"/>
              </a:ext>
            </a:extLst>
          </p:cNvPr>
          <p:cNvCxnSpPr>
            <a:stCxn id="5" idx="3"/>
            <a:endCxn id="11" idx="1"/>
          </p:cNvCxnSpPr>
          <p:nvPr userDrawn="1"/>
        </p:nvCxnSpPr>
        <p:spPr>
          <a:xfrm>
            <a:off x="3018971" y="1964951"/>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FBF8E86A-8B89-F154-D33C-6A63FF2542BB}"/>
              </a:ext>
            </a:extLst>
          </p:cNvPr>
          <p:cNvSpPr/>
          <p:nvPr userDrawn="1"/>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5085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367417" y="1786880"/>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7"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3380015"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3161950"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3380015" y="1780038"/>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3161950" y="1879719"/>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3380015" y="2488201"/>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3161950" y="2587882"/>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3380015"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3161950"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3380015" y="3904527"/>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3161950" y="400420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9"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1"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5"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2"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9"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099931" y="1389621"/>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2355270" y="2097784"/>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2397183"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2323125" y="3208624"/>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099931" y="3530786"/>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1" y="1088683"/>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1" y="180204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1" y="2515406"/>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1" y="3222283"/>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1" y="3929160"/>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8" name="Oval 7">
            <a:extLst>
              <a:ext uri="{FF2B5EF4-FFF2-40B4-BE49-F238E27FC236}">
                <a16:creationId xmlns:a16="http://schemas.microsoft.com/office/drawing/2014/main" id="{0E02423E-4D27-9D87-D0DF-DBE33AC27DDF}"/>
              </a:ext>
            </a:extLst>
          </p:cNvPr>
          <p:cNvSpPr/>
          <p:nvPr userDrawn="1"/>
        </p:nvSpPr>
        <p:spPr>
          <a:xfrm>
            <a:off x="367417" y="1786880"/>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54C6BACB-30C0-EE31-FA0F-BF8812A510E4}"/>
              </a:ext>
            </a:extLst>
          </p:cNvPr>
          <p:cNvSpPr/>
          <p:nvPr userDrawn="1"/>
        </p:nvSpPr>
        <p:spPr>
          <a:xfrm>
            <a:off x="3380015"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F24A0400-678B-FA89-EBC8-90BC2C00F7B7}"/>
              </a:ext>
            </a:extLst>
          </p:cNvPr>
          <p:cNvSpPr/>
          <p:nvPr userDrawn="1"/>
        </p:nvSpPr>
        <p:spPr>
          <a:xfrm>
            <a:off x="3161950"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7728226C-C356-89DB-E611-DBC72349C95F}"/>
              </a:ext>
            </a:extLst>
          </p:cNvPr>
          <p:cNvSpPr/>
          <p:nvPr userDrawn="1"/>
        </p:nvSpPr>
        <p:spPr>
          <a:xfrm>
            <a:off x="3380015" y="1780038"/>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6BFDEEDD-6C2A-A6FF-7E45-DD04DFE5B4F4}"/>
              </a:ext>
            </a:extLst>
          </p:cNvPr>
          <p:cNvSpPr/>
          <p:nvPr userDrawn="1"/>
        </p:nvSpPr>
        <p:spPr>
          <a:xfrm>
            <a:off x="3161950" y="1879719"/>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Rounded Rectangle 12">
            <a:extLst>
              <a:ext uri="{FF2B5EF4-FFF2-40B4-BE49-F238E27FC236}">
                <a16:creationId xmlns:a16="http://schemas.microsoft.com/office/drawing/2014/main" id="{27CBAB10-425F-EB7E-8A2F-04C20DA33E5A}"/>
              </a:ext>
            </a:extLst>
          </p:cNvPr>
          <p:cNvSpPr/>
          <p:nvPr userDrawn="1"/>
        </p:nvSpPr>
        <p:spPr>
          <a:xfrm>
            <a:off x="3380015" y="2488201"/>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4" name="Oval 13">
            <a:extLst>
              <a:ext uri="{FF2B5EF4-FFF2-40B4-BE49-F238E27FC236}">
                <a16:creationId xmlns:a16="http://schemas.microsoft.com/office/drawing/2014/main" id="{27D64DE8-CB4D-65DF-0A15-393D81420A8F}"/>
              </a:ext>
            </a:extLst>
          </p:cNvPr>
          <p:cNvSpPr/>
          <p:nvPr userDrawn="1"/>
        </p:nvSpPr>
        <p:spPr>
          <a:xfrm>
            <a:off x="3161950" y="2587882"/>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5" name="Rounded Rectangle 14">
            <a:extLst>
              <a:ext uri="{FF2B5EF4-FFF2-40B4-BE49-F238E27FC236}">
                <a16:creationId xmlns:a16="http://schemas.microsoft.com/office/drawing/2014/main" id="{006D7659-1A8C-9363-1049-97EB53E632FC}"/>
              </a:ext>
            </a:extLst>
          </p:cNvPr>
          <p:cNvSpPr/>
          <p:nvPr userDrawn="1"/>
        </p:nvSpPr>
        <p:spPr>
          <a:xfrm>
            <a:off x="3380015"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Oval 15">
            <a:extLst>
              <a:ext uri="{FF2B5EF4-FFF2-40B4-BE49-F238E27FC236}">
                <a16:creationId xmlns:a16="http://schemas.microsoft.com/office/drawing/2014/main" id="{D8921F3D-C482-16DA-65E5-13A140404F35}"/>
              </a:ext>
            </a:extLst>
          </p:cNvPr>
          <p:cNvSpPr/>
          <p:nvPr userDrawn="1"/>
        </p:nvSpPr>
        <p:spPr>
          <a:xfrm>
            <a:off x="3161950"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Rounded Rectangle 16">
            <a:extLst>
              <a:ext uri="{FF2B5EF4-FFF2-40B4-BE49-F238E27FC236}">
                <a16:creationId xmlns:a16="http://schemas.microsoft.com/office/drawing/2014/main" id="{E4F2E446-06ED-E0C4-02AC-8C29C491B72A}"/>
              </a:ext>
            </a:extLst>
          </p:cNvPr>
          <p:cNvSpPr/>
          <p:nvPr userDrawn="1"/>
        </p:nvSpPr>
        <p:spPr>
          <a:xfrm>
            <a:off x="3380015" y="3904527"/>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32462485-47E3-4F1F-B280-8A9820232B54}"/>
              </a:ext>
            </a:extLst>
          </p:cNvPr>
          <p:cNvSpPr/>
          <p:nvPr userDrawn="1"/>
        </p:nvSpPr>
        <p:spPr>
          <a:xfrm>
            <a:off x="3161950" y="400420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2FAD5362-D3C9-A302-CBBC-B79AE4830191}"/>
              </a:ext>
            </a:extLst>
          </p:cNvPr>
          <p:cNvCxnSpPr>
            <a:stCxn id="26" idx="7"/>
            <a:endCxn id="29" idx="2"/>
          </p:cNvCxnSpPr>
          <p:nvPr userDrawn="1"/>
        </p:nvCxnSpPr>
        <p:spPr>
          <a:xfrm flipV="1">
            <a:off x="2099931" y="1389621"/>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ADF510F-CABF-B9C0-8312-7FC516484F7E}"/>
              </a:ext>
            </a:extLst>
          </p:cNvPr>
          <p:cNvCxnSpPr>
            <a:endCxn id="31" idx="2"/>
          </p:cNvCxnSpPr>
          <p:nvPr userDrawn="1"/>
        </p:nvCxnSpPr>
        <p:spPr>
          <a:xfrm flipV="1">
            <a:off x="2355270" y="2097784"/>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F64D87F-5047-4109-556F-C5B1F3FBFF14}"/>
              </a:ext>
            </a:extLst>
          </p:cNvPr>
          <p:cNvCxnSpPr>
            <a:stCxn id="26" idx="6"/>
            <a:endCxn id="33" idx="2"/>
          </p:cNvCxnSpPr>
          <p:nvPr userDrawn="1"/>
        </p:nvCxnSpPr>
        <p:spPr>
          <a:xfrm flipV="1">
            <a:off x="2397183"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33584DA-065F-0CBA-D9DB-31204FCF2585}"/>
              </a:ext>
            </a:extLst>
          </p:cNvPr>
          <p:cNvCxnSpPr/>
          <p:nvPr userDrawn="1"/>
        </p:nvCxnSpPr>
        <p:spPr>
          <a:xfrm>
            <a:off x="2323125" y="3208624"/>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D7AF9B4-4CC6-8BF4-BD69-42E8E68443F4}"/>
              </a:ext>
            </a:extLst>
          </p:cNvPr>
          <p:cNvCxnSpPr>
            <a:stCxn id="26" idx="5"/>
            <a:endCxn id="37" idx="2"/>
          </p:cNvCxnSpPr>
          <p:nvPr userDrawn="1"/>
        </p:nvCxnSpPr>
        <p:spPr>
          <a:xfrm>
            <a:off x="2099931" y="3530786"/>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05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3022996" y="1260259"/>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5799469" y="2507967"/>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2737494" y="2507967"/>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5099829" y="3812910"/>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3421343"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3421343" y="3812910"/>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90" y="1305797"/>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4" y="1305797"/>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90" y="3921512"/>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4" y="3921512"/>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9" y="2610872"/>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30" y="2610872"/>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8" y="2277843"/>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2" y="1372616"/>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8" y="268102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2" y="398943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6"/>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p:txBody>
      </p:sp>
      <p:sp>
        <p:nvSpPr>
          <p:cNvPr id="2" name="Oval 1">
            <a:extLst>
              <a:ext uri="{FF2B5EF4-FFF2-40B4-BE49-F238E27FC236}">
                <a16:creationId xmlns:a16="http://schemas.microsoft.com/office/drawing/2014/main" id="{94E8EF94-B07A-3FF4-7883-99A3B2C6F810}"/>
              </a:ext>
            </a:extLst>
          </p:cNvPr>
          <p:cNvSpPr/>
          <p:nvPr userDrawn="1"/>
        </p:nvSpPr>
        <p:spPr>
          <a:xfrm>
            <a:off x="3022996" y="1260259"/>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Oval 3">
            <a:extLst>
              <a:ext uri="{FF2B5EF4-FFF2-40B4-BE49-F238E27FC236}">
                <a16:creationId xmlns:a16="http://schemas.microsoft.com/office/drawing/2014/main" id="{9CB3C393-0465-03D5-2305-FDB15F3136DC}"/>
              </a:ext>
            </a:extLst>
          </p:cNvPr>
          <p:cNvSpPr/>
          <p:nvPr userDrawn="1"/>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Oval 4">
            <a:extLst>
              <a:ext uri="{FF2B5EF4-FFF2-40B4-BE49-F238E27FC236}">
                <a16:creationId xmlns:a16="http://schemas.microsoft.com/office/drawing/2014/main" id="{A86AA3DF-E8A9-B1D7-F791-9F270C4E1356}"/>
              </a:ext>
            </a:extLst>
          </p:cNvPr>
          <p:cNvSpPr/>
          <p:nvPr userDrawn="1"/>
        </p:nvSpPr>
        <p:spPr>
          <a:xfrm>
            <a:off x="5799469" y="2507967"/>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6C2D9161-6CDC-6031-D08E-F0000B85C1A3}"/>
              </a:ext>
            </a:extLst>
          </p:cNvPr>
          <p:cNvSpPr/>
          <p:nvPr userDrawn="1"/>
        </p:nvSpPr>
        <p:spPr>
          <a:xfrm>
            <a:off x="2737494" y="2507967"/>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FCFE61AE-3281-35C9-9CCB-947FE8FCB8D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0694D4DD-36D0-E1E9-9B01-89FA62EA0B79}"/>
              </a:ext>
            </a:extLst>
          </p:cNvPr>
          <p:cNvSpPr/>
          <p:nvPr userDrawn="1"/>
        </p:nvSpPr>
        <p:spPr>
          <a:xfrm>
            <a:off x="5099829" y="3812910"/>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Oval 8">
            <a:extLst>
              <a:ext uri="{FF2B5EF4-FFF2-40B4-BE49-F238E27FC236}">
                <a16:creationId xmlns:a16="http://schemas.microsoft.com/office/drawing/2014/main" id="{F71AB223-492D-23E7-ED82-E96C10C68185}"/>
              </a:ext>
            </a:extLst>
          </p:cNvPr>
          <p:cNvSpPr/>
          <p:nvPr userDrawn="1"/>
        </p:nvSpPr>
        <p:spPr>
          <a:xfrm>
            <a:off x="3421343"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D62F6192-75CA-B7B1-0A71-6FCE9841D73A}"/>
              </a:ext>
            </a:extLst>
          </p:cNvPr>
          <p:cNvSpPr/>
          <p:nvPr userDrawn="1"/>
        </p:nvSpPr>
        <p:spPr>
          <a:xfrm>
            <a:off x="3421343" y="3812910"/>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5166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3018971" y="1643870"/>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3018971" y="1643870"/>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3018971"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812800" y="1178658"/>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934101" y="1001766"/>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6110515" y="1178658"/>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4"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8" y="2277843"/>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6234522" y="1001766"/>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5"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934101" y="216737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4"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6234522" y="216737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5"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934101" y="3353080"/>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4"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6234522" y="3353080"/>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5"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8" y="1429821"/>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8" y="2614565"/>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8" y="3791358"/>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1"/>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5"/>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8"/>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6" name="Straight Connector 5">
            <a:extLst>
              <a:ext uri="{FF2B5EF4-FFF2-40B4-BE49-F238E27FC236}">
                <a16:creationId xmlns:a16="http://schemas.microsoft.com/office/drawing/2014/main" id="{568475C1-8CC7-1C88-DAC1-91E1E7E87CD2}"/>
              </a:ext>
            </a:extLst>
          </p:cNvPr>
          <p:cNvCxnSpPr>
            <a:stCxn id="53" idx="3"/>
            <a:endCxn id="33" idx="1"/>
          </p:cNvCxnSpPr>
          <p:nvPr userDrawn="1"/>
        </p:nvCxnSpPr>
        <p:spPr>
          <a:xfrm flipV="1">
            <a:off x="3018971" y="1643870"/>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119E40A-FDC8-29FC-1745-CB4024AF23A6}"/>
              </a:ext>
            </a:extLst>
          </p:cNvPr>
          <p:cNvCxnSpPr>
            <a:stCxn id="31" idx="3"/>
            <a:endCxn id="55" idx="1"/>
          </p:cNvCxnSpPr>
          <p:nvPr userDrawn="1"/>
        </p:nvCxnSpPr>
        <p:spPr>
          <a:xfrm>
            <a:off x="3018971" y="1643870"/>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129F09B-DFEE-4DF8-D7D5-4B94D6B45ABC}"/>
              </a:ext>
            </a:extLst>
          </p:cNvPr>
          <p:cNvCxnSpPr>
            <a:stCxn id="43" idx="3"/>
            <a:endCxn id="45" idx="1"/>
          </p:cNvCxnSpPr>
          <p:nvPr userDrawn="1"/>
        </p:nvCxnSpPr>
        <p:spPr>
          <a:xfrm>
            <a:off x="3018971"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A1DE0236-0D9C-47F8-510D-FFB0046FF0BE}"/>
              </a:ext>
            </a:extLst>
          </p:cNvPr>
          <p:cNvSpPr/>
          <p:nvPr userDrawn="1"/>
        </p:nvSpPr>
        <p:spPr>
          <a:xfrm>
            <a:off x="812800" y="1178658"/>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67DCAA08-3592-A8BE-22B1-82BC9A233812}"/>
              </a:ext>
            </a:extLst>
          </p:cNvPr>
          <p:cNvSpPr/>
          <p:nvPr userDrawn="1"/>
        </p:nvSpPr>
        <p:spPr>
          <a:xfrm>
            <a:off x="934101" y="1001766"/>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4" name="Rounded Rectangle 13">
            <a:extLst>
              <a:ext uri="{FF2B5EF4-FFF2-40B4-BE49-F238E27FC236}">
                <a16:creationId xmlns:a16="http://schemas.microsoft.com/office/drawing/2014/main" id="{CF660602-5258-2EFC-ABE2-853F968BC2D9}"/>
              </a:ext>
            </a:extLst>
          </p:cNvPr>
          <p:cNvSpPr/>
          <p:nvPr userDrawn="1"/>
        </p:nvSpPr>
        <p:spPr>
          <a:xfrm>
            <a:off x="6110515" y="1178658"/>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5" name="Oval 14">
            <a:extLst>
              <a:ext uri="{FF2B5EF4-FFF2-40B4-BE49-F238E27FC236}">
                <a16:creationId xmlns:a16="http://schemas.microsoft.com/office/drawing/2014/main" id="{09C9FCD1-A25A-34D0-D84D-A0F14EBF27C4}"/>
              </a:ext>
            </a:extLst>
          </p:cNvPr>
          <p:cNvSpPr/>
          <p:nvPr userDrawn="1"/>
        </p:nvSpPr>
        <p:spPr>
          <a:xfrm>
            <a:off x="3546997" y="1787706"/>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Oval 15">
            <a:extLst>
              <a:ext uri="{FF2B5EF4-FFF2-40B4-BE49-F238E27FC236}">
                <a16:creationId xmlns:a16="http://schemas.microsoft.com/office/drawing/2014/main" id="{157C8368-A52D-CAAF-FF37-633D919FB97E}"/>
              </a:ext>
            </a:extLst>
          </p:cNvPr>
          <p:cNvSpPr/>
          <p:nvPr userDrawn="1"/>
        </p:nvSpPr>
        <p:spPr>
          <a:xfrm>
            <a:off x="6234522" y="1001766"/>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Rounded Rectangle 16">
            <a:extLst>
              <a:ext uri="{FF2B5EF4-FFF2-40B4-BE49-F238E27FC236}">
                <a16:creationId xmlns:a16="http://schemas.microsoft.com/office/drawing/2014/main" id="{C3CA8004-EC6E-048F-2E0F-94411C1CDEB5}"/>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AAA9CD4E-85FD-A332-DA64-DFF915A4E2DC}"/>
              </a:ext>
            </a:extLst>
          </p:cNvPr>
          <p:cNvSpPr/>
          <p:nvPr userDrawn="1"/>
        </p:nvSpPr>
        <p:spPr>
          <a:xfrm>
            <a:off x="934101" y="216737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Rounded Rectangle 18">
            <a:extLst>
              <a:ext uri="{FF2B5EF4-FFF2-40B4-BE49-F238E27FC236}">
                <a16:creationId xmlns:a16="http://schemas.microsoft.com/office/drawing/2014/main" id="{A163B99F-DC97-A8C5-576C-0C1402DD520E}"/>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Oval 19">
            <a:extLst>
              <a:ext uri="{FF2B5EF4-FFF2-40B4-BE49-F238E27FC236}">
                <a16:creationId xmlns:a16="http://schemas.microsoft.com/office/drawing/2014/main" id="{4E618E83-06ED-CBBE-BC8B-64A301B68287}"/>
              </a:ext>
            </a:extLst>
          </p:cNvPr>
          <p:cNvSpPr/>
          <p:nvPr userDrawn="1"/>
        </p:nvSpPr>
        <p:spPr>
          <a:xfrm>
            <a:off x="6234522" y="216737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Rounded Rectangle 20">
            <a:extLst>
              <a:ext uri="{FF2B5EF4-FFF2-40B4-BE49-F238E27FC236}">
                <a16:creationId xmlns:a16="http://schemas.microsoft.com/office/drawing/2014/main" id="{51CC6209-F405-C0D3-E870-C28FDA3F6CED}"/>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2" name="Oval 21">
            <a:extLst>
              <a:ext uri="{FF2B5EF4-FFF2-40B4-BE49-F238E27FC236}">
                <a16:creationId xmlns:a16="http://schemas.microsoft.com/office/drawing/2014/main" id="{289721A9-83ED-FB12-E2E1-7D9D2852A93D}"/>
              </a:ext>
            </a:extLst>
          </p:cNvPr>
          <p:cNvSpPr/>
          <p:nvPr userDrawn="1"/>
        </p:nvSpPr>
        <p:spPr>
          <a:xfrm>
            <a:off x="934101" y="3353080"/>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3" name="Rounded Rectangle 22">
            <a:extLst>
              <a:ext uri="{FF2B5EF4-FFF2-40B4-BE49-F238E27FC236}">
                <a16:creationId xmlns:a16="http://schemas.microsoft.com/office/drawing/2014/main" id="{3E8111A4-F786-35AE-9CCD-34FFAFE9781F}"/>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4" name="Oval 23">
            <a:extLst>
              <a:ext uri="{FF2B5EF4-FFF2-40B4-BE49-F238E27FC236}">
                <a16:creationId xmlns:a16="http://schemas.microsoft.com/office/drawing/2014/main" id="{85F623CB-BD48-9E36-9360-BE147E1649EB}"/>
              </a:ext>
            </a:extLst>
          </p:cNvPr>
          <p:cNvSpPr/>
          <p:nvPr userDrawn="1"/>
        </p:nvSpPr>
        <p:spPr>
          <a:xfrm>
            <a:off x="6234522" y="3353080"/>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398712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sldGuideLst>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3048848" y="2810586"/>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2860372" y="2344095"/>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2322304" y="923212"/>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2491380"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nvGraphicFramePr>
        <p:xfrm>
          <a:off x="331895" y="1072811"/>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1"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8" y="1831000"/>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6" y="2500784"/>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20" y="314144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2" y="3822879"/>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5257464" y="941202"/>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5257464" y="1654434"/>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5257464" y="2370714"/>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5257464"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5257464" y="3788942"/>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7" y="941202"/>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7" y="165443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7" y="237071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7" y="308266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7" y="3788942"/>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0" name="Round Same Side Corner Rectangle 19">
            <a:extLst>
              <a:ext uri="{FF2B5EF4-FFF2-40B4-BE49-F238E27FC236}">
                <a16:creationId xmlns:a16="http://schemas.microsoft.com/office/drawing/2014/main" id="{11CD6FEB-F1CF-01E0-6530-FB21429E8B40}"/>
              </a:ext>
            </a:extLst>
          </p:cNvPr>
          <p:cNvSpPr/>
          <p:nvPr userDrawn="1"/>
        </p:nvSpPr>
        <p:spPr>
          <a:xfrm rot="5400000">
            <a:off x="3048848" y="2810586"/>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 Same Side Corner Rectangle 20">
            <a:extLst>
              <a:ext uri="{FF2B5EF4-FFF2-40B4-BE49-F238E27FC236}">
                <a16:creationId xmlns:a16="http://schemas.microsoft.com/office/drawing/2014/main" id="{F16E5987-7D10-AEF7-1AD1-87FFCCEAD248}"/>
              </a:ext>
            </a:extLst>
          </p:cNvPr>
          <p:cNvSpPr/>
          <p:nvPr userDrawn="1"/>
        </p:nvSpPr>
        <p:spPr>
          <a:xfrm rot="5400000">
            <a:off x="2860372" y="2344095"/>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2" name="Round Same Side Corner Rectangle 21">
            <a:extLst>
              <a:ext uri="{FF2B5EF4-FFF2-40B4-BE49-F238E27FC236}">
                <a16:creationId xmlns:a16="http://schemas.microsoft.com/office/drawing/2014/main" id="{E754C14E-BFFA-8138-3639-B17F893C0C69}"/>
              </a:ext>
            </a:extLst>
          </p:cNvPr>
          <p:cNvSpPr/>
          <p:nvPr userDrawn="1"/>
        </p:nvSpPr>
        <p:spPr>
          <a:xfrm rot="5400000">
            <a:off x="2322304" y="923212"/>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3" name="Round Same Side Corner Rectangle 22">
            <a:extLst>
              <a:ext uri="{FF2B5EF4-FFF2-40B4-BE49-F238E27FC236}">
                <a16:creationId xmlns:a16="http://schemas.microsoft.com/office/drawing/2014/main" id="{9FB31F81-51EA-B6B7-560E-8B7A0750440A}"/>
              </a:ext>
            </a:extLst>
          </p:cNvPr>
          <p:cNvSpPr/>
          <p:nvPr userDrawn="1"/>
        </p:nvSpPr>
        <p:spPr>
          <a:xfrm rot="5400000">
            <a:off x="2491380"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4" name="Round Same Side Corner Rectangle 23">
            <a:extLst>
              <a:ext uri="{FF2B5EF4-FFF2-40B4-BE49-F238E27FC236}">
                <a16:creationId xmlns:a16="http://schemas.microsoft.com/office/drawing/2014/main" id="{B4012CC6-CA9F-80D4-A09E-B077C7E023B4}"/>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25" name="Diagram 24">
            <a:extLst>
              <a:ext uri="{FF2B5EF4-FFF2-40B4-BE49-F238E27FC236}">
                <a16:creationId xmlns:a16="http://schemas.microsoft.com/office/drawing/2014/main" id="{E4EDAEE6-C97D-50B6-BDAA-7F0B02C143A4}"/>
              </a:ext>
            </a:extLst>
          </p:cNvPr>
          <p:cNvGraphicFramePr>
            <a:graphicFrameLocks/>
          </p:cNvGraphicFramePr>
          <p:nvPr userDrawn="1"/>
        </p:nvGraphicFramePr>
        <p:xfrm>
          <a:off x="331895" y="1072811"/>
          <a:ext cx="3676783" cy="32609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6" name="Oval 25">
            <a:extLst>
              <a:ext uri="{FF2B5EF4-FFF2-40B4-BE49-F238E27FC236}">
                <a16:creationId xmlns:a16="http://schemas.microsoft.com/office/drawing/2014/main" id="{FDAB2D21-4AFD-4243-142A-2F2CF63B6F4F}"/>
              </a:ext>
            </a:extLst>
          </p:cNvPr>
          <p:cNvSpPr/>
          <p:nvPr userDrawn="1"/>
        </p:nvSpPr>
        <p:spPr>
          <a:xfrm>
            <a:off x="5257464" y="941202"/>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Oval 26">
            <a:extLst>
              <a:ext uri="{FF2B5EF4-FFF2-40B4-BE49-F238E27FC236}">
                <a16:creationId xmlns:a16="http://schemas.microsoft.com/office/drawing/2014/main" id="{4B0DAF55-6853-14F8-7509-E64F1F48E93A}"/>
              </a:ext>
            </a:extLst>
          </p:cNvPr>
          <p:cNvSpPr/>
          <p:nvPr userDrawn="1"/>
        </p:nvSpPr>
        <p:spPr>
          <a:xfrm>
            <a:off x="5257464" y="1654434"/>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8" name="Oval 27">
            <a:extLst>
              <a:ext uri="{FF2B5EF4-FFF2-40B4-BE49-F238E27FC236}">
                <a16:creationId xmlns:a16="http://schemas.microsoft.com/office/drawing/2014/main" id="{3329B296-5E04-4544-084C-9ED5A3AF55DC}"/>
              </a:ext>
            </a:extLst>
          </p:cNvPr>
          <p:cNvSpPr/>
          <p:nvPr userDrawn="1"/>
        </p:nvSpPr>
        <p:spPr>
          <a:xfrm>
            <a:off x="5257464" y="2370714"/>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78805892-12FA-18CB-DAA6-5430CEBF45A9}"/>
              </a:ext>
            </a:extLst>
          </p:cNvPr>
          <p:cNvSpPr/>
          <p:nvPr userDrawn="1"/>
        </p:nvSpPr>
        <p:spPr>
          <a:xfrm>
            <a:off x="5257464"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Oval 38">
            <a:extLst>
              <a:ext uri="{FF2B5EF4-FFF2-40B4-BE49-F238E27FC236}">
                <a16:creationId xmlns:a16="http://schemas.microsoft.com/office/drawing/2014/main" id="{980C71C8-BA2C-893F-3B62-353960A4077D}"/>
              </a:ext>
            </a:extLst>
          </p:cNvPr>
          <p:cNvSpPr/>
          <p:nvPr userDrawn="1"/>
        </p:nvSpPr>
        <p:spPr>
          <a:xfrm>
            <a:off x="5257464" y="3788942"/>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7946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2345243" y="1284695"/>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2" y="207572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2898772" y="2187245"/>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8"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252271" y="2907018"/>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nvGraphicFramePr>
        <p:xfrm>
          <a:off x="331895" y="1072811"/>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5"/>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5"/>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8" y="3698049"/>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5257464"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5257464" y="2070147"/>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5257464" y="2878787"/>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5257464"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8" y="1253613"/>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7" y="1264555"/>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7" y="2070147"/>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7" y="2878787"/>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7" y="366463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 name="Round Same Side Corner Rectangle 2">
            <a:extLst>
              <a:ext uri="{FF2B5EF4-FFF2-40B4-BE49-F238E27FC236}">
                <a16:creationId xmlns:a16="http://schemas.microsoft.com/office/drawing/2014/main" id="{ECFCCFC3-FE0A-04B2-F7D0-E86925E2F789}"/>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3B4BDD9F-6003-1565-4A0A-BDBB1CF37FD7}"/>
              </a:ext>
            </a:extLst>
          </p:cNvPr>
          <p:cNvSpPr/>
          <p:nvPr userDrawn="1"/>
        </p:nvSpPr>
        <p:spPr>
          <a:xfrm rot="5400000">
            <a:off x="2345243" y="1284695"/>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BEAB3D2-7EEE-6731-67BC-F4E7CEF5024D}"/>
              </a:ext>
            </a:extLst>
          </p:cNvPr>
          <p:cNvSpPr/>
          <p:nvPr userDrawn="1"/>
        </p:nvSpPr>
        <p:spPr>
          <a:xfrm rot="5400000">
            <a:off x="2898772" y="2187245"/>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 Same Side Corner Rectangle 6">
            <a:extLst>
              <a:ext uri="{FF2B5EF4-FFF2-40B4-BE49-F238E27FC236}">
                <a16:creationId xmlns:a16="http://schemas.microsoft.com/office/drawing/2014/main" id="{A4E09ED2-CB95-E69D-DA60-D6F69891648F}"/>
              </a:ext>
            </a:extLst>
          </p:cNvPr>
          <p:cNvSpPr/>
          <p:nvPr userDrawn="1"/>
        </p:nvSpPr>
        <p:spPr>
          <a:xfrm rot="5400000">
            <a:off x="3252271" y="2907018"/>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13" name="Diagram 12">
            <a:extLst>
              <a:ext uri="{FF2B5EF4-FFF2-40B4-BE49-F238E27FC236}">
                <a16:creationId xmlns:a16="http://schemas.microsoft.com/office/drawing/2014/main" id="{2CBF43A0-8C1D-BEA0-2105-DDC43766CD96}"/>
              </a:ext>
            </a:extLst>
          </p:cNvPr>
          <p:cNvGraphicFramePr>
            <a:graphicFrameLocks/>
          </p:cNvGraphicFramePr>
          <p:nvPr userDrawn="1"/>
        </p:nvGraphicFramePr>
        <p:xfrm>
          <a:off x="331895" y="1072811"/>
          <a:ext cx="3676783" cy="32609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5" name="Oval 14">
            <a:extLst>
              <a:ext uri="{FF2B5EF4-FFF2-40B4-BE49-F238E27FC236}">
                <a16:creationId xmlns:a16="http://schemas.microsoft.com/office/drawing/2014/main" id="{757521A5-BEC5-A62E-4AAA-36CD7C3C36E1}"/>
              </a:ext>
            </a:extLst>
          </p:cNvPr>
          <p:cNvSpPr/>
          <p:nvPr userDrawn="1"/>
        </p:nvSpPr>
        <p:spPr>
          <a:xfrm>
            <a:off x="5257464"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Oval 15">
            <a:extLst>
              <a:ext uri="{FF2B5EF4-FFF2-40B4-BE49-F238E27FC236}">
                <a16:creationId xmlns:a16="http://schemas.microsoft.com/office/drawing/2014/main" id="{B6B594A0-9D3A-0083-8F2D-7268F7CB0CA3}"/>
              </a:ext>
            </a:extLst>
          </p:cNvPr>
          <p:cNvSpPr/>
          <p:nvPr userDrawn="1"/>
        </p:nvSpPr>
        <p:spPr>
          <a:xfrm>
            <a:off x="5257464" y="2070147"/>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EEC6BF6-F5F9-6C6E-91F4-D18431243216}"/>
              </a:ext>
            </a:extLst>
          </p:cNvPr>
          <p:cNvSpPr/>
          <p:nvPr userDrawn="1"/>
        </p:nvSpPr>
        <p:spPr>
          <a:xfrm>
            <a:off x="5257464" y="2878787"/>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8D2B6EF-73A1-EE3D-1538-C3028C88998C}"/>
              </a:ext>
            </a:extLst>
          </p:cNvPr>
          <p:cNvSpPr/>
          <p:nvPr userDrawn="1"/>
        </p:nvSpPr>
        <p:spPr>
          <a:xfrm>
            <a:off x="5257464"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62825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2304288" y="958390"/>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2559792" y="1685225"/>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9"/>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218721" y="2863144"/>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7"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nvGraphicFramePr>
        <p:xfrm>
          <a:off x="350368" y="1072811"/>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9"/>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9"/>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5257464"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5257464" y="2393411"/>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5257464" y="3294411"/>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7" y="149545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7" y="239341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7" y="329441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189" indent="0">
              <a:buNone/>
              <a:defRPr/>
            </a:lvl2pPr>
            <a:lvl3pPr marL="914378" indent="0">
              <a:buNone/>
              <a:defRPr/>
            </a:lvl3pPr>
            <a:lvl4pPr marL="1371566" indent="0">
              <a:buNone/>
              <a:defRPr/>
            </a:lvl4pPr>
            <a:lvl5pPr marL="1828754"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 name="Round Same Side Corner Rectangle 5">
            <a:extLst>
              <a:ext uri="{FF2B5EF4-FFF2-40B4-BE49-F238E27FC236}">
                <a16:creationId xmlns:a16="http://schemas.microsoft.com/office/drawing/2014/main" id="{A1527E73-174E-D210-31E3-F5076BB95000}"/>
              </a:ext>
            </a:extLst>
          </p:cNvPr>
          <p:cNvSpPr/>
          <p:nvPr userDrawn="1"/>
        </p:nvSpPr>
        <p:spPr>
          <a:xfrm rot="5400000">
            <a:off x="2304288" y="958390"/>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 Same Side Corner Rectangle 6">
            <a:extLst>
              <a:ext uri="{FF2B5EF4-FFF2-40B4-BE49-F238E27FC236}">
                <a16:creationId xmlns:a16="http://schemas.microsoft.com/office/drawing/2014/main" id="{B1221778-483A-54E4-8C3F-D5C52A0E184A}"/>
              </a:ext>
            </a:extLst>
          </p:cNvPr>
          <p:cNvSpPr/>
          <p:nvPr userDrawn="1"/>
        </p:nvSpPr>
        <p:spPr>
          <a:xfrm rot="5400000">
            <a:off x="2559792" y="1685225"/>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11" name="Round Same Side Corner Rectangle 10">
            <a:extLst>
              <a:ext uri="{FF2B5EF4-FFF2-40B4-BE49-F238E27FC236}">
                <a16:creationId xmlns:a16="http://schemas.microsoft.com/office/drawing/2014/main" id="{3DB1DBFC-F8BC-81AC-06F1-37AA993EE2DC}"/>
              </a:ext>
            </a:extLst>
          </p:cNvPr>
          <p:cNvSpPr/>
          <p:nvPr userDrawn="1"/>
        </p:nvSpPr>
        <p:spPr>
          <a:xfrm rot="5400000">
            <a:off x="3218721" y="2863144"/>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13" name="Diagram 12">
            <a:extLst>
              <a:ext uri="{FF2B5EF4-FFF2-40B4-BE49-F238E27FC236}">
                <a16:creationId xmlns:a16="http://schemas.microsoft.com/office/drawing/2014/main" id="{BCFB71A6-EB2E-AC8D-5D18-3D09304FD383}"/>
              </a:ext>
            </a:extLst>
          </p:cNvPr>
          <p:cNvGraphicFramePr>
            <a:graphicFrameLocks/>
          </p:cNvGraphicFramePr>
          <p:nvPr userDrawn="1"/>
        </p:nvGraphicFramePr>
        <p:xfrm>
          <a:off x="350368" y="1072811"/>
          <a:ext cx="3676783" cy="32609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5" name="Oval 14">
            <a:extLst>
              <a:ext uri="{FF2B5EF4-FFF2-40B4-BE49-F238E27FC236}">
                <a16:creationId xmlns:a16="http://schemas.microsoft.com/office/drawing/2014/main" id="{29A3730D-665C-66D2-2CEF-3F60B48E94D9}"/>
              </a:ext>
            </a:extLst>
          </p:cNvPr>
          <p:cNvSpPr/>
          <p:nvPr userDrawn="1"/>
        </p:nvSpPr>
        <p:spPr>
          <a:xfrm>
            <a:off x="5257464"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Oval 15">
            <a:extLst>
              <a:ext uri="{FF2B5EF4-FFF2-40B4-BE49-F238E27FC236}">
                <a16:creationId xmlns:a16="http://schemas.microsoft.com/office/drawing/2014/main" id="{BDB6B3DC-7A4C-B6DA-E858-07644DFD02F1}"/>
              </a:ext>
            </a:extLst>
          </p:cNvPr>
          <p:cNvSpPr/>
          <p:nvPr userDrawn="1"/>
        </p:nvSpPr>
        <p:spPr>
          <a:xfrm>
            <a:off x="5257464" y="2393411"/>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B8012511-5FE0-0555-BEA4-7A079BAC8FBC}"/>
              </a:ext>
            </a:extLst>
          </p:cNvPr>
          <p:cNvSpPr/>
          <p:nvPr userDrawn="1"/>
        </p:nvSpPr>
        <p:spPr>
          <a:xfrm>
            <a:off x="5257464" y="3294411"/>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68269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4191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639541"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44958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4689082"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4" y="1702910"/>
            <a:ext cx="3389029" cy="21588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10"/>
            <a:ext cx="3376552" cy="21587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1"/>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189" indent="0">
              <a:buNone/>
              <a:defRPr sz="1400">
                <a:solidFill>
                  <a:schemeClr val="tx1"/>
                </a:solidFill>
                <a:latin typeface="Arial" panose="020B0604020202020204" pitchFamily="34" charset="0"/>
                <a:cs typeface="Arial" panose="020B0604020202020204" pitchFamily="34" charset="0"/>
              </a:defRPr>
            </a:lvl2pPr>
            <a:lvl3pPr marL="914378" indent="0">
              <a:buNone/>
              <a:defRPr sz="1400">
                <a:solidFill>
                  <a:schemeClr val="tx1"/>
                </a:solidFill>
                <a:latin typeface="Arial" panose="020B0604020202020204" pitchFamily="34" charset="0"/>
                <a:cs typeface="Arial" panose="020B0604020202020204" pitchFamily="34" charset="0"/>
              </a:defRPr>
            </a:lvl3pPr>
            <a:lvl4pPr marL="1371566" indent="0">
              <a:buNone/>
              <a:defRPr sz="1400">
                <a:solidFill>
                  <a:schemeClr val="tx1"/>
                </a:solidFill>
                <a:latin typeface="Arial" panose="020B0604020202020204" pitchFamily="34" charset="0"/>
                <a:cs typeface="Arial" panose="020B0604020202020204" pitchFamily="34" charset="0"/>
              </a:defRPr>
            </a:lvl4pPr>
            <a:lvl5pPr marL="1828754"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1"/>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189" indent="0">
              <a:buNone/>
              <a:defRPr sz="1400">
                <a:solidFill>
                  <a:schemeClr val="tx1"/>
                </a:solidFill>
                <a:latin typeface="Arial" panose="020B0604020202020204" pitchFamily="34" charset="0"/>
                <a:cs typeface="Arial" panose="020B0604020202020204" pitchFamily="34" charset="0"/>
              </a:defRPr>
            </a:lvl2pPr>
            <a:lvl3pPr marL="914378" indent="0">
              <a:buNone/>
              <a:defRPr sz="1400">
                <a:solidFill>
                  <a:schemeClr val="tx1"/>
                </a:solidFill>
                <a:latin typeface="Arial" panose="020B0604020202020204" pitchFamily="34" charset="0"/>
                <a:cs typeface="Arial" panose="020B0604020202020204" pitchFamily="34" charset="0"/>
              </a:defRPr>
            </a:lvl3pPr>
            <a:lvl4pPr marL="1371566" indent="0">
              <a:buNone/>
              <a:defRPr sz="1400">
                <a:solidFill>
                  <a:schemeClr val="tx1"/>
                </a:solidFill>
                <a:latin typeface="Arial" panose="020B0604020202020204" pitchFamily="34" charset="0"/>
                <a:cs typeface="Arial" panose="020B0604020202020204" pitchFamily="34" charset="0"/>
              </a:defRPr>
            </a:lvl4pPr>
            <a:lvl5pPr marL="1828754"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Rounded Rectangle 2">
            <a:extLst>
              <a:ext uri="{FF2B5EF4-FFF2-40B4-BE49-F238E27FC236}">
                <a16:creationId xmlns:a16="http://schemas.microsoft.com/office/drawing/2014/main" id="{C86FC7B2-8E0E-811A-7F5F-F4C4942694EB}"/>
              </a:ext>
            </a:extLst>
          </p:cNvPr>
          <p:cNvSpPr/>
          <p:nvPr userDrawn="1"/>
        </p:nvSpPr>
        <p:spPr>
          <a:xfrm>
            <a:off x="4191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7E5F1454-C62A-373A-B72F-4A2504FBABA1}"/>
              </a:ext>
            </a:extLst>
          </p:cNvPr>
          <p:cNvCxnSpPr>
            <a:cxnSpLocks/>
          </p:cNvCxnSpPr>
          <p:nvPr userDrawn="1"/>
        </p:nvCxnSpPr>
        <p:spPr>
          <a:xfrm>
            <a:off x="639541"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Rounded Rectangle 4">
            <a:extLst>
              <a:ext uri="{FF2B5EF4-FFF2-40B4-BE49-F238E27FC236}">
                <a16:creationId xmlns:a16="http://schemas.microsoft.com/office/drawing/2014/main" id="{5D6386EE-4B0A-BF60-E156-F2AFDE23CF98}"/>
              </a:ext>
            </a:extLst>
          </p:cNvPr>
          <p:cNvSpPr/>
          <p:nvPr userDrawn="1"/>
        </p:nvSpPr>
        <p:spPr>
          <a:xfrm>
            <a:off x="4495801" y="1003934"/>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 name="Straight Connector 5">
            <a:extLst>
              <a:ext uri="{FF2B5EF4-FFF2-40B4-BE49-F238E27FC236}">
                <a16:creationId xmlns:a16="http://schemas.microsoft.com/office/drawing/2014/main" id="{FD954600-77A0-4C06-D90E-4856BD3E263F}"/>
              </a:ext>
            </a:extLst>
          </p:cNvPr>
          <p:cNvCxnSpPr>
            <a:cxnSpLocks/>
          </p:cNvCxnSpPr>
          <p:nvPr userDrawn="1"/>
        </p:nvCxnSpPr>
        <p:spPr>
          <a:xfrm>
            <a:off x="4689082"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459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419101" y="1003934"/>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639541"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4495801" y="1003934"/>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4689082"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4" y="1229342"/>
            <a:ext cx="3389029" cy="20749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7"/>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189" indent="0">
              <a:buNone/>
              <a:defRPr sz="1400">
                <a:solidFill>
                  <a:schemeClr val="tx1"/>
                </a:solidFill>
                <a:latin typeface="Arial" panose="020B0604020202020204" pitchFamily="34" charset="0"/>
                <a:cs typeface="Arial" panose="020B0604020202020204" pitchFamily="34" charset="0"/>
              </a:defRPr>
            </a:lvl2pPr>
            <a:lvl3pPr marL="914378" indent="0">
              <a:buNone/>
              <a:defRPr sz="1400">
                <a:solidFill>
                  <a:schemeClr val="tx1"/>
                </a:solidFill>
                <a:latin typeface="Arial" panose="020B0604020202020204" pitchFamily="34" charset="0"/>
                <a:cs typeface="Arial" panose="020B0604020202020204" pitchFamily="34" charset="0"/>
              </a:defRPr>
            </a:lvl3pPr>
            <a:lvl4pPr marL="1371566" indent="0">
              <a:buNone/>
              <a:defRPr sz="1400">
                <a:solidFill>
                  <a:schemeClr val="tx1"/>
                </a:solidFill>
                <a:latin typeface="Arial" panose="020B0604020202020204" pitchFamily="34" charset="0"/>
                <a:cs typeface="Arial" panose="020B0604020202020204" pitchFamily="34" charset="0"/>
              </a:defRPr>
            </a:lvl4pPr>
            <a:lvl5pPr marL="1828754"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7"/>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189" indent="0">
              <a:buNone/>
              <a:defRPr sz="1400">
                <a:solidFill>
                  <a:schemeClr val="tx1"/>
                </a:solidFill>
                <a:latin typeface="Arial" panose="020B0604020202020204" pitchFamily="34" charset="0"/>
                <a:cs typeface="Arial" panose="020B0604020202020204" pitchFamily="34" charset="0"/>
              </a:defRPr>
            </a:lvl2pPr>
            <a:lvl3pPr marL="914378" indent="0">
              <a:buNone/>
              <a:defRPr sz="1400">
                <a:solidFill>
                  <a:schemeClr val="tx1"/>
                </a:solidFill>
                <a:latin typeface="Arial" panose="020B0604020202020204" pitchFamily="34" charset="0"/>
                <a:cs typeface="Arial" panose="020B0604020202020204" pitchFamily="34" charset="0"/>
              </a:defRPr>
            </a:lvl3pPr>
            <a:lvl4pPr marL="1371566" indent="0">
              <a:buNone/>
              <a:defRPr sz="1400">
                <a:solidFill>
                  <a:schemeClr val="tx1"/>
                </a:solidFill>
                <a:latin typeface="Arial" panose="020B0604020202020204" pitchFamily="34" charset="0"/>
                <a:cs typeface="Arial" panose="020B0604020202020204" pitchFamily="34" charset="0"/>
              </a:defRPr>
            </a:lvl4pPr>
            <a:lvl5pPr marL="1828754"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5" name="Rounded Rectangle 4">
            <a:extLst>
              <a:ext uri="{FF2B5EF4-FFF2-40B4-BE49-F238E27FC236}">
                <a16:creationId xmlns:a16="http://schemas.microsoft.com/office/drawing/2014/main" id="{20648B48-3973-588F-7C88-5185EF403734}"/>
              </a:ext>
            </a:extLst>
          </p:cNvPr>
          <p:cNvSpPr/>
          <p:nvPr userDrawn="1"/>
        </p:nvSpPr>
        <p:spPr>
          <a:xfrm>
            <a:off x="419101" y="1003934"/>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6" name="Straight Connector 5">
            <a:extLst>
              <a:ext uri="{FF2B5EF4-FFF2-40B4-BE49-F238E27FC236}">
                <a16:creationId xmlns:a16="http://schemas.microsoft.com/office/drawing/2014/main" id="{8E10A91F-A5E7-F7C8-CB89-391BE2D435DE}"/>
              </a:ext>
            </a:extLst>
          </p:cNvPr>
          <p:cNvCxnSpPr>
            <a:cxnSpLocks/>
          </p:cNvCxnSpPr>
          <p:nvPr userDrawn="1"/>
        </p:nvCxnSpPr>
        <p:spPr>
          <a:xfrm>
            <a:off x="639541"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 name="Rounded Rectangle 6">
            <a:extLst>
              <a:ext uri="{FF2B5EF4-FFF2-40B4-BE49-F238E27FC236}">
                <a16:creationId xmlns:a16="http://schemas.microsoft.com/office/drawing/2014/main" id="{F6B79BB3-EF43-5431-AAB1-F9A1404ECA0A}"/>
              </a:ext>
            </a:extLst>
          </p:cNvPr>
          <p:cNvSpPr/>
          <p:nvPr userDrawn="1"/>
        </p:nvSpPr>
        <p:spPr>
          <a:xfrm>
            <a:off x="4495801" y="1003934"/>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025A74B4-9DC3-6F7B-C2D0-4B80D812C60D}"/>
              </a:ext>
            </a:extLst>
          </p:cNvPr>
          <p:cNvCxnSpPr>
            <a:cxnSpLocks/>
          </p:cNvCxnSpPr>
          <p:nvPr userDrawn="1"/>
        </p:nvCxnSpPr>
        <p:spPr>
          <a:xfrm>
            <a:off x="4689082"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Freeform 11">
            <a:extLst>
              <a:ext uri="{FF2B5EF4-FFF2-40B4-BE49-F238E27FC236}">
                <a16:creationId xmlns:a16="http://schemas.microsoft.com/office/drawing/2014/main" id="{1135CA54-9BAD-569F-F4D4-4F43F543CFA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581F5E9F-A047-E83E-A332-159BA4AE09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85024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4648202" y="834851"/>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6703246" y="834851"/>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7"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1" y="1546012"/>
            <a:ext cx="1516255"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50"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4" y="1546012"/>
            <a:ext cx="152060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Rounded Rectangle 1">
            <a:extLst>
              <a:ext uri="{FF2B5EF4-FFF2-40B4-BE49-F238E27FC236}">
                <a16:creationId xmlns:a16="http://schemas.microsoft.com/office/drawing/2014/main" id="{D0F54ED0-DD6D-2BDD-76C0-1476AB278745}"/>
              </a:ext>
            </a:extLst>
          </p:cNvPr>
          <p:cNvSpPr/>
          <p:nvPr userDrawn="1"/>
        </p:nvSpPr>
        <p:spPr>
          <a:xfrm>
            <a:off x="4648202" y="834851"/>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ed Rectangle 2">
            <a:extLst>
              <a:ext uri="{FF2B5EF4-FFF2-40B4-BE49-F238E27FC236}">
                <a16:creationId xmlns:a16="http://schemas.microsoft.com/office/drawing/2014/main" id="{E96ADCC0-1737-B623-1A53-5236D547433C}"/>
              </a:ext>
            </a:extLst>
          </p:cNvPr>
          <p:cNvSpPr/>
          <p:nvPr userDrawn="1"/>
        </p:nvSpPr>
        <p:spPr>
          <a:xfrm>
            <a:off x="6703246" y="834851"/>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2283E43E-815E-1BD8-7220-A2BEFD8B9D48}"/>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B02989D-86C6-988A-427A-695DC297C6A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4163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0" indent="0">
              <a:spcBef>
                <a:spcPts val="0"/>
              </a:spcBef>
              <a:spcAft>
                <a:spcPts val="600"/>
              </a:spcAft>
              <a:buClrTx/>
              <a:buFont typeface="Arial" panose="020B0604020202020204" pitchFamily="34" charset="0"/>
              <a:buNone/>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45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450"/>
              </a:spcAft>
              <a:buNone/>
            </a:pPr>
            <a:endParaRPr lang="en-US"/>
          </a:p>
          <a:p>
            <a:pPr>
              <a:spcBef>
                <a:spcPts val="0"/>
              </a:spcBef>
              <a:spcAft>
                <a:spcPts val="450"/>
              </a:spcAft>
            </a:pPr>
            <a:r>
              <a:rPr lang="en-US"/>
              <a:t>Content goes here like this and can be multiple lines long</a:t>
            </a:r>
          </a:p>
          <a:p>
            <a:pPr>
              <a:spcBef>
                <a:spcPts val="0"/>
              </a:spcBef>
              <a:spcAft>
                <a:spcPts val="45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5202119" y="28272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4829909" y="834852"/>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 name="Rounded Rectangle 2">
            <a:extLst>
              <a:ext uri="{FF2B5EF4-FFF2-40B4-BE49-F238E27FC236}">
                <a16:creationId xmlns:a16="http://schemas.microsoft.com/office/drawing/2014/main" id="{1A241967-FC51-4411-4999-3D2BF36BF501}"/>
              </a:ext>
            </a:extLst>
          </p:cNvPr>
          <p:cNvSpPr/>
          <p:nvPr userDrawn="1"/>
        </p:nvSpPr>
        <p:spPr>
          <a:xfrm>
            <a:off x="5202119" y="28272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A520D1BD-3B5C-D49F-5430-03FC49FCBBD2}"/>
              </a:ext>
            </a:extLst>
          </p:cNvPr>
          <p:cNvSpPr/>
          <p:nvPr userDrawn="1"/>
        </p:nvSpPr>
        <p:spPr>
          <a:xfrm>
            <a:off x="4829909" y="834852"/>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Freeform 5">
            <a:extLst>
              <a:ext uri="{FF2B5EF4-FFF2-40B4-BE49-F238E27FC236}">
                <a16:creationId xmlns:a16="http://schemas.microsoft.com/office/drawing/2014/main" id="{04CF99B2-B73C-C4E8-8BB8-1C095E9F13C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3253A36B-877A-8E80-775A-4A92FC8160F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22794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0" indent="0">
              <a:spcBef>
                <a:spcPts val="0"/>
              </a:spcBef>
              <a:spcAft>
                <a:spcPts val="6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45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450"/>
              </a:spcAft>
              <a:buNone/>
            </a:pPr>
            <a:endParaRPr lang="en-US"/>
          </a:p>
          <a:p>
            <a:pPr>
              <a:spcBef>
                <a:spcPts val="0"/>
              </a:spcBef>
              <a:spcAft>
                <a:spcPts val="450"/>
              </a:spcAft>
            </a:pPr>
            <a:r>
              <a:rPr lang="en-US"/>
              <a:t>Content goes here like this and can be multiple lines long</a:t>
            </a:r>
          </a:p>
          <a:p>
            <a:pPr>
              <a:spcBef>
                <a:spcPts val="0"/>
              </a:spcBef>
              <a:spcAft>
                <a:spcPts val="450"/>
              </a:spcAft>
            </a:pPr>
            <a:r>
              <a:rPr lang="en-US"/>
              <a:t>Content goes here like this and can be multiple lines long</a:t>
            </a:r>
          </a:p>
          <a:p>
            <a:pPr>
              <a:spcBef>
                <a:spcPts val="0"/>
              </a:spcBef>
              <a:spcAft>
                <a:spcPts val="45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5202118" y="28272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4829909" y="834852"/>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Rectangle 1">
            <a:extLst>
              <a:ext uri="{FF2B5EF4-FFF2-40B4-BE49-F238E27FC236}">
                <a16:creationId xmlns:a16="http://schemas.microsoft.com/office/drawing/2014/main" id="{1AB3AC27-9A67-CF18-4230-75153EBC0072}"/>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4BD19C5A-586C-D383-89F3-96EA79F90241}"/>
              </a:ext>
            </a:extLst>
          </p:cNvPr>
          <p:cNvSpPr/>
          <p:nvPr userDrawn="1"/>
        </p:nvSpPr>
        <p:spPr>
          <a:xfrm>
            <a:off x="5202118" y="28272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4A3D8872-9BAF-1E50-5AC9-741CA7E17722}"/>
              </a:ext>
            </a:extLst>
          </p:cNvPr>
          <p:cNvSpPr/>
          <p:nvPr userDrawn="1"/>
        </p:nvSpPr>
        <p:spPr>
          <a:xfrm>
            <a:off x="4829909" y="834852"/>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7697FC70-546E-0BCD-8790-D9050D0D9882}"/>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1">
            <a:extLst>
              <a:ext uri="{FF2B5EF4-FFF2-40B4-BE49-F238E27FC236}">
                <a16:creationId xmlns:a16="http://schemas.microsoft.com/office/drawing/2014/main" id="{A24BA4C7-2C3F-A335-5519-68BA805632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54409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5867400" y="834851"/>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4" y="3167254"/>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189" indent="0">
              <a:buNone/>
              <a:defRPr>
                <a:solidFill>
                  <a:schemeClr val="tx1"/>
                </a:solidFill>
                <a:latin typeface="Arial" panose="020B0604020202020204" pitchFamily="34" charset="0"/>
                <a:cs typeface="Arial" panose="020B0604020202020204" pitchFamily="34" charset="0"/>
              </a:defRPr>
            </a:lvl2pPr>
            <a:lvl3pPr marL="914378" indent="0">
              <a:buNone/>
              <a:defRPr>
                <a:solidFill>
                  <a:schemeClr val="tx1"/>
                </a:solidFill>
                <a:latin typeface="Arial" panose="020B0604020202020204" pitchFamily="34" charset="0"/>
                <a:cs typeface="Arial" panose="020B0604020202020204" pitchFamily="34" charset="0"/>
              </a:defRPr>
            </a:lvl3pPr>
            <a:lvl4pPr marL="1371566" indent="0">
              <a:buNone/>
              <a:defRPr>
                <a:solidFill>
                  <a:schemeClr val="tx1"/>
                </a:solidFill>
                <a:latin typeface="Arial" panose="020B0604020202020204" pitchFamily="34" charset="0"/>
                <a:cs typeface="Arial" panose="020B0604020202020204" pitchFamily="34" charset="0"/>
              </a:defRPr>
            </a:lvl4pPr>
            <a:lvl5pPr marL="1828754"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43" indent="-285743">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70"/>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Rectangle 1">
            <a:extLst>
              <a:ext uri="{FF2B5EF4-FFF2-40B4-BE49-F238E27FC236}">
                <a16:creationId xmlns:a16="http://schemas.microsoft.com/office/drawing/2014/main" id="{70BF973A-5D6C-9CD0-BA80-F70922A718C4}"/>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1A79B7FE-FC0C-D3B9-37AA-F0BDFC107CF2}"/>
              </a:ext>
            </a:extLst>
          </p:cNvPr>
          <p:cNvSpPr/>
          <p:nvPr userDrawn="1"/>
        </p:nvSpPr>
        <p:spPr>
          <a:xfrm>
            <a:off x="5867400" y="834851"/>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B4C3CE8B-AC02-5543-38EC-D7F859862164}"/>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1">
            <a:extLst>
              <a:ext uri="{FF2B5EF4-FFF2-40B4-BE49-F238E27FC236}">
                <a16:creationId xmlns:a16="http://schemas.microsoft.com/office/drawing/2014/main" id="{6B4755FE-9C11-1B42-CD65-DC62D39A5C1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98036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417770"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3" y="2278079"/>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592975"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8"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3134844"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8"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5869848"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9"/>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9"/>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2" name="Rounded Rectangle 1">
            <a:extLst>
              <a:ext uri="{FF2B5EF4-FFF2-40B4-BE49-F238E27FC236}">
                <a16:creationId xmlns:a16="http://schemas.microsoft.com/office/drawing/2014/main" id="{E787022B-1A73-C5AD-B9D6-73F5F81CD16C}"/>
              </a:ext>
            </a:extLst>
          </p:cNvPr>
          <p:cNvSpPr/>
          <p:nvPr userDrawn="1"/>
        </p:nvSpPr>
        <p:spPr>
          <a:xfrm>
            <a:off x="417770"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 name="Straight Connector 2">
            <a:extLst>
              <a:ext uri="{FF2B5EF4-FFF2-40B4-BE49-F238E27FC236}">
                <a16:creationId xmlns:a16="http://schemas.microsoft.com/office/drawing/2014/main" id="{8C7B158C-58EF-6CCE-6383-21442B77EB78}"/>
              </a:ext>
            </a:extLst>
          </p:cNvPr>
          <p:cNvCxnSpPr>
            <a:cxnSpLocks/>
          </p:cNvCxnSpPr>
          <p:nvPr userDrawn="1"/>
        </p:nvCxnSpPr>
        <p:spPr>
          <a:xfrm>
            <a:off x="592975"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70ED544E-2042-FAA4-883C-53A65CBE59D9}"/>
              </a:ext>
            </a:extLst>
          </p:cNvPr>
          <p:cNvSpPr/>
          <p:nvPr userDrawn="1"/>
        </p:nvSpPr>
        <p:spPr>
          <a:xfrm>
            <a:off x="3134844"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 name="Straight Connector 4">
            <a:extLst>
              <a:ext uri="{FF2B5EF4-FFF2-40B4-BE49-F238E27FC236}">
                <a16:creationId xmlns:a16="http://schemas.microsoft.com/office/drawing/2014/main" id="{53F23EAE-BC79-5A69-716F-D3DAF05F6C76}"/>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 name="Rounded Rectangle 6">
            <a:extLst>
              <a:ext uri="{FF2B5EF4-FFF2-40B4-BE49-F238E27FC236}">
                <a16:creationId xmlns:a16="http://schemas.microsoft.com/office/drawing/2014/main" id="{8029ADB0-94D7-3A86-B23A-097F743491B7}"/>
              </a:ext>
            </a:extLst>
          </p:cNvPr>
          <p:cNvSpPr/>
          <p:nvPr userDrawn="1"/>
        </p:nvSpPr>
        <p:spPr>
          <a:xfrm>
            <a:off x="5869848" y="1015090"/>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75410081-0814-70A6-AB5C-6DE5F995C18C}"/>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842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417770"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3134844"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5878813"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1"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592975"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8"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3" y="1820674"/>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4"/>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4"/>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5" name="Rounded Rectangle 4">
            <a:extLst>
              <a:ext uri="{FF2B5EF4-FFF2-40B4-BE49-F238E27FC236}">
                <a16:creationId xmlns:a16="http://schemas.microsoft.com/office/drawing/2014/main" id="{720E4EF5-A6B4-AA04-83DB-1979F14AD8C1}"/>
              </a:ext>
            </a:extLst>
          </p:cNvPr>
          <p:cNvSpPr/>
          <p:nvPr userDrawn="1"/>
        </p:nvSpPr>
        <p:spPr>
          <a:xfrm>
            <a:off x="417770"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99C8527C-5049-C9E0-8A9B-2A210BC39D46}"/>
              </a:ext>
            </a:extLst>
          </p:cNvPr>
          <p:cNvSpPr/>
          <p:nvPr userDrawn="1"/>
        </p:nvSpPr>
        <p:spPr>
          <a:xfrm>
            <a:off x="3134844"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Rounded Rectangle 9">
            <a:extLst>
              <a:ext uri="{FF2B5EF4-FFF2-40B4-BE49-F238E27FC236}">
                <a16:creationId xmlns:a16="http://schemas.microsoft.com/office/drawing/2014/main" id="{B57BDB49-3A9F-03C2-4504-57148203C84D}"/>
              </a:ext>
            </a:extLst>
          </p:cNvPr>
          <p:cNvSpPr/>
          <p:nvPr userDrawn="1"/>
        </p:nvSpPr>
        <p:spPr>
          <a:xfrm>
            <a:off x="5878813" y="1015090"/>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91C8BD03-3060-201A-F1E9-48A25C245FD1}"/>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AADB6B4-21AA-2178-919F-EA8E2F5BE75B}"/>
              </a:ext>
            </a:extLst>
          </p:cNvPr>
          <p:cNvCxnSpPr>
            <a:cxnSpLocks/>
          </p:cNvCxnSpPr>
          <p:nvPr userDrawn="1"/>
        </p:nvCxnSpPr>
        <p:spPr>
          <a:xfrm>
            <a:off x="592975"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1C89139-6E2E-0843-6A0A-B6DFA404BE87}"/>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Freeform 13">
            <a:extLst>
              <a:ext uri="{FF2B5EF4-FFF2-40B4-BE49-F238E27FC236}">
                <a16:creationId xmlns:a16="http://schemas.microsoft.com/office/drawing/2014/main" id="{85DA1E6B-7B57-DB7D-671D-1C27A5AA98E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5" name="Picture 14">
            <a:extLst>
              <a:ext uri="{FF2B5EF4-FFF2-40B4-BE49-F238E27FC236}">
                <a16:creationId xmlns:a16="http://schemas.microsoft.com/office/drawing/2014/main" id="{956AC60C-9BF5-53E1-50F9-A40845A9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04695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4648202" y="834851"/>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3"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7" y="1533448"/>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7329857" y="834851"/>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7"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1" y="1533448"/>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5984633" y="834851"/>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4"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8" y="1533448"/>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1"/>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1"/>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1"/>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189" indent="0">
              <a:buNone/>
              <a:defRPr sz="1000">
                <a:solidFill>
                  <a:schemeClr val="tx1"/>
                </a:solidFill>
                <a:latin typeface="Arial" panose="020B0604020202020204" pitchFamily="34" charset="0"/>
                <a:cs typeface="Arial" panose="020B0604020202020204" pitchFamily="34" charset="0"/>
              </a:defRPr>
            </a:lvl2pPr>
            <a:lvl3pPr marL="914378" indent="0">
              <a:buNone/>
              <a:defRPr sz="1000">
                <a:solidFill>
                  <a:schemeClr val="tx1"/>
                </a:solidFill>
                <a:latin typeface="Arial" panose="020B0604020202020204" pitchFamily="34" charset="0"/>
                <a:cs typeface="Arial" panose="020B0604020202020204" pitchFamily="34" charset="0"/>
              </a:defRPr>
            </a:lvl3pPr>
            <a:lvl4pPr marL="1371566" indent="0">
              <a:buNone/>
              <a:defRPr sz="1000">
                <a:solidFill>
                  <a:schemeClr val="tx1"/>
                </a:solidFill>
                <a:latin typeface="Arial" panose="020B0604020202020204" pitchFamily="34" charset="0"/>
                <a:cs typeface="Arial" panose="020B0604020202020204" pitchFamily="34" charset="0"/>
              </a:defRPr>
            </a:lvl4pPr>
            <a:lvl5pPr marL="1828754"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2" name="Rounded Rectangle 1">
            <a:extLst>
              <a:ext uri="{FF2B5EF4-FFF2-40B4-BE49-F238E27FC236}">
                <a16:creationId xmlns:a16="http://schemas.microsoft.com/office/drawing/2014/main" id="{953A7D49-1269-959E-DC8E-3727CAC4135A}"/>
              </a:ext>
            </a:extLst>
          </p:cNvPr>
          <p:cNvSpPr/>
          <p:nvPr userDrawn="1"/>
        </p:nvSpPr>
        <p:spPr>
          <a:xfrm>
            <a:off x="4648202" y="834851"/>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 name="Straight Connector 2">
            <a:extLst>
              <a:ext uri="{FF2B5EF4-FFF2-40B4-BE49-F238E27FC236}">
                <a16:creationId xmlns:a16="http://schemas.microsoft.com/office/drawing/2014/main" id="{7D35B009-4BFA-3A48-5DFC-1A355D09FF0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BE5F0146-ABE8-4755-18AB-4E810EAE5E57}"/>
              </a:ext>
            </a:extLst>
          </p:cNvPr>
          <p:cNvSpPr/>
          <p:nvPr userDrawn="1"/>
        </p:nvSpPr>
        <p:spPr>
          <a:xfrm>
            <a:off x="7329857" y="834851"/>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 name="Straight Connector 7">
            <a:extLst>
              <a:ext uri="{FF2B5EF4-FFF2-40B4-BE49-F238E27FC236}">
                <a16:creationId xmlns:a16="http://schemas.microsoft.com/office/drawing/2014/main" id="{EDD06C00-99C0-E3CB-4F73-9BDE04B0C5E3}"/>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31D9FF36-AB40-2835-0999-4CF9ACAE48DA}"/>
              </a:ext>
            </a:extLst>
          </p:cNvPr>
          <p:cNvSpPr/>
          <p:nvPr userDrawn="1"/>
        </p:nvSpPr>
        <p:spPr>
          <a:xfrm>
            <a:off x="5984633" y="834851"/>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CAD1C07B-E22F-F2E1-6A3D-DFDCC7A7252C}"/>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917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32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4829908" y="834852"/>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Rounded Rectangle 1">
            <a:extLst>
              <a:ext uri="{FF2B5EF4-FFF2-40B4-BE49-F238E27FC236}">
                <a16:creationId xmlns:a16="http://schemas.microsoft.com/office/drawing/2014/main" id="{530FC7D7-6895-356D-2F5F-D4DF4C67104D}"/>
              </a:ext>
            </a:extLst>
          </p:cNvPr>
          <p:cNvSpPr/>
          <p:nvPr userDrawn="1"/>
        </p:nvSpPr>
        <p:spPr>
          <a:xfrm>
            <a:off x="4829908" y="834852"/>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ed Rectangle 2">
            <a:extLst>
              <a:ext uri="{FF2B5EF4-FFF2-40B4-BE49-F238E27FC236}">
                <a16:creationId xmlns:a16="http://schemas.microsoft.com/office/drawing/2014/main" id="{07F3D9A5-193E-78C3-7792-60B22150D89A}"/>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Rounded Rectangle 9">
            <a:extLst>
              <a:ext uri="{FF2B5EF4-FFF2-40B4-BE49-F238E27FC236}">
                <a16:creationId xmlns:a16="http://schemas.microsoft.com/office/drawing/2014/main" id="{D5E589FA-7B95-3240-6A38-F933916BEE6A}"/>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947FC710-C7E7-91EF-9555-4728D427D1B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2" name="Picture 11">
            <a:extLst>
              <a:ext uri="{FF2B5EF4-FFF2-40B4-BE49-F238E27FC236}">
                <a16:creationId xmlns:a16="http://schemas.microsoft.com/office/drawing/2014/main" id="{D3ED7472-4343-1C32-28AF-A55215628D1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27674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4829908" y="834852"/>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Rectangle 5">
            <a:extLst>
              <a:ext uri="{FF2B5EF4-FFF2-40B4-BE49-F238E27FC236}">
                <a16:creationId xmlns:a16="http://schemas.microsoft.com/office/drawing/2014/main" id="{C76ECBFF-2328-707F-5F93-2893B0FF5D1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FE1AD84F-F369-9773-A015-011815E947ED}"/>
              </a:ext>
            </a:extLst>
          </p:cNvPr>
          <p:cNvSpPr/>
          <p:nvPr userDrawn="1"/>
        </p:nvSpPr>
        <p:spPr>
          <a:xfrm>
            <a:off x="4829908" y="834852"/>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0844A906-BD15-B69B-9C3F-40A25BA8C654}"/>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Rounded Rectangle 11">
            <a:extLst>
              <a:ext uri="{FF2B5EF4-FFF2-40B4-BE49-F238E27FC236}">
                <a16:creationId xmlns:a16="http://schemas.microsoft.com/office/drawing/2014/main" id="{2E36BE13-1FDC-5F91-2919-E7528110DBD6}"/>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 name="Freeform 12">
            <a:extLst>
              <a:ext uri="{FF2B5EF4-FFF2-40B4-BE49-F238E27FC236}">
                <a16:creationId xmlns:a16="http://schemas.microsoft.com/office/drawing/2014/main" id="{6BEBE3C0-5CF3-75C5-59E2-A6B9E5968FE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4" name="Picture 13">
            <a:extLst>
              <a:ext uri="{FF2B5EF4-FFF2-40B4-BE49-F238E27FC236}">
                <a16:creationId xmlns:a16="http://schemas.microsoft.com/office/drawing/2014/main" id="{795EF039-378C-108D-EDB7-8AE59A65C32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15410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1"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1" y="1585914"/>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6082872"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4" y="1585914"/>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8" y="1585914"/>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cxnSp>
        <p:nvCxnSpPr>
          <p:cNvPr id="4" name="Straight Connector 3">
            <a:extLst>
              <a:ext uri="{FF2B5EF4-FFF2-40B4-BE49-F238E27FC236}">
                <a16:creationId xmlns:a16="http://schemas.microsoft.com/office/drawing/2014/main" id="{DDE153DE-5B3A-C184-F729-9973374079BC}"/>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82A3D2-56A7-7A49-673F-A71C4E164BAE}"/>
              </a:ext>
            </a:extLst>
          </p:cNvPr>
          <p:cNvCxnSpPr>
            <a:cxnSpLocks/>
          </p:cNvCxnSpPr>
          <p:nvPr userDrawn="1"/>
        </p:nvCxnSpPr>
        <p:spPr>
          <a:xfrm>
            <a:off x="6082872"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234176B-9C2D-BEEA-6A48-473B6E5692FF}"/>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Freeform 11">
            <a:extLst>
              <a:ext uri="{FF2B5EF4-FFF2-40B4-BE49-F238E27FC236}">
                <a16:creationId xmlns:a16="http://schemas.microsoft.com/office/drawing/2014/main" id="{0838CA66-107B-4268-B72C-B105917C02F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2">
            <a:extLst>
              <a:ext uri="{FF2B5EF4-FFF2-40B4-BE49-F238E27FC236}">
                <a16:creationId xmlns:a16="http://schemas.microsoft.com/office/drawing/2014/main" id="{5B311FAC-FCDE-20D0-F03C-57386CC42F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61817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6" y="1279307"/>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2" y="1279307"/>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8" y="1279307"/>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1"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189" indent="0" algn="ctr">
              <a:buNone/>
              <a:defRPr>
                <a:solidFill>
                  <a:schemeClr val="tx1"/>
                </a:solidFill>
                <a:latin typeface="Arial" panose="020B0604020202020204" pitchFamily="34" charset="0"/>
                <a:cs typeface="Arial" panose="020B0604020202020204" pitchFamily="34" charset="0"/>
              </a:defRPr>
            </a:lvl2pPr>
            <a:lvl3pPr marL="914378" indent="0" algn="ctr">
              <a:buNone/>
              <a:defRPr>
                <a:solidFill>
                  <a:schemeClr val="tx1"/>
                </a:solidFill>
                <a:latin typeface="Arial" panose="020B0604020202020204" pitchFamily="34" charset="0"/>
                <a:cs typeface="Arial" panose="020B0604020202020204" pitchFamily="34" charset="0"/>
              </a:defRPr>
            </a:lvl3pPr>
            <a:lvl4pPr marL="1371566" indent="0" algn="ctr">
              <a:buNone/>
              <a:defRPr>
                <a:solidFill>
                  <a:schemeClr val="tx1"/>
                </a:solidFill>
                <a:latin typeface="Arial" panose="020B0604020202020204" pitchFamily="34" charset="0"/>
                <a:cs typeface="Arial" panose="020B0604020202020204" pitchFamily="34" charset="0"/>
              </a:defRPr>
            </a:lvl4pPr>
            <a:lvl5pPr marL="1828754"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6211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417770"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3" y="2272366"/>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59297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9"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2438401"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5"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30"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4495799"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467100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8"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6515101"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5"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30"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5" y="2272366"/>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6"/>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5" y="2272366"/>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ed Rectangle 2">
            <a:extLst>
              <a:ext uri="{FF2B5EF4-FFF2-40B4-BE49-F238E27FC236}">
                <a16:creationId xmlns:a16="http://schemas.microsoft.com/office/drawing/2014/main" id="{8C786476-49DC-9128-4C60-58EA7C77A235}"/>
              </a:ext>
            </a:extLst>
          </p:cNvPr>
          <p:cNvSpPr/>
          <p:nvPr userDrawn="1"/>
        </p:nvSpPr>
        <p:spPr>
          <a:xfrm>
            <a:off x="417770"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9C3635C1-BF41-587E-EE76-E98E8EF1CE2B}"/>
              </a:ext>
            </a:extLst>
          </p:cNvPr>
          <p:cNvCxnSpPr>
            <a:cxnSpLocks/>
          </p:cNvCxnSpPr>
          <p:nvPr userDrawn="1"/>
        </p:nvCxnSpPr>
        <p:spPr>
          <a:xfrm>
            <a:off x="59297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B10CBCE0-7004-F3F1-2E22-B1427DD5B7F3}"/>
              </a:ext>
            </a:extLst>
          </p:cNvPr>
          <p:cNvSpPr/>
          <p:nvPr userDrawn="1"/>
        </p:nvSpPr>
        <p:spPr>
          <a:xfrm>
            <a:off x="2438401"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 name="Straight Connector 9">
            <a:extLst>
              <a:ext uri="{FF2B5EF4-FFF2-40B4-BE49-F238E27FC236}">
                <a16:creationId xmlns:a16="http://schemas.microsoft.com/office/drawing/2014/main" id="{1A9A1309-2A54-1714-ACEC-1A9AD4D2D515}"/>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E50CE8F7-3869-E8B0-C01A-184386BAE7B5}"/>
              </a:ext>
            </a:extLst>
          </p:cNvPr>
          <p:cNvSpPr/>
          <p:nvPr userDrawn="1"/>
        </p:nvSpPr>
        <p:spPr>
          <a:xfrm>
            <a:off x="4495799"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F3DE648C-A10A-D8C6-B2C2-40A779C1E8B1}"/>
              </a:ext>
            </a:extLst>
          </p:cNvPr>
          <p:cNvCxnSpPr>
            <a:cxnSpLocks/>
          </p:cNvCxnSpPr>
          <p:nvPr userDrawn="1"/>
        </p:nvCxnSpPr>
        <p:spPr>
          <a:xfrm>
            <a:off x="467100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A3C72873-6845-7E7E-18F4-0CFB4370795A}"/>
              </a:ext>
            </a:extLst>
          </p:cNvPr>
          <p:cNvSpPr/>
          <p:nvPr userDrawn="1"/>
        </p:nvSpPr>
        <p:spPr>
          <a:xfrm>
            <a:off x="6515101" y="1015090"/>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4" name="Straight Connector 13">
            <a:extLst>
              <a:ext uri="{FF2B5EF4-FFF2-40B4-BE49-F238E27FC236}">
                <a16:creationId xmlns:a16="http://schemas.microsoft.com/office/drawing/2014/main" id="{4B9D45B1-286A-AF2E-964B-5AA568B45491}"/>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824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417770"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592975"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9"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2448629"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262383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8"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4505849"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468105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8"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6511676"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6686882"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6"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3" y="1738732"/>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5" y="1738732"/>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2"/>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5" y="1738732"/>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FFD50E4D-0219-ADDC-01F4-96873D4EEE79}"/>
              </a:ext>
            </a:extLst>
          </p:cNvPr>
          <p:cNvSpPr/>
          <p:nvPr userDrawn="1"/>
        </p:nvSpPr>
        <p:spPr>
          <a:xfrm>
            <a:off x="417770"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 name="Straight Connector 9">
            <a:extLst>
              <a:ext uri="{FF2B5EF4-FFF2-40B4-BE49-F238E27FC236}">
                <a16:creationId xmlns:a16="http://schemas.microsoft.com/office/drawing/2014/main" id="{0E49D961-0684-80B2-6A33-8436BD8BF342}"/>
              </a:ext>
            </a:extLst>
          </p:cNvPr>
          <p:cNvCxnSpPr>
            <a:cxnSpLocks/>
          </p:cNvCxnSpPr>
          <p:nvPr userDrawn="1"/>
        </p:nvCxnSpPr>
        <p:spPr>
          <a:xfrm>
            <a:off x="592975"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5943F395-5C33-A70C-7238-CC9FB9A8A9AF}"/>
              </a:ext>
            </a:extLst>
          </p:cNvPr>
          <p:cNvSpPr/>
          <p:nvPr userDrawn="1"/>
        </p:nvSpPr>
        <p:spPr>
          <a:xfrm>
            <a:off x="2448629"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9E6B8A0-9011-7601-5529-9BE132CED0FA}"/>
              </a:ext>
            </a:extLst>
          </p:cNvPr>
          <p:cNvCxnSpPr>
            <a:cxnSpLocks/>
          </p:cNvCxnSpPr>
          <p:nvPr userDrawn="1"/>
        </p:nvCxnSpPr>
        <p:spPr>
          <a:xfrm>
            <a:off x="262383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7DDA0F35-6560-12FF-A32E-E5478F8BF5FD}"/>
              </a:ext>
            </a:extLst>
          </p:cNvPr>
          <p:cNvSpPr/>
          <p:nvPr userDrawn="1"/>
        </p:nvSpPr>
        <p:spPr>
          <a:xfrm>
            <a:off x="4505849"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4" name="Straight Connector 13">
            <a:extLst>
              <a:ext uri="{FF2B5EF4-FFF2-40B4-BE49-F238E27FC236}">
                <a16:creationId xmlns:a16="http://schemas.microsoft.com/office/drawing/2014/main" id="{1BE4433F-75B1-47E5-1EA7-E1C83D5A0A2A}"/>
              </a:ext>
            </a:extLst>
          </p:cNvPr>
          <p:cNvCxnSpPr>
            <a:cxnSpLocks/>
          </p:cNvCxnSpPr>
          <p:nvPr userDrawn="1"/>
        </p:nvCxnSpPr>
        <p:spPr>
          <a:xfrm>
            <a:off x="468105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126F40E7-ECCB-BD15-4EDB-26E5262BA522}"/>
              </a:ext>
            </a:extLst>
          </p:cNvPr>
          <p:cNvSpPr/>
          <p:nvPr userDrawn="1"/>
        </p:nvSpPr>
        <p:spPr>
          <a:xfrm>
            <a:off x="6511676" y="1015090"/>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6" name="Straight Connector 15">
            <a:extLst>
              <a:ext uri="{FF2B5EF4-FFF2-40B4-BE49-F238E27FC236}">
                <a16:creationId xmlns:a16="http://schemas.microsoft.com/office/drawing/2014/main" id="{B5B605BC-941B-01FB-A390-F6F0BB974557}"/>
              </a:ext>
            </a:extLst>
          </p:cNvPr>
          <p:cNvCxnSpPr>
            <a:cxnSpLocks/>
          </p:cNvCxnSpPr>
          <p:nvPr userDrawn="1"/>
        </p:nvCxnSpPr>
        <p:spPr>
          <a:xfrm>
            <a:off x="6686882"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5DE396DB-6E7A-99C2-00B8-D307EBFDCD8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8" name="Picture 17">
            <a:extLst>
              <a:ext uri="{FF2B5EF4-FFF2-40B4-BE49-F238E27FC236}">
                <a16:creationId xmlns:a16="http://schemas.microsoft.com/office/drawing/2014/main" id="{B2D94A6C-03F6-498A-1083-BC321EA218E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425391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5407160" y="2812335"/>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1" y="834850"/>
            <a:ext cx="4556037"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50" y="999834"/>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9" y="999834"/>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50"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7072409" y="2812335"/>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4" name="Rounded Rectangle 3">
            <a:extLst>
              <a:ext uri="{FF2B5EF4-FFF2-40B4-BE49-F238E27FC236}">
                <a16:creationId xmlns:a16="http://schemas.microsoft.com/office/drawing/2014/main" id="{613EB5D5-0DA8-614A-55D0-DDFE8F781862}"/>
              </a:ext>
            </a:extLst>
          </p:cNvPr>
          <p:cNvSpPr/>
          <p:nvPr userDrawn="1"/>
        </p:nvSpPr>
        <p:spPr>
          <a:xfrm>
            <a:off x="5407160" y="2812335"/>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2FA00159-3A1E-013D-95E2-4AD676C6286E}"/>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BB62C914-D6EF-129F-38D5-2776D4542968}"/>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10" name="Rounded Rectangle 9">
            <a:extLst>
              <a:ext uri="{FF2B5EF4-FFF2-40B4-BE49-F238E27FC236}">
                <a16:creationId xmlns:a16="http://schemas.microsoft.com/office/drawing/2014/main" id="{9AC53398-7E41-DC27-9CCD-AACDA48D1ACB}"/>
              </a:ext>
            </a:extLst>
          </p:cNvPr>
          <p:cNvSpPr/>
          <p:nvPr userDrawn="1"/>
        </p:nvSpPr>
        <p:spPr>
          <a:xfrm>
            <a:off x="7072409" y="2812335"/>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81816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1" y="834850"/>
            <a:ext cx="4556037"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50"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9" y="999834"/>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5407160" y="2812335"/>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50"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7072409" y="2812335"/>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2" name="Rounded Rectangle 1">
            <a:extLst>
              <a:ext uri="{FF2B5EF4-FFF2-40B4-BE49-F238E27FC236}">
                <a16:creationId xmlns:a16="http://schemas.microsoft.com/office/drawing/2014/main" id="{456B9965-9EDF-1381-D050-3CCACD5D54F2}"/>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811EA9E1-2749-D1CE-C206-5E1286E13FFD}"/>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9AE5AAFE-571A-C8B9-9168-16CC6AF6AD74}"/>
              </a:ext>
            </a:extLst>
          </p:cNvPr>
          <p:cNvSpPr/>
          <p:nvPr userDrawn="1"/>
        </p:nvSpPr>
        <p:spPr>
          <a:xfrm>
            <a:off x="5407160" y="2812335"/>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B8B1D7A8-BD49-30FD-7DD8-83715B23698D}"/>
              </a:ext>
            </a:extLst>
          </p:cNvPr>
          <p:cNvSpPr/>
          <p:nvPr userDrawn="1"/>
        </p:nvSpPr>
        <p:spPr>
          <a:xfrm>
            <a:off x="7072409" y="2812335"/>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8" name="Freeform 7">
            <a:extLst>
              <a:ext uri="{FF2B5EF4-FFF2-40B4-BE49-F238E27FC236}">
                <a16:creationId xmlns:a16="http://schemas.microsoft.com/office/drawing/2014/main" id="{DFDDA9ED-8088-EA74-1092-A79B6D50EEFD}"/>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57AAE95D-D014-1AF5-1B34-9BCFA5141C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036071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5582652" y="938852"/>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419101"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5"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1" y="1000126"/>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5" y="194582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1" y="198426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5582652" y="292263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5"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1"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5582652" y="390198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5" y="3924818"/>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1"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4" name="Rectangle 3">
            <a:extLst>
              <a:ext uri="{FF2B5EF4-FFF2-40B4-BE49-F238E27FC236}">
                <a16:creationId xmlns:a16="http://schemas.microsoft.com/office/drawing/2014/main" id="{08F53027-A1A7-2621-E1A0-01D1F5441376}"/>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Connector 6">
            <a:extLst>
              <a:ext uri="{FF2B5EF4-FFF2-40B4-BE49-F238E27FC236}">
                <a16:creationId xmlns:a16="http://schemas.microsoft.com/office/drawing/2014/main" id="{6474369A-4A12-E2B6-2C77-9DD31CFAEE2A}"/>
              </a:ext>
            </a:extLst>
          </p:cNvPr>
          <p:cNvCxnSpPr>
            <a:cxnSpLocks/>
          </p:cNvCxnSpPr>
          <p:nvPr userDrawn="1"/>
        </p:nvCxnSpPr>
        <p:spPr>
          <a:xfrm>
            <a:off x="5582652" y="938852"/>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2D927856-1948-16EA-4612-BB0A0EEB3579}"/>
              </a:ext>
            </a:extLst>
          </p:cNvPr>
          <p:cNvSpPr>
            <a:spLocks noGrp="1"/>
          </p:cNvSpPr>
          <p:nvPr>
            <p:ph idx="14" hasCustomPrompt="1"/>
          </p:nvPr>
        </p:nvSpPr>
        <p:spPr>
          <a:xfrm>
            <a:off x="419101"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Rounded Rectangle 9">
            <a:extLst>
              <a:ext uri="{FF2B5EF4-FFF2-40B4-BE49-F238E27FC236}">
                <a16:creationId xmlns:a16="http://schemas.microsoft.com/office/drawing/2014/main" id="{27D77C5F-07AF-8991-E498-9237D271AFEA}"/>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37939F45-7066-EE58-FE73-C9E8008CB2B6}"/>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9D18AB5C-603D-F724-26A7-F088EAACAAB2}"/>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4" name="Straight Connector 13">
            <a:extLst>
              <a:ext uri="{FF2B5EF4-FFF2-40B4-BE49-F238E27FC236}">
                <a16:creationId xmlns:a16="http://schemas.microsoft.com/office/drawing/2014/main" id="{36888A56-2499-2B42-DD37-CA7B458E0F80}"/>
              </a:ext>
            </a:extLst>
          </p:cNvPr>
          <p:cNvCxnSpPr>
            <a:cxnSpLocks/>
          </p:cNvCxnSpPr>
          <p:nvPr userDrawn="1"/>
        </p:nvCxnSpPr>
        <p:spPr>
          <a:xfrm>
            <a:off x="5582652" y="292263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4D1628B2-2F69-D639-809A-45EF6A6D734F}"/>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6" name="Straight Connector 15">
            <a:extLst>
              <a:ext uri="{FF2B5EF4-FFF2-40B4-BE49-F238E27FC236}">
                <a16:creationId xmlns:a16="http://schemas.microsoft.com/office/drawing/2014/main" id="{97C45080-047F-55CA-6459-FFD89753FE8E}"/>
              </a:ext>
            </a:extLst>
          </p:cNvPr>
          <p:cNvCxnSpPr>
            <a:cxnSpLocks/>
          </p:cNvCxnSpPr>
          <p:nvPr userDrawn="1"/>
        </p:nvCxnSpPr>
        <p:spPr>
          <a:xfrm>
            <a:off x="5582652" y="390198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129DBBB7-D0F0-EE00-86D5-28A3E7F74596}"/>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8" name="Picture 10">
            <a:extLst>
              <a:ext uri="{FF2B5EF4-FFF2-40B4-BE49-F238E27FC236}">
                <a16:creationId xmlns:a16="http://schemas.microsoft.com/office/drawing/2014/main" id="{4A53CD18-315D-9E72-09D7-D3EAA5E99DA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7585975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5582652" y="938852"/>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419101"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9"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1" y="1000126"/>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9" y="197195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1" y="198426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5582652" y="292263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9"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1"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5582652" y="390198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9" y="3950942"/>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1"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189" indent="0">
              <a:buNone/>
              <a:defRPr sz="1200">
                <a:solidFill>
                  <a:schemeClr val="bg1"/>
                </a:solidFill>
              </a:defRPr>
            </a:lvl2pPr>
            <a:lvl3pPr marL="914378" indent="0">
              <a:buNone/>
              <a:defRPr sz="1200">
                <a:solidFill>
                  <a:schemeClr val="bg1"/>
                </a:solidFill>
              </a:defRPr>
            </a:lvl3pPr>
            <a:lvl4pPr marL="1371566" indent="0">
              <a:buNone/>
              <a:defRPr sz="1200">
                <a:solidFill>
                  <a:schemeClr val="bg1"/>
                </a:solidFill>
              </a:defRPr>
            </a:lvl4pPr>
            <a:lvl5pPr marL="1828754"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6" name="Rectangle 5">
            <a:extLst>
              <a:ext uri="{FF2B5EF4-FFF2-40B4-BE49-F238E27FC236}">
                <a16:creationId xmlns:a16="http://schemas.microsoft.com/office/drawing/2014/main" id="{7BBF4C54-3DC3-2055-1409-C22E50950ABF}"/>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Connector 6">
            <a:extLst>
              <a:ext uri="{FF2B5EF4-FFF2-40B4-BE49-F238E27FC236}">
                <a16:creationId xmlns:a16="http://schemas.microsoft.com/office/drawing/2014/main" id="{D5047D29-AE91-987B-DF3F-12C0649C006B}"/>
              </a:ext>
            </a:extLst>
          </p:cNvPr>
          <p:cNvCxnSpPr>
            <a:cxnSpLocks/>
          </p:cNvCxnSpPr>
          <p:nvPr userDrawn="1"/>
        </p:nvCxnSpPr>
        <p:spPr>
          <a:xfrm>
            <a:off x="5582652" y="938852"/>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252AE6F8-6BEE-73F2-9861-DCCF913A3F33}"/>
              </a:ext>
            </a:extLst>
          </p:cNvPr>
          <p:cNvSpPr>
            <a:spLocks noGrp="1"/>
          </p:cNvSpPr>
          <p:nvPr>
            <p:ph idx="14" hasCustomPrompt="1"/>
          </p:nvPr>
        </p:nvSpPr>
        <p:spPr>
          <a:xfrm>
            <a:off x="419101" y="834850"/>
            <a:ext cx="4076700" cy="3984800"/>
          </a:xfrm>
          <a:prstGeom prst="rect">
            <a:avLst/>
          </a:prstGeom>
        </p:spPr>
        <p:txBody>
          <a:bodyPr lIns="0" rIns="0"/>
          <a:lstStyle>
            <a:lvl1pPr marL="174621" indent="-174621">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09" indent="-174621">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11" indent="-173034">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Rounded Rectangle 9">
            <a:extLst>
              <a:ext uri="{FF2B5EF4-FFF2-40B4-BE49-F238E27FC236}">
                <a16:creationId xmlns:a16="http://schemas.microsoft.com/office/drawing/2014/main" id="{2E00ECE5-D933-5808-6997-3B766C0C7B3E}"/>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 name="Straight Connector 10">
            <a:extLst>
              <a:ext uri="{FF2B5EF4-FFF2-40B4-BE49-F238E27FC236}">
                <a16:creationId xmlns:a16="http://schemas.microsoft.com/office/drawing/2014/main" id="{A292195E-0F05-469D-7FDA-F1C6A7ECBAA2}"/>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1D1ED45A-DF63-8459-BB2E-948ED95F8BC4}"/>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4" name="Straight Connector 13">
            <a:extLst>
              <a:ext uri="{FF2B5EF4-FFF2-40B4-BE49-F238E27FC236}">
                <a16:creationId xmlns:a16="http://schemas.microsoft.com/office/drawing/2014/main" id="{75C34200-2391-235D-CE6A-838FE4D5D8E1}"/>
              </a:ext>
            </a:extLst>
          </p:cNvPr>
          <p:cNvCxnSpPr>
            <a:cxnSpLocks/>
          </p:cNvCxnSpPr>
          <p:nvPr userDrawn="1"/>
        </p:nvCxnSpPr>
        <p:spPr>
          <a:xfrm>
            <a:off x="5582652" y="292263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06CFEFAA-6D59-C7B8-89F2-25DBBF3B73B0}"/>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6" name="Straight Connector 15">
            <a:extLst>
              <a:ext uri="{FF2B5EF4-FFF2-40B4-BE49-F238E27FC236}">
                <a16:creationId xmlns:a16="http://schemas.microsoft.com/office/drawing/2014/main" id="{D7BDA278-3385-335E-9A85-A58D7DD0D7B5}"/>
              </a:ext>
            </a:extLst>
          </p:cNvPr>
          <p:cNvCxnSpPr>
            <a:cxnSpLocks/>
          </p:cNvCxnSpPr>
          <p:nvPr userDrawn="1"/>
        </p:nvCxnSpPr>
        <p:spPr>
          <a:xfrm>
            <a:off x="5582652" y="3901986"/>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F54AFB2B-088F-CA8F-EA0F-828B0DEE6F0F}"/>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8" name="Picture 17">
            <a:extLst>
              <a:ext uri="{FF2B5EF4-FFF2-40B4-BE49-F238E27FC236}">
                <a16:creationId xmlns:a16="http://schemas.microsoft.com/office/drawing/2014/main" id="{99928C5A-89A4-C5BC-3351-60668839413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29939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1"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2"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3145926"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7"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5877221"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2"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2"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3145926"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7"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5877221"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2"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2" y="10921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2" y="10921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2" y="310001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2" y="310001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6"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1"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2"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7"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2"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Rounded Rectangle 10">
            <a:extLst>
              <a:ext uri="{FF2B5EF4-FFF2-40B4-BE49-F238E27FC236}">
                <a16:creationId xmlns:a16="http://schemas.microsoft.com/office/drawing/2014/main" id="{18C8922B-F9AF-2575-BE68-6FE510E79845}"/>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40DC2492-D540-682E-632A-44B0BE2C0DB6}"/>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Rounded Rectangle 12">
            <a:extLst>
              <a:ext uri="{FF2B5EF4-FFF2-40B4-BE49-F238E27FC236}">
                <a16:creationId xmlns:a16="http://schemas.microsoft.com/office/drawing/2014/main" id="{DCB18E06-9761-7870-65AC-503864F67A1A}"/>
              </a:ext>
            </a:extLst>
          </p:cNvPr>
          <p:cNvSpPr/>
          <p:nvPr userDrawn="1"/>
        </p:nvSpPr>
        <p:spPr>
          <a:xfrm>
            <a:off x="3145926"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4" name="Straight Connector 13">
            <a:extLst>
              <a:ext uri="{FF2B5EF4-FFF2-40B4-BE49-F238E27FC236}">
                <a16:creationId xmlns:a16="http://schemas.microsoft.com/office/drawing/2014/main" id="{F120639C-33CC-7642-7641-CA4FBFD7A41A}"/>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442E2373-7C5C-38C3-7083-D095B503FB3E}"/>
              </a:ext>
            </a:extLst>
          </p:cNvPr>
          <p:cNvSpPr/>
          <p:nvPr userDrawn="1"/>
        </p:nvSpPr>
        <p:spPr>
          <a:xfrm>
            <a:off x="5877221"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6" name="Straight Connector 15">
            <a:extLst>
              <a:ext uri="{FF2B5EF4-FFF2-40B4-BE49-F238E27FC236}">
                <a16:creationId xmlns:a16="http://schemas.microsoft.com/office/drawing/2014/main" id="{D62E4F48-8F1B-B7B9-1F1D-AA89950462EB}"/>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D546F090-472F-A7F6-1D2E-F36FAB0C994F}"/>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8" name="Straight Connector 17">
            <a:extLst>
              <a:ext uri="{FF2B5EF4-FFF2-40B4-BE49-F238E27FC236}">
                <a16:creationId xmlns:a16="http://schemas.microsoft.com/office/drawing/2014/main" id="{2992DFB6-14B2-475A-3A49-992F58035D9E}"/>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15575C8D-7563-CD8D-628B-C854A95958CD}"/>
              </a:ext>
            </a:extLst>
          </p:cNvPr>
          <p:cNvSpPr/>
          <p:nvPr userDrawn="1"/>
        </p:nvSpPr>
        <p:spPr>
          <a:xfrm>
            <a:off x="3145926"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0" name="Straight Connector 19">
            <a:extLst>
              <a:ext uri="{FF2B5EF4-FFF2-40B4-BE49-F238E27FC236}">
                <a16:creationId xmlns:a16="http://schemas.microsoft.com/office/drawing/2014/main" id="{B1F85600-091D-618B-B36E-3D596D4D0718}"/>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3346DEB1-156D-7606-5389-843C8BF23EB8}"/>
              </a:ext>
            </a:extLst>
          </p:cNvPr>
          <p:cNvSpPr/>
          <p:nvPr userDrawn="1"/>
        </p:nvSpPr>
        <p:spPr>
          <a:xfrm>
            <a:off x="5877221"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2" name="Straight Connector 21">
            <a:extLst>
              <a:ext uri="{FF2B5EF4-FFF2-40B4-BE49-F238E27FC236}">
                <a16:creationId xmlns:a16="http://schemas.microsoft.com/office/drawing/2014/main" id="{B0710FEB-9C7D-5963-56AF-46C4985318EC}"/>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371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3148161"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5877221"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3148161"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5877221"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2"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2"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2"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2"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2"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2"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1"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6"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1"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2"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7"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2"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1200">
                <a:solidFill>
                  <a:schemeClr val="tx1"/>
                </a:solidFill>
                <a:latin typeface="Arial" panose="020B0604020202020204" pitchFamily="34" charset="0"/>
                <a:cs typeface="Arial" panose="020B0604020202020204" pitchFamily="34" charset="0"/>
              </a:defRPr>
            </a:lvl2pPr>
            <a:lvl3pPr marL="914378" indent="0">
              <a:buNone/>
              <a:defRPr sz="1200">
                <a:solidFill>
                  <a:schemeClr val="tx1"/>
                </a:solidFill>
                <a:latin typeface="Arial" panose="020B0604020202020204" pitchFamily="34" charset="0"/>
                <a:cs typeface="Arial" panose="020B0604020202020204" pitchFamily="34" charset="0"/>
              </a:defRPr>
            </a:lvl3pPr>
            <a:lvl4pPr marL="1371566" indent="0">
              <a:buNone/>
              <a:defRPr sz="1200">
                <a:solidFill>
                  <a:schemeClr val="tx1"/>
                </a:solidFill>
                <a:latin typeface="Arial" panose="020B0604020202020204" pitchFamily="34" charset="0"/>
                <a:cs typeface="Arial" panose="020B0604020202020204" pitchFamily="34" charset="0"/>
              </a:defRPr>
            </a:lvl4pPr>
            <a:lvl5pPr marL="1828754"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4" name="Rounded Rectangle 13">
            <a:extLst>
              <a:ext uri="{FF2B5EF4-FFF2-40B4-BE49-F238E27FC236}">
                <a16:creationId xmlns:a16="http://schemas.microsoft.com/office/drawing/2014/main" id="{1F0B6F91-144A-5F7C-F433-A1AD145F2CD6}"/>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7" name="Rounded Rectangle 16">
            <a:extLst>
              <a:ext uri="{FF2B5EF4-FFF2-40B4-BE49-F238E27FC236}">
                <a16:creationId xmlns:a16="http://schemas.microsoft.com/office/drawing/2014/main" id="{7B8D4AB3-FFBD-9A26-0080-1BAE2E8A5B02}"/>
              </a:ext>
            </a:extLst>
          </p:cNvPr>
          <p:cNvSpPr/>
          <p:nvPr userDrawn="1"/>
        </p:nvSpPr>
        <p:spPr>
          <a:xfrm>
            <a:off x="3148161"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0" name="Rounded Rectangle 19">
            <a:extLst>
              <a:ext uri="{FF2B5EF4-FFF2-40B4-BE49-F238E27FC236}">
                <a16:creationId xmlns:a16="http://schemas.microsoft.com/office/drawing/2014/main" id="{0A3DD7A4-5065-70E5-D772-84A624D340EF}"/>
              </a:ext>
            </a:extLst>
          </p:cNvPr>
          <p:cNvSpPr/>
          <p:nvPr userDrawn="1"/>
        </p:nvSpPr>
        <p:spPr>
          <a:xfrm>
            <a:off x="5877221"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3" name="Rounded Rectangle 22">
            <a:extLst>
              <a:ext uri="{FF2B5EF4-FFF2-40B4-BE49-F238E27FC236}">
                <a16:creationId xmlns:a16="http://schemas.microsoft.com/office/drawing/2014/main" id="{30BF13C2-4EE8-0A63-FC9E-9C856A40769B}"/>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6" name="Rounded Rectangle 25">
            <a:extLst>
              <a:ext uri="{FF2B5EF4-FFF2-40B4-BE49-F238E27FC236}">
                <a16:creationId xmlns:a16="http://schemas.microsoft.com/office/drawing/2014/main" id="{13AC87AD-744A-317C-130B-2D68E2F63E25}"/>
              </a:ext>
            </a:extLst>
          </p:cNvPr>
          <p:cNvSpPr/>
          <p:nvPr userDrawn="1"/>
        </p:nvSpPr>
        <p:spPr>
          <a:xfrm>
            <a:off x="3148161"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7" name="Rounded Rectangle 26">
            <a:extLst>
              <a:ext uri="{FF2B5EF4-FFF2-40B4-BE49-F238E27FC236}">
                <a16:creationId xmlns:a16="http://schemas.microsoft.com/office/drawing/2014/main" id="{866480C7-2790-05C1-FB9D-7AA540908AAE}"/>
              </a:ext>
            </a:extLst>
          </p:cNvPr>
          <p:cNvSpPr/>
          <p:nvPr userDrawn="1"/>
        </p:nvSpPr>
        <p:spPr>
          <a:xfrm>
            <a:off x="5877221"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0" name="Straight Connector 29">
            <a:extLst>
              <a:ext uri="{FF2B5EF4-FFF2-40B4-BE49-F238E27FC236}">
                <a16:creationId xmlns:a16="http://schemas.microsoft.com/office/drawing/2014/main" id="{EEEBD535-AA00-C900-490B-76E263553B00}"/>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E10247F-9390-4E9D-E212-7D1D77CA63AD}"/>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5989724-35BF-119A-B388-62A06044AEAA}"/>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68D9C9E-D086-CB25-32AD-77D2B204EBB0}"/>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788BEA7-5828-A1B2-2535-A9AB8379D451}"/>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0475C46-40CF-3809-7891-4D6AAE03CBF8}"/>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6" name="Freeform 35">
            <a:extLst>
              <a:ext uri="{FF2B5EF4-FFF2-40B4-BE49-F238E27FC236}">
                <a16:creationId xmlns:a16="http://schemas.microsoft.com/office/drawing/2014/main" id="{A20B4D8D-BCC8-560A-8B8A-9B078E288DC8}"/>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36">
            <a:extLst>
              <a:ext uri="{FF2B5EF4-FFF2-40B4-BE49-F238E27FC236}">
                <a16:creationId xmlns:a16="http://schemas.microsoft.com/office/drawing/2014/main" id="{9ABF93F5-9B6C-9734-73A5-DB3707B8643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54604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419101"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527877"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7"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2449960"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254161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2" y="1453604"/>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4495801"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5"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6511677"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419101"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527877"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7" y="3072208"/>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2449960"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254161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2" y="3446790"/>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2" y="3072208"/>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4495801"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5"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8"/>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6511677"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8"/>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 name="Rounded Rectangle 2">
            <a:extLst>
              <a:ext uri="{FF2B5EF4-FFF2-40B4-BE49-F238E27FC236}">
                <a16:creationId xmlns:a16="http://schemas.microsoft.com/office/drawing/2014/main" id="{38270821-75AA-98AF-5D1E-20A09D39438A}"/>
              </a:ext>
            </a:extLst>
          </p:cNvPr>
          <p:cNvSpPr/>
          <p:nvPr userDrawn="1"/>
        </p:nvSpPr>
        <p:spPr>
          <a:xfrm>
            <a:off x="419101"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 name="Straight Connector 5">
            <a:extLst>
              <a:ext uri="{FF2B5EF4-FFF2-40B4-BE49-F238E27FC236}">
                <a16:creationId xmlns:a16="http://schemas.microsoft.com/office/drawing/2014/main" id="{8764F460-42BD-8D1E-A27E-B960227B3E7D}"/>
              </a:ext>
            </a:extLst>
          </p:cNvPr>
          <p:cNvCxnSpPr>
            <a:cxnSpLocks/>
          </p:cNvCxnSpPr>
          <p:nvPr userDrawn="1"/>
        </p:nvCxnSpPr>
        <p:spPr>
          <a:xfrm>
            <a:off x="527877"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 name="Rounded Rectangle 6">
            <a:extLst>
              <a:ext uri="{FF2B5EF4-FFF2-40B4-BE49-F238E27FC236}">
                <a16:creationId xmlns:a16="http://schemas.microsoft.com/office/drawing/2014/main" id="{CC037D63-6B1A-8459-1A5B-D353D266661A}"/>
              </a:ext>
            </a:extLst>
          </p:cNvPr>
          <p:cNvSpPr/>
          <p:nvPr userDrawn="1"/>
        </p:nvSpPr>
        <p:spPr>
          <a:xfrm>
            <a:off x="2449960"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 name="Straight Connector 7">
            <a:extLst>
              <a:ext uri="{FF2B5EF4-FFF2-40B4-BE49-F238E27FC236}">
                <a16:creationId xmlns:a16="http://schemas.microsoft.com/office/drawing/2014/main" id="{0E8B489D-7F03-9A1C-1380-2CC28B9F7367}"/>
              </a:ext>
            </a:extLst>
          </p:cNvPr>
          <p:cNvCxnSpPr>
            <a:cxnSpLocks/>
          </p:cNvCxnSpPr>
          <p:nvPr userDrawn="1"/>
        </p:nvCxnSpPr>
        <p:spPr>
          <a:xfrm>
            <a:off x="254161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DE38BDE4-E23D-775A-DC56-18C6F7CD1627}"/>
              </a:ext>
            </a:extLst>
          </p:cNvPr>
          <p:cNvSpPr/>
          <p:nvPr userDrawn="1"/>
        </p:nvSpPr>
        <p:spPr>
          <a:xfrm>
            <a:off x="4495801"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8" name="Straight Connector 17">
            <a:extLst>
              <a:ext uri="{FF2B5EF4-FFF2-40B4-BE49-F238E27FC236}">
                <a16:creationId xmlns:a16="http://schemas.microsoft.com/office/drawing/2014/main" id="{E230CE08-DC4F-07A0-B374-42D71793FE7C}"/>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C63D6E1E-8FFB-015A-B974-ADDF09389D89}"/>
              </a:ext>
            </a:extLst>
          </p:cNvPr>
          <p:cNvSpPr/>
          <p:nvPr userDrawn="1"/>
        </p:nvSpPr>
        <p:spPr>
          <a:xfrm>
            <a:off x="6511677" y="1003935"/>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0" name="Straight Connector 19">
            <a:extLst>
              <a:ext uri="{FF2B5EF4-FFF2-40B4-BE49-F238E27FC236}">
                <a16:creationId xmlns:a16="http://schemas.microsoft.com/office/drawing/2014/main" id="{42AEBEC6-94C3-DF91-B435-32EEA314FBF1}"/>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5AE2E5D0-F098-E4CA-1584-CA1110F43A9B}"/>
              </a:ext>
            </a:extLst>
          </p:cNvPr>
          <p:cNvSpPr/>
          <p:nvPr userDrawn="1"/>
        </p:nvSpPr>
        <p:spPr>
          <a:xfrm>
            <a:off x="419101"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2" name="Straight Connector 21">
            <a:extLst>
              <a:ext uri="{FF2B5EF4-FFF2-40B4-BE49-F238E27FC236}">
                <a16:creationId xmlns:a16="http://schemas.microsoft.com/office/drawing/2014/main" id="{800A8F2C-37E2-3EA8-827B-6C8031706DCA}"/>
              </a:ext>
            </a:extLst>
          </p:cNvPr>
          <p:cNvCxnSpPr>
            <a:cxnSpLocks/>
          </p:cNvCxnSpPr>
          <p:nvPr userDrawn="1"/>
        </p:nvCxnSpPr>
        <p:spPr>
          <a:xfrm>
            <a:off x="527877"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05BA8C03-DA75-4D7D-6693-B5390CD37C0E}"/>
              </a:ext>
            </a:extLst>
          </p:cNvPr>
          <p:cNvSpPr/>
          <p:nvPr userDrawn="1"/>
        </p:nvSpPr>
        <p:spPr>
          <a:xfrm>
            <a:off x="2449960"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4" name="Straight Connector 23">
            <a:extLst>
              <a:ext uri="{FF2B5EF4-FFF2-40B4-BE49-F238E27FC236}">
                <a16:creationId xmlns:a16="http://schemas.microsoft.com/office/drawing/2014/main" id="{E48F7C61-0FD4-9A21-1CC1-474592E896B2}"/>
              </a:ext>
            </a:extLst>
          </p:cNvPr>
          <p:cNvCxnSpPr>
            <a:cxnSpLocks/>
          </p:cNvCxnSpPr>
          <p:nvPr userDrawn="1"/>
        </p:nvCxnSpPr>
        <p:spPr>
          <a:xfrm>
            <a:off x="254161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4FC5B727-0983-4418-96EE-083ACC5F9670}"/>
              </a:ext>
            </a:extLst>
          </p:cNvPr>
          <p:cNvSpPr/>
          <p:nvPr userDrawn="1"/>
        </p:nvSpPr>
        <p:spPr>
          <a:xfrm>
            <a:off x="4495801"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668A0957-521E-2B47-F36E-E276A4196D15}"/>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Rounded Rectangle 26">
            <a:extLst>
              <a:ext uri="{FF2B5EF4-FFF2-40B4-BE49-F238E27FC236}">
                <a16:creationId xmlns:a16="http://schemas.microsoft.com/office/drawing/2014/main" id="{8A714EA0-DD0A-D38B-CDD4-42AB929D970F}"/>
              </a:ext>
            </a:extLst>
          </p:cNvPr>
          <p:cNvSpPr/>
          <p:nvPr userDrawn="1"/>
        </p:nvSpPr>
        <p:spPr>
          <a:xfrm>
            <a:off x="6511677" y="2997121"/>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8" name="Straight Connector 27">
            <a:extLst>
              <a:ext uri="{FF2B5EF4-FFF2-40B4-BE49-F238E27FC236}">
                <a16:creationId xmlns:a16="http://schemas.microsoft.com/office/drawing/2014/main" id="{73CBCBB7-4980-8464-7E52-05B2A7FF4B40}"/>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00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419101"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2449960"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4495801"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6511677"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419101"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2449960"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4495801"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6511677"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527877"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254161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2" y="1045769"/>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5"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527877"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254161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2" y="3038955"/>
            <a:ext cx="169081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189" indent="0">
              <a:buNone/>
              <a:defRPr sz="1600" b="0" i="0">
                <a:solidFill>
                  <a:schemeClr val="tx1"/>
                </a:solidFill>
                <a:latin typeface="Inter Medium" panose="02000503000000020004" pitchFamily="2" charset="0"/>
                <a:ea typeface="Inter Medium" panose="02000503000000020004" pitchFamily="2" charset="0"/>
              </a:defRPr>
            </a:lvl2pPr>
            <a:lvl3pPr marL="914378" indent="0">
              <a:buNone/>
              <a:defRPr sz="1600" b="0" i="0">
                <a:solidFill>
                  <a:schemeClr val="tx1"/>
                </a:solidFill>
                <a:latin typeface="Inter Medium" panose="02000503000000020004" pitchFamily="2" charset="0"/>
                <a:ea typeface="Inter Medium" panose="02000503000000020004" pitchFamily="2" charset="0"/>
              </a:defRPr>
            </a:lvl3pPr>
            <a:lvl4pPr marL="1371566" indent="0">
              <a:buNone/>
              <a:defRPr sz="1600" b="0" i="0">
                <a:solidFill>
                  <a:schemeClr val="tx1"/>
                </a:solidFill>
                <a:latin typeface="Inter Medium" panose="02000503000000020004" pitchFamily="2" charset="0"/>
                <a:ea typeface="Inter Medium" panose="02000503000000020004" pitchFamily="2" charset="0"/>
              </a:defRPr>
            </a:lvl4pPr>
            <a:lvl5pPr marL="1828754"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4" y="1427855"/>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5"/>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5"/>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5"/>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189" indent="0">
              <a:buNone/>
              <a:defRPr sz="800">
                <a:solidFill>
                  <a:schemeClr val="tx1"/>
                </a:solidFill>
                <a:latin typeface="Arial" panose="020B0604020202020204" pitchFamily="34" charset="0"/>
                <a:cs typeface="Arial" panose="020B0604020202020204" pitchFamily="34" charset="0"/>
              </a:defRPr>
            </a:lvl2pPr>
            <a:lvl3pPr marL="914378" indent="0">
              <a:buNone/>
              <a:defRPr sz="800">
                <a:solidFill>
                  <a:schemeClr val="tx1"/>
                </a:solidFill>
                <a:latin typeface="Arial" panose="020B0604020202020204" pitchFamily="34" charset="0"/>
                <a:cs typeface="Arial" panose="020B0604020202020204" pitchFamily="34" charset="0"/>
              </a:defRPr>
            </a:lvl3pPr>
            <a:lvl4pPr marL="1371566" indent="0">
              <a:buNone/>
              <a:defRPr sz="800">
                <a:solidFill>
                  <a:schemeClr val="tx1"/>
                </a:solidFill>
                <a:latin typeface="Arial" panose="020B0604020202020204" pitchFamily="34" charset="0"/>
                <a:cs typeface="Arial" panose="020B0604020202020204" pitchFamily="34" charset="0"/>
              </a:defRPr>
            </a:lvl4pPr>
            <a:lvl5pPr marL="1828754"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7" name="Rounded Rectangle 6">
            <a:extLst>
              <a:ext uri="{FF2B5EF4-FFF2-40B4-BE49-F238E27FC236}">
                <a16:creationId xmlns:a16="http://schemas.microsoft.com/office/drawing/2014/main" id="{A25CDCAB-E3D8-BA25-A113-D95F8E1F101E}"/>
              </a:ext>
            </a:extLst>
          </p:cNvPr>
          <p:cNvSpPr/>
          <p:nvPr userDrawn="1"/>
        </p:nvSpPr>
        <p:spPr>
          <a:xfrm>
            <a:off x="419101"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Rounded Rectangle 10">
            <a:extLst>
              <a:ext uri="{FF2B5EF4-FFF2-40B4-BE49-F238E27FC236}">
                <a16:creationId xmlns:a16="http://schemas.microsoft.com/office/drawing/2014/main" id="{FF7B934A-5914-D8E3-F95A-602EC3FF35EE}"/>
              </a:ext>
            </a:extLst>
          </p:cNvPr>
          <p:cNvSpPr/>
          <p:nvPr userDrawn="1"/>
        </p:nvSpPr>
        <p:spPr>
          <a:xfrm>
            <a:off x="2449960"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4" name="Rounded Rectangle 13">
            <a:extLst>
              <a:ext uri="{FF2B5EF4-FFF2-40B4-BE49-F238E27FC236}">
                <a16:creationId xmlns:a16="http://schemas.microsoft.com/office/drawing/2014/main" id="{92A5FD35-6A4D-0A35-7D80-D154DE60BB62}"/>
              </a:ext>
            </a:extLst>
          </p:cNvPr>
          <p:cNvSpPr/>
          <p:nvPr userDrawn="1"/>
        </p:nvSpPr>
        <p:spPr>
          <a:xfrm>
            <a:off x="4495801"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7" name="Rounded Rectangle 16">
            <a:extLst>
              <a:ext uri="{FF2B5EF4-FFF2-40B4-BE49-F238E27FC236}">
                <a16:creationId xmlns:a16="http://schemas.microsoft.com/office/drawing/2014/main" id="{73C331D5-5C11-AF3D-532C-06244D5C1D0B}"/>
              </a:ext>
            </a:extLst>
          </p:cNvPr>
          <p:cNvSpPr/>
          <p:nvPr userDrawn="1"/>
        </p:nvSpPr>
        <p:spPr>
          <a:xfrm>
            <a:off x="6511677" y="1003935"/>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0" name="Rounded Rectangle 19">
            <a:extLst>
              <a:ext uri="{FF2B5EF4-FFF2-40B4-BE49-F238E27FC236}">
                <a16:creationId xmlns:a16="http://schemas.microsoft.com/office/drawing/2014/main" id="{481BADD2-9FA6-89C4-96C0-EF403A67E6DE}"/>
              </a:ext>
            </a:extLst>
          </p:cNvPr>
          <p:cNvSpPr/>
          <p:nvPr userDrawn="1"/>
        </p:nvSpPr>
        <p:spPr>
          <a:xfrm>
            <a:off x="419101"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3" name="Rounded Rectangle 22">
            <a:extLst>
              <a:ext uri="{FF2B5EF4-FFF2-40B4-BE49-F238E27FC236}">
                <a16:creationId xmlns:a16="http://schemas.microsoft.com/office/drawing/2014/main" id="{9B4D6C9D-2F23-3111-F8DA-A585528EF1D0}"/>
              </a:ext>
            </a:extLst>
          </p:cNvPr>
          <p:cNvSpPr/>
          <p:nvPr userDrawn="1"/>
        </p:nvSpPr>
        <p:spPr>
          <a:xfrm>
            <a:off x="2449960"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6" name="Rounded Rectangle 25">
            <a:extLst>
              <a:ext uri="{FF2B5EF4-FFF2-40B4-BE49-F238E27FC236}">
                <a16:creationId xmlns:a16="http://schemas.microsoft.com/office/drawing/2014/main" id="{45CEBB08-09F5-ED6F-DC0C-90A9B8596B7C}"/>
              </a:ext>
            </a:extLst>
          </p:cNvPr>
          <p:cNvSpPr/>
          <p:nvPr userDrawn="1"/>
        </p:nvSpPr>
        <p:spPr>
          <a:xfrm>
            <a:off x="4495801"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9" name="Rounded Rectangle 28">
            <a:extLst>
              <a:ext uri="{FF2B5EF4-FFF2-40B4-BE49-F238E27FC236}">
                <a16:creationId xmlns:a16="http://schemas.microsoft.com/office/drawing/2014/main" id="{35B20A8B-D6FC-ADED-9273-C511318B293B}"/>
              </a:ext>
            </a:extLst>
          </p:cNvPr>
          <p:cNvSpPr/>
          <p:nvPr userDrawn="1"/>
        </p:nvSpPr>
        <p:spPr>
          <a:xfrm>
            <a:off x="6511677" y="2997121"/>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C8F39221-5F67-01AE-1DAC-A1C3BAE10B28}"/>
              </a:ext>
            </a:extLst>
          </p:cNvPr>
          <p:cNvCxnSpPr>
            <a:cxnSpLocks/>
          </p:cNvCxnSpPr>
          <p:nvPr userDrawn="1"/>
        </p:nvCxnSpPr>
        <p:spPr>
          <a:xfrm>
            <a:off x="527877"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75735BF-7E72-5011-6292-8E6373DEF2F1}"/>
              </a:ext>
            </a:extLst>
          </p:cNvPr>
          <p:cNvCxnSpPr>
            <a:cxnSpLocks/>
          </p:cNvCxnSpPr>
          <p:nvPr userDrawn="1"/>
        </p:nvCxnSpPr>
        <p:spPr>
          <a:xfrm>
            <a:off x="254161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F7F91CD-BE04-78EB-1992-BF2A835BAB03}"/>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7604A79-D7A9-DA40-8B76-ACFBF7CE7B8D}"/>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A723DAD8-D1ED-76C4-6343-617D6B273128}"/>
              </a:ext>
            </a:extLst>
          </p:cNvPr>
          <p:cNvCxnSpPr>
            <a:cxnSpLocks/>
          </p:cNvCxnSpPr>
          <p:nvPr userDrawn="1"/>
        </p:nvCxnSpPr>
        <p:spPr>
          <a:xfrm>
            <a:off x="527877"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7FF2D5-9B48-7878-3966-CF1B02F9C05F}"/>
              </a:ext>
            </a:extLst>
          </p:cNvPr>
          <p:cNvCxnSpPr>
            <a:cxnSpLocks/>
          </p:cNvCxnSpPr>
          <p:nvPr userDrawn="1"/>
        </p:nvCxnSpPr>
        <p:spPr>
          <a:xfrm>
            <a:off x="254161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04807D0-840D-87C5-F72E-D5452B4A6017}"/>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6C60742-E5AE-762E-EFF6-B527C8C110D8}"/>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Freeform 46">
            <a:extLst>
              <a:ext uri="{FF2B5EF4-FFF2-40B4-BE49-F238E27FC236}">
                <a16:creationId xmlns:a16="http://schemas.microsoft.com/office/drawing/2014/main" id="{15B1ECE7-0CB5-A7DA-BA7E-F6AC86A90270}"/>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8" name="Picture 47">
            <a:extLst>
              <a:ext uri="{FF2B5EF4-FFF2-40B4-BE49-F238E27FC236}">
                <a16:creationId xmlns:a16="http://schemas.microsoft.com/office/drawing/2014/main" id="{F6088235-7F21-D8E5-D51F-97585FD901F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10675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6"/>
            <a:ext cx="8153400" cy="3876675"/>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274376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6"/>
            <a:ext cx="8153400" cy="3876675"/>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4" name="Freeform 3">
            <a:extLst>
              <a:ext uri="{FF2B5EF4-FFF2-40B4-BE49-F238E27FC236}">
                <a16:creationId xmlns:a16="http://schemas.microsoft.com/office/drawing/2014/main" id="{6CAAF4C5-DFC6-B6A1-91EB-9853369DC7F7}"/>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2EE9D1F3-63F3-F6DD-67FB-5FB504E7D25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352057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6"/>
            <a:ext cx="8153400" cy="3876675"/>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2" name="Freeform 1">
            <a:extLst>
              <a:ext uri="{FF2B5EF4-FFF2-40B4-BE49-F238E27FC236}">
                <a16:creationId xmlns:a16="http://schemas.microsoft.com/office/drawing/2014/main" id="{8B549C8B-7CD9-87B1-C9FB-B61BB041B607}"/>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E4C3255-9A79-83B2-8FC7-0DD29AC1C63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Tree>
    <p:extLst>
      <p:ext uri="{BB962C8B-B14F-4D97-AF65-F5344CB8AC3E}">
        <p14:creationId xmlns:p14="http://schemas.microsoft.com/office/powerpoint/2010/main" val="112720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3.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4760152" y="-73743"/>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5540440"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61286"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709780" y="2768779"/>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271848"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370702"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9" name="Picture 8" descr="A blue background with lines&#10;&#10;Description automatically generated">
            <a:extLst>
              <a:ext uri="{FF2B5EF4-FFF2-40B4-BE49-F238E27FC236}">
                <a16:creationId xmlns:a16="http://schemas.microsoft.com/office/drawing/2014/main" id="{D47C797D-3629-5B40-6A74-344FF10C9B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10" name="Straight Connector 9">
            <a:extLst>
              <a:ext uri="{FF2B5EF4-FFF2-40B4-BE49-F238E27FC236}">
                <a16:creationId xmlns:a16="http://schemas.microsoft.com/office/drawing/2014/main" id="{287A8D9C-81F2-9812-BFD4-AE09BE226D43}"/>
              </a:ext>
            </a:extLst>
          </p:cNvPr>
          <p:cNvCxnSpPr>
            <a:cxnSpLocks/>
          </p:cNvCxnSpPr>
          <p:nvPr userDrawn="1"/>
        </p:nvCxnSpPr>
        <p:spPr>
          <a:xfrm flipH="1">
            <a:off x="4760152" y="-73743"/>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39813EA-5114-9401-BC5C-A6A31FE860F2}"/>
              </a:ext>
            </a:extLst>
          </p:cNvPr>
          <p:cNvCxnSpPr>
            <a:cxnSpLocks/>
          </p:cNvCxnSpPr>
          <p:nvPr userDrawn="1"/>
        </p:nvCxnSpPr>
        <p:spPr>
          <a:xfrm flipH="1">
            <a:off x="5540440"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57EA208-0DC7-9E41-1CB2-F5F07500B66C}"/>
              </a:ext>
            </a:extLst>
          </p:cNvPr>
          <p:cNvCxnSpPr>
            <a:cxnSpLocks/>
          </p:cNvCxnSpPr>
          <p:nvPr userDrawn="1"/>
        </p:nvCxnSpPr>
        <p:spPr>
          <a:xfrm flipH="1">
            <a:off x="-61286"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F3B0C76-B99F-BE7A-9771-E63EC3E4A52D}"/>
              </a:ext>
            </a:extLst>
          </p:cNvPr>
          <p:cNvSpPr txBox="1"/>
          <p:nvPr userDrawn="1"/>
        </p:nvSpPr>
        <p:spPr>
          <a:xfrm>
            <a:off x="709780" y="2768779"/>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15" name="Rectangle 14">
            <a:extLst>
              <a:ext uri="{FF2B5EF4-FFF2-40B4-BE49-F238E27FC236}">
                <a16:creationId xmlns:a16="http://schemas.microsoft.com/office/drawing/2014/main" id="{1FF024C5-B293-E550-96DF-436A6EAF628E}"/>
              </a:ext>
            </a:extLst>
          </p:cNvPr>
          <p:cNvSpPr/>
          <p:nvPr userDrawn="1"/>
        </p:nvSpPr>
        <p:spPr>
          <a:xfrm>
            <a:off x="-271848"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6" name="Rectangle 15">
            <a:extLst>
              <a:ext uri="{FF2B5EF4-FFF2-40B4-BE49-F238E27FC236}">
                <a16:creationId xmlns:a16="http://schemas.microsoft.com/office/drawing/2014/main" id="{0FD9E6C9-7DDD-0B71-4010-F3CA42E82B9B}"/>
              </a:ext>
            </a:extLst>
          </p:cNvPr>
          <p:cNvSpPr/>
          <p:nvPr userDrawn="1"/>
        </p:nvSpPr>
        <p:spPr>
          <a:xfrm>
            <a:off x="-370702"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7" name="Rectangle 16">
            <a:extLst>
              <a:ext uri="{FF2B5EF4-FFF2-40B4-BE49-F238E27FC236}">
                <a16:creationId xmlns:a16="http://schemas.microsoft.com/office/drawing/2014/main" id="{B1B6DE57-39A9-1B94-D3DF-8A21B1A25DEF}"/>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793302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1000"/>
                                        <p:tgtEl>
                                          <p:spTgt spid="13"/>
                                        </p:tgtEl>
                                      </p:cBhvr>
                                    </p:animEffect>
                                  </p:childTnLst>
                                </p:cTn>
                              </p:par>
                              <p:par>
                                <p:cTn id="17" presetID="22" presetClass="entr" presetSubtype="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1000"/>
                                        <p:tgtEl>
                                          <p:spTgt spid="10"/>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4760152" y="-73743"/>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5540440"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61286"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709780" y="2768779"/>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271848"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370702"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0" name="Picture 9" descr="A blue background with lines&#10;&#10;Description automatically generated">
            <a:extLst>
              <a:ext uri="{FF2B5EF4-FFF2-40B4-BE49-F238E27FC236}">
                <a16:creationId xmlns:a16="http://schemas.microsoft.com/office/drawing/2014/main" id="{0C247EA2-264A-FA1E-250E-53F28A3C97D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11" name="Straight Connector 10">
            <a:extLst>
              <a:ext uri="{FF2B5EF4-FFF2-40B4-BE49-F238E27FC236}">
                <a16:creationId xmlns:a16="http://schemas.microsoft.com/office/drawing/2014/main" id="{53A57EE2-7204-74E7-A626-82B3A5CA3021}"/>
              </a:ext>
            </a:extLst>
          </p:cNvPr>
          <p:cNvCxnSpPr>
            <a:cxnSpLocks/>
          </p:cNvCxnSpPr>
          <p:nvPr userDrawn="1"/>
        </p:nvCxnSpPr>
        <p:spPr>
          <a:xfrm flipH="1">
            <a:off x="4760152" y="-73743"/>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2AF1FCF-3363-469C-2C1F-60E6BD86874F}"/>
              </a:ext>
            </a:extLst>
          </p:cNvPr>
          <p:cNvCxnSpPr>
            <a:cxnSpLocks/>
          </p:cNvCxnSpPr>
          <p:nvPr userDrawn="1"/>
        </p:nvCxnSpPr>
        <p:spPr>
          <a:xfrm flipH="1">
            <a:off x="5540440"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B7AA5E5-3F3B-60D2-502C-A8B4202180B4}"/>
              </a:ext>
            </a:extLst>
          </p:cNvPr>
          <p:cNvCxnSpPr>
            <a:cxnSpLocks/>
          </p:cNvCxnSpPr>
          <p:nvPr userDrawn="1"/>
        </p:nvCxnSpPr>
        <p:spPr>
          <a:xfrm flipH="1">
            <a:off x="-61286"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E03D117-87B3-BED3-C3BF-B42840212F77}"/>
              </a:ext>
            </a:extLst>
          </p:cNvPr>
          <p:cNvSpPr txBox="1"/>
          <p:nvPr userDrawn="1"/>
        </p:nvSpPr>
        <p:spPr>
          <a:xfrm>
            <a:off x="709780" y="2768779"/>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15" name="Rectangle 14">
            <a:extLst>
              <a:ext uri="{FF2B5EF4-FFF2-40B4-BE49-F238E27FC236}">
                <a16:creationId xmlns:a16="http://schemas.microsoft.com/office/drawing/2014/main" id="{3A06B2B3-F95C-B50A-0F10-084F941F1821}"/>
              </a:ext>
            </a:extLst>
          </p:cNvPr>
          <p:cNvSpPr/>
          <p:nvPr userDrawn="1"/>
        </p:nvSpPr>
        <p:spPr>
          <a:xfrm>
            <a:off x="-271848"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6" name="Rectangle 15">
            <a:extLst>
              <a:ext uri="{FF2B5EF4-FFF2-40B4-BE49-F238E27FC236}">
                <a16:creationId xmlns:a16="http://schemas.microsoft.com/office/drawing/2014/main" id="{B21531FC-CE71-8C0D-9E41-9A3928B64B17}"/>
              </a:ext>
            </a:extLst>
          </p:cNvPr>
          <p:cNvSpPr/>
          <p:nvPr userDrawn="1"/>
        </p:nvSpPr>
        <p:spPr>
          <a:xfrm>
            <a:off x="-370702"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7" name="Rectangle 16">
            <a:extLst>
              <a:ext uri="{FF2B5EF4-FFF2-40B4-BE49-F238E27FC236}">
                <a16:creationId xmlns:a16="http://schemas.microsoft.com/office/drawing/2014/main" id="{311E5E00-727C-F585-3C81-EB0F9804BE6F}"/>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80447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1000"/>
                                        <p:tgtEl>
                                          <p:spTgt spid="13"/>
                                        </p:tgtEl>
                                      </p:cBhvr>
                                    </p:animEffect>
                                  </p:childTnLst>
                                </p:cTn>
                              </p:par>
                              <p:par>
                                <p:cTn id="17" presetID="22" presetClass="entr" presetSubtype="1"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1000"/>
                                        <p:tgtEl>
                                          <p:spTgt spid="11"/>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5572318" y="1608"/>
            <a:ext cx="3571682" cy="5141892"/>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700047"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pic>
        <p:nvPicPr>
          <p:cNvPr id="2" name="Picture 1">
            <a:extLst>
              <a:ext uri="{FF2B5EF4-FFF2-40B4-BE49-F238E27FC236}">
                <a16:creationId xmlns:a16="http://schemas.microsoft.com/office/drawing/2014/main" id="{EB763CA2-2077-514A-631E-40A18F1875B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8" y="1608"/>
            <a:ext cx="3571682" cy="5141892"/>
          </a:xfrm>
          <a:prstGeom prst="rect">
            <a:avLst/>
          </a:prstGeom>
        </p:spPr>
      </p:pic>
      <p:sp>
        <p:nvSpPr>
          <p:cNvPr id="3" name="TextBox 2">
            <a:extLst>
              <a:ext uri="{FF2B5EF4-FFF2-40B4-BE49-F238E27FC236}">
                <a16:creationId xmlns:a16="http://schemas.microsoft.com/office/drawing/2014/main" id="{51615D7B-E19C-59C9-7967-6D219661A451}"/>
              </a:ext>
            </a:extLst>
          </p:cNvPr>
          <p:cNvSpPr txBox="1"/>
          <p:nvPr userDrawn="1"/>
        </p:nvSpPr>
        <p:spPr>
          <a:xfrm>
            <a:off x="700047"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977333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7084710"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7955757"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75182"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93174" y="1448670"/>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077269"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271848"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370702" y="5157119"/>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4" name="Picture 3" descr="A blue background with lines&#10;&#10;Description automatically generated">
            <a:extLst>
              <a:ext uri="{FF2B5EF4-FFF2-40B4-BE49-F238E27FC236}">
                <a16:creationId xmlns:a16="http://schemas.microsoft.com/office/drawing/2014/main" id="{4ACBDCAD-B0EB-14C3-20F1-CB404F4D9A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5" name="Straight Connector 4">
            <a:extLst>
              <a:ext uri="{FF2B5EF4-FFF2-40B4-BE49-F238E27FC236}">
                <a16:creationId xmlns:a16="http://schemas.microsoft.com/office/drawing/2014/main" id="{66D89C73-A2FA-B807-CDD9-6402D61C64F9}"/>
              </a:ext>
            </a:extLst>
          </p:cNvPr>
          <p:cNvCxnSpPr>
            <a:cxnSpLocks/>
          </p:cNvCxnSpPr>
          <p:nvPr userDrawn="1"/>
        </p:nvCxnSpPr>
        <p:spPr>
          <a:xfrm flipH="1">
            <a:off x="7084710"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004D7C2-E9D1-E6BA-E5D2-2D355C37115D}"/>
              </a:ext>
            </a:extLst>
          </p:cNvPr>
          <p:cNvCxnSpPr>
            <a:cxnSpLocks/>
          </p:cNvCxnSpPr>
          <p:nvPr userDrawn="1"/>
        </p:nvCxnSpPr>
        <p:spPr>
          <a:xfrm flipH="1">
            <a:off x="7955757"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F91C3D8-A303-D80B-7C7C-AB1EEBB26B4F}"/>
              </a:ext>
            </a:extLst>
          </p:cNvPr>
          <p:cNvCxnSpPr>
            <a:cxnSpLocks/>
          </p:cNvCxnSpPr>
          <p:nvPr userDrawn="1"/>
        </p:nvCxnSpPr>
        <p:spPr>
          <a:xfrm flipH="1">
            <a:off x="-75182"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descr="A black and white logo&#10;&#10;Description automatically generated">
            <a:extLst>
              <a:ext uri="{FF2B5EF4-FFF2-40B4-BE49-F238E27FC236}">
                <a16:creationId xmlns:a16="http://schemas.microsoft.com/office/drawing/2014/main" id="{A1C21B40-D066-96E1-0850-991919D461E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4" y="1448670"/>
            <a:ext cx="5957654" cy="2244913"/>
          </a:xfrm>
          <a:prstGeom prst="rect">
            <a:avLst/>
          </a:prstGeom>
        </p:spPr>
      </p:pic>
      <p:cxnSp>
        <p:nvCxnSpPr>
          <p:cNvPr id="17" name="Straight Connector 16">
            <a:extLst>
              <a:ext uri="{FF2B5EF4-FFF2-40B4-BE49-F238E27FC236}">
                <a16:creationId xmlns:a16="http://schemas.microsoft.com/office/drawing/2014/main" id="{87B9F850-FDF3-B413-9524-B13C663FE563}"/>
              </a:ext>
            </a:extLst>
          </p:cNvPr>
          <p:cNvCxnSpPr>
            <a:cxnSpLocks/>
          </p:cNvCxnSpPr>
          <p:nvPr userDrawn="1"/>
        </p:nvCxnSpPr>
        <p:spPr>
          <a:xfrm flipH="1">
            <a:off x="1077269"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F1D95C47-9AE0-0921-57D4-4BA723C9F718}"/>
              </a:ext>
            </a:extLst>
          </p:cNvPr>
          <p:cNvSpPr/>
          <p:nvPr userDrawn="1"/>
        </p:nvSpPr>
        <p:spPr>
          <a:xfrm>
            <a:off x="-271848"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9" name="Rectangle 18">
            <a:extLst>
              <a:ext uri="{FF2B5EF4-FFF2-40B4-BE49-F238E27FC236}">
                <a16:creationId xmlns:a16="http://schemas.microsoft.com/office/drawing/2014/main" id="{6DBF55E7-9E6C-C1EA-60DF-74A0AFBFCAB3}"/>
              </a:ext>
            </a:extLst>
          </p:cNvPr>
          <p:cNvSpPr/>
          <p:nvPr userDrawn="1"/>
        </p:nvSpPr>
        <p:spPr>
          <a:xfrm>
            <a:off x="-370702" y="5157119"/>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0" name="Rectangle 19">
            <a:extLst>
              <a:ext uri="{FF2B5EF4-FFF2-40B4-BE49-F238E27FC236}">
                <a16:creationId xmlns:a16="http://schemas.microsoft.com/office/drawing/2014/main" id="{51B16638-1471-E106-6637-FA77E8CAF505}"/>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1" name="Rectangle 20">
            <a:extLst>
              <a:ext uri="{FF2B5EF4-FFF2-40B4-BE49-F238E27FC236}">
                <a16:creationId xmlns:a16="http://schemas.microsoft.com/office/drawing/2014/main" id="{83A7D1AF-2810-DB80-54BB-EC5E03DE8D9B}"/>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8072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par>
                                <p:cTn id="22" presetID="42"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22" presetClass="entr" presetSubtype="4"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1000"/>
                                        <p:tgtEl>
                                          <p:spTgt spid="15"/>
                                        </p:tgtEl>
                                      </p:cBhvr>
                                    </p:animEffect>
                                  </p:childTnLst>
                                </p:cTn>
                              </p:par>
                              <p:par>
                                <p:cTn id="30" presetID="22" presetClass="entr" presetSubtype="1"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1000"/>
                                        <p:tgtEl>
                                          <p:spTgt spid="5"/>
                                        </p:tgtEl>
                                      </p:cBhvr>
                                    </p:animEffect>
                                  </p:childTnLst>
                                </p:cTn>
                              </p:par>
                              <p:par>
                                <p:cTn id="33" presetID="22" presetClass="entr" presetSubtype="1"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4"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7084710"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7955757"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75182"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593174" y="1448670"/>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077269"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271848"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370702" y="5157119"/>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2" name="Picture 1">
            <a:extLst>
              <a:ext uri="{FF2B5EF4-FFF2-40B4-BE49-F238E27FC236}">
                <a16:creationId xmlns:a16="http://schemas.microsoft.com/office/drawing/2014/main" id="{60037623-312E-9CE3-A6F8-7C25FE834A46}"/>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2" y="0"/>
            <a:ext cx="9141777" cy="5144748"/>
          </a:xfrm>
          <a:prstGeom prst="rect">
            <a:avLst/>
          </a:prstGeom>
        </p:spPr>
      </p:pic>
      <p:cxnSp>
        <p:nvCxnSpPr>
          <p:cNvPr id="3" name="Straight Connector 2">
            <a:extLst>
              <a:ext uri="{FF2B5EF4-FFF2-40B4-BE49-F238E27FC236}">
                <a16:creationId xmlns:a16="http://schemas.microsoft.com/office/drawing/2014/main" id="{22D92EE9-46EC-037D-E92F-3101A9AA3571}"/>
              </a:ext>
            </a:extLst>
          </p:cNvPr>
          <p:cNvCxnSpPr>
            <a:cxnSpLocks/>
          </p:cNvCxnSpPr>
          <p:nvPr userDrawn="1"/>
        </p:nvCxnSpPr>
        <p:spPr>
          <a:xfrm flipH="1">
            <a:off x="7084710"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E986FCE-3527-71E0-2B21-CCD268FAE5D5}"/>
              </a:ext>
            </a:extLst>
          </p:cNvPr>
          <p:cNvCxnSpPr>
            <a:cxnSpLocks/>
          </p:cNvCxnSpPr>
          <p:nvPr userDrawn="1"/>
        </p:nvCxnSpPr>
        <p:spPr>
          <a:xfrm flipH="1">
            <a:off x="7955757"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1768861-1372-08CC-38F0-C8C807FF268F}"/>
              </a:ext>
            </a:extLst>
          </p:cNvPr>
          <p:cNvCxnSpPr>
            <a:cxnSpLocks/>
          </p:cNvCxnSpPr>
          <p:nvPr userDrawn="1"/>
        </p:nvCxnSpPr>
        <p:spPr>
          <a:xfrm flipH="1">
            <a:off x="-75182"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5FB8D019-FA18-DD51-19F3-A0DDAF84E7A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4" y="1448670"/>
            <a:ext cx="5957653" cy="2244913"/>
          </a:xfrm>
          <a:prstGeom prst="rect">
            <a:avLst/>
          </a:prstGeom>
        </p:spPr>
      </p:pic>
      <p:cxnSp>
        <p:nvCxnSpPr>
          <p:cNvPr id="9" name="Straight Connector 8">
            <a:extLst>
              <a:ext uri="{FF2B5EF4-FFF2-40B4-BE49-F238E27FC236}">
                <a16:creationId xmlns:a16="http://schemas.microsoft.com/office/drawing/2014/main" id="{96823A27-9C3C-0B2E-43A2-A6A930B3E5B4}"/>
              </a:ext>
            </a:extLst>
          </p:cNvPr>
          <p:cNvCxnSpPr>
            <a:cxnSpLocks/>
          </p:cNvCxnSpPr>
          <p:nvPr userDrawn="1"/>
        </p:nvCxnSpPr>
        <p:spPr>
          <a:xfrm flipH="1">
            <a:off x="1077269"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9518C0A4-4FA5-85F1-30DA-DD5247FB3FA3}"/>
              </a:ext>
            </a:extLst>
          </p:cNvPr>
          <p:cNvSpPr/>
          <p:nvPr userDrawn="1"/>
        </p:nvSpPr>
        <p:spPr>
          <a:xfrm>
            <a:off x="-271848"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9" name="Rectangle 18">
            <a:extLst>
              <a:ext uri="{FF2B5EF4-FFF2-40B4-BE49-F238E27FC236}">
                <a16:creationId xmlns:a16="http://schemas.microsoft.com/office/drawing/2014/main" id="{31C25EE4-7A31-B27C-92D6-0C12C18A7AA9}"/>
              </a:ext>
            </a:extLst>
          </p:cNvPr>
          <p:cNvSpPr/>
          <p:nvPr userDrawn="1"/>
        </p:nvSpPr>
        <p:spPr>
          <a:xfrm>
            <a:off x="-370702" y="5157119"/>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0" name="Rectangle 19">
            <a:extLst>
              <a:ext uri="{FF2B5EF4-FFF2-40B4-BE49-F238E27FC236}">
                <a16:creationId xmlns:a16="http://schemas.microsoft.com/office/drawing/2014/main" id="{2463EA2A-9F6F-326F-5DE7-01769705B21B}"/>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1" name="Rectangle 20">
            <a:extLst>
              <a:ext uri="{FF2B5EF4-FFF2-40B4-BE49-F238E27FC236}">
                <a16:creationId xmlns:a16="http://schemas.microsoft.com/office/drawing/2014/main" id="{1F186FF0-74D9-9535-E614-0FB51E5BF00B}"/>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550484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par>
                                <p:cTn id="22" presetID="42"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2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1000"/>
                                        <p:tgtEl>
                                          <p:spTgt spid="7"/>
                                        </p:tgtEl>
                                      </p:cBhvr>
                                    </p:animEffect>
                                  </p:childTnLst>
                                </p:cTn>
                              </p:par>
                              <p:par>
                                <p:cTn id="30" presetID="22" presetClass="entr" presetSubtype="1"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1000"/>
                                        <p:tgtEl>
                                          <p:spTgt spid="3"/>
                                        </p:tgtEl>
                                      </p:cBhvr>
                                    </p:animEffect>
                                  </p:childTnLst>
                                </p:cTn>
                              </p:par>
                              <p:par>
                                <p:cTn id="33" presetID="22" presetClass="entr" presetSubtype="1"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500"/>
                                        <p:tgtEl>
                                          <p:spTgt spid="6"/>
                                        </p:tgtEl>
                                      </p:cBhvr>
                                    </p:animEffect>
                                  </p:childTnLst>
                                </p:cTn>
                              </p:par>
                              <p:par>
                                <p:cTn id="36" presetID="22" presetClass="entr" presetSubtype="4"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665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6" y="2325214"/>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9"/>
            <a:ext cx="4558544"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3" name="Picture 10">
            <a:extLst>
              <a:ext uri="{FF2B5EF4-FFF2-40B4-BE49-F238E27FC236}">
                <a16:creationId xmlns:a16="http://schemas.microsoft.com/office/drawing/2014/main" id="{D3B92ACB-D029-D548-B7FD-5F3E13800C9B}"/>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27035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526" y="0"/>
            <a:ext cx="9153525"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01869AC6-CC32-1A44-99FE-810601471201}"/>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26167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9153525"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48158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286"/>
            <a:ext cx="9144000" cy="5148863"/>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3132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142"/>
            <a:ext cx="9144000" cy="5148864"/>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1767104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3" y="0"/>
            <a:ext cx="9134475" cy="51435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313CEC4A-55C4-064D-8DB3-0FEBAA882C5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19345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9144000" cy="5148863"/>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FDB467B8-5DD8-7A42-9348-328DFD2D4BB7}"/>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581535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9658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4282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1"/>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67199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0"/>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13018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68183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2"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4" y="556506"/>
            <a:ext cx="8237537" cy="261762"/>
          </a:xfrm>
          <a:prstGeom prst="rect">
            <a:avLst/>
          </a:prstGeom>
        </p:spPr>
        <p:txBody>
          <a:bodyPr lIns="0" rIns="0"/>
          <a:lstStyle>
            <a:lvl1pPr marL="0" indent="0">
              <a:buNone/>
              <a:defRPr sz="1100">
                <a:solidFill>
                  <a:schemeClr val="bg2"/>
                </a:solidFill>
              </a:defRPr>
            </a:lvl1pPr>
          </a:lstStyle>
          <a:p>
            <a:pPr lvl="0"/>
            <a:r>
              <a:rPr lang="en-GB"/>
              <a:t>Click to edit Master text styles</a:t>
            </a:r>
          </a:p>
        </p:txBody>
      </p:sp>
    </p:spTree>
    <p:extLst>
      <p:ext uri="{BB962C8B-B14F-4D97-AF65-F5344CB8AC3E}">
        <p14:creationId xmlns:p14="http://schemas.microsoft.com/office/powerpoint/2010/main" val="219936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4" y="556506"/>
            <a:ext cx="8237537" cy="261762"/>
          </a:xfrm>
          <a:prstGeom prst="rect">
            <a:avLst/>
          </a:prstGeom>
        </p:spPr>
        <p:txBody>
          <a:bodyPr lIns="0" rIns="0"/>
          <a:lstStyle>
            <a:lvl1pPr marL="0" indent="0">
              <a:buNone/>
              <a:defRPr sz="1100">
                <a:solidFill>
                  <a:schemeClr val="bg2"/>
                </a:solidFill>
              </a:defRPr>
            </a:lvl1pPr>
          </a:lstStyle>
          <a:p>
            <a:pPr lvl="0"/>
            <a:r>
              <a:rPr lang="en-GB"/>
              <a:t>Click to edit Master text styles</a:t>
            </a:r>
          </a:p>
        </p:txBody>
      </p:sp>
    </p:spTree>
    <p:extLst>
      <p:ext uri="{BB962C8B-B14F-4D97-AF65-F5344CB8AC3E}">
        <p14:creationId xmlns:p14="http://schemas.microsoft.com/office/powerpoint/2010/main" val="212751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07213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32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7714212" y="4655128"/>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3747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4428548" y="1022761"/>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947374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5706262" y="2873902"/>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98848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4"/>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292531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0" y="629861"/>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64890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35889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633494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6" y="294640"/>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GB"/>
              <a:t>Click icon to add picture</a:t>
            </a:r>
            <a:endParaRPr lang="en-US"/>
          </a:p>
        </p:txBody>
      </p:sp>
    </p:spTree>
    <p:extLst>
      <p:ext uri="{BB962C8B-B14F-4D97-AF65-F5344CB8AC3E}">
        <p14:creationId xmlns:p14="http://schemas.microsoft.com/office/powerpoint/2010/main" val="119934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6" y="834850"/>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708532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7"/>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24299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607631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3905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16237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3"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8"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8" y="3381265"/>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1" y="869267"/>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70454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59.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1"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1"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7"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7"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3649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60.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1"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5"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6"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400"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72743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61.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4"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8"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7"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1"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3"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7"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6019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62.xml><?xml version="1.0" encoding="utf-8"?>
<p:sldLayout xmlns:a="http://schemas.openxmlformats.org/drawingml/2006/main" xmlns:r="http://schemas.openxmlformats.org/officeDocument/2006/relationships" xmlns:p="http://schemas.openxmlformats.org/presentationml/2006/main" userDrawn="1">
  <p:cSld name="14_Custom Layout">
    <p:spTree>
      <p:nvGrpSpPr>
        <p:cNvPr id="1" name=""/>
        <p:cNvGrpSpPr/>
        <p:nvPr/>
      </p:nvGrpSpPr>
      <p:grpSpPr>
        <a:xfrm>
          <a:off x="0" y="0"/>
          <a:ext cx="0" cy="0"/>
          <a:chOff x="0" y="0"/>
          <a:chExt cx="0" cy="0"/>
        </a:xfrm>
      </p:grpSpPr>
      <p:sp>
        <p:nvSpPr>
          <p:cNvPr id="3" name="Rectangle 2"/>
          <p:cNvSpPr/>
          <p:nvPr userDrawn="1"/>
        </p:nvSpPr>
        <p:spPr>
          <a:xfrm>
            <a:off x="0" y="2"/>
            <a:ext cx="9144000" cy="9173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b="0" i="0">
              <a:solidFill>
                <a:srgbClr val="FFFFFF"/>
              </a:solidFill>
              <a:latin typeface="Verdana Regular" charset="0"/>
              <a:cs typeface="Verdana Regular" charset="0"/>
            </a:endParaRPr>
          </a:p>
        </p:txBody>
      </p:sp>
      <p:grpSp>
        <p:nvGrpSpPr>
          <p:cNvPr id="13" name="Group 12"/>
          <p:cNvGrpSpPr/>
          <p:nvPr/>
        </p:nvGrpSpPr>
        <p:grpSpPr>
          <a:xfrm>
            <a:off x="7872998" y="4726074"/>
            <a:ext cx="1271005" cy="421385"/>
            <a:chOff x="7872995" y="4723722"/>
            <a:chExt cx="1271005" cy="421385"/>
          </a:xfrm>
          <a:solidFill>
            <a:schemeClr val="bg1"/>
          </a:solidFill>
        </p:grpSpPr>
        <p:sp>
          <p:nvSpPr>
            <p:cNvPr id="14" name="Parallelogram 13"/>
            <p:cNvSpPr/>
            <p:nvPr/>
          </p:nvSpPr>
          <p:spPr>
            <a:xfrm>
              <a:off x="7872995" y="4723723"/>
              <a:ext cx="1205691" cy="421384"/>
            </a:xfrm>
            <a:prstGeom prst="parallelogram">
              <a:avLst>
                <a:gd name="adj" fmla="val 4191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solidFill>
                  <a:schemeClr val="accent2"/>
                </a:solidFill>
                <a:latin typeface="Verdana Regular" charset="0"/>
                <a:cs typeface="Verdana Regular" charset="0"/>
              </a:endParaRPr>
            </a:p>
          </p:txBody>
        </p:sp>
        <p:sp>
          <p:nvSpPr>
            <p:cNvPr id="15" name="Rectangle 14"/>
            <p:cNvSpPr/>
            <p:nvPr/>
          </p:nvSpPr>
          <p:spPr>
            <a:xfrm>
              <a:off x="8871942" y="4723722"/>
              <a:ext cx="272058" cy="42138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Verdana Regular" charset="0"/>
                <a:cs typeface="Verdana Regular" charset="0"/>
              </a:endParaRPr>
            </a:p>
          </p:txBody>
        </p:sp>
      </p:grpSp>
      <p:pic>
        <p:nvPicPr>
          <p:cNvPr id="16" name="Picture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096899" y="4859240"/>
            <a:ext cx="861938" cy="185011"/>
          </a:xfrm>
          <a:prstGeom prst="rect">
            <a:avLst/>
          </a:prstGeom>
        </p:spPr>
      </p:pic>
      <p:sp>
        <p:nvSpPr>
          <p:cNvPr id="7" name="Title 1"/>
          <p:cNvSpPr>
            <a:spLocks noGrp="1"/>
          </p:cNvSpPr>
          <p:nvPr>
            <p:ph type="title" hasCustomPrompt="1"/>
          </p:nvPr>
        </p:nvSpPr>
        <p:spPr>
          <a:xfrm>
            <a:off x="345132" y="193528"/>
            <a:ext cx="8229600" cy="590244"/>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910517114"/>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userDrawn="1">
  <p:cSld name="Title Only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7BF56-527A-3789-DB3F-4913B1A3B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7" y="294642"/>
            <a:ext cx="8237613" cy="338554"/>
          </a:xfrm>
          <a:prstGeom prst="rect">
            <a:avLst/>
          </a:prstGeom>
        </p:spPr>
        <p:txBody>
          <a:bodyPr lIns="0" rIns="0" anchor="ctr"/>
          <a:lstStyle>
            <a:lvl1pPr algn="l">
              <a:defRPr sz="18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6851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464.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76709294"/>
      </p:ext>
    </p:extLst>
  </p:cSld>
  <p:clrMapOvr>
    <a:masterClrMapping/>
  </p:clrMapOvr>
  <p:transition/>
</p:sldLayout>
</file>

<file path=ppt/slideLayouts/slideLayout46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9C552-D8EB-89FF-B975-EED1E37817CB}"/>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8E4EFC8B-045D-9DFB-AD83-C715CC6F8FBE}"/>
              </a:ext>
            </a:extLst>
          </p:cNvPr>
          <p:cNvSpPr>
            <a:spLocks noGrp="1"/>
          </p:cNvSpPr>
          <p:nvPr>
            <p:ph type="subTitle" idx="1"/>
          </p:nvPr>
        </p:nvSpPr>
        <p:spPr>
          <a:xfrm>
            <a:off x="1143000" y="2701528"/>
            <a:ext cx="6858000" cy="124182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9240F0F-75AB-E547-3FA7-C4A0E7A2E8CE}"/>
              </a:ext>
            </a:extLst>
          </p:cNvPr>
          <p:cNvSpPr>
            <a:spLocks noGrp="1"/>
          </p:cNvSpPr>
          <p:nvPr>
            <p:ph type="dt" sz="half" idx="10"/>
          </p:nvPr>
        </p:nvSpPr>
        <p:spPr/>
        <p:txBody>
          <a:bodyPr/>
          <a:lstStyle/>
          <a:p>
            <a:fld id="{027E6DEF-C121-4542-966C-3F4D514732DD}" type="datetimeFigureOut">
              <a:rPr lang="en-US" smtClean="0"/>
              <a:t>3/22/2026</a:t>
            </a:fld>
            <a:endParaRPr lang="en-US"/>
          </a:p>
        </p:txBody>
      </p:sp>
      <p:sp>
        <p:nvSpPr>
          <p:cNvPr id="5" name="Footer Placeholder 4">
            <a:extLst>
              <a:ext uri="{FF2B5EF4-FFF2-40B4-BE49-F238E27FC236}">
                <a16:creationId xmlns:a16="http://schemas.microsoft.com/office/drawing/2014/main" id="{7B411935-FB41-AE49-BF26-7BE818070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1D604-22A0-9DFD-13D9-C2E57E2C6C22}"/>
              </a:ext>
            </a:extLst>
          </p:cNvPr>
          <p:cNvSpPr>
            <a:spLocks noGrp="1"/>
          </p:cNvSpPr>
          <p:nvPr>
            <p:ph type="sldNum" sz="quarter" idx="12"/>
          </p:nvPr>
        </p:nvSpPr>
        <p:spPr/>
        <p:txBody>
          <a:bodyPr/>
          <a:lstStyle/>
          <a:p>
            <a:fld id="{C60CB627-EEA1-1D45-AF2C-A0E666903E77}" type="slidenum">
              <a:rPr lang="en-US" smtClean="0"/>
              <a:t>‹#›</a:t>
            </a:fld>
            <a:endParaRPr lang="en-US"/>
          </a:p>
        </p:txBody>
      </p:sp>
    </p:spTree>
    <p:extLst>
      <p:ext uri="{BB962C8B-B14F-4D97-AF65-F5344CB8AC3E}">
        <p14:creationId xmlns:p14="http://schemas.microsoft.com/office/powerpoint/2010/main" val="2989323179"/>
      </p:ext>
    </p:extLst>
  </p:cSld>
  <p:clrMapOvr>
    <a:masterClrMapping/>
  </p:clrMapOvr>
  <mc:AlternateContent xmlns:mc="http://schemas.openxmlformats.org/markup-compatibility/2006" xmlns:p14="http://schemas.microsoft.com/office/powerpoint/2010/main">
    <mc:Choice Requires="p14">
      <p:transition spd="med" p14:dur="700" advTm="10000">
        <p:fade/>
      </p:transition>
    </mc:Choice>
    <mc:Fallback xmlns="">
      <p:transition spd="med" advTm="10000">
        <p:fade/>
      </p:transition>
    </mc:Fallback>
  </mc:AlternateContent>
</p:sldLayout>
</file>

<file path=ppt/slideLayouts/slideLayout466.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8484394" y="4874066"/>
            <a:ext cx="244126" cy="103874"/>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416052" y="4876252"/>
            <a:ext cx="5458396" cy="92333"/>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600"/>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Add tracker</a:t>
            </a:r>
          </a:p>
        </p:txBody>
      </p:sp>
      <p:pic>
        <p:nvPicPr>
          <p:cNvPr id="6" name="Picture 10">
            <a:extLst>
              <a:ext uri="{FF2B5EF4-FFF2-40B4-BE49-F238E27FC236}">
                <a16:creationId xmlns:a16="http://schemas.microsoft.com/office/drawing/2014/main" id="{32855E0C-4DF5-425B-8F72-04C3D71410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bwMode="ltGray">
          <a:xfrm>
            <a:off x="7744298" y="4825604"/>
            <a:ext cx="732952" cy="174248"/>
          </a:xfrm>
          <a:prstGeom prst="rect">
            <a:avLst/>
          </a:prstGeom>
        </p:spPr>
      </p:pic>
    </p:spTree>
    <p:extLst>
      <p:ext uri="{BB962C8B-B14F-4D97-AF65-F5344CB8AC3E}">
        <p14:creationId xmlns:p14="http://schemas.microsoft.com/office/powerpoint/2010/main" val="3059924687"/>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5" y="2325213"/>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8"/>
            <a:ext cx="4558544"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3" name="Picture 10">
            <a:extLst>
              <a:ext uri="{FF2B5EF4-FFF2-40B4-BE49-F238E27FC236}">
                <a16:creationId xmlns:a16="http://schemas.microsoft.com/office/drawing/2014/main" id="{D3B92ACB-D029-D548-B7FD-5F3E13800C9B}"/>
              </a:ext>
            </a:extLst>
          </p:cNvPr>
          <p:cNvSpPr/>
          <p:nvPr/>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27035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526" y="0"/>
            <a:ext cx="9153525"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01869AC6-CC32-1A44-99FE-810601471201}"/>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26167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0"/>
            <a:ext cx="9153525"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148158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285"/>
            <a:ext cx="9144000" cy="5148863"/>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95999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1.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142"/>
            <a:ext cx="9144000" cy="5148864"/>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2165213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2.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313CEC4A-55C4-064D-8DB3-0FEBAA882C5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35190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3.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9144000" cy="5148863"/>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5"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FDB467B8-5DD8-7A42-9348-328DFD2D4BB7}"/>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449897" y="2408790"/>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98235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4.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9658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4282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1"/>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267199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7.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0"/>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5" y="2325213"/>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2" y="419655"/>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a:p>
        </p:txBody>
      </p:sp>
    </p:spTree>
    <p:extLst>
      <p:ext uri="{BB962C8B-B14F-4D97-AF65-F5344CB8AC3E}">
        <p14:creationId xmlns:p14="http://schemas.microsoft.com/office/powerpoint/2010/main" val="313018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7290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94594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3" y="556506"/>
            <a:ext cx="8237537" cy="261762"/>
          </a:xfrm>
          <a:prstGeom prst="rect">
            <a:avLst/>
          </a:prstGeom>
        </p:spPr>
        <p:txBody>
          <a:bodyPr lIns="0" rIns="0"/>
          <a:lstStyle>
            <a:lvl1pPr marL="0" indent="0">
              <a:buNone/>
              <a:defRPr sz="1100">
                <a:solidFill>
                  <a:schemeClr val="bg2"/>
                </a:solidFill>
              </a:defRPr>
            </a:lvl1pPr>
          </a:lstStyle>
          <a:p>
            <a:pPr lvl="0"/>
            <a:r>
              <a:rPr lang="en-GB"/>
              <a:t>Click to edit Master text styles</a:t>
            </a:r>
          </a:p>
        </p:txBody>
      </p:sp>
    </p:spTree>
    <p:extLst>
      <p:ext uri="{BB962C8B-B14F-4D97-AF65-F5344CB8AC3E}">
        <p14:creationId xmlns:p14="http://schemas.microsoft.com/office/powerpoint/2010/main" val="219936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9603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51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7714211" y="4655127"/>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1068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5"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4428547" y="1022760"/>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6064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13" name="Freeform 12">
            <a:extLst>
              <a:ext uri="{FF2B5EF4-FFF2-40B4-BE49-F238E27FC236}">
                <a16:creationId xmlns:a16="http://schemas.microsoft.com/office/drawing/2014/main" id="{19321C0C-E532-E642-83FA-39A6F970EB23}"/>
              </a:ext>
            </a:extLst>
          </p:cNvPr>
          <p:cNvSpPr/>
          <p:nvPr userDrawn="1"/>
        </p:nvSpPr>
        <p:spPr>
          <a:xfrm>
            <a:off x="5706262" y="2873901"/>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12626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3"/>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119969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6.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39" y="629860"/>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115840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a:p>
          </p:txBody>
        </p:sp>
      </p:grpSp>
    </p:spTree>
    <p:extLst>
      <p:ext uri="{BB962C8B-B14F-4D97-AF65-F5344CB8AC3E}">
        <p14:creationId xmlns:p14="http://schemas.microsoft.com/office/powerpoint/2010/main" val="1500498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89371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9.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5" y="294640"/>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GB"/>
              <a:t>Click icon to add picture</a:t>
            </a:r>
            <a:endParaRPr lang="en-US"/>
          </a:p>
        </p:txBody>
      </p:sp>
    </p:spTree>
    <p:extLst>
      <p:ext uri="{BB962C8B-B14F-4D97-AF65-F5344CB8AC3E}">
        <p14:creationId xmlns:p14="http://schemas.microsoft.com/office/powerpoint/2010/main" val="147844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90.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799" y="834849"/>
            <a:ext cx="3855139" cy="3942242"/>
          </a:xfrm>
          <a:prstGeom prst="rect">
            <a:avLst/>
          </a:prstGeom>
        </p:spPr>
        <p:txBody>
          <a:bodyPr lIns="0" rIns="0">
            <a:normAutofit/>
          </a:bodyPr>
          <a:lstStyle>
            <a:lvl1pPr marL="174625" indent="-174625">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25" indent="-174625">
              <a:buClrTx/>
              <a:tabLst/>
              <a:defRPr sz="1600" b="0" i="0">
                <a:solidFill>
                  <a:schemeClr val="bg2"/>
                </a:solidFill>
                <a:latin typeface="Arial" panose="020B0604020202020204" pitchFamily="34" charset="0"/>
              </a:defRPr>
            </a:lvl2pPr>
            <a:lvl3pPr marL="1087438" indent="-173038">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5" y="834849"/>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286274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1.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0029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799" y="834849"/>
            <a:ext cx="3855139" cy="3942242"/>
          </a:xfrm>
          <a:prstGeom prst="rect">
            <a:avLst/>
          </a:prstGeom>
        </p:spPr>
        <p:txBody>
          <a:bodyPr lIns="0" rIns="0">
            <a:normAutofit/>
          </a:bodyPr>
          <a:lstStyle>
            <a:lvl1pPr marL="174625" indent="-174625">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25" indent="-174625">
              <a:buClrTx/>
              <a:tabLst/>
              <a:defRPr sz="1600" b="0" i="0">
                <a:solidFill>
                  <a:schemeClr val="bg2"/>
                </a:solidFill>
                <a:latin typeface="Arial" panose="020B0604020202020204" pitchFamily="34" charset="0"/>
              </a:defRPr>
            </a:lvl2pPr>
            <a:lvl3pPr marL="1087438" indent="-173038">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5" y="834849"/>
            <a:ext cx="3834374"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739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5" y="822328"/>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9539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7"/>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3600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5.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2"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7"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7" y="3381264"/>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0" y="869266"/>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11025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0" y="2853793"/>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0"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6" y="2853793"/>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6"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3674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0"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4"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4"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8"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5"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399"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9050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8.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4"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8"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3"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7"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6"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0"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2" y="3384421"/>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6" y="1105414"/>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4318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9.xml><?xml version="1.0" encoding="utf-8"?>
<p:sldLayout xmlns:a="http://schemas.openxmlformats.org/drawingml/2006/main" xmlns:r="http://schemas.openxmlformats.org/officeDocument/2006/relationships" xmlns:p="http://schemas.openxmlformats.org/presentationml/2006/main" userDrawn="1">
  <p:cSld name="Section Break - Blu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2" y="0"/>
            <a:ext cx="9134475" cy="51435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329013" y="2033140"/>
            <a:ext cx="6485974" cy="1077218"/>
          </a:xfrm>
          <a:prstGeom prst="rect">
            <a:avLst/>
          </a:prstGeom>
        </p:spPr>
        <p:txBody>
          <a:bodyPr anchor="ctr" anchorCtr="0"/>
          <a:lstStyle>
            <a:lvl1pPr algn="ctr">
              <a:defRPr sz="3200"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221839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0.xml><?xml version="1.0" encoding="utf-8"?>
<p:sldLayout xmlns:a="http://schemas.openxmlformats.org/drawingml/2006/main" xmlns:r="http://schemas.openxmlformats.org/officeDocument/2006/relationships" xmlns:p="http://schemas.openxmlformats.org/presentationml/2006/main" userDrawn="1">
  <p:cSld name="Section Break - Lav 2">
    <p:bg>
      <p:bgPr>
        <a:solidFill>
          <a:schemeClr val="bg1"/>
        </a:solidFill>
        <a:effectLst/>
      </p:bgPr>
    </p:bg>
    <p:spTree>
      <p:nvGrpSpPr>
        <p:cNvPr id="1" name=""/>
        <p:cNvGrpSpPr/>
        <p:nvPr/>
      </p:nvGrpSpPr>
      <p:grpSpPr>
        <a:xfrm>
          <a:off x="0" y="0"/>
          <a:ext cx="0" cy="0"/>
          <a:chOff x="0" y="0"/>
          <a:chExt cx="0" cy="0"/>
        </a:xfrm>
      </p:grpSpPr>
      <p:sp>
        <p:nvSpPr>
          <p:cNvPr id="2" name="Picture 10">
            <a:extLst>
              <a:ext uri="{FF2B5EF4-FFF2-40B4-BE49-F238E27FC236}">
                <a16:creationId xmlns:a16="http://schemas.microsoft.com/office/drawing/2014/main" id="{1B00CC97-7D64-82CF-1BF7-BBAF8CD38183}"/>
              </a:ext>
            </a:extLst>
          </p:cNvPr>
          <p:cNvSpPr/>
          <p:nvPr userDrawn="1"/>
        </p:nvSpPr>
        <p:spPr>
          <a:xfrm>
            <a:off x="427221" y="4608571"/>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11" name="Terminator 4">
            <a:extLst>
              <a:ext uri="{FF2B5EF4-FFF2-40B4-BE49-F238E27FC236}">
                <a16:creationId xmlns:a16="http://schemas.microsoft.com/office/drawing/2014/main" id="{599D98AA-9DAA-2993-7835-9724D740A55D}"/>
              </a:ext>
            </a:extLst>
          </p:cNvPr>
          <p:cNvSpPr/>
          <p:nvPr userDrawn="1"/>
        </p:nvSpPr>
        <p:spPr>
          <a:xfrm rot="17522971">
            <a:off x="5304970" y="3631511"/>
            <a:ext cx="1964307" cy="19229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3240 w 10612"/>
              <a:gd name="connsiteY0" fmla="*/ 0 h 21621"/>
              <a:gd name="connsiteX1" fmla="*/ 7137 w 10612"/>
              <a:gd name="connsiteY1" fmla="*/ 18 h 21621"/>
              <a:gd name="connsiteX2" fmla="*/ 10612 w 10612"/>
              <a:gd name="connsiteY2" fmla="*/ 10818 h 21621"/>
              <a:gd name="connsiteX3" fmla="*/ 7137 w 10612"/>
              <a:gd name="connsiteY3" fmla="*/ 21618 h 21621"/>
              <a:gd name="connsiteX4" fmla="*/ 674 w 10612"/>
              <a:gd name="connsiteY4" fmla="*/ 21610 h 21621"/>
              <a:gd name="connsiteX5" fmla="*/ 104 w 10612"/>
              <a:gd name="connsiteY5" fmla="*/ 17167 h 21621"/>
              <a:gd name="connsiteX6" fmla="*/ 3240 w 10612"/>
              <a:gd name="connsiteY6" fmla="*/ 0 h 21621"/>
              <a:gd name="connsiteX0" fmla="*/ 3183 w 10555"/>
              <a:gd name="connsiteY0" fmla="*/ 0 h 21651"/>
              <a:gd name="connsiteX1" fmla="*/ 7080 w 10555"/>
              <a:gd name="connsiteY1" fmla="*/ 18 h 21651"/>
              <a:gd name="connsiteX2" fmla="*/ 10555 w 10555"/>
              <a:gd name="connsiteY2" fmla="*/ 10818 h 21651"/>
              <a:gd name="connsiteX3" fmla="*/ 7080 w 10555"/>
              <a:gd name="connsiteY3" fmla="*/ 21618 h 21651"/>
              <a:gd name="connsiteX4" fmla="*/ 6154 w 10555"/>
              <a:gd name="connsiteY4" fmla="*/ 21640 h 21651"/>
              <a:gd name="connsiteX5" fmla="*/ 47 w 10555"/>
              <a:gd name="connsiteY5" fmla="*/ 17167 h 21651"/>
              <a:gd name="connsiteX6" fmla="*/ 3183 w 10555"/>
              <a:gd name="connsiteY6" fmla="*/ 0 h 21651"/>
              <a:gd name="connsiteX0" fmla="*/ 0 w 7372"/>
              <a:gd name="connsiteY0" fmla="*/ 0 h 21641"/>
              <a:gd name="connsiteX1" fmla="*/ 3897 w 7372"/>
              <a:gd name="connsiteY1" fmla="*/ 18 h 21641"/>
              <a:gd name="connsiteX2" fmla="*/ 7372 w 7372"/>
              <a:gd name="connsiteY2" fmla="*/ 10818 h 21641"/>
              <a:gd name="connsiteX3" fmla="*/ 3897 w 7372"/>
              <a:gd name="connsiteY3" fmla="*/ 21618 h 21641"/>
              <a:gd name="connsiteX4" fmla="*/ 2971 w 7372"/>
              <a:gd name="connsiteY4" fmla="*/ 21640 h 21641"/>
              <a:gd name="connsiteX5" fmla="*/ 1541 w 7372"/>
              <a:gd name="connsiteY5" fmla="*/ 11500 h 21641"/>
              <a:gd name="connsiteX6" fmla="*/ 0 w 7372"/>
              <a:gd name="connsiteY6" fmla="*/ 0 h 21641"/>
              <a:gd name="connsiteX0" fmla="*/ 0 w 9874"/>
              <a:gd name="connsiteY0" fmla="*/ 0 h 10018"/>
              <a:gd name="connsiteX1" fmla="*/ 5160 w 9874"/>
              <a:gd name="connsiteY1" fmla="*/ 26 h 10018"/>
              <a:gd name="connsiteX2" fmla="*/ 9874 w 9874"/>
              <a:gd name="connsiteY2" fmla="*/ 5017 h 10018"/>
              <a:gd name="connsiteX3" fmla="*/ 5160 w 9874"/>
              <a:gd name="connsiteY3" fmla="*/ 10007 h 10018"/>
              <a:gd name="connsiteX4" fmla="*/ 3904 w 9874"/>
              <a:gd name="connsiteY4" fmla="*/ 10018 h 10018"/>
              <a:gd name="connsiteX5" fmla="*/ 1964 w 9874"/>
              <a:gd name="connsiteY5" fmla="*/ 5332 h 10018"/>
              <a:gd name="connsiteX6" fmla="*/ 0 w 9874"/>
              <a:gd name="connsiteY6" fmla="*/ 0 h 10018"/>
              <a:gd name="connsiteX0" fmla="*/ 9 w 10009"/>
              <a:gd name="connsiteY0" fmla="*/ 0 h 10000"/>
              <a:gd name="connsiteX1" fmla="*/ 5235 w 10009"/>
              <a:gd name="connsiteY1" fmla="*/ 26 h 10000"/>
              <a:gd name="connsiteX2" fmla="*/ 10009 w 10009"/>
              <a:gd name="connsiteY2" fmla="*/ 5008 h 10000"/>
              <a:gd name="connsiteX3" fmla="*/ 5235 w 10009"/>
              <a:gd name="connsiteY3" fmla="*/ 9989 h 10000"/>
              <a:gd name="connsiteX4" fmla="*/ 3963 w 10009"/>
              <a:gd name="connsiteY4" fmla="*/ 10000 h 10000"/>
              <a:gd name="connsiteX5" fmla="*/ 9 w 10009"/>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00"/>
              <a:gd name="connsiteY0" fmla="*/ 0 h 10000"/>
              <a:gd name="connsiteX1" fmla="*/ 5226 w 10000"/>
              <a:gd name="connsiteY1" fmla="*/ 26 h 10000"/>
              <a:gd name="connsiteX2" fmla="*/ 10000 w 10000"/>
              <a:gd name="connsiteY2" fmla="*/ 5008 h 10000"/>
              <a:gd name="connsiteX3" fmla="*/ 5226 w 10000"/>
              <a:gd name="connsiteY3" fmla="*/ 9989 h 10000"/>
              <a:gd name="connsiteX4" fmla="*/ 3954 w 10000"/>
              <a:gd name="connsiteY4" fmla="*/ 10000 h 10000"/>
              <a:gd name="connsiteX5" fmla="*/ 0 w 10000"/>
              <a:gd name="connsiteY5" fmla="*/ 0 h 10000"/>
              <a:gd name="connsiteX0" fmla="*/ 0 w 10029"/>
              <a:gd name="connsiteY0" fmla="*/ 1 h 9989"/>
              <a:gd name="connsiteX1" fmla="*/ 5255 w 10029"/>
              <a:gd name="connsiteY1" fmla="*/ 15 h 9989"/>
              <a:gd name="connsiteX2" fmla="*/ 10029 w 10029"/>
              <a:gd name="connsiteY2" fmla="*/ 4997 h 9989"/>
              <a:gd name="connsiteX3" fmla="*/ 5255 w 10029"/>
              <a:gd name="connsiteY3" fmla="*/ 9978 h 9989"/>
              <a:gd name="connsiteX4" fmla="*/ 3983 w 10029"/>
              <a:gd name="connsiteY4" fmla="*/ 9989 h 9989"/>
              <a:gd name="connsiteX5" fmla="*/ 0 w 10029"/>
              <a:gd name="connsiteY5" fmla="*/ 1 h 9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9" h="9989">
                <a:moveTo>
                  <a:pt x="0" y="1"/>
                </a:moveTo>
                <a:lnTo>
                  <a:pt x="5255" y="15"/>
                </a:lnTo>
                <a:cubicBezTo>
                  <a:pt x="7891" y="15"/>
                  <a:pt x="10029" y="2246"/>
                  <a:pt x="10029" y="4997"/>
                </a:cubicBezTo>
                <a:cubicBezTo>
                  <a:pt x="10029" y="7748"/>
                  <a:pt x="7891" y="9978"/>
                  <a:pt x="5255" y="9978"/>
                </a:cubicBezTo>
                <a:lnTo>
                  <a:pt x="3983" y="9989"/>
                </a:lnTo>
                <a:cubicBezTo>
                  <a:pt x="3987" y="10016"/>
                  <a:pt x="18" y="-40"/>
                  <a:pt x="0" y="1"/>
                </a:cubicBezTo>
                <a:close/>
              </a:path>
            </a:pathLst>
          </a:custGeom>
          <a:solidFill>
            <a:schemeClr val="bg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
        <p:nvSpPr>
          <p:cNvPr id="12" name="Terminator 4">
            <a:extLst>
              <a:ext uri="{FF2B5EF4-FFF2-40B4-BE49-F238E27FC236}">
                <a16:creationId xmlns:a16="http://schemas.microsoft.com/office/drawing/2014/main" id="{E5855402-4150-A12C-1C66-7DEF0F089D96}"/>
              </a:ext>
            </a:extLst>
          </p:cNvPr>
          <p:cNvSpPr/>
          <p:nvPr userDrawn="1"/>
        </p:nvSpPr>
        <p:spPr>
          <a:xfrm rot="17522971">
            <a:off x="7081127" y="3105513"/>
            <a:ext cx="3233233" cy="172665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9033 w 21790"/>
              <a:gd name="connsiteY0" fmla="*/ 0 h 21611"/>
              <a:gd name="connsiteX1" fmla="*/ 18315 w 21790"/>
              <a:gd name="connsiteY1" fmla="*/ 11 h 21611"/>
              <a:gd name="connsiteX2" fmla="*/ 21790 w 21790"/>
              <a:gd name="connsiteY2" fmla="*/ 10811 h 21611"/>
              <a:gd name="connsiteX3" fmla="*/ 18315 w 21790"/>
              <a:gd name="connsiteY3" fmla="*/ 21611 h 21611"/>
              <a:gd name="connsiteX4" fmla="*/ 3665 w 21790"/>
              <a:gd name="connsiteY4" fmla="*/ 21611 h 21611"/>
              <a:gd name="connsiteX5" fmla="*/ 190 w 21790"/>
              <a:gd name="connsiteY5" fmla="*/ 10811 h 21611"/>
              <a:gd name="connsiteX6" fmla="*/ 9033 w 21790"/>
              <a:gd name="connsiteY6" fmla="*/ 0 h 21611"/>
              <a:gd name="connsiteX0" fmla="*/ 8865 w 21622"/>
              <a:gd name="connsiteY0" fmla="*/ 0 h 21611"/>
              <a:gd name="connsiteX1" fmla="*/ 18147 w 21622"/>
              <a:gd name="connsiteY1" fmla="*/ 11 h 21611"/>
              <a:gd name="connsiteX2" fmla="*/ 21622 w 21622"/>
              <a:gd name="connsiteY2" fmla="*/ 10811 h 21611"/>
              <a:gd name="connsiteX3" fmla="*/ 18147 w 21622"/>
              <a:gd name="connsiteY3" fmla="*/ 21611 h 21611"/>
              <a:gd name="connsiteX4" fmla="*/ 11684 w 21622"/>
              <a:gd name="connsiteY4" fmla="*/ 21603 h 21611"/>
              <a:gd name="connsiteX5" fmla="*/ 22 w 21622"/>
              <a:gd name="connsiteY5" fmla="*/ 10811 h 21611"/>
              <a:gd name="connsiteX6" fmla="*/ 8865 w 21622"/>
              <a:gd name="connsiteY6" fmla="*/ 0 h 21611"/>
              <a:gd name="connsiteX0" fmla="*/ 494 w 13251"/>
              <a:gd name="connsiteY0" fmla="*/ 0 h 23071"/>
              <a:gd name="connsiteX1" fmla="*/ 9776 w 13251"/>
              <a:gd name="connsiteY1" fmla="*/ 11 h 23071"/>
              <a:gd name="connsiteX2" fmla="*/ 13251 w 13251"/>
              <a:gd name="connsiteY2" fmla="*/ 10811 h 23071"/>
              <a:gd name="connsiteX3" fmla="*/ 9776 w 13251"/>
              <a:gd name="connsiteY3" fmla="*/ 21611 h 23071"/>
              <a:gd name="connsiteX4" fmla="*/ 3313 w 13251"/>
              <a:gd name="connsiteY4" fmla="*/ 21603 h 23071"/>
              <a:gd name="connsiteX5" fmla="*/ 3313 w 13251"/>
              <a:gd name="connsiteY5" fmla="*/ 21423 h 23071"/>
              <a:gd name="connsiteX6" fmla="*/ 494 w 13251"/>
              <a:gd name="connsiteY6" fmla="*/ 0 h 23071"/>
              <a:gd name="connsiteX0" fmla="*/ 456 w 13213"/>
              <a:gd name="connsiteY0" fmla="*/ 0 h 21611"/>
              <a:gd name="connsiteX1" fmla="*/ 9738 w 13213"/>
              <a:gd name="connsiteY1" fmla="*/ 11 h 21611"/>
              <a:gd name="connsiteX2" fmla="*/ 13213 w 13213"/>
              <a:gd name="connsiteY2" fmla="*/ 10811 h 21611"/>
              <a:gd name="connsiteX3" fmla="*/ 9738 w 13213"/>
              <a:gd name="connsiteY3" fmla="*/ 21611 h 21611"/>
              <a:gd name="connsiteX4" fmla="*/ 3275 w 13213"/>
              <a:gd name="connsiteY4" fmla="*/ 21603 h 21611"/>
              <a:gd name="connsiteX5" fmla="*/ 3275 w 13213"/>
              <a:gd name="connsiteY5" fmla="*/ 21423 h 21611"/>
              <a:gd name="connsiteX6" fmla="*/ 456 w 13213"/>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819 w 12757"/>
              <a:gd name="connsiteY5" fmla="*/ 21423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757"/>
              <a:gd name="connsiteY0" fmla="*/ 0 h 21611"/>
              <a:gd name="connsiteX1" fmla="*/ 9282 w 12757"/>
              <a:gd name="connsiteY1" fmla="*/ 11 h 21611"/>
              <a:gd name="connsiteX2" fmla="*/ 12757 w 12757"/>
              <a:gd name="connsiteY2" fmla="*/ 10811 h 21611"/>
              <a:gd name="connsiteX3" fmla="*/ 9282 w 12757"/>
              <a:gd name="connsiteY3" fmla="*/ 21611 h 21611"/>
              <a:gd name="connsiteX4" fmla="*/ 2819 w 12757"/>
              <a:gd name="connsiteY4" fmla="*/ 21603 h 21611"/>
              <a:gd name="connsiteX5" fmla="*/ 2249 w 12757"/>
              <a:gd name="connsiteY5" fmla="*/ 17160 h 21611"/>
              <a:gd name="connsiteX6" fmla="*/ 0 w 12757"/>
              <a:gd name="connsiteY6" fmla="*/ 0 h 21611"/>
              <a:gd name="connsiteX0" fmla="*/ 0 w 12645"/>
              <a:gd name="connsiteY0" fmla="*/ 0 h 21623"/>
              <a:gd name="connsiteX1" fmla="*/ 9170 w 12645"/>
              <a:gd name="connsiteY1" fmla="*/ 20 h 21623"/>
              <a:gd name="connsiteX2" fmla="*/ 12645 w 12645"/>
              <a:gd name="connsiteY2" fmla="*/ 10820 h 21623"/>
              <a:gd name="connsiteX3" fmla="*/ 9170 w 12645"/>
              <a:gd name="connsiteY3" fmla="*/ 21620 h 21623"/>
              <a:gd name="connsiteX4" fmla="*/ 2707 w 12645"/>
              <a:gd name="connsiteY4" fmla="*/ 21612 h 21623"/>
              <a:gd name="connsiteX5" fmla="*/ 2137 w 12645"/>
              <a:gd name="connsiteY5" fmla="*/ 17169 h 21623"/>
              <a:gd name="connsiteX6" fmla="*/ 0 w 12645"/>
              <a:gd name="connsiteY6" fmla="*/ 0 h 21623"/>
              <a:gd name="connsiteX0" fmla="*/ 281 w 12926"/>
              <a:gd name="connsiteY0" fmla="*/ 0 h 21620"/>
              <a:gd name="connsiteX1" fmla="*/ 9451 w 12926"/>
              <a:gd name="connsiteY1" fmla="*/ 20 h 21620"/>
              <a:gd name="connsiteX2" fmla="*/ 12926 w 12926"/>
              <a:gd name="connsiteY2" fmla="*/ 10820 h 21620"/>
              <a:gd name="connsiteX3" fmla="*/ 9451 w 12926"/>
              <a:gd name="connsiteY3" fmla="*/ 21620 h 21620"/>
              <a:gd name="connsiteX4" fmla="*/ 2988 w 12926"/>
              <a:gd name="connsiteY4" fmla="*/ 21612 h 21620"/>
              <a:gd name="connsiteX5" fmla="*/ 281 w 12926"/>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707 w 12645"/>
              <a:gd name="connsiteY4" fmla="*/ 2161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45"/>
              <a:gd name="connsiteY0" fmla="*/ 0 h 21620"/>
              <a:gd name="connsiteX1" fmla="*/ 9170 w 12645"/>
              <a:gd name="connsiteY1" fmla="*/ 20 h 21620"/>
              <a:gd name="connsiteX2" fmla="*/ 12645 w 12645"/>
              <a:gd name="connsiteY2" fmla="*/ 10820 h 21620"/>
              <a:gd name="connsiteX3" fmla="*/ 9170 w 12645"/>
              <a:gd name="connsiteY3" fmla="*/ 21620 h 21620"/>
              <a:gd name="connsiteX4" fmla="*/ 2890 w 12645"/>
              <a:gd name="connsiteY4" fmla="*/ 21602 h 21620"/>
              <a:gd name="connsiteX5" fmla="*/ 0 w 1264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26"/>
              <a:gd name="connsiteY0" fmla="*/ 0 h 21620"/>
              <a:gd name="connsiteX1" fmla="*/ 9170 w 12626"/>
              <a:gd name="connsiteY1" fmla="*/ 20 h 21620"/>
              <a:gd name="connsiteX2" fmla="*/ 12625 w 12626"/>
              <a:gd name="connsiteY2" fmla="*/ 8758 h 21620"/>
              <a:gd name="connsiteX3" fmla="*/ 9170 w 12626"/>
              <a:gd name="connsiteY3" fmla="*/ 21620 h 21620"/>
              <a:gd name="connsiteX4" fmla="*/ 2890 w 12626"/>
              <a:gd name="connsiteY4" fmla="*/ 21602 h 21620"/>
              <a:gd name="connsiteX5" fmla="*/ 0 w 12626"/>
              <a:gd name="connsiteY5" fmla="*/ 0 h 21620"/>
              <a:gd name="connsiteX0" fmla="*/ 0 w 12625"/>
              <a:gd name="connsiteY0" fmla="*/ 0 h 21620"/>
              <a:gd name="connsiteX1" fmla="*/ 9170 w 12625"/>
              <a:gd name="connsiteY1" fmla="*/ 20 h 21620"/>
              <a:gd name="connsiteX2" fmla="*/ 12625 w 12625"/>
              <a:gd name="connsiteY2" fmla="*/ 8758 h 21620"/>
              <a:gd name="connsiteX3" fmla="*/ 9170 w 12625"/>
              <a:gd name="connsiteY3" fmla="*/ 21620 h 21620"/>
              <a:gd name="connsiteX4" fmla="*/ 2890 w 12625"/>
              <a:gd name="connsiteY4" fmla="*/ 21602 h 21620"/>
              <a:gd name="connsiteX5" fmla="*/ 0 w 12625"/>
              <a:gd name="connsiteY5" fmla="*/ 0 h 21620"/>
              <a:gd name="connsiteX0" fmla="*/ 0 w 12632"/>
              <a:gd name="connsiteY0" fmla="*/ 0 h 21620"/>
              <a:gd name="connsiteX1" fmla="*/ 9170 w 12632"/>
              <a:gd name="connsiteY1" fmla="*/ 20 h 21620"/>
              <a:gd name="connsiteX2" fmla="*/ 12625 w 12632"/>
              <a:gd name="connsiteY2" fmla="*/ 8758 h 21620"/>
              <a:gd name="connsiteX3" fmla="*/ 9170 w 12632"/>
              <a:gd name="connsiteY3" fmla="*/ 21620 h 21620"/>
              <a:gd name="connsiteX4" fmla="*/ 2890 w 12632"/>
              <a:gd name="connsiteY4" fmla="*/ 21602 h 21620"/>
              <a:gd name="connsiteX5" fmla="*/ 0 w 12632"/>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90 w 12643"/>
              <a:gd name="connsiteY4" fmla="*/ 216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759 w 12643"/>
              <a:gd name="connsiteY4" fmla="*/ 18687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354 w 12643"/>
              <a:gd name="connsiteY4" fmla="*/ 1507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3211 w 12643"/>
              <a:gd name="connsiteY4" fmla="*/ 19002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2643"/>
              <a:gd name="connsiteY0" fmla="*/ 0 h 21620"/>
              <a:gd name="connsiteX1" fmla="*/ 9170 w 12643"/>
              <a:gd name="connsiteY1" fmla="*/ 20 h 21620"/>
              <a:gd name="connsiteX2" fmla="*/ 12625 w 12643"/>
              <a:gd name="connsiteY2" fmla="*/ 8758 h 21620"/>
              <a:gd name="connsiteX3" fmla="*/ 9170 w 12643"/>
              <a:gd name="connsiteY3" fmla="*/ 21620 h 21620"/>
              <a:gd name="connsiteX4" fmla="*/ 2830 w 12643"/>
              <a:gd name="connsiteY4" fmla="*/ 20621 h 21620"/>
              <a:gd name="connsiteX5" fmla="*/ 0 w 12643"/>
              <a:gd name="connsiteY5" fmla="*/ 0 h 21620"/>
              <a:gd name="connsiteX0" fmla="*/ 0 w 11447"/>
              <a:gd name="connsiteY0" fmla="*/ 179 h 21799"/>
              <a:gd name="connsiteX1" fmla="*/ 9170 w 11447"/>
              <a:gd name="connsiteY1" fmla="*/ 199 h 21799"/>
              <a:gd name="connsiteX2" fmla="*/ 11421 w 11447"/>
              <a:gd name="connsiteY2" fmla="*/ 3178 h 21799"/>
              <a:gd name="connsiteX3" fmla="*/ 9170 w 11447"/>
              <a:gd name="connsiteY3" fmla="*/ 21799 h 21799"/>
              <a:gd name="connsiteX4" fmla="*/ 2830 w 11447"/>
              <a:gd name="connsiteY4" fmla="*/ 20800 h 21799"/>
              <a:gd name="connsiteX5" fmla="*/ 0 w 11447"/>
              <a:gd name="connsiteY5" fmla="*/ 179 h 21799"/>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421 w 12636"/>
              <a:gd name="connsiteY2" fmla="*/ 3000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9170 w 12636"/>
              <a:gd name="connsiteY1" fmla="*/ 21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636"/>
              <a:gd name="connsiteY0" fmla="*/ 1 h 20622"/>
              <a:gd name="connsiteX1" fmla="*/ 8633 w 12636"/>
              <a:gd name="connsiteY1" fmla="*/ 50 h 20622"/>
              <a:gd name="connsiteX2" fmla="*/ 11308 w 12636"/>
              <a:gd name="connsiteY2" fmla="*/ 2563 h 20622"/>
              <a:gd name="connsiteX3" fmla="*/ 12636 w 12636"/>
              <a:gd name="connsiteY3" fmla="*/ 8567 h 20622"/>
              <a:gd name="connsiteX4" fmla="*/ 2830 w 12636"/>
              <a:gd name="connsiteY4" fmla="*/ 20622 h 20622"/>
              <a:gd name="connsiteX5" fmla="*/ 0 w 12636"/>
              <a:gd name="connsiteY5" fmla="*/ 1 h 20622"/>
              <a:gd name="connsiteX0" fmla="*/ 0 w 12808"/>
              <a:gd name="connsiteY0" fmla="*/ 1 h 20622"/>
              <a:gd name="connsiteX1" fmla="*/ 8633 w 12808"/>
              <a:gd name="connsiteY1" fmla="*/ 50 h 20622"/>
              <a:gd name="connsiteX2" fmla="*/ 11308 w 12808"/>
              <a:gd name="connsiteY2" fmla="*/ 2563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622"/>
              <a:gd name="connsiteX1" fmla="*/ 8633 w 12808"/>
              <a:gd name="connsiteY1" fmla="*/ 50 h 20622"/>
              <a:gd name="connsiteX2" fmla="*/ 11376 w 12808"/>
              <a:gd name="connsiteY2" fmla="*/ 2076 h 20622"/>
              <a:gd name="connsiteX3" fmla="*/ 12808 w 12808"/>
              <a:gd name="connsiteY3" fmla="*/ 8356 h 20622"/>
              <a:gd name="connsiteX4" fmla="*/ 2830 w 12808"/>
              <a:gd name="connsiteY4" fmla="*/ 20622 h 20622"/>
              <a:gd name="connsiteX5" fmla="*/ 0 w 12808"/>
              <a:gd name="connsiteY5" fmla="*/ 1 h 20622"/>
              <a:gd name="connsiteX0" fmla="*/ 0 w 12808"/>
              <a:gd name="connsiteY0" fmla="*/ 1 h 20727"/>
              <a:gd name="connsiteX1" fmla="*/ 8633 w 12808"/>
              <a:gd name="connsiteY1" fmla="*/ 50 h 20727"/>
              <a:gd name="connsiteX2" fmla="*/ 11376 w 12808"/>
              <a:gd name="connsiteY2" fmla="*/ 2076 h 20727"/>
              <a:gd name="connsiteX3" fmla="*/ 12808 w 12808"/>
              <a:gd name="connsiteY3" fmla="*/ 8356 h 20727"/>
              <a:gd name="connsiteX4" fmla="*/ 2744 w 12808"/>
              <a:gd name="connsiteY4" fmla="*/ 20727 h 20727"/>
              <a:gd name="connsiteX5" fmla="*/ 0 w 12808"/>
              <a:gd name="connsiteY5" fmla="*/ 1 h 20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08" h="20727">
                <a:moveTo>
                  <a:pt x="0" y="1"/>
                </a:moveTo>
                <a:lnTo>
                  <a:pt x="8633" y="50"/>
                </a:lnTo>
                <a:cubicBezTo>
                  <a:pt x="9719" y="262"/>
                  <a:pt x="10215" y="-49"/>
                  <a:pt x="11376" y="2076"/>
                </a:cubicBezTo>
                <a:cubicBezTo>
                  <a:pt x="12537" y="4201"/>
                  <a:pt x="12814" y="8360"/>
                  <a:pt x="12808" y="8356"/>
                </a:cubicBezTo>
                <a:cubicBezTo>
                  <a:pt x="12806" y="8312"/>
                  <a:pt x="2815" y="20830"/>
                  <a:pt x="2744" y="20727"/>
                </a:cubicBezTo>
                <a:cubicBezTo>
                  <a:pt x="2759" y="20697"/>
                  <a:pt x="16" y="-23"/>
                  <a:pt x="0" y="1"/>
                </a:cubicBezTo>
                <a:close/>
              </a:path>
            </a:pathLst>
          </a:cu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0618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449896" y="2325214"/>
            <a:ext cx="477918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449895" y="3104049"/>
            <a:ext cx="4558544"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3" name="Picture 10">
            <a:extLst>
              <a:ext uri="{FF2B5EF4-FFF2-40B4-BE49-F238E27FC236}">
                <a16:creationId xmlns:a16="http://schemas.microsoft.com/office/drawing/2014/main" id="{D3B92ACB-D029-D548-B7FD-5F3E13800C9B}"/>
              </a:ext>
            </a:extLst>
          </p:cNvPr>
          <p:cNvSpPr/>
          <p:nvPr/>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55189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526" y="0"/>
            <a:ext cx="9153525" cy="51435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01869AC6-CC32-1A44-99FE-810601471201}"/>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355028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9153525" cy="51435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65032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286"/>
            <a:ext cx="9144000" cy="5148863"/>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992253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142"/>
            <a:ext cx="9144000" cy="5148864"/>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7" name="Picture 10">
            <a:extLst>
              <a:ext uri="{FF2B5EF4-FFF2-40B4-BE49-F238E27FC236}">
                <a16:creationId xmlns:a16="http://schemas.microsoft.com/office/drawing/2014/main" id="{D136F61C-EB2F-B44E-82C6-D148BAF30FAE}"/>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3253079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763" y="0"/>
            <a:ext cx="9134475" cy="51435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313CEC4A-55C4-064D-8DB3-0FEBAA882C5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5134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7.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9144000" cy="5148863"/>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449896" y="3325993"/>
            <a:ext cx="7136173" cy="532950"/>
          </a:xfrm>
          <a:prstGeom prst="rect">
            <a:avLst/>
          </a:prstGeom>
        </p:spPr>
        <p:txBody>
          <a:bodyPr lIns="0">
            <a:norm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6" name="Picture 10">
            <a:extLst>
              <a:ext uri="{FF2B5EF4-FFF2-40B4-BE49-F238E27FC236}">
                <a16:creationId xmlns:a16="http://schemas.microsoft.com/office/drawing/2014/main" id="{FDB467B8-5DD8-7A42-9348-328DFD2D4BB7}"/>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449898" y="2408791"/>
            <a:ext cx="7679120"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Tree>
    <p:extLst>
      <p:ext uri="{BB962C8B-B14F-4D97-AF65-F5344CB8AC3E}">
        <p14:creationId xmlns:p14="http://schemas.microsoft.com/office/powerpoint/2010/main" val="3542265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8.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520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9.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4763"/>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693447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0.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1"/>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694397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00"/>
            <a:ext cx="9144000" cy="514766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449896" y="2325214"/>
            <a:ext cx="4771075" cy="646331"/>
          </a:xfrm>
          <a:prstGeom prst="rect">
            <a:avLst/>
          </a:prstGeom>
        </p:spPr>
        <p:txBody>
          <a:bodyPr lIns="0" anchor="b" anchorCtr="0"/>
          <a:lstStyle>
            <a:lvl1pPr algn="l">
              <a:defRPr sz="3600" b="1" i="0">
                <a:solidFill>
                  <a:schemeClr val="bg1"/>
                </a:solidFill>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449895" y="3104049"/>
            <a:ext cx="4370556" cy="369332"/>
          </a:xfrm>
          <a:prstGeom prst="rect">
            <a:avLst/>
          </a:prstGeom>
        </p:spPr>
        <p:txBody>
          <a:bodyPr wrap="square" lIns="0">
            <a:sp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GB"/>
              <a:t>Click to edit Master subtitle style</a:t>
            </a:r>
            <a:endParaRPr lang="en-US"/>
          </a:p>
        </p:txBody>
      </p:sp>
      <p:sp>
        <p:nvSpPr>
          <p:cNvPr id="8" name="Picture 10">
            <a:extLst>
              <a:ext uri="{FF2B5EF4-FFF2-40B4-BE49-F238E27FC236}">
                <a16:creationId xmlns:a16="http://schemas.microsoft.com/office/drawing/2014/main" id="{DDEC51F8-143B-E743-99B4-8C89484E8E99}"/>
              </a:ext>
            </a:extLst>
          </p:cNvPr>
          <p:cNvSpPr/>
          <p:nvPr userDrawn="1"/>
        </p:nvSpPr>
        <p:spPr>
          <a:xfrm>
            <a:off x="488113" y="419656"/>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2459670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89595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5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6" y="834850"/>
            <a:ext cx="8237613"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2" y="2268992"/>
            <a:ext cx="1204957" cy="315423"/>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4" y="556506"/>
            <a:ext cx="8237537" cy="261762"/>
          </a:xfrm>
          <a:prstGeom prst="rect">
            <a:avLst/>
          </a:prstGeom>
        </p:spPr>
        <p:txBody>
          <a:bodyPr lIns="0" rIns="0"/>
          <a:lstStyle>
            <a:lvl1pPr marL="0" indent="0">
              <a:buNone/>
              <a:defRPr sz="1100">
                <a:solidFill>
                  <a:schemeClr val="bg2"/>
                </a:solidFill>
              </a:defRPr>
            </a:lvl1pPr>
          </a:lstStyle>
          <a:p>
            <a:pPr lvl="0"/>
            <a:r>
              <a:rPr lang="en-GB"/>
              <a:t>Click to edit Master text styles</a:t>
            </a:r>
          </a:p>
        </p:txBody>
      </p:sp>
    </p:spTree>
    <p:extLst>
      <p:ext uri="{BB962C8B-B14F-4D97-AF65-F5344CB8AC3E}">
        <p14:creationId xmlns:p14="http://schemas.microsoft.com/office/powerpoint/2010/main" val="183271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41220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83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7714212" y="4655128"/>
            <a:ext cx="1429789" cy="4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878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17.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4428547" y="1022760"/>
            <a:ext cx="4254128" cy="2590156"/>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4428196" y="1261367"/>
            <a:ext cx="4254128" cy="2351388"/>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4428548" y="1022761"/>
            <a:ext cx="4253776" cy="239091"/>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51007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18.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4572001" y="834850"/>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5706262" y="2873902"/>
            <a:ext cx="3125840" cy="190319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564380" y="827405"/>
            <a:ext cx="3125788" cy="1903413"/>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699760" y="2869566"/>
            <a:ext cx="3125788" cy="1899906"/>
          </a:xfrm>
          <a:prstGeom prst="roundRect">
            <a:avLst>
              <a:gd name="adj" fmla="val 2655"/>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2075401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19.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4"/>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68778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0.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0" y="629861"/>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13411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493532" y="704394"/>
            <a:ext cx="2162792" cy="379726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5802923" y="945174"/>
            <a:ext cx="1519311" cy="3331405"/>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34343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2.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959540" y="629861"/>
            <a:ext cx="3242597" cy="403861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5290457" y="920339"/>
            <a:ext cx="2553195" cy="3435351"/>
          </a:xfrm>
          <a:prstGeom prst="roundRect">
            <a:avLst>
              <a:gd name="adj" fmla="val 1353"/>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3592702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3.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875762"/>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GB"/>
              <a:t>Click icon to add picture</a:t>
            </a:r>
            <a:endParaRPr lang="en-US"/>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3" y="504045"/>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83657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4.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9" y="504045"/>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18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8" y="504046"/>
            <a:ext cx="6618055" cy="4029663"/>
          </a:xfrm>
          <a:prstGeom prst="roundRect">
            <a:avLst>
              <a:gd name="adj" fmla="val 2959"/>
            </a:avLst>
          </a:prstGeom>
        </p:spPr>
        <p:txBody>
          <a:bodyPr wrap="square">
            <a:noAutofit/>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2505006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5.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461326" y="294641"/>
            <a:ext cx="6285839"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4160094" y="-1"/>
            <a:ext cx="4995336" cy="5143502"/>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GB"/>
              <a:t>Click icon to add picture</a:t>
            </a:r>
            <a:endParaRPr lang="en-US"/>
          </a:p>
        </p:txBody>
      </p:sp>
    </p:spTree>
    <p:extLst>
      <p:ext uri="{BB962C8B-B14F-4D97-AF65-F5344CB8AC3E}">
        <p14:creationId xmlns:p14="http://schemas.microsoft.com/office/powerpoint/2010/main" val="29115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userDrawn="1">
          <p15:clr>
            <a:srgbClr val="FBAE40"/>
          </p15:clr>
        </p15:guide>
        <p15:guide id="3" orient="horz" pos="2277" userDrawn="1">
          <p15:clr>
            <a:srgbClr val="FBAE40"/>
          </p15:clr>
        </p15:guide>
      </p15:sldGuideLst>
    </p:ext>
  </p:extLst>
</p:sldLayout>
</file>

<file path=ppt/slideLayouts/slideLayout526.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461326" y="834850"/>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Tree>
    <p:extLst>
      <p:ext uri="{BB962C8B-B14F-4D97-AF65-F5344CB8AC3E}">
        <p14:creationId xmlns:p14="http://schemas.microsoft.com/office/powerpoint/2010/main" val="123128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7.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7"/>
            <a:ext cx="3746835" cy="3466754"/>
          </a:xfrm>
          <a:prstGeom prst="rect">
            <a:avLst/>
          </a:prstGeom>
        </p:spPr>
        <p:txBody>
          <a:bodyPr/>
          <a:lstStyle>
            <a:lvl1pPr marL="0" indent="0">
              <a:buNone/>
              <a:defRPr>
                <a:solidFill>
                  <a:schemeClr val="bg2"/>
                </a:solidFill>
              </a:defRPr>
            </a:lvl1pPr>
          </a:lstStyle>
          <a:p>
            <a:r>
              <a:rPr lang="en-GB"/>
              <a:t>Click icon to add picture</a:t>
            </a:r>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0314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4843800" y="834850"/>
            <a:ext cx="3855139" cy="3942242"/>
          </a:xfrm>
          <a:prstGeom prst="rect">
            <a:avLst/>
          </a:prstGeom>
        </p:spPr>
        <p:txBody>
          <a:bodyPr lIns="0" rIns="0">
            <a:normAutofit/>
          </a:bodyPr>
          <a:lstStyle>
            <a:lvl1pPr marL="174621" indent="-174621">
              <a:buClrTx/>
              <a:buFont typeface="Arial" panose="020B0604020202020204" pitchFamily="34" charset="0"/>
              <a:buChar char="•"/>
              <a:tabLst/>
              <a:defRPr sz="1600" b="0" i="0">
                <a:solidFill>
                  <a:schemeClr val="bg2"/>
                </a:solidFill>
                <a:latin typeface="Arial" panose="020B0604020202020204" pitchFamily="34" charset="0"/>
                <a:cs typeface="Arial" panose="020B0604020202020204" pitchFamily="34" charset="0"/>
              </a:defRPr>
            </a:lvl1pPr>
            <a:lvl2pPr marL="631809" indent="-174621">
              <a:buClrTx/>
              <a:tabLst/>
              <a:defRPr sz="1600" b="0" i="0">
                <a:solidFill>
                  <a:schemeClr val="bg2"/>
                </a:solidFill>
                <a:latin typeface="Arial" panose="020B0604020202020204" pitchFamily="34" charset="0"/>
              </a:defRPr>
            </a:lvl2pPr>
            <a:lvl3pPr marL="1087411" indent="-173034">
              <a:buClrTx/>
              <a:tabLst/>
              <a:defRPr sz="1600"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461326" y="834850"/>
            <a:ext cx="3834374" cy="3942242"/>
          </a:xfrm>
          <a:prstGeom prst="rect">
            <a:avLst/>
          </a:prstGeom>
        </p:spPr>
        <p:txBody>
          <a:bodyPr lIns="0" rIns="0"/>
          <a:lstStyle>
            <a:lvl1pPr marL="174621" indent="-174621">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09" indent="-174621">
              <a:buClrTx/>
              <a:buFont typeface="Arial"/>
              <a:buChar char="•"/>
              <a:tabLst/>
              <a:defRPr b="0" i="0">
                <a:solidFill>
                  <a:schemeClr val="bg2"/>
                </a:solidFill>
                <a:latin typeface="Arial" panose="020B0604020202020204" pitchFamily="34" charset="0"/>
                <a:cs typeface="Gotham Book" pitchFamily="2" charset="0"/>
              </a:defRPr>
            </a:lvl2pPr>
            <a:lvl3pPr marL="1087411" indent="-173034">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1921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32639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60665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61326" y="822329"/>
            <a:ext cx="2632413" cy="3954763"/>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4113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61325"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2549172"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4637019"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6724866" y="822328"/>
            <a:ext cx="1974072" cy="3954764"/>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457189"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378"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557500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3933253" y="3873547"/>
            <a:ext cx="1277495" cy="53151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3142398" y="3020518"/>
            <a:ext cx="2859206" cy="442634"/>
          </a:xfrm>
          <a:prstGeom prst="rect">
            <a:avLst/>
          </a:prstGeom>
        </p:spPr>
        <p:txBody>
          <a:bodyPr>
            <a:normAutofit/>
          </a:bodyPr>
          <a:lstStyle>
            <a:lvl1pPr marL="0" indent="0" algn="ctr">
              <a:buNone/>
              <a:defRPr sz="18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3142398" y="3381265"/>
            <a:ext cx="2859206" cy="442635"/>
          </a:xfrm>
          <a:prstGeom prst="rect">
            <a:avLst/>
          </a:prstGeom>
        </p:spPr>
        <p:txBody>
          <a:bodyPr>
            <a:normAutofit/>
          </a:bodyPr>
          <a:lstStyle>
            <a:lvl1pPr marL="0" indent="0" algn="ctr">
              <a:buNone/>
              <a:defRPr sz="14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3546101" y="869267"/>
            <a:ext cx="2051799" cy="205179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9836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5546098"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4572001"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4572001"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5310112"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222794" y="3691061"/>
            <a:ext cx="1356828" cy="564519"/>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248697" y="2853794"/>
            <a:ext cx="3305024" cy="453970"/>
          </a:xfrm>
          <a:prstGeom prst="rect">
            <a:avLst/>
          </a:prstGeom>
        </p:spPr>
        <p:txBody>
          <a:bodyPr>
            <a:normAutofit/>
          </a:bodyPr>
          <a:lstStyle>
            <a:lvl1pPr marL="0" indent="0" algn="ctr">
              <a:buNone/>
              <a:defRPr sz="20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248697" y="3213623"/>
            <a:ext cx="3305024" cy="359580"/>
          </a:xfrm>
          <a:prstGeom prst="rect">
            <a:avLst/>
          </a:prstGeom>
        </p:spPr>
        <p:txBody>
          <a:bodyPr anchor="ctr">
            <a:normAutofit/>
          </a:bodyPr>
          <a:lstStyle>
            <a:lvl1pPr marL="0" indent="0" algn="ctr">
              <a:buNone/>
              <a:defRPr sz="16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86808" y="889327"/>
            <a:ext cx="1828800" cy="18288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58260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3.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1594071"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134235"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134235"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535075"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9545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43561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43561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83645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178396"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5718560"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5718560"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119400"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8718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4.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694785"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234949"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234949"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635789"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2882814"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2422978"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2422978"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2823818"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5059957"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4600121"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4600121"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5000961"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7251073" y="3384422"/>
            <a:ext cx="1218467" cy="50695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6791237" y="2610902"/>
            <a:ext cx="2138136" cy="359580"/>
          </a:xfrm>
          <a:prstGeom prst="rect">
            <a:avLst/>
          </a:prstGeom>
        </p:spPr>
        <p:txBody>
          <a:bodyPr>
            <a:normAutofit/>
          </a:bodyPr>
          <a:lstStyle>
            <a:lvl1pPr marL="0" indent="0" algn="ctr">
              <a:buNone/>
              <a:defRPr sz="16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6791237" y="2948960"/>
            <a:ext cx="2138136" cy="271443"/>
          </a:xfrm>
          <a:prstGeom prst="rect">
            <a:avLst/>
          </a:prstGeom>
        </p:spPr>
        <p:txBody>
          <a:bodyPr anchor="ctr">
            <a:noAutofit/>
          </a:bodyPr>
          <a:lstStyle>
            <a:lvl1pPr marL="0" indent="0" algn="ctr">
              <a:buNone/>
              <a:defRPr sz="1300"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7192077" y="1105415"/>
            <a:ext cx="1336459" cy="1336459"/>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461326" y="294641"/>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1084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5.xml><?xml version="1.0" encoding="utf-8"?>
<p:sldLayout xmlns:a="http://schemas.openxmlformats.org/drawingml/2006/main" xmlns:r="http://schemas.openxmlformats.org/officeDocument/2006/relationships" xmlns:p="http://schemas.openxmlformats.org/presentationml/2006/main" userDrawn="1">
  <p:cSld name="Title Only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7BF56-527A-3789-DB3F-4913B1A3B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461326" y="294641"/>
            <a:ext cx="8237613" cy="338554"/>
          </a:xfrm>
          <a:prstGeom prst="rect">
            <a:avLst/>
          </a:prstGeom>
        </p:spPr>
        <p:txBody>
          <a:bodyPr lIns="0" rIns="0" anchor="ctr"/>
          <a:lstStyle>
            <a:lvl1pPr algn="l">
              <a:defRPr sz="18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83064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userDrawn="1">
          <p15:clr>
            <a:srgbClr val="FBAE40"/>
          </p15:clr>
        </p15:guide>
        <p15:guide id="2" pos="2160" userDrawn="1">
          <p15:clr>
            <a:srgbClr val="FBAE40"/>
          </p15:clr>
        </p15:guide>
      </p15:sldGuideLst>
    </p:ext>
  </p:extLst>
</p:sldLayout>
</file>

<file path=ppt/slideLayouts/slideLayout536.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7" y="294643"/>
            <a:ext cx="8237613" cy="292388"/>
          </a:xfrm>
          <a:prstGeom prst="rect">
            <a:avLst/>
          </a:prstGeom>
        </p:spPr>
        <p:txBody>
          <a:bodyPr lIns="0" rIns="0"/>
          <a:lstStyle>
            <a:lvl1pPr algn="l">
              <a:defRPr sz="1300"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7" y="834850"/>
            <a:ext cx="8237613" cy="3942242"/>
          </a:xfrm>
          <a:prstGeom prst="rect">
            <a:avLst/>
          </a:prstGeom>
        </p:spPr>
        <p:txBody>
          <a:bodyPr lIns="0" rIns="0"/>
          <a:lstStyle>
            <a:lvl1pPr marL="174613" indent="-174613">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631778" indent="-174613">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087357" indent="-173026">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59824" y="2268993"/>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461965" y="515785"/>
            <a:ext cx="8237537" cy="261762"/>
          </a:xfrm>
          <a:prstGeom prst="rect">
            <a:avLst/>
          </a:prstGeom>
        </p:spPr>
        <p:txBody>
          <a:bodyPr lIns="0" rIns="0"/>
          <a:lstStyle>
            <a:lvl1pPr marL="0" indent="0">
              <a:buNone/>
              <a:defRPr sz="12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287066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userDrawn="1">
          <p15:clr>
            <a:srgbClr val="FBAE40"/>
          </p15:clr>
        </p15:guide>
        <p15:guide id="3" orient="horz" pos="3036" userDrawn="1">
          <p15:clr>
            <a:srgbClr val="FBAE40"/>
          </p15:clr>
        </p15:guide>
      </p15:sldGuideLst>
    </p:ext>
  </p:extLst>
</p:sldLayout>
</file>

<file path=ppt/slideLayouts/slideLayout537.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2" y="1192"/>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1" y="1"/>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1" y="524203"/>
            <a:ext cx="8311896" cy="32823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5" y="4874067"/>
            <a:ext cx="244126" cy="103874"/>
          </a:xfrm>
          <a:prstGeom prst="rect">
            <a:avLst/>
          </a:prstGeom>
          <a:noFill/>
          <a:ln w="9525" algn="ctr">
            <a:noFill/>
            <a:miter lim="800000"/>
            <a:headEnd/>
            <a:tailEnd/>
          </a:ln>
          <a:effectLst/>
        </p:spPr>
        <p:txBody>
          <a:bodyPr wrap="square" lIns="0" tIns="0" rIns="0" bIns="0" anchor="b">
            <a:spAutoFit/>
          </a:bodyPr>
          <a:lstStyle/>
          <a:p>
            <a:pPr algn="r" defTabSz="458047"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47"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2" y="4876253"/>
            <a:ext cx="5458396" cy="9233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2" y="31199"/>
            <a:ext cx="2882504" cy="92333"/>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2" y="220981"/>
            <a:ext cx="8311896" cy="32823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4196893687"/>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41518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76589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0.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02504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1.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7371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2.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171823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3.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06110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4.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220" y="1248"/>
            <a:ext cx="9141780" cy="5142251"/>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48370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5.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893966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6.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665115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270988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231119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9.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4185779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0.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07947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1.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142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2.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2932633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3.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413754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4.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0"/>
            <a:ext cx="9141780" cy="514474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610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5.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31472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6.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1"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549947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7.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2590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8.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819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9.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1"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0"/>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39814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898524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1.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59934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2.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9361256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3.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0751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4.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47077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5.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40779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02660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67.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946186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68.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305034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6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1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0.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75460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1.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5657167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72.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368627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3.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46065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4.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10584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575.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262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6.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3375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7.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220" y="-1248"/>
            <a:ext cx="190015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8453214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4806729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79.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646230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80.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68817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1.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704673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2.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546526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3.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89980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84.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49416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85.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72292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86.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2453627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87.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64496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8.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4935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89.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4105503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90.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3642727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1.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243301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2.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402051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3.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7945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4.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71727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5.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5444598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6.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97154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7.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1160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8.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66373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9.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521714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0.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83656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1.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61325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2.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545078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3.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3398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4.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7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5.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691257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06.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6955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07.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601272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08.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540388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09.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51216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3925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791996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12.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716711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1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91373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14.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25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5.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062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6.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9768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7.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67857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8.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57164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9.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8949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1131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1.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23134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2.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42960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3.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1893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4.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204232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5.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1200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6.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9287835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7.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402039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8.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9486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29.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726933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30.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698815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1.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264669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306211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3.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10445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4.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6163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5.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48199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6.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661053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7.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01434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8.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1"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420450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39.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70024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08234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1.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2601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2.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42312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3.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57920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4.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146654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5.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743568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6.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817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7.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025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8.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8423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9.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71902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0.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5447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1.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419499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2.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850452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3.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23692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4.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086969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5.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43669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6.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073640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7.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34696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8.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225814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9.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20599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0.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374100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1.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9084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2.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198681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3.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345740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4.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67670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5.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1"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42774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6.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136111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7.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28910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8.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06858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9.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115846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70.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777381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71.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7" y="1608"/>
            <a:ext cx="3571682" cy="5141892"/>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8326923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2.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309723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73.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36256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theme" Target="../theme/theme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4.xml"/><Relationship Id="rId18" Type="http://schemas.openxmlformats.org/officeDocument/2006/relationships/slideLayout" Target="../slideLayouts/slideLayout159.xml"/><Relationship Id="rId26" Type="http://schemas.openxmlformats.org/officeDocument/2006/relationships/slideLayout" Target="../slideLayouts/slideLayout167.xml"/><Relationship Id="rId3" Type="http://schemas.openxmlformats.org/officeDocument/2006/relationships/slideLayout" Target="../slideLayouts/slideLayout144.xml"/><Relationship Id="rId21" Type="http://schemas.openxmlformats.org/officeDocument/2006/relationships/slideLayout" Target="../slideLayouts/slideLayout162.xml"/><Relationship Id="rId34" Type="http://schemas.openxmlformats.org/officeDocument/2006/relationships/theme" Target="../theme/theme2.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17" Type="http://schemas.openxmlformats.org/officeDocument/2006/relationships/slideLayout" Target="../slideLayouts/slideLayout158.xml"/><Relationship Id="rId25" Type="http://schemas.openxmlformats.org/officeDocument/2006/relationships/slideLayout" Target="../slideLayouts/slideLayout166.xml"/><Relationship Id="rId33" Type="http://schemas.openxmlformats.org/officeDocument/2006/relationships/slideLayout" Target="../slideLayouts/slideLayout174.xml"/><Relationship Id="rId2" Type="http://schemas.openxmlformats.org/officeDocument/2006/relationships/slideLayout" Target="../slideLayouts/slideLayout143.xml"/><Relationship Id="rId16" Type="http://schemas.openxmlformats.org/officeDocument/2006/relationships/slideLayout" Target="../slideLayouts/slideLayout157.xml"/><Relationship Id="rId20" Type="http://schemas.openxmlformats.org/officeDocument/2006/relationships/slideLayout" Target="../slideLayouts/slideLayout161.xml"/><Relationship Id="rId29" Type="http://schemas.openxmlformats.org/officeDocument/2006/relationships/slideLayout" Target="../slideLayouts/slideLayout170.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24" Type="http://schemas.openxmlformats.org/officeDocument/2006/relationships/slideLayout" Target="../slideLayouts/slideLayout165.xml"/><Relationship Id="rId32" Type="http://schemas.openxmlformats.org/officeDocument/2006/relationships/slideLayout" Target="../slideLayouts/slideLayout173.xml"/><Relationship Id="rId5" Type="http://schemas.openxmlformats.org/officeDocument/2006/relationships/slideLayout" Target="../slideLayouts/slideLayout146.xml"/><Relationship Id="rId15" Type="http://schemas.openxmlformats.org/officeDocument/2006/relationships/slideLayout" Target="../slideLayouts/slideLayout156.xml"/><Relationship Id="rId23" Type="http://schemas.openxmlformats.org/officeDocument/2006/relationships/slideLayout" Target="../slideLayouts/slideLayout164.xml"/><Relationship Id="rId28" Type="http://schemas.openxmlformats.org/officeDocument/2006/relationships/slideLayout" Target="../slideLayouts/slideLayout169.xml"/><Relationship Id="rId10" Type="http://schemas.openxmlformats.org/officeDocument/2006/relationships/slideLayout" Target="../slideLayouts/slideLayout151.xml"/><Relationship Id="rId19" Type="http://schemas.openxmlformats.org/officeDocument/2006/relationships/slideLayout" Target="../slideLayouts/slideLayout160.xml"/><Relationship Id="rId31" Type="http://schemas.openxmlformats.org/officeDocument/2006/relationships/slideLayout" Target="../slideLayouts/slideLayout172.xml"/><Relationship Id="rId4" Type="http://schemas.openxmlformats.org/officeDocument/2006/relationships/slideLayout" Target="../slideLayouts/slideLayout145.xml"/><Relationship Id="rId9" Type="http://schemas.openxmlformats.org/officeDocument/2006/relationships/slideLayout" Target="../slideLayouts/slideLayout150.xml"/><Relationship Id="rId14" Type="http://schemas.openxmlformats.org/officeDocument/2006/relationships/slideLayout" Target="../slideLayouts/slideLayout155.xml"/><Relationship Id="rId22" Type="http://schemas.openxmlformats.org/officeDocument/2006/relationships/slideLayout" Target="../slideLayouts/slideLayout163.xml"/><Relationship Id="rId27" Type="http://schemas.openxmlformats.org/officeDocument/2006/relationships/slideLayout" Target="../slideLayouts/slideLayout168.xml"/><Relationship Id="rId30" Type="http://schemas.openxmlformats.org/officeDocument/2006/relationships/slideLayout" Target="../slideLayouts/slideLayout171.xml"/><Relationship Id="rId35" Type="http://schemas.openxmlformats.org/officeDocument/2006/relationships/image" Target="../media/image15.svg"/><Relationship Id="rId8" Type="http://schemas.openxmlformats.org/officeDocument/2006/relationships/slideLayout" Target="../slideLayouts/slideLayout14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2.xml"/><Relationship Id="rId13" Type="http://schemas.openxmlformats.org/officeDocument/2006/relationships/slideLayout" Target="../slideLayouts/slideLayout187.xml"/><Relationship Id="rId18" Type="http://schemas.openxmlformats.org/officeDocument/2006/relationships/slideLayout" Target="../slideLayouts/slideLayout192.xml"/><Relationship Id="rId3" Type="http://schemas.openxmlformats.org/officeDocument/2006/relationships/slideLayout" Target="../slideLayouts/slideLayout177.xml"/><Relationship Id="rId21" Type="http://schemas.openxmlformats.org/officeDocument/2006/relationships/slideLayout" Target="../slideLayouts/slideLayout195.xml"/><Relationship Id="rId7" Type="http://schemas.openxmlformats.org/officeDocument/2006/relationships/slideLayout" Target="../slideLayouts/slideLayout181.xml"/><Relationship Id="rId12" Type="http://schemas.openxmlformats.org/officeDocument/2006/relationships/slideLayout" Target="../slideLayouts/slideLayout186.xml"/><Relationship Id="rId17" Type="http://schemas.openxmlformats.org/officeDocument/2006/relationships/slideLayout" Target="../slideLayouts/slideLayout191.xml"/><Relationship Id="rId2" Type="http://schemas.openxmlformats.org/officeDocument/2006/relationships/slideLayout" Target="../slideLayouts/slideLayout176.xml"/><Relationship Id="rId16" Type="http://schemas.openxmlformats.org/officeDocument/2006/relationships/slideLayout" Target="../slideLayouts/slideLayout190.xml"/><Relationship Id="rId20" Type="http://schemas.openxmlformats.org/officeDocument/2006/relationships/slideLayout" Target="../slideLayouts/slideLayout194.xml"/><Relationship Id="rId1" Type="http://schemas.openxmlformats.org/officeDocument/2006/relationships/slideLayout" Target="../slideLayouts/slideLayout175.xml"/><Relationship Id="rId6" Type="http://schemas.openxmlformats.org/officeDocument/2006/relationships/slideLayout" Target="../slideLayouts/slideLayout180.xml"/><Relationship Id="rId11" Type="http://schemas.openxmlformats.org/officeDocument/2006/relationships/slideLayout" Target="../slideLayouts/slideLayout185.xml"/><Relationship Id="rId5" Type="http://schemas.openxmlformats.org/officeDocument/2006/relationships/slideLayout" Target="../slideLayouts/slideLayout179.xml"/><Relationship Id="rId15" Type="http://schemas.openxmlformats.org/officeDocument/2006/relationships/slideLayout" Target="../slideLayouts/slideLayout189.xml"/><Relationship Id="rId10" Type="http://schemas.openxmlformats.org/officeDocument/2006/relationships/slideLayout" Target="../slideLayouts/slideLayout184.xml"/><Relationship Id="rId19" Type="http://schemas.openxmlformats.org/officeDocument/2006/relationships/slideLayout" Target="../slideLayouts/slideLayout193.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14" Type="http://schemas.openxmlformats.org/officeDocument/2006/relationships/slideLayout" Target="../slideLayouts/slideLayout188.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208.xml"/><Relationship Id="rId18" Type="http://schemas.openxmlformats.org/officeDocument/2006/relationships/slideLayout" Target="../slideLayouts/slideLayout213.xml"/><Relationship Id="rId26" Type="http://schemas.openxmlformats.org/officeDocument/2006/relationships/slideLayout" Target="../slideLayouts/slideLayout221.xml"/><Relationship Id="rId39" Type="http://schemas.openxmlformats.org/officeDocument/2006/relationships/slideLayout" Target="../slideLayouts/slideLayout234.xml"/><Relationship Id="rId21" Type="http://schemas.openxmlformats.org/officeDocument/2006/relationships/slideLayout" Target="../slideLayouts/slideLayout216.xml"/><Relationship Id="rId34" Type="http://schemas.openxmlformats.org/officeDocument/2006/relationships/slideLayout" Target="../slideLayouts/slideLayout229.xml"/><Relationship Id="rId42" Type="http://schemas.openxmlformats.org/officeDocument/2006/relationships/slideLayout" Target="../slideLayouts/slideLayout237.xml"/><Relationship Id="rId7" Type="http://schemas.openxmlformats.org/officeDocument/2006/relationships/slideLayout" Target="../slideLayouts/slideLayout202.xml"/><Relationship Id="rId2" Type="http://schemas.openxmlformats.org/officeDocument/2006/relationships/slideLayout" Target="../slideLayouts/slideLayout197.xml"/><Relationship Id="rId16" Type="http://schemas.openxmlformats.org/officeDocument/2006/relationships/slideLayout" Target="../slideLayouts/slideLayout211.xml"/><Relationship Id="rId29" Type="http://schemas.openxmlformats.org/officeDocument/2006/relationships/slideLayout" Target="../slideLayouts/slideLayout224.xml"/><Relationship Id="rId1" Type="http://schemas.openxmlformats.org/officeDocument/2006/relationships/slideLayout" Target="../slideLayouts/slideLayout196.xml"/><Relationship Id="rId6" Type="http://schemas.openxmlformats.org/officeDocument/2006/relationships/slideLayout" Target="../slideLayouts/slideLayout201.xml"/><Relationship Id="rId11" Type="http://schemas.openxmlformats.org/officeDocument/2006/relationships/slideLayout" Target="../slideLayouts/slideLayout206.xml"/><Relationship Id="rId24" Type="http://schemas.openxmlformats.org/officeDocument/2006/relationships/slideLayout" Target="../slideLayouts/slideLayout219.xml"/><Relationship Id="rId32" Type="http://schemas.openxmlformats.org/officeDocument/2006/relationships/slideLayout" Target="../slideLayouts/slideLayout227.xml"/><Relationship Id="rId37" Type="http://schemas.openxmlformats.org/officeDocument/2006/relationships/slideLayout" Target="../slideLayouts/slideLayout232.xml"/><Relationship Id="rId40" Type="http://schemas.openxmlformats.org/officeDocument/2006/relationships/slideLayout" Target="../slideLayouts/slideLayout235.xml"/><Relationship Id="rId45" Type="http://schemas.openxmlformats.org/officeDocument/2006/relationships/oleObject" Target="../embeddings/oleObject1.bin"/><Relationship Id="rId5" Type="http://schemas.openxmlformats.org/officeDocument/2006/relationships/slideLayout" Target="../slideLayouts/slideLayout200.xml"/><Relationship Id="rId15" Type="http://schemas.openxmlformats.org/officeDocument/2006/relationships/slideLayout" Target="../slideLayouts/slideLayout210.xml"/><Relationship Id="rId23" Type="http://schemas.openxmlformats.org/officeDocument/2006/relationships/slideLayout" Target="../slideLayouts/slideLayout218.xml"/><Relationship Id="rId28" Type="http://schemas.openxmlformats.org/officeDocument/2006/relationships/slideLayout" Target="../slideLayouts/slideLayout223.xml"/><Relationship Id="rId36" Type="http://schemas.openxmlformats.org/officeDocument/2006/relationships/slideLayout" Target="../slideLayouts/slideLayout231.xml"/><Relationship Id="rId10" Type="http://schemas.openxmlformats.org/officeDocument/2006/relationships/slideLayout" Target="../slideLayouts/slideLayout205.xml"/><Relationship Id="rId19" Type="http://schemas.openxmlformats.org/officeDocument/2006/relationships/slideLayout" Target="../slideLayouts/slideLayout214.xml"/><Relationship Id="rId31" Type="http://schemas.openxmlformats.org/officeDocument/2006/relationships/slideLayout" Target="../slideLayouts/slideLayout226.xml"/><Relationship Id="rId44" Type="http://schemas.openxmlformats.org/officeDocument/2006/relationships/tags" Target="../tags/tag1.xml"/><Relationship Id="rId4" Type="http://schemas.openxmlformats.org/officeDocument/2006/relationships/slideLayout" Target="../slideLayouts/slideLayout199.xml"/><Relationship Id="rId9" Type="http://schemas.openxmlformats.org/officeDocument/2006/relationships/slideLayout" Target="../slideLayouts/slideLayout204.xml"/><Relationship Id="rId14" Type="http://schemas.openxmlformats.org/officeDocument/2006/relationships/slideLayout" Target="../slideLayouts/slideLayout209.xml"/><Relationship Id="rId22" Type="http://schemas.openxmlformats.org/officeDocument/2006/relationships/slideLayout" Target="../slideLayouts/slideLayout217.xml"/><Relationship Id="rId27" Type="http://schemas.openxmlformats.org/officeDocument/2006/relationships/slideLayout" Target="../slideLayouts/slideLayout222.xml"/><Relationship Id="rId30" Type="http://schemas.openxmlformats.org/officeDocument/2006/relationships/slideLayout" Target="../slideLayouts/slideLayout225.xml"/><Relationship Id="rId35" Type="http://schemas.openxmlformats.org/officeDocument/2006/relationships/slideLayout" Target="../slideLayouts/slideLayout230.xml"/><Relationship Id="rId43" Type="http://schemas.openxmlformats.org/officeDocument/2006/relationships/theme" Target="../theme/theme4.xml"/><Relationship Id="rId8" Type="http://schemas.openxmlformats.org/officeDocument/2006/relationships/slideLayout" Target="../slideLayouts/slideLayout203.xml"/><Relationship Id="rId3" Type="http://schemas.openxmlformats.org/officeDocument/2006/relationships/slideLayout" Target="../slideLayouts/slideLayout198.xml"/><Relationship Id="rId12" Type="http://schemas.openxmlformats.org/officeDocument/2006/relationships/slideLayout" Target="../slideLayouts/slideLayout207.xml"/><Relationship Id="rId17" Type="http://schemas.openxmlformats.org/officeDocument/2006/relationships/slideLayout" Target="../slideLayouts/slideLayout212.xml"/><Relationship Id="rId25" Type="http://schemas.openxmlformats.org/officeDocument/2006/relationships/slideLayout" Target="../slideLayouts/slideLayout220.xml"/><Relationship Id="rId33" Type="http://schemas.openxmlformats.org/officeDocument/2006/relationships/slideLayout" Target="../slideLayouts/slideLayout228.xml"/><Relationship Id="rId38" Type="http://schemas.openxmlformats.org/officeDocument/2006/relationships/slideLayout" Target="../slideLayouts/slideLayout233.xml"/><Relationship Id="rId46" Type="http://schemas.openxmlformats.org/officeDocument/2006/relationships/image" Target="../media/image40.emf"/><Relationship Id="rId20" Type="http://schemas.openxmlformats.org/officeDocument/2006/relationships/slideLayout" Target="../slideLayouts/slideLayout215.xml"/><Relationship Id="rId41" Type="http://schemas.openxmlformats.org/officeDocument/2006/relationships/slideLayout" Target="../slideLayouts/slideLayout23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50.xml"/><Relationship Id="rId18" Type="http://schemas.openxmlformats.org/officeDocument/2006/relationships/slideLayout" Target="../slideLayouts/slideLayout255.xml"/><Relationship Id="rId26" Type="http://schemas.openxmlformats.org/officeDocument/2006/relationships/slideLayout" Target="../slideLayouts/slideLayout263.xml"/><Relationship Id="rId39" Type="http://schemas.openxmlformats.org/officeDocument/2006/relationships/slideLayout" Target="../slideLayouts/slideLayout276.xml"/><Relationship Id="rId21" Type="http://schemas.openxmlformats.org/officeDocument/2006/relationships/slideLayout" Target="../slideLayouts/slideLayout258.xml"/><Relationship Id="rId34" Type="http://schemas.openxmlformats.org/officeDocument/2006/relationships/slideLayout" Target="../slideLayouts/slideLayout271.xml"/><Relationship Id="rId42" Type="http://schemas.openxmlformats.org/officeDocument/2006/relationships/slideLayout" Target="../slideLayouts/slideLayout279.xml"/><Relationship Id="rId47" Type="http://schemas.openxmlformats.org/officeDocument/2006/relationships/slideLayout" Target="../slideLayouts/slideLayout284.xml"/><Relationship Id="rId50" Type="http://schemas.openxmlformats.org/officeDocument/2006/relationships/slideLayout" Target="../slideLayouts/slideLayout287.xml"/><Relationship Id="rId55" Type="http://schemas.openxmlformats.org/officeDocument/2006/relationships/theme" Target="../theme/theme5.xml"/><Relationship Id="rId7" Type="http://schemas.openxmlformats.org/officeDocument/2006/relationships/slideLayout" Target="../slideLayouts/slideLayout244.xml"/><Relationship Id="rId2" Type="http://schemas.openxmlformats.org/officeDocument/2006/relationships/slideLayout" Target="../slideLayouts/slideLayout239.xml"/><Relationship Id="rId16" Type="http://schemas.openxmlformats.org/officeDocument/2006/relationships/slideLayout" Target="../slideLayouts/slideLayout253.xml"/><Relationship Id="rId29" Type="http://schemas.openxmlformats.org/officeDocument/2006/relationships/slideLayout" Target="../slideLayouts/slideLayout266.xml"/><Relationship Id="rId11" Type="http://schemas.openxmlformats.org/officeDocument/2006/relationships/slideLayout" Target="../slideLayouts/slideLayout248.xml"/><Relationship Id="rId24" Type="http://schemas.openxmlformats.org/officeDocument/2006/relationships/slideLayout" Target="../slideLayouts/slideLayout261.xml"/><Relationship Id="rId32" Type="http://schemas.openxmlformats.org/officeDocument/2006/relationships/slideLayout" Target="../slideLayouts/slideLayout269.xml"/><Relationship Id="rId37" Type="http://schemas.openxmlformats.org/officeDocument/2006/relationships/slideLayout" Target="../slideLayouts/slideLayout274.xml"/><Relationship Id="rId40" Type="http://schemas.openxmlformats.org/officeDocument/2006/relationships/slideLayout" Target="../slideLayouts/slideLayout277.xml"/><Relationship Id="rId45" Type="http://schemas.openxmlformats.org/officeDocument/2006/relationships/slideLayout" Target="../slideLayouts/slideLayout282.xml"/><Relationship Id="rId53" Type="http://schemas.openxmlformats.org/officeDocument/2006/relationships/slideLayout" Target="../slideLayouts/slideLayout290.xml"/><Relationship Id="rId58" Type="http://schemas.openxmlformats.org/officeDocument/2006/relationships/image" Target="../media/image50.emf"/><Relationship Id="rId5" Type="http://schemas.openxmlformats.org/officeDocument/2006/relationships/slideLayout" Target="../slideLayouts/slideLayout242.xml"/><Relationship Id="rId19" Type="http://schemas.openxmlformats.org/officeDocument/2006/relationships/slideLayout" Target="../slideLayouts/slideLayout256.xml"/><Relationship Id="rId4" Type="http://schemas.openxmlformats.org/officeDocument/2006/relationships/slideLayout" Target="../slideLayouts/slideLayout241.xml"/><Relationship Id="rId9" Type="http://schemas.openxmlformats.org/officeDocument/2006/relationships/slideLayout" Target="../slideLayouts/slideLayout246.xml"/><Relationship Id="rId14" Type="http://schemas.openxmlformats.org/officeDocument/2006/relationships/slideLayout" Target="../slideLayouts/slideLayout251.xml"/><Relationship Id="rId22" Type="http://schemas.openxmlformats.org/officeDocument/2006/relationships/slideLayout" Target="../slideLayouts/slideLayout259.xml"/><Relationship Id="rId27" Type="http://schemas.openxmlformats.org/officeDocument/2006/relationships/slideLayout" Target="../slideLayouts/slideLayout264.xml"/><Relationship Id="rId30" Type="http://schemas.openxmlformats.org/officeDocument/2006/relationships/slideLayout" Target="../slideLayouts/slideLayout267.xml"/><Relationship Id="rId35" Type="http://schemas.openxmlformats.org/officeDocument/2006/relationships/slideLayout" Target="../slideLayouts/slideLayout272.xml"/><Relationship Id="rId43" Type="http://schemas.openxmlformats.org/officeDocument/2006/relationships/slideLayout" Target="../slideLayouts/slideLayout280.xml"/><Relationship Id="rId48" Type="http://schemas.openxmlformats.org/officeDocument/2006/relationships/slideLayout" Target="../slideLayouts/slideLayout285.xml"/><Relationship Id="rId56" Type="http://schemas.openxmlformats.org/officeDocument/2006/relationships/tags" Target="../tags/tag9.xml"/><Relationship Id="rId8" Type="http://schemas.openxmlformats.org/officeDocument/2006/relationships/slideLayout" Target="../slideLayouts/slideLayout245.xml"/><Relationship Id="rId51" Type="http://schemas.openxmlformats.org/officeDocument/2006/relationships/slideLayout" Target="../slideLayouts/slideLayout288.xml"/><Relationship Id="rId3" Type="http://schemas.openxmlformats.org/officeDocument/2006/relationships/slideLayout" Target="../slideLayouts/slideLayout240.xml"/><Relationship Id="rId12" Type="http://schemas.openxmlformats.org/officeDocument/2006/relationships/slideLayout" Target="../slideLayouts/slideLayout249.xml"/><Relationship Id="rId17" Type="http://schemas.openxmlformats.org/officeDocument/2006/relationships/slideLayout" Target="../slideLayouts/slideLayout254.xml"/><Relationship Id="rId25" Type="http://schemas.openxmlformats.org/officeDocument/2006/relationships/slideLayout" Target="../slideLayouts/slideLayout262.xml"/><Relationship Id="rId33" Type="http://schemas.openxmlformats.org/officeDocument/2006/relationships/slideLayout" Target="../slideLayouts/slideLayout270.xml"/><Relationship Id="rId38" Type="http://schemas.openxmlformats.org/officeDocument/2006/relationships/slideLayout" Target="../slideLayouts/slideLayout275.xml"/><Relationship Id="rId46" Type="http://schemas.openxmlformats.org/officeDocument/2006/relationships/slideLayout" Target="../slideLayouts/slideLayout283.xml"/><Relationship Id="rId59" Type="http://schemas.openxmlformats.org/officeDocument/2006/relationships/image" Target="../media/image15.svg"/><Relationship Id="rId20" Type="http://schemas.openxmlformats.org/officeDocument/2006/relationships/slideLayout" Target="../slideLayouts/slideLayout257.xml"/><Relationship Id="rId41" Type="http://schemas.openxmlformats.org/officeDocument/2006/relationships/slideLayout" Target="../slideLayouts/slideLayout278.xml"/><Relationship Id="rId54" Type="http://schemas.openxmlformats.org/officeDocument/2006/relationships/slideLayout" Target="../slideLayouts/slideLayout291.xml"/><Relationship Id="rId1" Type="http://schemas.openxmlformats.org/officeDocument/2006/relationships/slideLayout" Target="../slideLayouts/slideLayout238.xml"/><Relationship Id="rId6" Type="http://schemas.openxmlformats.org/officeDocument/2006/relationships/slideLayout" Target="../slideLayouts/slideLayout243.xml"/><Relationship Id="rId15" Type="http://schemas.openxmlformats.org/officeDocument/2006/relationships/slideLayout" Target="../slideLayouts/slideLayout252.xml"/><Relationship Id="rId23" Type="http://schemas.openxmlformats.org/officeDocument/2006/relationships/slideLayout" Target="../slideLayouts/slideLayout260.xml"/><Relationship Id="rId28" Type="http://schemas.openxmlformats.org/officeDocument/2006/relationships/slideLayout" Target="../slideLayouts/slideLayout265.xml"/><Relationship Id="rId36" Type="http://schemas.openxmlformats.org/officeDocument/2006/relationships/slideLayout" Target="../slideLayouts/slideLayout273.xml"/><Relationship Id="rId49" Type="http://schemas.openxmlformats.org/officeDocument/2006/relationships/slideLayout" Target="../slideLayouts/slideLayout286.xml"/><Relationship Id="rId57" Type="http://schemas.openxmlformats.org/officeDocument/2006/relationships/oleObject" Target="../embeddings/oleObject3.bin"/><Relationship Id="rId10" Type="http://schemas.openxmlformats.org/officeDocument/2006/relationships/slideLayout" Target="../slideLayouts/slideLayout247.xml"/><Relationship Id="rId31" Type="http://schemas.openxmlformats.org/officeDocument/2006/relationships/slideLayout" Target="../slideLayouts/slideLayout268.xml"/><Relationship Id="rId44" Type="http://schemas.openxmlformats.org/officeDocument/2006/relationships/slideLayout" Target="../slideLayouts/slideLayout281.xml"/><Relationship Id="rId52" Type="http://schemas.openxmlformats.org/officeDocument/2006/relationships/slideLayout" Target="../slideLayouts/slideLayout289.xml"/></Relationships>
</file>

<file path=ppt/slideMasters/_rels/slideMaster6.xml.rels><?xml version="1.0" encoding="UTF-8" standalone="yes"?>
<Relationships xmlns="http://schemas.openxmlformats.org/package/2006/relationships"><Relationship Id="rId117" Type="http://schemas.openxmlformats.org/officeDocument/2006/relationships/slideLayout" Target="../slideLayouts/slideLayout408.xml"/><Relationship Id="rId21" Type="http://schemas.openxmlformats.org/officeDocument/2006/relationships/slideLayout" Target="../slideLayouts/slideLayout312.xml"/><Relationship Id="rId42" Type="http://schemas.openxmlformats.org/officeDocument/2006/relationships/slideLayout" Target="../slideLayouts/slideLayout333.xml"/><Relationship Id="rId63" Type="http://schemas.openxmlformats.org/officeDocument/2006/relationships/slideLayout" Target="../slideLayouts/slideLayout354.xml"/><Relationship Id="rId84" Type="http://schemas.openxmlformats.org/officeDocument/2006/relationships/slideLayout" Target="../slideLayouts/slideLayout375.xml"/><Relationship Id="rId138" Type="http://schemas.openxmlformats.org/officeDocument/2006/relationships/theme" Target="../theme/theme6.xml"/><Relationship Id="rId16" Type="http://schemas.openxmlformats.org/officeDocument/2006/relationships/slideLayout" Target="../slideLayouts/slideLayout307.xml"/><Relationship Id="rId107" Type="http://schemas.openxmlformats.org/officeDocument/2006/relationships/slideLayout" Target="../slideLayouts/slideLayout398.xml"/><Relationship Id="rId11" Type="http://schemas.openxmlformats.org/officeDocument/2006/relationships/slideLayout" Target="../slideLayouts/slideLayout302.xml"/><Relationship Id="rId32" Type="http://schemas.openxmlformats.org/officeDocument/2006/relationships/slideLayout" Target="../slideLayouts/slideLayout323.xml"/><Relationship Id="rId37" Type="http://schemas.openxmlformats.org/officeDocument/2006/relationships/slideLayout" Target="../slideLayouts/slideLayout328.xml"/><Relationship Id="rId53" Type="http://schemas.openxmlformats.org/officeDocument/2006/relationships/slideLayout" Target="../slideLayouts/slideLayout344.xml"/><Relationship Id="rId58" Type="http://schemas.openxmlformats.org/officeDocument/2006/relationships/slideLayout" Target="../slideLayouts/slideLayout349.xml"/><Relationship Id="rId74" Type="http://schemas.openxmlformats.org/officeDocument/2006/relationships/slideLayout" Target="../slideLayouts/slideLayout365.xml"/><Relationship Id="rId79" Type="http://schemas.openxmlformats.org/officeDocument/2006/relationships/slideLayout" Target="../slideLayouts/slideLayout370.xml"/><Relationship Id="rId102" Type="http://schemas.openxmlformats.org/officeDocument/2006/relationships/slideLayout" Target="../slideLayouts/slideLayout393.xml"/><Relationship Id="rId123" Type="http://schemas.openxmlformats.org/officeDocument/2006/relationships/slideLayout" Target="../slideLayouts/slideLayout414.xml"/><Relationship Id="rId128" Type="http://schemas.openxmlformats.org/officeDocument/2006/relationships/slideLayout" Target="../slideLayouts/slideLayout419.xml"/><Relationship Id="rId5" Type="http://schemas.openxmlformats.org/officeDocument/2006/relationships/slideLayout" Target="../slideLayouts/slideLayout296.xml"/><Relationship Id="rId90" Type="http://schemas.openxmlformats.org/officeDocument/2006/relationships/slideLayout" Target="../slideLayouts/slideLayout381.xml"/><Relationship Id="rId95" Type="http://schemas.openxmlformats.org/officeDocument/2006/relationships/slideLayout" Target="../slideLayouts/slideLayout386.xml"/><Relationship Id="rId22" Type="http://schemas.openxmlformats.org/officeDocument/2006/relationships/slideLayout" Target="../slideLayouts/slideLayout313.xml"/><Relationship Id="rId27" Type="http://schemas.openxmlformats.org/officeDocument/2006/relationships/slideLayout" Target="../slideLayouts/slideLayout318.xml"/><Relationship Id="rId43" Type="http://schemas.openxmlformats.org/officeDocument/2006/relationships/slideLayout" Target="../slideLayouts/slideLayout334.xml"/><Relationship Id="rId48" Type="http://schemas.openxmlformats.org/officeDocument/2006/relationships/slideLayout" Target="../slideLayouts/slideLayout339.xml"/><Relationship Id="rId64" Type="http://schemas.openxmlformats.org/officeDocument/2006/relationships/slideLayout" Target="../slideLayouts/slideLayout355.xml"/><Relationship Id="rId69" Type="http://schemas.openxmlformats.org/officeDocument/2006/relationships/slideLayout" Target="../slideLayouts/slideLayout360.xml"/><Relationship Id="rId113" Type="http://schemas.openxmlformats.org/officeDocument/2006/relationships/slideLayout" Target="../slideLayouts/slideLayout404.xml"/><Relationship Id="rId118" Type="http://schemas.openxmlformats.org/officeDocument/2006/relationships/slideLayout" Target="../slideLayouts/slideLayout409.xml"/><Relationship Id="rId134" Type="http://schemas.openxmlformats.org/officeDocument/2006/relationships/slideLayout" Target="../slideLayouts/slideLayout425.xml"/><Relationship Id="rId139" Type="http://schemas.openxmlformats.org/officeDocument/2006/relationships/image" Target="../media/image1.png"/><Relationship Id="rId80" Type="http://schemas.openxmlformats.org/officeDocument/2006/relationships/slideLayout" Target="../slideLayouts/slideLayout371.xml"/><Relationship Id="rId85" Type="http://schemas.openxmlformats.org/officeDocument/2006/relationships/slideLayout" Target="../slideLayouts/slideLayout376.xml"/><Relationship Id="rId12" Type="http://schemas.openxmlformats.org/officeDocument/2006/relationships/slideLayout" Target="../slideLayouts/slideLayout303.xml"/><Relationship Id="rId17" Type="http://schemas.openxmlformats.org/officeDocument/2006/relationships/slideLayout" Target="../slideLayouts/slideLayout308.xml"/><Relationship Id="rId33" Type="http://schemas.openxmlformats.org/officeDocument/2006/relationships/slideLayout" Target="../slideLayouts/slideLayout324.xml"/><Relationship Id="rId38" Type="http://schemas.openxmlformats.org/officeDocument/2006/relationships/slideLayout" Target="../slideLayouts/slideLayout329.xml"/><Relationship Id="rId59" Type="http://schemas.openxmlformats.org/officeDocument/2006/relationships/slideLayout" Target="../slideLayouts/slideLayout350.xml"/><Relationship Id="rId103" Type="http://schemas.openxmlformats.org/officeDocument/2006/relationships/slideLayout" Target="../slideLayouts/slideLayout394.xml"/><Relationship Id="rId108" Type="http://schemas.openxmlformats.org/officeDocument/2006/relationships/slideLayout" Target="../slideLayouts/slideLayout399.xml"/><Relationship Id="rId124" Type="http://schemas.openxmlformats.org/officeDocument/2006/relationships/slideLayout" Target="../slideLayouts/slideLayout415.xml"/><Relationship Id="rId129" Type="http://schemas.openxmlformats.org/officeDocument/2006/relationships/slideLayout" Target="../slideLayouts/slideLayout420.xml"/><Relationship Id="rId54" Type="http://schemas.openxmlformats.org/officeDocument/2006/relationships/slideLayout" Target="../slideLayouts/slideLayout345.xml"/><Relationship Id="rId70" Type="http://schemas.openxmlformats.org/officeDocument/2006/relationships/slideLayout" Target="../slideLayouts/slideLayout361.xml"/><Relationship Id="rId75" Type="http://schemas.openxmlformats.org/officeDocument/2006/relationships/slideLayout" Target="../slideLayouts/slideLayout366.xml"/><Relationship Id="rId91" Type="http://schemas.openxmlformats.org/officeDocument/2006/relationships/slideLayout" Target="../slideLayouts/slideLayout382.xml"/><Relationship Id="rId96" Type="http://schemas.openxmlformats.org/officeDocument/2006/relationships/slideLayout" Target="../slideLayouts/slideLayout387.xml"/><Relationship Id="rId1" Type="http://schemas.openxmlformats.org/officeDocument/2006/relationships/slideLayout" Target="../slideLayouts/slideLayout292.xml"/><Relationship Id="rId6" Type="http://schemas.openxmlformats.org/officeDocument/2006/relationships/slideLayout" Target="../slideLayouts/slideLayout297.xml"/><Relationship Id="rId23" Type="http://schemas.openxmlformats.org/officeDocument/2006/relationships/slideLayout" Target="../slideLayouts/slideLayout314.xml"/><Relationship Id="rId28" Type="http://schemas.openxmlformats.org/officeDocument/2006/relationships/slideLayout" Target="../slideLayouts/slideLayout319.xml"/><Relationship Id="rId49" Type="http://schemas.openxmlformats.org/officeDocument/2006/relationships/slideLayout" Target="../slideLayouts/slideLayout340.xml"/><Relationship Id="rId114" Type="http://schemas.openxmlformats.org/officeDocument/2006/relationships/slideLayout" Target="../slideLayouts/slideLayout405.xml"/><Relationship Id="rId119" Type="http://schemas.openxmlformats.org/officeDocument/2006/relationships/slideLayout" Target="../slideLayouts/slideLayout410.xml"/><Relationship Id="rId44" Type="http://schemas.openxmlformats.org/officeDocument/2006/relationships/slideLayout" Target="../slideLayouts/slideLayout335.xml"/><Relationship Id="rId60" Type="http://schemas.openxmlformats.org/officeDocument/2006/relationships/slideLayout" Target="../slideLayouts/slideLayout351.xml"/><Relationship Id="rId65" Type="http://schemas.openxmlformats.org/officeDocument/2006/relationships/slideLayout" Target="../slideLayouts/slideLayout356.xml"/><Relationship Id="rId81" Type="http://schemas.openxmlformats.org/officeDocument/2006/relationships/slideLayout" Target="../slideLayouts/slideLayout372.xml"/><Relationship Id="rId86" Type="http://schemas.openxmlformats.org/officeDocument/2006/relationships/slideLayout" Target="../slideLayouts/slideLayout377.xml"/><Relationship Id="rId130" Type="http://schemas.openxmlformats.org/officeDocument/2006/relationships/slideLayout" Target="../slideLayouts/slideLayout421.xml"/><Relationship Id="rId135" Type="http://schemas.openxmlformats.org/officeDocument/2006/relationships/slideLayout" Target="../slideLayouts/slideLayout426.xml"/><Relationship Id="rId13" Type="http://schemas.openxmlformats.org/officeDocument/2006/relationships/slideLayout" Target="../slideLayouts/slideLayout304.xml"/><Relationship Id="rId18" Type="http://schemas.openxmlformats.org/officeDocument/2006/relationships/slideLayout" Target="../slideLayouts/slideLayout309.xml"/><Relationship Id="rId39" Type="http://schemas.openxmlformats.org/officeDocument/2006/relationships/slideLayout" Target="../slideLayouts/slideLayout330.xml"/><Relationship Id="rId109" Type="http://schemas.openxmlformats.org/officeDocument/2006/relationships/slideLayout" Target="../slideLayouts/slideLayout400.xml"/><Relationship Id="rId34" Type="http://schemas.openxmlformats.org/officeDocument/2006/relationships/slideLayout" Target="../slideLayouts/slideLayout325.xml"/><Relationship Id="rId50" Type="http://schemas.openxmlformats.org/officeDocument/2006/relationships/slideLayout" Target="../slideLayouts/slideLayout341.xml"/><Relationship Id="rId55" Type="http://schemas.openxmlformats.org/officeDocument/2006/relationships/slideLayout" Target="../slideLayouts/slideLayout346.xml"/><Relationship Id="rId76" Type="http://schemas.openxmlformats.org/officeDocument/2006/relationships/slideLayout" Target="../slideLayouts/slideLayout367.xml"/><Relationship Id="rId97" Type="http://schemas.openxmlformats.org/officeDocument/2006/relationships/slideLayout" Target="../slideLayouts/slideLayout388.xml"/><Relationship Id="rId104" Type="http://schemas.openxmlformats.org/officeDocument/2006/relationships/slideLayout" Target="../slideLayouts/slideLayout395.xml"/><Relationship Id="rId120" Type="http://schemas.openxmlformats.org/officeDocument/2006/relationships/slideLayout" Target="../slideLayouts/slideLayout411.xml"/><Relationship Id="rId125" Type="http://schemas.openxmlformats.org/officeDocument/2006/relationships/slideLayout" Target="../slideLayouts/slideLayout416.xml"/><Relationship Id="rId7" Type="http://schemas.openxmlformats.org/officeDocument/2006/relationships/slideLayout" Target="../slideLayouts/slideLayout298.xml"/><Relationship Id="rId71" Type="http://schemas.openxmlformats.org/officeDocument/2006/relationships/slideLayout" Target="../slideLayouts/slideLayout362.xml"/><Relationship Id="rId92" Type="http://schemas.openxmlformats.org/officeDocument/2006/relationships/slideLayout" Target="../slideLayouts/slideLayout383.xml"/><Relationship Id="rId2" Type="http://schemas.openxmlformats.org/officeDocument/2006/relationships/slideLayout" Target="../slideLayouts/slideLayout293.xml"/><Relationship Id="rId29" Type="http://schemas.openxmlformats.org/officeDocument/2006/relationships/slideLayout" Target="../slideLayouts/slideLayout320.xml"/><Relationship Id="rId24" Type="http://schemas.openxmlformats.org/officeDocument/2006/relationships/slideLayout" Target="../slideLayouts/slideLayout315.xml"/><Relationship Id="rId40" Type="http://schemas.openxmlformats.org/officeDocument/2006/relationships/slideLayout" Target="../slideLayouts/slideLayout331.xml"/><Relationship Id="rId45" Type="http://schemas.openxmlformats.org/officeDocument/2006/relationships/slideLayout" Target="../slideLayouts/slideLayout336.xml"/><Relationship Id="rId66" Type="http://schemas.openxmlformats.org/officeDocument/2006/relationships/slideLayout" Target="../slideLayouts/slideLayout357.xml"/><Relationship Id="rId87" Type="http://schemas.openxmlformats.org/officeDocument/2006/relationships/slideLayout" Target="../slideLayouts/slideLayout378.xml"/><Relationship Id="rId110" Type="http://schemas.openxmlformats.org/officeDocument/2006/relationships/slideLayout" Target="../slideLayouts/slideLayout401.xml"/><Relationship Id="rId115" Type="http://schemas.openxmlformats.org/officeDocument/2006/relationships/slideLayout" Target="../slideLayouts/slideLayout406.xml"/><Relationship Id="rId131" Type="http://schemas.openxmlformats.org/officeDocument/2006/relationships/slideLayout" Target="../slideLayouts/slideLayout422.xml"/><Relationship Id="rId136" Type="http://schemas.openxmlformats.org/officeDocument/2006/relationships/slideLayout" Target="../slideLayouts/slideLayout427.xml"/><Relationship Id="rId61" Type="http://schemas.openxmlformats.org/officeDocument/2006/relationships/slideLayout" Target="../slideLayouts/slideLayout352.xml"/><Relationship Id="rId82" Type="http://schemas.openxmlformats.org/officeDocument/2006/relationships/slideLayout" Target="../slideLayouts/slideLayout373.xml"/><Relationship Id="rId19" Type="http://schemas.openxmlformats.org/officeDocument/2006/relationships/slideLayout" Target="../slideLayouts/slideLayout310.xml"/><Relationship Id="rId14" Type="http://schemas.openxmlformats.org/officeDocument/2006/relationships/slideLayout" Target="../slideLayouts/slideLayout305.xml"/><Relationship Id="rId30" Type="http://schemas.openxmlformats.org/officeDocument/2006/relationships/slideLayout" Target="../slideLayouts/slideLayout321.xml"/><Relationship Id="rId35" Type="http://schemas.openxmlformats.org/officeDocument/2006/relationships/slideLayout" Target="../slideLayouts/slideLayout326.xml"/><Relationship Id="rId56" Type="http://schemas.openxmlformats.org/officeDocument/2006/relationships/slideLayout" Target="../slideLayouts/slideLayout347.xml"/><Relationship Id="rId77" Type="http://schemas.openxmlformats.org/officeDocument/2006/relationships/slideLayout" Target="../slideLayouts/slideLayout368.xml"/><Relationship Id="rId100" Type="http://schemas.openxmlformats.org/officeDocument/2006/relationships/slideLayout" Target="../slideLayouts/slideLayout391.xml"/><Relationship Id="rId105" Type="http://schemas.openxmlformats.org/officeDocument/2006/relationships/slideLayout" Target="../slideLayouts/slideLayout396.xml"/><Relationship Id="rId126" Type="http://schemas.openxmlformats.org/officeDocument/2006/relationships/slideLayout" Target="../slideLayouts/slideLayout417.xml"/><Relationship Id="rId8" Type="http://schemas.openxmlformats.org/officeDocument/2006/relationships/slideLayout" Target="../slideLayouts/slideLayout299.xml"/><Relationship Id="rId51" Type="http://schemas.openxmlformats.org/officeDocument/2006/relationships/slideLayout" Target="../slideLayouts/slideLayout342.xml"/><Relationship Id="rId72" Type="http://schemas.openxmlformats.org/officeDocument/2006/relationships/slideLayout" Target="../slideLayouts/slideLayout363.xml"/><Relationship Id="rId93" Type="http://schemas.openxmlformats.org/officeDocument/2006/relationships/slideLayout" Target="../slideLayouts/slideLayout384.xml"/><Relationship Id="rId98" Type="http://schemas.openxmlformats.org/officeDocument/2006/relationships/slideLayout" Target="../slideLayouts/slideLayout389.xml"/><Relationship Id="rId121" Type="http://schemas.openxmlformats.org/officeDocument/2006/relationships/slideLayout" Target="../slideLayouts/slideLayout412.xml"/><Relationship Id="rId3" Type="http://schemas.openxmlformats.org/officeDocument/2006/relationships/slideLayout" Target="../slideLayouts/slideLayout294.xml"/><Relationship Id="rId25" Type="http://schemas.openxmlformats.org/officeDocument/2006/relationships/slideLayout" Target="../slideLayouts/slideLayout316.xml"/><Relationship Id="rId46" Type="http://schemas.openxmlformats.org/officeDocument/2006/relationships/slideLayout" Target="../slideLayouts/slideLayout337.xml"/><Relationship Id="rId67" Type="http://schemas.openxmlformats.org/officeDocument/2006/relationships/slideLayout" Target="../slideLayouts/slideLayout358.xml"/><Relationship Id="rId116" Type="http://schemas.openxmlformats.org/officeDocument/2006/relationships/slideLayout" Target="../slideLayouts/slideLayout407.xml"/><Relationship Id="rId137" Type="http://schemas.openxmlformats.org/officeDocument/2006/relationships/slideLayout" Target="../slideLayouts/slideLayout428.xml"/><Relationship Id="rId20" Type="http://schemas.openxmlformats.org/officeDocument/2006/relationships/slideLayout" Target="../slideLayouts/slideLayout311.xml"/><Relationship Id="rId41" Type="http://schemas.openxmlformats.org/officeDocument/2006/relationships/slideLayout" Target="../slideLayouts/slideLayout332.xml"/><Relationship Id="rId62" Type="http://schemas.openxmlformats.org/officeDocument/2006/relationships/slideLayout" Target="../slideLayouts/slideLayout353.xml"/><Relationship Id="rId83" Type="http://schemas.openxmlformats.org/officeDocument/2006/relationships/slideLayout" Target="../slideLayouts/slideLayout374.xml"/><Relationship Id="rId88" Type="http://schemas.openxmlformats.org/officeDocument/2006/relationships/slideLayout" Target="../slideLayouts/slideLayout379.xml"/><Relationship Id="rId111" Type="http://schemas.openxmlformats.org/officeDocument/2006/relationships/slideLayout" Target="../slideLayouts/slideLayout402.xml"/><Relationship Id="rId132" Type="http://schemas.openxmlformats.org/officeDocument/2006/relationships/slideLayout" Target="../slideLayouts/slideLayout423.xml"/><Relationship Id="rId15" Type="http://schemas.openxmlformats.org/officeDocument/2006/relationships/slideLayout" Target="../slideLayouts/slideLayout306.xml"/><Relationship Id="rId36" Type="http://schemas.openxmlformats.org/officeDocument/2006/relationships/slideLayout" Target="../slideLayouts/slideLayout327.xml"/><Relationship Id="rId57" Type="http://schemas.openxmlformats.org/officeDocument/2006/relationships/slideLayout" Target="../slideLayouts/slideLayout348.xml"/><Relationship Id="rId106" Type="http://schemas.openxmlformats.org/officeDocument/2006/relationships/slideLayout" Target="../slideLayouts/slideLayout397.xml"/><Relationship Id="rId127" Type="http://schemas.openxmlformats.org/officeDocument/2006/relationships/slideLayout" Target="../slideLayouts/slideLayout418.xml"/><Relationship Id="rId10" Type="http://schemas.openxmlformats.org/officeDocument/2006/relationships/slideLayout" Target="../slideLayouts/slideLayout301.xml"/><Relationship Id="rId31" Type="http://schemas.openxmlformats.org/officeDocument/2006/relationships/slideLayout" Target="../slideLayouts/slideLayout322.xml"/><Relationship Id="rId52" Type="http://schemas.openxmlformats.org/officeDocument/2006/relationships/slideLayout" Target="../slideLayouts/slideLayout343.xml"/><Relationship Id="rId73" Type="http://schemas.openxmlformats.org/officeDocument/2006/relationships/slideLayout" Target="../slideLayouts/slideLayout364.xml"/><Relationship Id="rId78" Type="http://schemas.openxmlformats.org/officeDocument/2006/relationships/slideLayout" Target="../slideLayouts/slideLayout369.xml"/><Relationship Id="rId94" Type="http://schemas.openxmlformats.org/officeDocument/2006/relationships/slideLayout" Target="../slideLayouts/slideLayout385.xml"/><Relationship Id="rId99" Type="http://schemas.openxmlformats.org/officeDocument/2006/relationships/slideLayout" Target="../slideLayouts/slideLayout390.xml"/><Relationship Id="rId101" Type="http://schemas.openxmlformats.org/officeDocument/2006/relationships/slideLayout" Target="../slideLayouts/slideLayout392.xml"/><Relationship Id="rId122" Type="http://schemas.openxmlformats.org/officeDocument/2006/relationships/slideLayout" Target="../slideLayouts/slideLayout413.xml"/><Relationship Id="rId4" Type="http://schemas.openxmlformats.org/officeDocument/2006/relationships/slideLayout" Target="../slideLayouts/slideLayout295.xml"/><Relationship Id="rId9" Type="http://schemas.openxmlformats.org/officeDocument/2006/relationships/slideLayout" Target="../slideLayouts/slideLayout300.xml"/><Relationship Id="rId26" Type="http://schemas.openxmlformats.org/officeDocument/2006/relationships/slideLayout" Target="../slideLayouts/slideLayout317.xml"/><Relationship Id="rId47" Type="http://schemas.openxmlformats.org/officeDocument/2006/relationships/slideLayout" Target="../slideLayouts/slideLayout338.xml"/><Relationship Id="rId68" Type="http://schemas.openxmlformats.org/officeDocument/2006/relationships/slideLayout" Target="../slideLayouts/slideLayout359.xml"/><Relationship Id="rId89" Type="http://schemas.openxmlformats.org/officeDocument/2006/relationships/slideLayout" Target="../slideLayouts/slideLayout380.xml"/><Relationship Id="rId112" Type="http://schemas.openxmlformats.org/officeDocument/2006/relationships/slideLayout" Target="../slideLayouts/slideLayout403.xml"/><Relationship Id="rId133" Type="http://schemas.openxmlformats.org/officeDocument/2006/relationships/slideLayout" Target="../slideLayouts/slideLayout424.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441.xml"/><Relationship Id="rId18" Type="http://schemas.openxmlformats.org/officeDocument/2006/relationships/slideLayout" Target="../slideLayouts/slideLayout446.xml"/><Relationship Id="rId26" Type="http://schemas.openxmlformats.org/officeDocument/2006/relationships/slideLayout" Target="../slideLayouts/slideLayout454.xml"/><Relationship Id="rId39" Type="http://schemas.openxmlformats.org/officeDocument/2006/relationships/theme" Target="../theme/theme7.xml"/><Relationship Id="rId21" Type="http://schemas.openxmlformats.org/officeDocument/2006/relationships/slideLayout" Target="../slideLayouts/slideLayout449.xml"/><Relationship Id="rId34" Type="http://schemas.openxmlformats.org/officeDocument/2006/relationships/slideLayout" Target="../slideLayouts/slideLayout462.xml"/><Relationship Id="rId7" Type="http://schemas.openxmlformats.org/officeDocument/2006/relationships/slideLayout" Target="../slideLayouts/slideLayout435.xml"/><Relationship Id="rId12" Type="http://schemas.openxmlformats.org/officeDocument/2006/relationships/slideLayout" Target="../slideLayouts/slideLayout440.xml"/><Relationship Id="rId17" Type="http://schemas.openxmlformats.org/officeDocument/2006/relationships/slideLayout" Target="../slideLayouts/slideLayout445.xml"/><Relationship Id="rId25" Type="http://schemas.openxmlformats.org/officeDocument/2006/relationships/slideLayout" Target="../slideLayouts/slideLayout453.xml"/><Relationship Id="rId33" Type="http://schemas.openxmlformats.org/officeDocument/2006/relationships/slideLayout" Target="../slideLayouts/slideLayout461.xml"/><Relationship Id="rId38" Type="http://schemas.openxmlformats.org/officeDocument/2006/relationships/slideLayout" Target="../slideLayouts/slideLayout466.xml"/><Relationship Id="rId2" Type="http://schemas.openxmlformats.org/officeDocument/2006/relationships/slideLayout" Target="../slideLayouts/slideLayout430.xml"/><Relationship Id="rId16" Type="http://schemas.openxmlformats.org/officeDocument/2006/relationships/slideLayout" Target="../slideLayouts/slideLayout444.xml"/><Relationship Id="rId20" Type="http://schemas.openxmlformats.org/officeDocument/2006/relationships/slideLayout" Target="../slideLayouts/slideLayout448.xml"/><Relationship Id="rId29" Type="http://schemas.openxmlformats.org/officeDocument/2006/relationships/slideLayout" Target="../slideLayouts/slideLayout457.xml"/><Relationship Id="rId1" Type="http://schemas.openxmlformats.org/officeDocument/2006/relationships/slideLayout" Target="../slideLayouts/slideLayout429.xml"/><Relationship Id="rId6" Type="http://schemas.openxmlformats.org/officeDocument/2006/relationships/slideLayout" Target="../slideLayouts/slideLayout434.xml"/><Relationship Id="rId11" Type="http://schemas.openxmlformats.org/officeDocument/2006/relationships/slideLayout" Target="../slideLayouts/slideLayout439.xml"/><Relationship Id="rId24" Type="http://schemas.openxmlformats.org/officeDocument/2006/relationships/slideLayout" Target="../slideLayouts/slideLayout452.xml"/><Relationship Id="rId32" Type="http://schemas.openxmlformats.org/officeDocument/2006/relationships/slideLayout" Target="../slideLayouts/slideLayout460.xml"/><Relationship Id="rId37" Type="http://schemas.openxmlformats.org/officeDocument/2006/relationships/slideLayout" Target="../slideLayouts/slideLayout465.xml"/><Relationship Id="rId40" Type="http://schemas.openxmlformats.org/officeDocument/2006/relationships/image" Target="../media/image15.svg"/><Relationship Id="rId5" Type="http://schemas.openxmlformats.org/officeDocument/2006/relationships/slideLayout" Target="../slideLayouts/slideLayout433.xml"/><Relationship Id="rId15" Type="http://schemas.openxmlformats.org/officeDocument/2006/relationships/slideLayout" Target="../slideLayouts/slideLayout443.xml"/><Relationship Id="rId23" Type="http://schemas.openxmlformats.org/officeDocument/2006/relationships/slideLayout" Target="../slideLayouts/slideLayout451.xml"/><Relationship Id="rId28" Type="http://schemas.openxmlformats.org/officeDocument/2006/relationships/slideLayout" Target="../slideLayouts/slideLayout456.xml"/><Relationship Id="rId36" Type="http://schemas.openxmlformats.org/officeDocument/2006/relationships/slideLayout" Target="../slideLayouts/slideLayout464.xml"/><Relationship Id="rId10" Type="http://schemas.openxmlformats.org/officeDocument/2006/relationships/slideLayout" Target="../slideLayouts/slideLayout438.xml"/><Relationship Id="rId19" Type="http://schemas.openxmlformats.org/officeDocument/2006/relationships/slideLayout" Target="../slideLayouts/slideLayout447.xml"/><Relationship Id="rId31" Type="http://schemas.openxmlformats.org/officeDocument/2006/relationships/slideLayout" Target="../slideLayouts/slideLayout459.xml"/><Relationship Id="rId4" Type="http://schemas.openxmlformats.org/officeDocument/2006/relationships/slideLayout" Target="../slideLayouts/slideLayout432.xml"/><Relationship Id="rId9" Type="http://schemas.openxmlformats.org/officeDocument/2006/relationships/slideLayout" Target="../slideLayouts/slideLayout437.xml"/><Relationship Id="rId14" Type="http://schemas.openxmlformats.org/officeDocument/2006/relationships/slideLayout" Target="../slideLayouts/slideLayout442.xml"/><Relationship Id="rId22" Type="http://schemas.openxmlformats.org/officeDocument/2006/relationships/slideLayout" Target="../slideLayouts/slideLayout450.xml"/><Relationship Id="rId27" Type="http://schemas.openxmlformats.org/officeDocument/2006/relationships/slideLayout" Target="../slideLayouts/slideLayout455.xml"/><Relationship Id="rId30" Type="http://schemas.openxmlformats.org/officeDocument/2006/relationships/slideLayout" Target="../slideLayouts/slideLayout458.xml"/><Relationship Id="rId35" Type="http://schemas.openxmlformats.org/officeDocument/2006/relationships/slideLayout" Target="../slideLayouts/slideLayout463.xml"/><Relationship Id="rId8" Type="http://schemas.openxmlformats.org/officeDocument/2006/relationships/slideLayout" Target="../slideLayouts/slideLayout436.xml"/><Relationship Id="rId3" Type="http://schemas.openxmlformats.org/officeDocument/2006/relationships/slideLayout" Target="../slideLayouts/slideLayout431.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479.xml"/><Relationship Id="rId18" Type="http://schemas.openxmlformats.org/officeDocument/2006/relationships/slideLayout" Target="../slideLayouts/slideLayout484.xml"/><Relationship Id="rId26" Type="http://schemas.openxmlformats.org/officeDocument/2006/relationships/slideLayout" Target="../slideLayouts/slideLayout492.xml"/><Relationship Id="rId3" Type="http://schemas.openxmlformats.org/officeDocument/2006/relationships/slideLayout" Target="../slideLayouts/slideLayout469.xml"/><Relationship Id="rId21" Type="http://schemas.openxmlformats.org/officeDocument/2006/relationships/slideLayout" Target="../slideLayouts/slideLayout487.xml"/><Relationship Id="rId34" Type="http://schemas.openxmlformats.org/officeDocument/2006/relationships/slideLayout" Target="../slideLayouts/slideLayout500.xml"/><Relationship Id="rId7" Type="http://schemas.openxmlformats.org/officeDocument/2006/relationships/slideLayout" Target="../slideLayouts/slideLayout473.xml"/><Relationship Id="rId12" Type="http://schemas.openxmlformats.org/officeDocument/2006/relationships/slideLayout" Target="../slideLayouts/slideLayout478.xml"/><Relationship Id="rId17" Type="http://schemas.openxmlformats.org/officeDocument/2006/relationships/slideLayout" Target="../slideLayouts/slideLayout483.xml"/><Relationship Id="rId25" Type="http://schemas.openxmlformats.org/officeDocument/2006/relationships/slideLayout" Target="../slideLayouts/slideLayout491.xml"/><Relationship Id="rId33" Type="http://schemas.openxmlformats.org/officeDocument/2006/relationships/slideLayout" Target="../slideLayouts/slideLayout499.xml"/><Relationship Id="rId2" Type="http://schemas.openxmlformats.org/officeDocument/2006/relationships/slideLayout" Target="../slideLayouts/slideLayout468.xml"/><Relationship Id="rId16" Type="http://schemas.openxmlformats.org/officeDocument/2006/relationships/slideLayout" Target="../slideLayouts/slideLayout482.xml"/><Relationship Id="rId20" Type="http://schemas.openxmlformats.org/officeDocument/2006/relationships/slideLayout" Target="../slideLayouts/slideLayout486.xml"/><Relationship Id="rId29" Type="http://schemas.openxmlformats.org/officeDocument/2006/relationships/slideLayout" Target="../slideLayouts/slideLayout495.xml"/><Relationship Id="rId1" Type="http://schemas.openxmlformats.org/officeDocument/2006/relationships/slideLayout" Target="../slideLayouts/slideLayout467.xml"/><Relationship Id="rId6" Type="http://schemas.openxmlformats.org/officeDocument/2006/relationships/slideLayout" Target="../slideLayouts/slideLayout472.xml"/><Relationship Id="rId11" Type="http://schemas.openxmlformats.org/officeDocument/2006/relationships/slideLayout" Target="../slideLayouts/slideLayout477.xml"/><Relationship Id="rId24" Type="http://schemas.openxmlformats.org/officeDocument/2006/relationships/slideLayout" Target="../slideLayouts/slideLayout490.xml"/><Relationship Id="rId32" Type="http://schemas.openxmlformats.org/officeDocument/2006/relationships/slideLayout" Target="../slideLayouts/slideLayout498.xml"/><Relationship Id="rId5" Type="http://schemas.openxmlformats.org/officeDocument/2006/relationships/slideLayout" Target="../slideLayouts/slideLayout471.xml"/><Relationship Id="rId15" Type="http://schemas.openxmlformats.org/officeDocument/2006/relationships/slideLayout" Target="../slideLayouts/slideLayout481.xml"/><Relationship Id="rId23" Type="http://schemas.openxmlformats.org/officeDocument/2006/relationships/slideLayout" Target="../slideLayouts/slideLayout489.xml"/><Relationship Id="rId28" Type="http://schemas.openxmlformats.org/officeDocument/2006/relationships/slideLayout" Target="../slideLayouts/slideLayout494.xml"/><Relationship Id="rId36" Type="http://schemas.openxmlformats.org/officeDocument/2006/relationships/image" Target="../media/image15.svg"/><Relationship Id="rId10" Type="http://schemas.openxmlformats.org/officeDocument/2006/relationships/slideLayout" Target="../slideLayouts/slideLayout476.xml"/><Relationship Id="rId19" Type="http://schemas.openxmlformats.org/officeDocument/2006/relationships/slideLayout" Target="../slideLayouts/slideLayout485.xml"/><Relationship Id="rId31" Type="http://schemas.openxmlformats.org/officeDocument/2006/relationships/slideLayout" Target="../slideLayouts/slideLayout497.xml"/><Relationship Id="rId4" Type="http://schemas.openxmlformats.org/officeDocument/2006/relationships/slideLayout" Target="../slideLayouts/slideLayout470.xml"/><Relationship Id="rId9" Type="http://schemas.openxmlformats.org/officeDocument/2006/relationships/slideLayout" Target="../slideLayouts/slideLayout475.xml"/><Relationship Id="rId14" Type="http://schemas.openxmlformats.org/officeDocument/2006/relationships/slideLayout" Target="../slideLayouts/slideLayout480.xml"/><Relationship Id="rId22" Type="http://schemas.openxmlformats.org/officeDocument/2006/relationships/slideLayout" Target="../slideLayouts/slideLayout488.xml"/><Relationship Id="rId27" Type="http://schemas.openxmlformats.org/officeDocument/2006/relationships/slideLayout" Target="../slideLayouts/slideLayout493.xml"/><Relationship Id="rId30" Type="http://schemas.openxmlformats.org/officeDocument/2006/relationships/slideLayout" Target="../slideLayouts/slideLayout496.xml"/><Relationship Id="rId35" Type="http://schemas.openxmlformats.org/officeDocument/2006/relationships/theme" Target="../theme/theme8.xml"/><Relationship Id="rId8" Type="http://schemas.openxmlformats.org/officeDocument/2006/relationships/slideLayout" Target="../slideLayouts/slideLayout474.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513.xml"/><Relationship Id="rId18" Type="http://schemas.openxmlformats.org/officeDocument/2006/relationships/slideLayout" Target="../slideLayouts/slideLayout518.xml"/><Relationship Id="rId26" Type="http://schemas.openxmlformats.org/officeDocument/2006/relationships/slideLayout" Target="../slideLayouts/slideLayout526.xml"/><Relationship Id="rId39" Type="http://schemas.openxmlformats.org/officeDocument/2006/relationships/image" Target="../media/image15.svg"/><Relationship Id="rId21" Type="http://schemas.openxmlformats.org/officeDocument/2006/relationships/slideLayout" Target="../slideLayouts/slideLayout521.xml"/><Relationship Id="rId34" Type="http://schemas.openxmlformats.org/officeDocument/2006/relationships/slideLayout" Target="../slideLayouts/slideLayout534.xml"/><Relationship Id="rId7" Type="http://schemas.openxmlformats.org/officeDocument/2006/relationships/slideLayout" Target="../slideLayouts/slideLayout507.xml"/><Relationship Id="rId12" Type="http://schemas.openxmlformats.org/officeDocument/2006/relationships/slideLayout" Target="../slideLayouts/slideLayout512.xml"/><Relationship Id="rId17" Type="http://schemas.openxmlformats.org/officeDocument/2006/relationships/slideLayout" Target="../slideLayouts/slideLayout517.xml"/><Relationship Id="rId25" Type="http://schemas.openxmlformats.org/officeDocument/2006/relationships/slideLayout" Target="../slideLayouts/slideLayout525.xml"/><Relationship Id="rId33" Type="http://schemas.openxmlformats.org/officeDocument/2006/relationships/slideLayout" Target="../slideLayouts/slideLayout533.xml"/><Relationship Id="rId38" Type="http://schemas.openxmlformats.org/officeDocument/2006/relationships/theme" Target="../theme/theme9.xml"/><Relationship Id="rId2" Type="http://schemas.openxmlformats.org/officeDocument/2006/relationships/slideLayout" Target="../slideLayouts/slideLayout502.xml"/><Relationship Id="rId16" Type="http://schemas.openxmlformats.org/officeDocument/2006/relationships/slideLayout" Target="../slideLayouts/slideLayout516.xml"/><Relationship Id="rId20" Type="http://schemas.openxmlformats.org/officeDocument/2006/relationships/slideLayout" Target="../slideLayouts/slideLayout520.xml"/><Relationship Id="rId29" Type="http://schemas.openxmlformats.org/officeDocument/2006/relationships/slideLayout" Target="../slideLayouts/slideLayout529.xml"/><Relationship Id="rId1" Type="http://schemas.openxmlformats.org/officeDocument/2006/relationships/slideLayout" Target="../slideLayouts/slideLayout501.xml"/><Relationship Id="rId6" Type="http://schemas.openxmlformats.org/officeDocument/2006/relationships/slideLayout" Target="../slideLayouts/slideLayout506.xml"/><Relationship Id="rId11" Type="http://schemas.openxmlformats.org/officeDocument/2006/relationships/slideLayout" Target="../slideLayouts/slideLayout511.xml"/><Relationship Id="rId24" Type="http://schemas.openxmlformats.org/officeDocument/2006/relationships/slideLayout" Target="../slideLayouts/slideLayout524.xml"/><Relationship Id="rId32" Type="http://schemas.openxmlformats.org/officeDocument/2006/relationships/slideLayout" Target="../slideLayouts/slideLayout532.xml"/><Relationship Id="rId37" Type="http://schemas.openxmlformats.org/officeDocument/2006/relationships/slideLayout" Target="../slideLayouts/slideLayout537.xml"/><Relationship Id="rId5" Type="http://schemas.openxmlformats.org/officeDocument/2006/relationships/slideLayout" Target="../slideLayouts/slideLayout505.xml"/><Relationship Id="rId15" Type="http://schemas.openxmlformats.org/officeDocument/2006/relationships/slideLayout" Target="../slideLayouts/slideLayout515.xml"/><Relationship Id="rId23" Type="http://schemas.openxmlformats.org/officeDocument/2006/relationships/slideLayout" Target="../slideLayouts/slideLayout523.xml"/><Relationship Id="rId28" Type="http://schemas.openxmlformats.org/officeDocument/2006/relationships/slideLayout" Target="../slideLayouts/slideLayout528.xml"/><Relationship Id="rId36" Type="http://schemas.openxmlformats.org/officeDocument/2006/relationships/slideLayout" Target="../slideLayouts/slideLayout536.xml"/><Relationship Id="rId10" Type="http://schemas.openxmlformats.org/officeDocument/2006/relationships/slideLayout" Target="../slideLayouts/slideLayout510.xml"/><Relationship Id="rId19" Type="http://schemas.openxmlformats.org/officeDocument/2006/relationships/slideLayout" Target="../slideLayouts/slideLayout519.xml"/><Relationship Id="rId31" Type="http://schemas.openxmlformats.org/officeDocument/2006/relationships/slideLayout" Target="../slideLayouts/slideLayout531.xml"/><Relationship Id="rId4" Type="http://schemas.openxmlformats.org/officeDocument/2006/relationships/slideLayout" Target="../slideLayouts/slideLayout504.xml"/><Relationship Id="rId9" Type="http://schemas.openxmlformats.org/officeDocument/2006/relationships/slideLayout" Target="../slideLayouts/slideLayout509.xml"/><Relationship Id="rId14" Type="http://schemas.openxmlformats.org/officeDocument/2006/relationships/slideLayout" Target="../slideLayouts/slideLayout514.xml"/><Relationship Id="rId22" Type="http://schemas.openxmlformats.org/officeDocument/2006/relationships/slideLayout" Target="../slideLayouts/slideLayout522.xml"/><Relationship Id="rId27" Type="http://schemas.openxmlformats.org/officeDocument/2006/relationships/slideLayout" Target="../slideLayouts/slideLayout527.xml"/><Relationship Id="rId30" Type="http://schemas.openxmlformats.org/officeDocument/2006/relationships/slideLayout" Target="../slideLayouts/slideLayout530.xml"/><Relationship Id="rId35" Type="http://schemas.openxmlformats.org/officeDocument/2006/relationships/slideLayout" Target="../slideLayouts/slideLayout535.xml"/><Relationship Id="rId8" Type="http://schemas.openxmlformats.org/officeDocument/2006/relationships/slideLayout" Target="../slideLayouts/slideLayout508.xml"/><Relationship Id="rId3" Type="http://schemas.openxmlformats.org/officeDocument/2006/relationships/slideLayout" Target="../slideLayouts/slideLayout503.xml"/></Relationships>
</file>

<file path=ppt/slideMasters/_rels/slideMaster10.xml.rels><?xml version="1.0" encoding="UTF-8" standalone="yes"?>
<Relationships xmlns="http://schemas.openxmlformats.org/package/2006/relationships"><Relationship Id="rId117" Type="http://schemas.openxmlformats.org/officeDocument/2006/relationships/slideLayout" Target="../slideLayouts/slideLayout654.xml"/><Relationship Id="rId21" Type="http://schemas.openxmlformats.org/officeDocument/2006/relationships/slideLayout" Target="../slideLayouts/slideLayout558.xml"/><Relationship Id="rId42" Type="http://schemas.openxmlformats.org/officeDocument/2006/relationships/slideLayout" Target="../slideLayouts/slideLayout579.xml"/><Relationship Id="rId63" Type="http://schemas.openxmlformats.org/officeDocument/2006/relationships/slideLayout" Target="../slideLayouts/slideLayout600.xml"/><Relationship Id="rId84" Type="http://schemas.openxmlformats.org/officeDocument/2006/relationships/slideLayout" Target="../slideLayouts/slideLayout621.xml"/><Relationship Id="rId138" Type="http://schemas.openxmlformats.org/officeDocument/2006/relationships/image" Target="../media/image1.png"/><Relationship Id="rId16" Type="http://schemas.openxmlformats.org/officeDocument/2006/relationships/slideLayout" Target="../slideLayouts/slideLayout553.xml"/><Relationship Id="rId107" Type="http://schemas.openxmlformats.org/officeDocument/2006/relationships/slideLayout" Target="../slideLayouts/slideLayout644.xml"/><Relationship Id="rId11" Type="http://schemas.openxmlformats.org/officeDocument/2006/relationships/slideLayout" Target="../slideLayouts/slideLayout548.xml"/><Relationship Id="rId32" Type="http://schemas.openxmlformats.org/officeDocument/2006/relationships/slideLayout" Target="../slideLayouts/slideLayout569.xml"/><Relationship Id="rId37" Type="http://schemas.openxmlformats.org/officeDocument/2006/relationships/slideLayout" Target="../slideLayouts/slideLayout574.xml"/><Relationship Id="rId53" Type="http://schemas.openxmlformats.org/officeDocument/2006/relationships/slideLayout" Target="../slideLayouts/slideLayout590.xml"/><Relationship Id="rId58" Type="http://schemas.openxmlformats.org/officeDocument/2006/relationships/slideLayout" Target="../slideLayouts/slideLayout595.xml"/><Relationship Id="rId74" Type="http://schemas.openxmlformats.org/officeDocument/2006/relationships/slideLayout" Target="../slideLayouts/slideLayout611.xml"/><Relationship Id="rId79" Type="http://schemas.openxmlformats.org/officeDocument/2006/relationships/slideLayout" Target="../slideLayouts/slideLayout616.xml"/><Relationship Id="rId102" Type="http://schemas.openxmlformats.org/officeDocument/2006/relationships/slideLayout" Target="../slideLayouts/slideLayout639.xml"/><Relationship Id="rId123" Type="http://schemas.openxmlformats.org/officeDocument/2006/relationships/slideLayout" Target="../slideLayouts/slideLayout660.xml"/><Relationship Id="rId128" Type="http://schemas.openxmlformats.org/officeDocument/2006/relationships/slideLayout" Target="../slideLayouts/slideLayout665.xml"/><Relationship Id="rId5" Type="http://schemas.openxmlformats.org/officeDocument/2006/relationships/slideLayout" Target="../slideLayouts/slideLayout542.xml"/><Relationship Id="rId90" Type="http://schemas.openxmlformats.org/officeDocument/2006/relationships/slideLayout" Target="../slideLayouts/slideLayout627.xml"/><Relationship Id="rId95" Type="http://schemas.openxmlformats.org/officeDocument/2006/relationships/slideLayout" Target="../slideLayouts/slideLayout632.xml"/><Relationship Id="rId22" Type="http://schemas.openxmlformats.org/officeDocument/2006/relationships/slideLayout" Target="../slideLayouts/slideLayout559.xml"/><Relationship Id="rId27" Type="http://schemas.openxmlformats.org/officeDocument/2006/relationships/slideLayout" Target="../slideLayouts/slideLayout564.xml"/><Relationship Id="rId43" Type="http://schemas.openxmlformats.org/officeDocument/2006/relationships/slideLayout" Target="../slideLayouts/slideLayout580.xml"/><Relationship Id="rId48" Type="http://schemas.openxmlformats.org/officeDocument/2006/relationships/slideLayout" Target="../slideLayouts/slideLayout585.xml"/><Relationship Id="rId64" Type="http://schemas.openxmlformats.org/officeDocument/2006/relationships/slideLayout" Target="../slideLayouts/slideLayout601.xml"/><Relationship Id="rId69" Type="http://schemas.openxmlformats.org/officeDocument/2006/relationships/slideLayout" Target="../slideLayouts/slideLayout606.xml"/><Relationship Id="rId113" Type="http://schemas.openxmlformats.org/officeDocument/2006/relationships/slideLayout" Target="../slideLayouts/slideLayout650.xml"/><Relationship Id="rId118" Type="http://schemas.openxmlformats.org/officeDocument/2006/relationships/slideLayout" Target="../slideLayouts/slideLayout655.xml"/><Relationship Id="rId134" Type="http://schemas.openxmlformats.org/officeDocument/2006/relationships/slideLayout" Target="../slideLayouts/slideLayout671.xml"/><Relationship Id="rId80" Type="http://schemas.openxmlformats.org/officeDocument/2006/relationships/slideLayout" Target="../slideLayouts/slideLayout617.xml"/><Relationship Id="rId85" Type="http://schemas.openxmlformats.org/officeDocument/2006/relationships/slideLayout" Target="../slideLayouts/slideLayout622.xml"/><Relationship Id="rId12" Type="http://schemas.openxmlformats.org/officeDocument/2006/relationships/slideLayout" Target="../slideLayouts/slideLayout549.xml"/><Relationship Id="rId17" Type="http://schemas.openxmlformats.org/officeDocument/2006/relationships/slideLayout" Target="../slideLayouts/slideLayout554.xml"/><Relationship Id="rId33" Type="http://schemas.openxmlformats.org/officeDocument/2006/relationships/slideLayout" Target="../slideLayouts/slideLayout570.xml"/><Relationship Id="rId38" Type="http://schemas.openxmlformats.org/officeDocument/2006/relationships/slideLayout" Target="../slideLayouts/slideLayout575.xml"/><Relationship Id="rId59" Type="http://schemas.openxmlformats.org/officeDocument/2006/relationships/slideLayout" Target="../slideLayouts/slideLayout596.xml"/><Relationship Id="rId103" Type="http://schemas.openxmlformats.org/officeDocument/2006/relationships/slideLayout" Target="../slideLayouts/slideLayout640.xml"/><Relationship Id="rId108" Type="http://schemas.openxmlformats.org/officeDocument/2006/relationships/slideLayout" Target="../slideLayouts/slideLayout645.xml"/><Relationship Id="rId124" Type="http://schemas.openxmlformats.org/officeDocument/2006/relationships/slideLayout" Target="../slideLayouts/slideLayout661.xml"/><Relationship Id="rId129" Type="http://schemas.openxmlformats.org/officeDocument/2006/relationships/slideLayout" Target="../slideLayouts/slideLayout666.xml"/><Relationship Id="rId54" Type="http://schemas.openxmlformats.org/officeDocument/2006/relationships/slideLayout" Target="../slideLayouts/slideLayout591.xml"/><Relationship Id="rId70" Type="http://schemas.openxmlformats.org/officeDocument/2006/relationships/slideLayout" Target="../slideLayouts/slideLayout607.xml"/><Relationship Id="rId75" Type="http://schemas.openxmlformats.org/officeDocument/2006/relationships/slideLayout" Target="../slideLayouts/slideLayout612.xml"/><Relationship Id="rId91" Type="http://schemas.openxmlformats.org/officeDocument/2006/relationships/slideLayout" Target="../slideLayouts/slideLayout628.xml"/><Relationship Id="rId96" Type="http://schemas.openxmlformats.org/officeDocument/2006/relationships/slideLayout" Target="../slideLayouts/slideLayout633.xml"/><Relationship Id="rId1" Type="http://schemas.openxmlformats.org/officeDocument/2006/relationships/slideLayout" Target="../slideLayouts/slideLayout538.xml"/><Relationship Id="rId6" Type="http://schemas.openxmlformats.org/officeDocument/2006/relationships/slideLayout" Target="../slideLayouts/slideLayout543.xml"/><Relationship Id="rId23" Type="http://schemas.openxmlformats.org/officeDocument/2006/relationships/slideLayout" Target="../slideLayouts/slideLayout560.xml"/><Relationship Id="rId28" Type="http://schemas.openxmlformats.org/officeDocument/2006/relationships/slideLayout" Target="../slideLayouts/slideLayout565.xml"/><Relationship Id="rId49" Type="http://schemas.openxmlformats.org/officeDocument/2006/relationships/slideLayout" Target="../slideLayouts/slideLayout586.xml"/><Relationship Id="rId114" Type="http://schemas.openxmlformats.org/officeDocument/2006/relationships/slideLayout" Target="../slideLayouts/slideLayout651.xml"/><Relationship Id="rId119" Type="http://schemas.openxmlformats.org/officeDocument/2006/relationships/slideLayout" Target="../slideLayouts/slideLayout656.xml"/><Relationship Id="rId44" Type="http://schemas.openxmlformats.org/officeDocument/2006/relationships/slideLayout" Target="../slideLayouts/slideLayout581.xml"/><Relationship Id="rId60" Type="http://schemas.openxmlformats.org/officeDocument/2006/relationships/slideLayout" Target="../slideLayouts/slideLayout597.xml"/><Relationship Id="rId65" Type="http://schemas.openxmlformats.org/officeDocument/2006/relationships/slideLayout" Target="../slideLayouts/slideLayout602.xml"/><Relationship Id="rId81" Type="http://schemas.openxmlformats.org/officeDocument/2006/relationships/slideLayout" Target="../slideLayouts/slideLayout618.xml"/><Relationship Id="rId86" Type="http://schemas.openxmlformats.org/officeDocument/2006/relationships/slideLayout" Target="../slideLayouts/slideLayout623.xml"/><Relationship Id="rId130" Type="http://schemas.openxmlformats.org/officeDocument/2006/relationships/slideLayout" Target="../slideLayouts/slideLayout667.xml"/><Relationship Id="rId135" Type="http://schemas.openxmlformats.org/officeDocument/2006/relationships/slideLayout" Target="../slideLayouts/slideLayout672.xml"/><Relationship Id="rId13" Type="http://schemas.openxmlformats.org/officeDocument/2006/relationships/slideLayout" Target="../slideLayouts/slideLayout550.xml"/><Relationship Id="rId18" Type="http://schemas.openxmlformats.org/officeDocument/2006/relationships/slideLayout" Target="../slideLayouts/slideLayout555.xml"/><Relationship Id="rId39" Type="http://schemas.openxmlformats.org/officeDocument/2006/relationships/slideLayout" Target="../slideLayouts/slideLayout576.xml"/><Relationship Id="rId109" Type="http://schemas.openxmlformats.org/officeDocument/2006/relationships/slideLayout" Target="../slideLayouts/slideLayout646.xml"/><Relationship Id="rId34" Type="http://schemas.openxmlformats.org/officeDocument/2006/relationships/slideLayout" Target="../slideLayouts/slideLayout571.xml"/><Relationship Id="rId50" Type="http://schemas.openxmlformats.org/officeDocument/2006/relationships/slideLayout" Target="../slideLayouts/slideLayout587.xml"/><Relationship Id="rId55" Type="http://schemas.openxmlformats.org/officeDocument/2006/relationships/slideLayout" Target="../slideLayouts/slideLayout592.xml"/><Relationship Id="rId76" Type="http://schemas.openxmlformats.org/officeDocument/2006/relationships/slideLayout" Target="../slideLayouts/slideLayout613.xml"/><Relationship Id="rId97" Type="http://schemas.openxmlformats.org/officeDocument/2006/relationships/slideLayout" Target="../slideLayouts/slideLayout634.xml"/><Relationship Id="rId104" Type="http://schemas.openxmlformats.org/officeDocument/2006/relationships/slideLayout" Target="../slideLayouts/slideLayout641.xml"/><Relationship Id="rId120" Type="http://schemas.openxmlformats.org/officeDocument/2006/relationships/slideLayout" Target="../slideLayouts/slideLayout657.xml"/><Relationship Id="rId125" Type="http://schemas.openxmlformats.org/officeDocument/2006/relationships/slideLayout" Target="../slideLayouts/slideLayout662.xml"/><Relationship Id="rId7" Type="http://schemas.openxmlformats.org/officeDocument/2006/relationships/slideLayout" Target="../slideLayouts/slideLayout544.xml"/><Relationship Id="rId71" Type="http://schemas.openxmlformats.org/officeDocument/2006/relationships/slideLayout" Target="../slideLayouts/slideLayout608.xml"/><Relationship Id="rId92" Type="http://schemas.openxmlformats.org/officeDocument/2006/relationships/slideLayout" Target="../slideLayouts/slideLayout629.xml"/><Relationship Id="rId2" Type="http://schemas.openxmlformats.org/officeDocument/2006/relationships/slideLayout" Target="../slideLayouts/slideLayout539.xml"/><Relationship Id="rId29" Type="http://schemas.openxmlformats.org/officeDocument/2006/relationships/slideLayout" Target="../slideLayouts/slideLayout566.xml"/><Relationship Id="rId24" Type="http://schemas.openxmlformats.org/officeDocument/2006/relationships/slideLayout" Target="../slideLayouts/slideLayout561.xml"/><Relationship Id="rId40" Type="http://schemas.openxmlformats.org/officeDocument/2006/relationships/slideLayout" Target="../slideLayouts/slideLayout577.xml"/><Relationship Id="rId45" Type="http://schemas.openxmlformats.org/officeDocument/2006/relationships/slideLayout" Target="../slideLayouts/slideLayout582.xml"/><Relationship Id="rId66" Type="http://schemas.openxmlformats.org/officeDocument/2006/relationships/slideLayout" Target="../slideLayouts/slideLayout603.xml"/><Relationship Id="rId87" Type="http://schemas.openxmlformats.org/officeDocument/2006/relationships/slideLayout" Target="../slideLayouts/slideLayout624.xml"/><Relationship Id="rId110" Type="http://schemas.openxmlformats.org/officeDocument/2006/relationships/slideLayout" Target="../slideLayouts/slideLayout647.xml"/><Relationship Id="rId115" Type="http://schemas.openxmlformats.org/officeDocument/2006/relationships/slideLayout" Target="../slideLayouts/slideLayout652.xml"/><Relationship Id="rId131" Type="http://schemas.openxmlformats.org/officeDocument/2006/relationships/slideLayout" Target="../slideLayouts/slideLayout668.xml"/><Relationship Id="rId136" Type="http://schemas.openxmlformats.org/officeDocument/2006/relationships/slideLayout" Target="../slideLayouts/slideLayout673.xml"/><Relationship Id="rId61" Type="http://schemas.openxmlformats.org/officeDocument/2006/relationships/slideLayout" Target="../slideLayouts/slideLayout598.xml"/><Relationship Id="rId82" Type="http://schemas.openxmlformats.org/officeDocument/2006/relationships/slideLayout" Target="../slideLayouts/slideLayout619.xml"/><Relationship Id="rId19" Type="http://schemas.openxmlformats.org/officeDocument/2006/relationships/slideLayout" Target="../slideLayouts/slideLayout556.xml"/><Relationship Id="rId14" Type="http://schemas.openxmlformats.org/officeDocument/2006/relationships/slideLayout" Target="../slideLayouts/slideLayout551.xml"/><Relationship Id="rId30" Type="http://schemas.openxmlformats.org/officeDocument/2006/relationships/slideLayout" Target="../slideLayouts/slideLayout567.xml"/><Relationship Id="rId35" Type="http://schemas.openxmlformats.org/officeDocument/2006/relationships/slideLayout" Target="../slideLayouts/slideLayout572.xml"/><Relationship Id="rId56" Type="http://schemas.openxmlformats.org/officeDocument/2006/relationships/slideLayout" Target="../slideLayouts/slideLayout593.xml"/><Relationship Id="rId77" Type="http://schemas.openxmlformats.org/officeDocument/2006/relationships/slideLayout" Target="../slideLayouts/slideLayout614.xml"/><Relationship Id="rId100" Type="http://schemas.openxmlformats.org/officeDocument/2006/relationships/slideLayout" Target="../slideLayouts/slideLayout637.xml"/><Relationship Id="rId105" Type="http://schemas.openxmlformats.org/officeDocument/2006/relationships/slideLayout" Target="../slideLayouts/slideLayout642.xml"/><Relationship Id="rId126" Type="http://schemas.openxmlformats.org/officeDocument/2006/relationships/slideLayout" Target="../slideLayouts/slideLayout663.xml"/><Relationship Id="rId8" Type="http://schemas.openxmlformats.org/officeDocument/2006/relationships/slideLayout" Target="../slideLayouts/slideLayout545.xml"/><Relationship Id="rId51" Type="http://schemas.openxmlformats.org/officeDocument/2006/relationships/slideLayout" Target="../slideLayouts/slideLayout588.xml"/><Relationship Id="rId72" Type="http://schemas.openxmlformats.org/officeDocument/2006/relationships/slideLayout" Target="../slideLayouts/slideLayout609.xml"/><Relationship Id="rId93" Type="http://schemas.openxmlformats.org/officeDocument/2006/relationships/slideLayout" Target="../slideLayouts/slideLayout630.xml"/><Relationship Id="rId98" Type="http://schemas.openxmlformats.org/officeDocument/2006/relationships/slideLayout" Target="../slideLayouts/slideLayout635.xml"/><Relationship Id="rId121" Type="http://schemas.openxmlformats.org/officeDocument/2006/relationships/slideLayout" Target="../slideLayouts/slideLayout658.xml"/><Relationship Id="rId3" Type="http://schemas.openxmlformats.org/officeDocument/2006/relationships/slideLayout" Target="../slideLayouts/slideLayout540.xml"/><Relationship Id="rId25" Type="http://schemas.openxmlformats.org/officeDocument/2006/relationships/slideLayout" Target="../slideLayouts/slideLayout562.xml"/><Relationship Id="rId46" Type="http://schemas.openxmlformats.org/officeDocument/2006/relationships/slideLayout" Target="../slideLayouts/slideLayout583.xml"/><Relationship Id="rId67" Type="http://schemas.openxmlformats.org/officeDocument/2006/relationships/slideLayout" Target="../slideLayouts/slideLayout604.xml"/><Relationship Id="rId116" Type="http://schemas.openxmlformats.org/officeDocument/2006/relationships/slideLayout" Target="../slideLayouts/slideLayout653.xml"/><Relationship Id="rId137" Type="http://schemas.openxmlformats.org/officeDocument/2006/relationships/theme" Target="../theme/theme10.xml"/><Relationship Id="rId20" Type="http://schemas.openxmlformats.org/officeDocument/2006/relationships/slideLayout" Target="../slideLayouts/slideLayout557.xml"/><Relationship Id="rId41" Type="http://schemas.openxmlformats.org/officeDocument/2006/relationships/slideLayout" Target="../slideLayouts/slideLayout578.xml"/><Relationship Id="rId62" Type="http://schemas.openxmlformats.org/officeDocument/2006/relationships/slideLayout" Target="../slideLayouts/slideLayout599.xml"/><Relationship Id="rId83" Type="http://schemas.openxmlformats.org/officeDocument/2006/relationships/slideLayout" Target="../slideLayouts/slideLayout620.xml"/><Relationship Id="rId88" Type="http://schemas.openxmlformats.org/officeDocument/2006/relationships/slideLayout" Target="../slideLayouts/slideLayout625.xml"/><Relationship Id="rId111" Type="http://schemas.openxmlformats.org/officeDocument/2006/relationships/slideLayout" Target="../slideLayouts/slideLayout648.xml"/><Relationship Id="rId132" Type="http://schemas.openxmlformats.org/officeDocument/2006/relationships/slideLayout" Target="../slideLayouts/slideLayout669.xml"/><Relationship Id="rId15" Type="http://schemas.openxmlformats.org/officeDocument/2006/relationships/slideLayout" Target="../slideLayouts/slideLayout552.xml"/><Relationship Id="rId36" Type="http://schemas.openxmlformats.org/officeDocument/2006/relationships/slideLayout" Target="../slideLayouts/slideLayout573.xml"/><Relationship Id="rId57" Type="http://schemas.openxmlformats.org/officeDocument/2006/relationships/slideLayout" Target="../slideLayouts/slideLayout594.xml"/><Relationship Id="rId106" Type="http://schemas.openxmlformats.org/officeDocument/2006/relationships/slideLayout" Target="../slideLayouts/slideLayout643.xml"/><Relationship Id="rId127" Type="http://schemas.openxmlformats.org/officeDocument/2006/relationships/slideLayout" Target="../slideLayouts/slideLayout664.xml"/><Relationship Id="rId10" Type="http://schemas.openxmlformats.org/officeDocument/2006/relationships/slideLayout" Target="../slideLayouts/slideLayout547.xml"/><Relationship Id="rId31" Type="http://schemas.openxmlformats.org/officeDocument/2006/relationships/slideLayout" Target="../slideLayouts/slideLayout568.xml"/><Relationship Id="rId52" Type="http://schemas.openxmlformats.org/officeDocument/2006/relationships/slideLayout" Target="../slideLayouts/slideLayout589.xml"/><Relationship Id="rId73" Type="http://schemas.openxmlformats.org/officeDocument/2006/relationships/slideLayout" Target="../slideLayouts/slideLayout610.xml"/><Relationship Id="rId78" Type="http://schemas.openxmlformats.org/officeDocument/2006/relationships/slideLayout" Target="../slideLayouts/slideLayout615.xml"/><Relationship Id="rId94" Type="http://schemas.openxmlformats.org/officeDocument/2006/relationships/slideLayout" Target="../slideLayouts/slideLayout631.xml"/><Relationship Id="rId99" Type="http://schemas.openxmlformats.org/officeDocument/2006/relationships/slideLayout" Target="../slideLayouts/slideLayout636.xml"/><Relationship Id="rId101" Type="http://schemas.openxmlformats.org/officeDocument/2006/relationships/slideLayout" Target="../slideLayouts/slideLayout638.xml"/><Relationship Id="rId122" Type="http://schemas.openxmlformats.org/officeDocument/2006/relationships/slideLayout" Target="../slideLayouts/slideLayout659.xml"/><Relationship Id="rId4" Type="http://schemas.openxmlformats.org/officeDocument/2006/relationships/slideLayout" Target="../slideLayouts/slideLayout541.xml"/><Relationship Id="rId9" Type="http://schemas.openxmlformats.org/officeDocument/2006/relationships/slideLayout" Target="../slideLayouts/slideLayout546.xml"/><Relationship Id="rId26" Type="http://schemas.openxmlformats.org/officeDocument/2006/relationships/slideLayout" Target="../slideLayouts/slideLayout563.xml"/><Relationship Id="rId47" Type="http://schemas.openxmlformats.org/officeDocument/2006/relationships/slideLayout" Target="../slideLayouts/slideLayout584.xml"/><Relationship Id="rId68" Type="http://schemas.openxmlformats.org/officeDocument/2006/relationships/slideLayout" Target="../slideLayouts/slideLayout605.xml"/><Relationship Id="rId89" Type="http://schemas.openxmlformats.org/officeDocument/2006/relationships/slideLayout" Target="../slideLayouts/slideLayout626.xml"/><Relationship Id="rId112" Type="http://schemas.openxmlformats.org/officeDocument/2006/relationships/slideLayout" Target="../slideLayouts/slideLayout649.xml"/><Relationship Id="rId133" Type="http://schemas.openxmlformats.org/officeDocument/2006/relationships/slideLayout" Target="../slideLayouts/slideLayout6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7061" r:id="rId132"/>
    <p:sldLayoutId id="2147487062" r:id="rId133"/>
    <p:sldLayoutId id="2147484539" r:id="rId134"/>
    <p:sldLayoutId id="2147484545" r:id="rId135"/>
    <p:sldLayoutId id="2147484546" r:id="rId136"/>
    <p:sldLayoutId id="2147484563" r:id="rId137"/>
    <p:sldLayoutId id="2147484564" r:id="rId138"/>
    <p:sldLayoutId id="2147484565" r:id="rId139"/>
    <p:sldLayoutId id="2147484566" r:id="rId140"/>
    <p:sldLayoutId id="2147484567" r:id="rId14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986089077"/>
      </p:ext>
    </p:extLst>
  </p:cSld>
  <p:clrMap bg1="lt1" tx1="dk1" bg2="lt2" tx2="dk2" accent1="accent1" accent2="accent2" accent3="accent3" accent4="accent4" accent5="accent5" accent6="accent6" hlink="hlink" folHlink="folHlink"/>
  <p:sldLayoutIdLst>
    <p:sldLayoutId id="2147484240" r:id="rId1"/>
    <p:sldLayoutId id="2147484223" r:id="rId2"/>
    <p:sldLayoutId id="2147484237" r:id="rId3"/>
    <p:sldLayoutId id="2147484341" r:id="rId4"/>
    <p:sldLayoutId id="2147484298" r:id="rId5"/>
    <p:sldLayoutId id="2147484289" r:id="rId6"/>
    <p:sldLayoutId id="2147484297" r:id="rId7"/>
    <p:sldLayoutId id="2147484342" r:id="rId8"/>
    <p:sldLayoutId id="2147484343" r:id="rId9"/>
    <p:sldLayoutId id="2147484344" r:id="rId10"/>
    <p:sldLayoutId id="2147484345" r:id="rId11"/>
    <p:sldLayoutId id="2147484175" r:id="rId12"/>
    <p:sldLayoutId id="2147484312" r:id="rId13"/>
    <p:sldLayoutId id="2147484176" r:id="rId14"/>
    <p:sldLayoutId id="2147484177" r:id="rId15"/>
    <p:sldLayoutId id="2147484179" r:id="rId16"/>
    <p:sldLayoutId id="2147484255" r:id="rId17"/>
    <p:sldLayoutId id="2147484281" r:id="rId18"/>
    <p:sldLayoutId id="2147484256" r:id="rId19"/>
    <p:sldLayoutId id="2147484257" r:id="rId20"/>
    <p:sldLayoutId id="2147484259" r:id="rId21"/>
    <p:sldLayoutId id="2147484260" r:id="rId22"/>
    <p:sldLayoutId id="2147484190" r:id="rId23"/>
    <p:sldLayoutId id="2147484154" r:id="rId24"/>
    <p:sldLayoutId id="2147484235" r:id="rId25"/>
    <p:sldLayoutId id="2147484181" r:id="rId26"/>
    <p:sldLayoutId id="2147484182" r:id="rId27"/>
    <p:sldLayoutId id="2147484183" r:id="rId28"/>
    <p:sldLayoutId id="2147484268" r:id="rId29"/>
    <p:sldLayoutId id="2147484185" r:id="rId30"/>
    <p:sldLayoutId id="2147484272" r:id="rId31"/>
    <p:sldLayoutId id="2147484273" r:id="rId32"/>
    <p:sldLayoutId id="2147487059"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226277"/>
      </p:ext>
    </p:extLst>
  </p:cSld>
  <p:clrMap bg1="lt1" tx1="dk1" bg2="lt2" tx2="dk2" accent1="accent1" accent2="accent2" accent3="accent3" accent4="accent4" accent5="accent5" accent6="accent6" hlink="hlink" folHlink="folHlink"/>
  <p:sldLayoutIdLst>
    <p:sldLayoutId id="2147484316" r:id="rId1"/>
    <p:sldLayoutId id="2147484319" r:id="rId2"/>
    <p:sldLayoutId id="2147484322" r:id="rId3"/>
    <p:sldLayoutId id="2147484325" r:id="rId4"/>
    <p:sldLayoutId id="2147484354" r:id="rId5"/>
    <p:sldLayoutId id="2147484346" r:id="rId6"/>
    <p:sldLayoutId id="2147484355" r:id="rId7"/>
    <p:sldLayoutId id="2147484347" r:id="rId8"/>
    <p:sldLayoutId id="2147484356" r:id="rId9"/>
    <p:sldLayoutId id="2147484348" r:id="rId10"/>
    <p:sldLayoutId id="2147484357" r:id="rId11"/>
    <p:sldLayoutId id="2147484349" r:id="rId12"/>
    <p:sldLayoutId id="2147484350" r:id="rId13"/>
    <p:sldLayoutId id="2147484351" r:id="rId14"/>
    <p:sldLayoutId id="2147484352" r:id="rId15"/>
    <p:sldLayoutId id="2147484353" r:id="rId16"/>
    <p:sldLayoutId id="2147484277" r:id="rId17"/>
    <p:sldLayoutId id="2147484278" r:id="rId18"/>
    <p:sldLayoutId id="2147484279" r:id="rId19"/>
    <p:sldLayoutId id="2147484293" r:id="rId20"/>
    <p:sldLayoutId id="2147487096"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1"/>
          </a:solidFill>
          <a:latin typeface="Arial" panose="020B0604020202020204" pitchFamily="34" charset="0"/>
          <a:ea typeface="Verdana" charset="0"/>
          <a:cs typeface="Arial" panose="020B0604020202020204" pitchFamily="34" charset="0"/>
        </a:defRPr>
      </a:lvl1pPr>
    </p:titleStyle>
    <p:bodyStyle>
      <a:lvl1pPr marL="120650" indent="-120650" algn="l" defTabSz="914400" rtl="0" eaLnBrk="1" latinLnBrk="0" hangingPunct="1">
        <a:spcBef>
          <a:spcPct val="20000"/>
        </a:spcBef>
        <a:buClr>
          <a:schemeClr val="accent1"/>
        </a:buClr>
        <a:buFont typeface="Arial" panose="020B0604020202020204" pitchFamily="34" charset="0"/>
        <a:buChar char="•"/>
        <a:tabLst/>
        <a:defRPr sz="1600" b="0" i="0" kern="1200">
          <a:solidFill>
            <a:schemeClr val="bg1"/>
          </a:solidFill>
          <a:latin typeface="Arial" panose="020B0604020202020204" pitchFamily="34" charset="0"/>
          <a:ea typeface="Verdana" charset="0"/>
          <a:cs typeface="Arial" panose="020B0604020202020204" pitchFamily="34" charset="0"/>
        </a:defRPr>
      </a:lvl1pPr>
      <a:lvl2pPr marL="573088" indent="-115888" algn="l" defTabSz="914400" rtl="0" eaLnBrk="1" latinLnBrk="0" hangingPunct="1">
        <a:spcBef>
          <a:spcPct val="20000"/>
        </a:spcBef>
        <a:buFont typeface="Arial"/>
        <a:buChar char="•"/>
        <a:tabLst/>
        <a:defRPr sz="1600" b="0" i="0" kern="1200">
          <a:solidFill>
            <a:schemeClr val="bg1"/>
          </a:solidFill>
          <a:latin typeface="Arial" panose="020B0604020202020204" pitchFamily="34" charset="0"/>
          <a:ea typeface="Verdana" charset="0"/>
          <a:cs typeface="Arial" panose="020B0604020202020204" pitchFamily="34" charset="0"/>
        </a:defRPr>
      </a:lvl2pPr>
      <a:lvl3pPr marL="1035050" indent="-120650" algn="l" defTabSz="914400" rtl="0" eaLnBrk="1" latinLnBrk="0" hangingPunct="1">
        <a:spcBef>
          <a:spcPct val="20000"/>
        </a:spcBef>
        <a:buFont typeface="Arial"/>
        <a:buChar char="•"/>
        <a:tabLst/>
        <a:defRPr sz="1600" b="0" i="0" kern="1200">
          <a:solidFill>
            <a:schemeClr val="bg1"/>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17DACBE-F8B1-CE19-1538-BBBE6F56072F}"/>
              </a:ext>
            </a:extLst>
          </p:cNvPr>
          <p:cNvGraphicFramePr>
            <a:graphicFrameLocks noChangeAspect="1"/>
          </p:cNvGraphicFramePr>
          <p:nvPr userDrawn="1">
            <p:custDataLst>
              <p:tags r:id="rId44"/>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5" imgW="404" imgH="405" progId="TCLayout.ActiveDocument.1">
                  <p:embed/>
                </p:oleObj>
              </mc:Choice>
              <mc:Fallback>
                <p:oleObj name="think-cell Slide" r:id="rId45" imgW="404" imgH="405" progId="TCLayout.ActiveDocument.1">
                  <p:embed/>
                  <p:pic>
                    <p:nvPicPr>
                      <p:cNvPr id="2" name="think-cell data - do not delete" hidden="1">
                        <a:extLst>
                          <a:ext uri="{FF2B5EF4-FFF2-40B4-BE49-F238E27FC236}">
                            <a16:creationId xmlns:a16="http://schemas.microsoft.com/office/drawing/2014/main" id="{717DACBE-F8B1-CE19-1538-BBBE6F56072F}"/>
                          </a:ext>
                        </a:extLst>
                      </p:cNvPr>
                      <p:cNvPicPr/>
                      <p:nvPr/>
                    </p:nvPicPr>
                    <p:blipFill>
                      <a:blip r:embed="rId46"/>
                      <a:stretch>
                        <a:fillRect/>
                      </a:stretch>
                    </p:blipFill>
                    <p:spPr>
                      <a:xfrm>
                        <a:off x="1589" y="1589"/>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58BA756A-B435-2767-C88E-3226F9C4CA4D}"/>
              </a:ext>
            </a:extLst>
          </p:cNvPr>
          <p:cNvSpPr/>
          <p:nvPr userDrawn="1"/>
        </p:nvSpPr>
        <p:spPr>
          <a:xfrm>
            <a:off x="-1" y="4813657"/>
            <a:ext cx="202518" cy="253327"/>
          </a:xfrm>
          <a:prstGeom prst="rect">
            <a:avLst/>
          </a:prstGeom>
          <a:solidFill>
            <a:srgbClr val="F0F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FEEC5884-500B-CCD9-C6B4-B8FA169937CD}"/>
              </a:ext>
            </a:extLst>
          </p:cNvPr>
          <p:cNvSpPr/>
          <p:nvPr userDrawn="1"/>
        </p:nvSpPr>
        <p:spPr>
          <a:xfrm>
            <a:off x="1" y="4813656"/>
            <a:ext cx="386576" cy="253328"/>
          </a:xfrm>
          <a:prstGeom prst="roundRect">
            <a:avLst>
              <a:gd name="adj" fmla="val 50000"/>
            </a:avLst>
          </a:prstGeom>
          <a:solidFill>
            <a:srgbClr val="F0F1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38310067-E2DB-45DF-9C60-3367C8991E2A}" type="slidenum">
              <a:rPr lang="en-US" sz="800" smtClean="0">
                <a:solidFill>
                  <a:schemeClr val="bg2"/>
                </a:solidFill>
              </a:rPr>
              <a:pPr algn="ctr"/>
              <a:t>‹#›</a:t>
            </a:fld>
            <a:endParaRPr lang="en-US" sz="800">
              <a:solidFill>
                <a:schemeClr val="bg2"/>
              </a:solidFill>
              <a:latin typeface="Arial" panose="020B0604020202020204" pitchFamily="34" charset="0"/>
              <a:ea typeface="Verdana" charset="0"/>
              <a:cs typeface="Arial" panose="020B0604020202020204" pitchFamily="34" charset="0"/>
            </a:endParaRPr>
          </a:p>
        </p:txBody>
      </p:sp>
      <p:sp>
        <p:nvSpPr>
          <p:cNvPr id="5" name="Picture 10">
            <a:extLst>
              <a:ext uri="{FF2B5EF4-FFF2-40B4-BE49-F238E27FC236}">
                <a16:creationId xmlns:a16="http://schemas.microsoft.com/office/drawing/2014/main" id="{69C621AB-FFA5-08DE-2730-EA0B834B4F2C}"/>
              </a:ext>
            </a:extLst>
          </p:cNvPr>
          <p:cNvSpPr/>
          <p:nvPr userDrawn="1"/>
        </p:nvSpPr>
        <p:spPr>
          <a:xfrm>
            <a:off x="455213" y="4843977"/>
            <a:ext cx="1039455" cy="219842"/>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tx2"/>
          </a:solidFill>
          <a:ln w="3148" cap="flat">
            <a:noFill/>
            <a:prstDash val="solid"/>
            <a:miter/>
          </a:ln>
        </p:spPr>
        <p:txBody>
          <a:bodyPr rtlCol="0" anchor="ctr"/>
          <a:lstStyle/>
          <a:p>
            <a:endParaRPr lang="en-US" sz="1800"/>
          </a:p>
        </p:txBody>
      </p:sp>
    </p:spTree>
    <p:extLst>
      <p:ext uri="{BB962C8B-B14F-4D97-AF65-F5344CB8AC3E}">
        <p14:creationId xmlns:p14="http://schemas.microsoft.com/office/powerpoint/2010/main" val="1986089077"/>
      </p:ext>
    </p:extLst>
  </p:cSld>
  <p:clrMap bg1="lt1" tx1="dk1" bg2="lt2" tx2="dk2" accent1="accent1" accent2="accent2" accent3="accent3" accent4="accent4" accent5="accent5" accent6="accent6" hlink="hlink" folHlink="folHlink"/>
  <p:sldLayoutIdLst>
    <p:sldLayoutId id="2147486995" r:id="rId1"/>
    <p:sldLayoutId id="2147486996" r:id="rId2"/>
    <p:sldLayoutId id="2147486997" r:id="rId3"/>
    <p:sldLayoutId id="2147486998" r:id="rId4"/>
    <p:sldLayoutId id="2147486999" r:id="rId5"/>
    <p:sldLayoutId id="2147487000" r:id="rId6"/>
    <p:sldLayoutId id="2147487001" r:id="rId7"/>
    <p:sldLayoutId id="2147487002" r:id="rId8"/>
    <p:sldLayoutId id="2147487003" r:id="rId9"/>
    <p:sldLayoutId id="2147487004" r:id="rId10"/>
    <p:sldLayoutId id="2147487005" r:id="rId11"/>
    <p:sldLayoutId id="2147487058" r:id="rId12"/>
    <p:sldLayoutId id="2147484366" r:id="rId13"/>
    <p:sldLayoutId id="2147487097" r:id="rId14"/>
    <p:sldLayoutId id="2147487008" r:id="rId15"/>
    <p:sldLayoutId id="2147487009" r:id="rId16"/>
    <p:sldLayoutId id="2147487010" r:id="rId17"/>
    <p:sldLayoutId id="2147487011" r:id="rId18"/>
    <p:sldLayoutId id="2147487012" r:id="rId19"/>
    <p:sldLayoutId id="2147487036" r:id="rId20"/>
    <p:sldLayoutId id="2147487037" r:id="rId21"/>
    <p:sldLayoutId id="2147487038" r:id="rId22"/>
    <p:sldLayoutId id="2147487039" r:id="rId23"/>
    <p:sldLayoutId id="2147487040" r:id="rId24"/>
    <p:sldLayoutId id="2147487042" r:id="rId25"/>
    <p:sldLayoutId id="2147487046" r:id="rId26"/>
    <p:sldLayoutId id="2147487047" r:id="rId27"/>
    <p:sldLayoutId id="2147487050" r:id="rId28"/>
    <p:sldLayoutId id="2147487051" r:id="rId29"/>
    <p:sldLayoutId id="2147487054" r:id="rId30"/>
    <p:sldLayoutId id="2147487055" r:id="rId31"/>
    <p:sldLayoutId id="2147487025" r:id="rId32"/>
    <p:sldLayoutId id="2147487026" r:id="rId33"/>
    <p:sldLayoutId id="2147487027" r:id="rId34"/>
    <p:sldLayoutId id="2147487028" r:id="rId35"/>
    <p:sldLayoutId id="2147484360" r:id="rId36"/>
    <p:sldLayoutId id="2147484364" r:id="rId37"/>
    <p:sldLayoutId id="2147484365" r:id="rId38"/>
    <p:sldLayoutId id="2147484361" r:id="rId39"/>
    <p:sldLayoutId id="2147484362" r:id="rId40"/>
    <p:sldLayoutId id="2147484537" r:id="rId41"/>
    <p:sldLayoutId id="2147484538"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9BA3D27-D75E-811F-5635-FD6F506F9406}"/>
              </a:ext>
            </a:extLst>
          </p:cNvPr>
          <p:cNvGraphicFramePr>
            <a:graphicFrameLocks noChangeAspect="1"/>
          </p:cNvGraphicFramePr>
          <p:nvPr userDrawn="1">
            <p:custDataLst>
              <p:tags r:id="rId56"/>
            </p:custDataLst>
          </p:nvPr>
        </p:nvGraphicFramePr>
        <p:xfrm>
          <a:off x="1589" y="1589"/>
          <a:ext cx="1227" cy="1588"/>
        </p:xfrm>
        <a:graphic>
          <a:graphicData uri="http://schemas.openxmlformats.org/presentationml/2006/ole">
            <mc:AlternateContent xmlns:mc="http://schemas.openxmlformats.org/markup-compatibility/2006">
              <mc:Choice xmlns:v="urn:schemas-microsoft-com:vml" Requires="v">
                <p:oleObj name="think-cell Slide" r:id="rId57" imgW="7772400" imgH="10058400" progId="TCLayout.ActiveDocument.1">
                  <p:embed/>
                </p:oleObj>
              </mc:Choice>
              <mc:Fallback>
                <p:oleObj name="think-cell Slide" r:id="rId57" imgW="7772400" imgH="10058400" progId="TCLayout.ActiveDocument.1">
                  <p:embed/>
                  <p:pic>
                    <p:nvPicPr>
                      <p:cNvPr id="2" name="think-cell data - do not delete" hidden="1">
                        <a:extLst>
                          <a:ext uri="{FF2B5EF4-FFF2-40B4-BE49-F238E27FC236}">
                            <a16:creationId xmlns:a16="http://schemas.microsoft.com/office/drawing/2014/main" id="{19BA3D27-D75E-811F-5635-FD6F506F9406}"/>
                          </a:ext>
                        </a:extLst>
                      </p:cNvPr>
                      <p:cNvPicPr/>
                      <p:nvPr/>
                    </p:nvPicPr>
                    <p:blipFill>
                      <a:blip r:embed="rId58"/>
                      <a:stretch>
                        <a:fillRect/>
                      </a:stretch>
                    </p:blipFill>
                    <p:spPr>
                      <a:xfrm>
                        <a:off x="1589" y="1589"/>
                        <a:ext cx="1227" cy="1588"/>
                      </a:xfrm>
                      <a:prstGeom prst="rect">
                        <a:avLst/>
                      </a:prstGeom>
                    </p:spPr>
                  </p:pic>
                </p:oleObj>
              </mc:Fallback>
            </mc:AlternateContent>
          </a:graphicData>
        </a:graphic>
      </p:graphicFrame>
      <p:pic>
        <p:nvPicPr>
          <p:cNvPr id="4" name="Picture 10">
            <a:extLst>
              <a:ext uri="{FF2B5EF4-FFF2-40B4-BE49-F238E27FC236}">
                <a16:creationId xmlns:a16="http://schemas.microsoft.com/office/drawing/2014/main" id="{F1E00AFD-BA6C-F44A-A5F9-BF8BC669C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p:blipFill>
        <p:spPr>
          <a:xfrm>
            <a:off x="8058039" y="4892040"/>
            <a:ext cx="758854" cy="180406"/>
          </a:xfrm>
          <a:prstGeom prst="rect">
            <a:avLst/>
          </a:prstGeom>
        </p:spPr>
      </p:pic>
      <p:sp>
        <p:nvSpPr>
          <p:cNvPr id="3" name="Picture 4">
            <a:extLst>
              <a:ext uri="{FF2B5EF4-FFF2-40B4-BE49-F238E27FC236}">
                <a16:creationId xmlns:a16="http://schemas.microsoft.com/office/drawing/2014/main" id="{E2BA066B-517B-7305-064A-6BC4D1E46BE9}"/>
              </a:ext>
            </a:extLst>
          </p:cNvPr>
          <p:cNvSpPr/>
          <p:nvPr/>
        </p:nvSpPr>
        <p:spPr>
          <a:xfrm>
            <a:off x="8781009" y="4848988"/>
            <a:ext cx="626910" cy="307776"/>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bg1">
              <a:lumMod val="65000"/>
            </a:schemeClr>
          </a:solidFill>
          <a:ln w="1855" cap="flat">
            <a:noFill/>
            <a:prstDash val="solid"/>
            <a:miter/>
          </a:ln>
        </p:spPr>
        <p:txBody>
          <a:bodyPr lIns="182880" rIns="274320" rtlCol="0" anchor="ctr"/>
          <a:lstStyle/>
          <a:p>
            <a:fld id="{38310067-E2DB-45DF-9C60-3367C8991E2A}"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1314751454"/>
      </p:ext>
    </p:extLst>
  </p:cSld>
  <p:clrMap bg1="lt1" tx1="dk1" bg2="lt2" tx2="dk2" accent1="accent1" accent2="accent2" accent3="accent3" accent4="accent4" accent5="accent5" accent6="accent6" hlink="hlink" folHlink="folHlink"/>
  <p:sldLayoutIdLst>
    <p:sldLayoutId id="2147487030" r:id="rId1"/>
    <p:sldLayoutId id="2147487031" r:id="rId2"/>
    <p:sldLayoutId id="2147487032" r:id="rId3"/>
    <p:sldLayoutId id="2147487034" r:id="rId4"/>
    <p:sldLayoutId id="2147487035" r:id="rId5"/>
    <p:sldLayoutId id="2147486774" r:id="rId6"/>
    <p:sldLayoutId id="2147486775" r:id="rId7"/>
    <p:sldLayoutId id="2147486776" r:id="rId8"/>
    <p:sldLayoutId id="2147484659" r:id="rId9"/>
    <p:sldLayoutId id="2147484660" r:id="rId10"/>
    <p:sldLayoutId id="2147484661" r:id="rId11"/>
    <p:sldLayoutId id="2147484662" r:id="rId12"/>
    <p:sldLayoutId id="2147484663" r:id="rId13"/>
    <p:sldLayoutId id="2147484664" r:id="rId14"/>
    <p:sldLayoutId id="2147484665" r:id="rId15"/>
    <p:sldLayoutId id="2147484666" r:id="rId16"/>
    <p:sldLayoutId id="2147484667" r:id="rId17"/>
    <p:sldLayoutId id="2147484668" r:id="rId18"/>
    <p:sldLayoutId id="2147484669" r:id="rId19"/>
    <p:sldLayoutId id="2147486777" r:id="rId20"/>
    <p:sldLayoutId id="2147486778" r:id="rId21"/>
    <p:sldLayoutId id="2147487052" r:id="rId22"/>
    <p:sldLayoutId id="2147487053" r:id="rId23"/>
    <p:sldLayoutId id="2147486779" r:id="rId24"/>
    <p:sldLayoutId id="2147486780" r:id="rId25"/>
    <p:sldLayoutId id="2147486781" r:id="rId26"/>
    <p:sldLayoutId id="2147486782" r:id="rId27"/>
    <p:sldLayoutId id="2147484670" r:id="rId28"/>
    <p:sldLayoutId id="2147484671" r:id="rId29"/>
    <p:sldLayoutId id="2147484672" r:id="rId30"/>
    <p:sldLayoutId id="2147484673" r:id="rId31"/>
    <p:sldLayoutId id="2147484674" r:id="rId32"/>
    <p:sldLayoutId id="2147484675" r:id="rId33"/>
    <p:sldLayoutId id="2147484676" r:id="rId34"/>
    <p:sldLayoutId id="2147484677" r:id="rId35"/>
    <p:sldLayoutId id="2147486783" r:id="rId36"/>
    <p:sldLayoutId id="2147486784" r:id="rId37"/>
    <p:sldLayoutId id="2147486785" r:id="rId38"/>
    <p:sldLayoutId id="2147487056" r:id="rId39"/>
    <p:sldLayoutId id="2147487057" r:id="rId40"/>
    <p:sldLayoutId id="2147486788" r:id="rId41"/>
    <p:sldLayoutId id="2147484678" r:id="rId42"/>
    <p:sldLayoutId id="2147484679" r:id="rId43"/>
    <p:sldLayoutId id="2147484680" r:id="rId44"/>
    <p:sldLayoutId id="2147484681" r:id="rId45"/>
    <p:sldLayoutId id="2147484682" r:id="rId46"/>
    <p:sldLayoutId id="2147484683" r:id="rId47"/>
    <p:sldLayoutId id="2147484684" r:id="rId48"/>
    <p:sldLayoutId id="2147484685" r:id="rId49"/>
    <p:sldLayoutId id="2147484686" r:id="rId50"/>
    <p:sldLayoutId id="2147484687" r:id="rId51"/>
    <p:sldLayoutId id="2147484688" r:id="rId52"/>
    <p:sldLayoutId id="2147486789" r:id="rId53"/>
    <p:sldLayoutId id="2147484690" r:id="rId5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39"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Freeform 1">
            <a:extLst>
              <a:ext uri="{FF2B5EF4-FFF2-40B4-BE49-F238E27FC236}">
                <a16:creationId xmlns:a16="http://schemas.microsoft.com/office/drawing/2014/main" id="{6C94A908-9E46-DCF3-1328-0A4F976E93C5}"/>
              </a:ext>
            </a:extLst>
          </p:cNvPr>
          <p:cNvSpPr/>
          <p:nvPr userDrawn="1"/>
        </p:nvSpPr>
        <p:spPr>
          <a:xfrm>
            <a:off x="8796567" y="4752976"/>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51152EA9-44EF-6EF9-1A1C-063E4E1C6E15}"/>
              </a:ext>
            </a:extLst>
          </p:cNvPr>
          <p:cNvPicPr>
            <a:picLocks noChangeAspect="1"/>
          </p:cNvPicPr>
          <p:nvPr userDrawn="1"/>
        </p:nvPicPr>
        <p:blipFill>
          <a:blip r:embed="rId139" cstate="print">
            <a:extLst>
              <a:ext uri="{28A0092B-C50C-407E-A947-70E740481C1C}">
                <a14:useLocalDpi xmlns:a14="http://schemas.microsoft.com/office/drawing/2010/main"/>
              </a:ext>
            </a:extLst>
          </a:blip>
          <a:srcRect/>
          <a:stretch/>
        </p:blipFill>
        <p:spPr>
          <a:xfrm>
            <a:off x="8808853" y="4820443"/>
            <a:ext cx="235779" cy="217466"/>
          </a:xfrm>
          <a:prstGeom prst="rect">
            <a:avLst/>
          </a:prstGeom>
        </p:spPr>
      </p:pic>
      <p:sp>
        <p:nvSpPr>
          <p:cNvPr id="9" name="TextBox 8">
            <a:extLst>
              <a:ext uri="{FF2B5EF4-FFF2-40B4-BE49-F238E27FC236}">
                <a16:creationId xmlns:a16="http://schemas.microsoft.com/office/drawing/2014/main" id="{9CF9528D-A884-3656-A804-4830DD1CBD43}"/>
              </a:ext>
            </a:extLst>
          </p:cNvPr>
          <p:cNvSpPr txBox="1"/>
          <p:nvPr userDrawn="1"/>
        </p:nvSpPr>
        <p:spPr>
          <a:xfrm>
            <a:off x="8731482" y="4436580"/>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Box 9">
            <a:extLst>
              <a:ext uri="{FF2B5EF4-FFF2-40B4-BE49-F238E27FC236}">
                <a16:creationId xmlns:a16="http://schemas.microsoft.com/office/drawing/2014/main" id="{7FAC7A45-2640-938D-F874-1150E3550922}"/>
              </a:ext>
            </a:extLst>
          </p:cNvPr>
          <p:cNvSpPr txBox="1"/>
          <p:nvPr userDrawn="1"/>
        </p:nvSpPr>
        <p:spPr>
          <a:xfrm rot="16200000">
            <a:off x="7569183" y="1557926"/>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1" name="Straight Connector 10">
            <a:extLst>
              <a:ext uri="{FF2B5EF4-FFF2-40B4-BE49-F238E27FC236}">
                <a16:creationId xmlns:a16="http://schemas.microsoft.com/office/drawing/2014/main" id="{47202F9F-1E4B-1F86-8C0B-B2B3CB54D9DA}"/>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5783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7099" r:id="rId19"/>
    <p:sldLayoutId id="214748710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9" r:id="rId1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1215" userDrawn="1">
          <p15:clr>
            <a:srgbClr val="F26B43"/>
          </p15:clr>
        </p15:guide>
        <p15:guide id="11" pos="2124" userDrawn="1">
          <p15:clr>
            <a:srgbClr val="F26B43"/>
          </p15:clr>
        </p15:guide>
        <p15:guide id="12" pos="198" userDrawn="1">
          <p15:clr>
            <a:srgbClr val="F26B43"/>
          </p15:clr>
        </p15:guide>
        <p15:guide id="13" pos="4050" userDrawn="1">
          <p15:clr>
            <a:srgbClr val="F26B43"/>
          </p15:clr>
        </p15:guide>
        <p15:guide id="14" orient="horz" pos="2277" userDrawn="1">
          <p15:clr>
            <a:srgbClr val="F26B43"/>
          </p15:clr>
        </p15:guide>
        <p15:guide id="15" pos="1152" userDrawn="1">
          <p15:clr>
            <a:srgbClr val="F26B43"/>
          </p15:clr>
        </p15:guide>
        <p15:guide id="16" pos="3078" userDrawn="1">
          <p15:clr>
            <a:srgbClr val="F26B43"/>
          </p15:clr>
        </p15:guide>
        <p15:guide id="17" pos="1476" userDrawn="1">
          <p15:clr>
            <a:srgbClr val="F26B43"/>
          </p15:clr>
        </p15:guide>
        <p15:guide id="18" pos="2772"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Lst>
          </a:blip>
          <a:srcRect/>
          <a:stretch/>
        </p:blipFill>
        <p:spPr>
          <a:xfrm>
            <a:off x="8174691" y="4852076"/>
            <a:ext cx="758854" cy="180406"/>
          </a:xfrm>
          <a:prstGeom prst="rect">
            <a:avLst/>
          </a:prstGeom>
        </p:spPr>
      </p:pic>
    </p:spTree>
    <p:extLst>
      <p:ext uri="{BB962C8B-B14F-4D97-AF65-F5344CB8AC3E}">
        <p14:creationId xmlns:p14="http://schemas.microsoft.com/office/powerpoint/2010/main" val="1358540282"/>
      </p:ext>
    </p:extLst>
  </p:cSld>
  <p:clrMap bg1="lt1" tx1="dk1" bg2="lt2" tx2="dk2" accent1="accent1" accent2="accent2" accent3="accent3" accent4="accent4" accent5="accent5" accent6="accent6" hlink="hlink" folHlink="folHlink"/>
  <p:sldLayoutIdLst>
    <p:sldLayoutId id="2147486739" r:id="rId1"/>
    <p:sldLayoutId id="2147486740" r:id="rId2"/>
    <p:sldLayoutId id="2147486741" r:id="rId3"/>
    <p:sldLayoutId id="2147484625" r:id="rId4"/>
    <p:sldLayoutId id="2147484626" r:id="rId5"/>
    <p:sldLayoutId id="2147484627" r:id="rId6"/>
    <p:sldLayoutId id="2147484628" r:id="rId7"/>
    <p:sldLayoutId id="2147486769" r:id="rId8"/>
    <p:sldLayoutId id="2147486770" r:id="rId9"/>
    <p:sldLayoutId id="2147486771" r:id="rId10"/>
    <p:sldLayoutId id="2147486772" r:id="rId11"/>
    <p:sldLayoutId id="2147484633" r:id="rId12"/>
    <p:sldLayoutId id="2147486773" r:id="rId13"/>
    <p:sldLayoutId id="2147484634" r:id="rId14"/>
    <p:sldLayoutId id="2147484635" r:id="rId15"/>
    <p:sldLayoutId id="2147484636" r:id="rId16"/>
    <p:sldLayoutId id="2147484637" r:id="rId17"/>
    <p:sldLayoutId id="2147484638" r:id="rId18"/>
    <p:sldLayoutId id="2147484639" r:id="rId19"/>
    <p:sldLayoutId id="2147484640" r:id="rId20"/>
    <p:sldLayoutId id="2147484641" r:id="rId21"/>
    <p:sldLayoutId id="2147484642" r:id="rId22"/>
    <p:sldLayoutId id="2147484643" r:id="rId23"/>
    <p:sldLayoutId id="2147484644" r:id="rId24"/>
    <p:sldLayoutId id="2147484645" r:id="rId25"/>
    <p:sldLayoutId id="2147484646" r:id="rId26"/>
    <p:sldLayoutId id="2147484647" r:id="rId27"/>
    <p:sldLayoutId id="2147484648" r:id="rId28"/>
    <p:sldLayoutId id="2147484649" r:id="rId29"/>
    <p:sldLayoutId id="2147484650" r:id="rId30"/>
    <p:sldLayoutId id="2147484651" r:id="rId31"/>
    <p:sldLayoutId id="2147484652" r:id="rId32"/>
    <p:sldLayoutId id="2147484653" r:id="rId33"/>
    <p:sldLayoutId id="2147484654" r:id="rId34"/>
    <p:sldLayoutId id="2147484655" r:id="rId35"/>
    <p:sldLayoutId id="2147484656" r:id="rId36"/>
    <p:sldLayoutId id="2147484657" r:id="rId37"/>
    <p:sldLayoutId id="2147486768" r:id="rId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rcRect/>
          <a:stretch/>
        </p:blipFill>
        <p:spPr>
          <a:xfrm>
            <a:off x="8174691" y="4852075"/>
            <a:ext cx="758854" cy="180406"/>
          </a:xfrm>
          <a:prstGeom prst="rect">
            <a:avLst/>
          </a:prstGeom>
        </p:spPr>
      </p:pic>
    </p:spTree>
    <p:extLst>
      <p:ext uri="{BB962C8B-B14F-4D97-AF65-F5344CB8AC3E}">
        <p14:creationId xmlns:p14="http://schemas.microsoft.com/office/powerpoint/2010/main" val="1986089077"/>
      </p:ext>
    </p:extLst>
  </p:cSld>
  <p:clrMap bg1="lt1" tx1="dk1" bg2="lt2" tx2="dk2" accent1="accent1" accent2="accent2" accent3="accent3" accent4="accent4" accent5="accent5" accent6="accent6" hlink="hlink" folHlink="folHlink"/>
  <p:sldLayoutIdLst>
    <p:sldLayoutId id="2147487064" r:id="rId1"/>
    <p:sldLayoutId id="2147487065" r:id="rId2"/>
    <p:sldLayoutId id="2147487066" r:id="rId3"/>
    <p:sldLayoutId id="2147487067" r:id="rId4"/>
    <p:sldLayoutId id="2147487068" r:id="rId5"/>
    <p:sldLayoutId id="2147487069" r:id="rId6"/>
    <p:sldLayoutId id="2147487070" r:id="rId7"/>
    <p:sldLayoutId id="2147487071" r:id="rId8"/>
    <p:sldLayoutId id="2147487072" r:id="rId9"/>
    <p:sldLayoutId id="2147487073" r:id="rId10"/>
    <p:sldLayoutId id="2147487074" r:id="rId11"/>
    <p:sldLayoutId id="2147487075" r:id="rId12"/>
    <p:sldLayoutId id="2147487076" r:id="rId13"/>
    <p:sldLayoutId id="2147487077" r:id="rId14"/>
    <p:sldLayoutId id="2147487078" r:id="rId15"/>
    <p:sldLayoutId id="2147487079" r:id="rId16"/>
    <p:sldLayoutId id="2147487080" r:id="rId17"/>
    <p:sldLayoutId id="2147487081" r:id="rId18"/>
    <p:sldLayoutId id="2147487082" r:id="rId19"/>
    <p:sldLayoutId id="2147487083" r:id="rId20"/>
    <p:sldLayoutId id="2147487084" r:id="rId21"/>
    <p:sldLayoutId id="2147487085" r:id="rId22"/>
    <p:sldLayoutId id="2147487086" r:id="rId23"/>
    <p:sldLayoutId id="2147487087" r:id="rId24"/>
    <p:sldLayoutId id="2147487088" r:id="rId25"/>
    <p:sldLayoutId id="2147487089" r:id="rId26"/>
    <p:sldLayoutId id="2147487090" r:id="rId27"/>
    <p:sldLayoutId id="2147487091" r:id="rId28"/>
    <p:sldLayoutId id="2147487092" r:id="rId29"/>
    <p:sldLayoutId id="2147487093" r:id="rId30"/>
    <p:sldLayoutId id="2147487094" r:id="rId31"/>
    <p:sldLayoutId id="2147487095" r:id="rId32"/>
    <p:sldLayoutId id="2147484358" r:id="rId33"/>
    <p:sldLayoutId id="2147484359"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p:blipFill>
        <p:spPr>
          <a:xfrm>
            <a:off x="8174691" y="4852076"/>
            <a:ext cx="758854" cy="180406"/>
          </a:xfrm>
          <a:prstGeom prst="rect">
            <a:avLst/>
          </a:prstGeom>
        </p:spPr>
      </p:pic>
    </p:spTree>
    <p:extLst>
      <p:ext uri="{BB962C8B-B14F-4D97-AF65-F5344CB8AC3E}">
        <p14:creationId xmlns:p14="http://schemas.microsoft.com/office/powerpoint/2010/main" val="3002422338"/>
      </p:ext>
    </p:extLst>
  </p:cSld>
  <p:clrMap bg1="lt1" tx1="dk1" bg2="lt2" tx2="dk2" accent1="accent1" accent2="accent2" accent3="accent3" accent4="accent4" accent5="accent5" accent6="accent6" hlink="hlink" folHlink="folHlink"/>
  <p:sldLayoutIdLst>
    <p:sldLayoutId id="2147484570" r:id="rId1"/>
    <p:sldLayoutId id="2147484571" r:id="rId2"/>
    <p:sldLayoutId id="2147484572" r:id="rId3"/>
    <p:sldLayoutId id="2147484573" r:id="rId4"/>
    <p:sldLayoutId id="2147484574" r:id="rId5"/>
    <p:sldLayoutId id="2147484575" r:id="rId6"/>
    <p:sldLayoutId id="2147484576" r:id="rId7"/>
    <p:sldLayoutId id="2147484577" r:id="rId8"/>
    <p:sldLayoutId id="2147484578" r:id="rId9"/>
    <p:sldLayoutId id="2147484579" r:id="rId10"/>
    <p:sldLayoutId id="2147484580" r:id="rId11"/>
    <p:sldLayoutId id="2147484581" r:id="rId12"/>
    <p:sldLayoutId id="2147484582" r:id="rId13"/>
    <p:sldLayoutId id="2147484583" r:id="rId14"/>
    <p:sldLayoutId id="2147484584" r:id="rId15"/>
    <p:sldLayoutId id="2147484585" r:id="rId16"/>
    <p:sldLayoutId id="2147484586" r:id="rId17"/>
    <p:sldLayoutId id="2147484587" r:id="rId18"/>
    <p:sldLayoutId id="2147483679" r:id="rId19"/>
    <p:sldLayoutId id="2147483680" r:id="rId20"/>
    <p:sldLayoutId id="2147484588" r:id="rId21"/>
    <p:sldLayoutId id="2147484589" r:id="rId22"/>
    <p:sldLayoutId id="2147484590" r:id="rId23"/>
    <p:sldLayoutId id="2147484591" r:id="rId24"/>
    <p:sldLayoutId id="2147484592" r:id="rId25"/>
    <p:sldLayoutId id="2147484593" r:id="rId26"/>
    <p:sldLayoutId id="2147484594" r:id="rId27"/>
    <p:sldLayoutId id="2147484595" r:id="rId28"/>
    <p:sldLayoutId id="2147484596" r:id="rId29"/>
    <p:sldLayoutId id="2147484597" r:id="rId30"/>
    <p:sldLayoutId id="2147484598" r:id="rId31"/>
    <p:sldLayoutId id="2147484599" r:id="rId32"/>
    <p:sldLayoutId id="2147484600" r:id="rId33"/>
    <p:sldLayoutId id="2147484601" r:id="rId34"/>
    <p:sldLayoutId id="2147485999" r:id="rId35"/>
    <p:sldLayoutId id="2147486742" r:id="rId36"/>
    <p:sldLayoutId id="21474860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7346730"/>
      </p:ext>
    </p:extLst>
  </p:cSld>
  <p:clrMap bg1="lt1" tx1="dk1" bg2="lt2" tx2="dk2" accent1="accent1" accent2="accent2" accent3="accent3" accent4="accent4" accent5="accent5" accent6="accent6" hlink="hlink" folHlink="folHlink"/>
  <p:sldLayoutIdLst>
    <p:sldLayoutId id="2147487102" r:id="rId1"/>
    <p:sldLayoutId id="2147487103" r:id="rId2"/>
    <p:sldLayoutId id="2147487104" r:id="rId3"/>
    <p:sldLayoutId id="2147487105" r:id="rId4"/>
    <p:sldLayoutId id="2147487106" r:id="rId5"/>
    <p:sldLayoutId id="2147487107" r:id="rId6"/>
    <p:sldLayoutId id="2147487108" r:id="rId7"/>
    <p:sldLayoutId id="2147487109" r:id="rId8"/>
    <p:sldLayoutId id="2147487110" r:id="rId9"/>
    <p:sldLayoutId id="2147487111" r:id="rId10"/>
    <p:sldLayoutId id="2147487112" r:id="rId11"/>
    <p:sldLayoutId id="2147487113" r:id="rId12"/>
    <p:sldLayoutId id="2147487114" r:id="rId13"/>
    <p:sldLayoutId id="2147487115" r:id="rId14"/>
    <p:sldLayoutId id="2147487116" r:id="rId15"/>
    <p:sldLayoutId id="2147487117" r:id="rId16"/>
    <p:sldLayoutId id="2147487118" r:id="rId17"/>
    <p:sldLayoutId id="2147487119" r:id="rId18"/>
    <p:sldLayoutId id="2147487120" r:id="rId19"/>
    <p:sldLayoutId id="2147487121" r:id="rId20"/>
    <p:sldLayoutId id="2147487122" r:id="rId21"/>
    <p:sldLayoutId id="2147487123" r:id="rId22"/>
    <p:sldLayoutId id="2147487124" r:id="rId23"/>
    <p:sldLayoutId id="2147487125" r:id="rId24"/>
    <p:sldLayoutId id="2147487126" r:id="rId25"/>
    <p:sldLayoutId id="2147487127" r:id="rId26"/>
    <p:sldLayoutId id="2147487128" r:id="rId27"/>
    <p:sldLayoutId id="2147487129" r:id="rId28"/>
    <p:sldLayoutId id="2147487130" r:id="rId29"/>
    <p:sldLayoutId id="2147487131" r:id="rId30"/>
    <p:sldLayoutId id="2147487132" r:id="rId31"/>
    <p:sldLayoutId id="2147487133" r:id="rId32"/>
    <p:sldLayoutId id="2147487134" r:id="rId33"/>
    <p:sldLayoutId id="2147487135" r:id="rId34"/>
    <p:sldLayoutId id="2147487136" r:id="rId35"/>
    <p:sldLayoutId id="2147487137" r:id="rId36"/>
    <p:sldLayoutId id="2147487138" r:id="rId37"/>
    <p:sldLayoutId id="2147487139" r:id="rId38"/>
    <p:sldLayoutId id="2147487140" r:id="rId39"/>
    <p:sldLayoutId id="2147487141" r:id="rId40"/>
    <p:sldLayoutId id="2147487142" r:id="rId41"/>
    <p:sldLayoutId id="2147487143" r:id="rId42"/>
    <p:sldLayoutId id="2147487144" r:id="rId43"/>
    <p:sldLayoutId id="2147487145" r:id="rId44"/>
    <p:sldLayoutId id="2147487146" r:id="rId45"/>
    <p:sldLayoutId id="2147487147" r:id="rId46"/>
    <p:sldLayoutId id="2147487148" r:id="rId47"/>
    <p:sldLayoutId id="2147487149" r:id="rId48"/>
    <p:sldLayoutId id="2147487150" r:id="rId49"/>
    <p:sldLayoutId id="2147487151" r:id="rId50"/>
    <p:sldLayoutId id="2147487152" r:id="rId51"/>
    <p:sldLayoutId id="2147487153" r:id="rId52"/>
    <p:sldLayoutId id="2147487154" r:id="rId53"/>
    <p:sldLayoutId id="2147487155" r:id="rId54"/>
    <p:sldLayoutId id="2147487156" r:id="rId55"/>
    <p:sldLayoutId id="2147487157" r:id="rId56"/>
    <p:sldLayoutId id="2147487158" r:id="rId57"/>
    <p:sldLayoutId id="2147487159" r:id="rId58"/>
    <p:sldLayoutId id="2147487160" r:id="rId59"/>
    <p:sldLayoutId id="2147487161" r:id="rId60"/>
    <p:sldLayoutId id="2147487162" r:id="rId61"/>
    <p:sldLayoutId id="2147487163" r:id="rId62"/>
    <p:sldLayoutId id="2147487164" r:id="rId63"/>
    <p:sldLayoutId id="2147487165" r:id="rId64"/>
    <p:sldLayoutId id="2147487166" r:id="rId65"/>
    <p:sldLayoutId id="2147487167" r:id="rId66"/>
    <p:sldLayoutId id="2147487168" r:id="rId67"/>
    <p:sldLayoutId id="2147487169" r:id="rId68"/>
    <p:sldLayoutId id="2147487170" r:id="rId69"/>
    <p:sldLayoutId id="2147487171" r:id="rId70"/>
    <p:sldLayoutId id="2147487172" r:id="rId71"/>
    <p:sldLayoutId id="2147487173" r:id="rId72"/>
    <p:sldLayoutId id="2147487174" r:id="rId73"/>
    <p:sldLayoutId id="2147487175" r:id="rId74"/>
    <p:sldLayoutId id="2147487176" r:id="rId75"/>
    <p:sldLayoutId id="2147487177" r:id="rId76"/>
    <p:sldLayoutId id="2147487178" r:id="rId77"/>
    <p:sldLayoutId id="2147487179" r:id="rId78"/>
    <p:sldLayoutId id="2147487180" r:id="rId79"/>
    <p:sldLayoutId id="2147487181" r:id="rId80"/>
    <p:sldLayoutId id="2147487182" r:id="rId81"/>
    <p:sldLayoutId id="2147487183" r:id="rId82"/>
    <p:sldLayoutId id="2147487184" r:id="rId83"/>
    <p:sldLayoutId id="2147487185" r:id="rId84"/>
    <p:sldLayoutId id="2147487186" r:id="rId85"/>
    <p:sldLayoutId id="2147487187" r:id="rId86"/>
    <p:sldLayoutId id="2147487188" r:id="rId87"/>
    <p:sldLayoutId id="2147487189" r:id="rId88"/>
    <p:sldLayoutId id="2147487190" r:id="rId89"/>
    <p:sldLayoutId id="2147487191" r:id="rId90"/>
    <p:sldLayoutId id="2147487192" r:id="rId91"/>
    <p:sldLayoutId id="2147487193" r:id="rId92"/>
    <p:sldLayoutId id="2147487194" r:id="rId93"/>
    <p:sldLayoutId id="2147487195" r:id="rId94"/>
    <p:sldLayoutId id="2147487196" r:id="rId95"/>
    <p:sldLayoutId id="2147487197" r:id="rId96"/>
    <p:sldLayoutId id="2147487198" r:id="rId97"/>
    <p:sldLayoutId id="2147487199" r:id="rId98"/>
    <p:sldLayoutId id="2147487200" r:id="rId99"/>
    <p:sldLayoutId id="2147487201" r:id="rId100"/>
    <p:sldLayoutId id="2147487202" r:id="rId101"/>
    <p:sldLayoutId id="2147487203" r:id="rId102"/>
    <p:sldLayoutId id="2147487204" r:id="rId103"/>
    <p:sldLayoutId id="2147487205" r:id="rId104"/>
    <p:sldLayoutId id="2147487206" r:id="rId105"/>
    <p:sldLayoutId id="2147487207" r:id="rId106"/>
    <p:sldLayoutId id="2147487208" r:id="rId107"/>
    <p:sldLayoutId id="2147487209" r:id="rId108"/>
    <p:sldLayoutId id="2147487210" r:id="rId109"/>
    <p:sldLayoutId id="2147487211" r:id="rId110"/>
    <p:sldLayoutId id="2147487212" r:id="rId111"/>
    <p:sldLayoutId id="2147487213" r:id="rId112"/>
    <p:sldLayoutId id="2147487214" r:id="rId113"/>
    <p:sldLayoutId id="2147487215" r:id="rId114"/>
    <p:sldLayoutId id="2147487216" r:id="rId115"/>
    <p:sldLayoutId id="2147487217" r:id="rId116"/>
    <p:sldLayoutId id="2147487218" r:id="rId117"/>
    <p:sldLayoutId id="2147487219" r:id="rId118"/>
    <p:sldLayoutId id="2147487220" r:id="rId119"/>
    <p:sldLayoutId id="2147487221" r:id="rId120"/>
    <p:sldLayoutId id="2147487222" r:id="rId121"/>
    <p:sldLayoutId id="2147487223" r:id="rId122"/>
    <p:sldLayoutId id="2147487224" r:id="rId123"/>
    <p:sldLayoutId id="2147487225" r:id="rId124"/>
    <p:sldLayoutId id="2147487226" r:id="rId125"/>
    <p:sldLayoutId id="2147487227" r:id="rId126"/>
    <p:sldLayoutId id="2147487228" r:id="rId127"/>
    <p:sldLayoutId id="2147487229" r:id="rId128"/>
    <p:sldLayoutId id="2147487230" r:id="rId129"/>
    <p:sldLayoutId id="2147487231" r:id="rId130"/>
    <p:sldLayoutId id="2147487232" r:id="rId131"/>
    <p:sldLayoutId id="2147487233" r:id="rId132"/>
    <p:sldLayoutId id="2147487234" r:id="rId133"/>
    <p:sldLayoutId id="2147487235" r:id="rId134"/>
    <p:sldLayoutId id="2147487236" r:id="rId135"/>
    <p:sldLayoutId id="2147487237" r:id="rId1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2.png"/><Relationship Id="rId7" Type="http://schemas.openxmlformats.org/officeDocument/2006/relationships/image" Target="../media/image69.png"/><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30.xml"/><Relationship Id="rId4" Type="http://schemas.openxmlformats.org/officeDocument/2006/relationships/hyperlink" Target="https://anaplan-my.sharepoint.com/:p:/r/personal/ryan_slinkard_anaplan_com/Documents/ADO%20Implementation/CustomerPreselection.pptx?d=w55a14a8f18c8467aaa2ce3bec9ba952d&amp;csf=1&amp;web=1&amp;e=ZzfJ6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6FDD-696F-74A7-CDD9-630F46AB550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9D87C1E-F2D4-E6A9-2E00-55AD9B074582}"/>
              </a:ext>
            </a:extLst>
          </p:cNvPr>
          <p:cNvSpPr>
            <a:spLocks noGrp="1"/>
          </p:cNvSpPr>
          <p:nvPr>
            <p:ph type="title"/>
          </p:nvPr>
        </p:nvSpPr>
        <p:spPr>
          <a:xfrm>
            <a:off x="763527" y="866067"/>
            <a:ext cx="4566500" cy="1848051"/>
          </a:xfrm>
        </p:spPr>
        <p:txBody>
          <a:bodyPr lIns="0" tIns="45720" rIns="0" bIns="45720" anchor="b"/>
          <a:lstStyle/>
          <a:p>
            <a:r>
              <a:rPr lang="en-US" dirty="0">
                <a:latin typeface="Arial"/>
                <a:cs typeface="Arial"/>
              </a:rPr>
              <a:t>ADO Overview </a:t>
            </a:r>
            <a:br>
              <a:rPr lang="en-US" dirty="0">
                <a:latin typeface="Arial"/>
                <a:cs typeface="Arial"/>
              </a:rPr>
            </a:br>
            <a:r>
              <a:rPr lang="en-US" sz="2000" dirty="0">
                <a:latin typeface="Arial"/>
                <a:cs typeface="Arial"/>
              </a:rPr>
              <a:t>July 2025</a:t>
            </a:r>
            <a:endParaRPr lang="en-US" sz="2000" dirty="0"/>
          </a:p>
        </p:txBody>
      </p:sp>
      <p:sp>
        <p:nvSpPr>
          <p:cNvPr id="10" name="Text Placeholder 9">
            <a:extLst>
              <a:ext uri="{FF2B5EF4-FFF2-40B4-BE49-F238E27FC236}">
                <a16:creationId xmlns:a16="http://schemas.microsoft.com/office/drawing/2014/main" id="{CF7B67B8-FCF5-0FB9-5787-CF0E3FC29176}"/>
              </a:ext>
            </a:extLst>
          </p:cNvPr>
          <p:cNvSpPr>
            <a:spLocks noGrp="1"/>
          </p:cNvSpPr>
          <p:nvPr>
            <p:ph type="body" sz="quarter" idx="10"/>
          </p:nvPr>
        </p:nvSpPr>
        <p:spPr/>
        <p:txBody>
          <a:bodyPr lIns="0" tIns="45720" rIns="91440" bIns="45720" anchor="t"/>
          <a:lstStyle/>
          <a:p>
            <a:endParaRPr lang="en-US" dirty="0"/>
          </a:p>
          <a:p>
            <a:endParaRPr lang="en-US" dirty="0"/>
          </a:p>
        </p:txBody>
      </p:sp>
    </p:spTree>
    <p:extLst>
      <p:ext uri="{BB962C8B-B14F-4D97-AF65-F5344CB8AC3E}">
        <p14:creationId xmlns:p14="http://schemas.microsoft.com/office/powerpoint/2010/main" val="412618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7FFB-4B1F-AF12-C703-2A05CB5A8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B29C4-4299-3225-143C-CEF625F19B9C}"/>
              </a:ext>
            </a:extLst>
          </p:cNvPr>
          <p:cNvSpPr>
            <a:spLocks noGrp="1"/>
          </p:cNvSpPr>
          <p:nvPr>
            <p:ph type="title"/>
          </p:nvPr>
        </p:nvSpPr>
        <p:spPr/>
        <p:txBody>
          <a:bodyPr/>
          <a:lstStyle/>
          <a:p>
            <a:r>
              <a:rPr lang="en-US" dirty="0">
                <a:solidFill>
                  <a:schemeClr val="tx2"/>
                </a:solidFill>
              </a:rPr>
              <a:t>Anaplan Data Orchestrator Conceptual Design</a:t>
            </a:r>
            <a:endParaRPr lang="en-US" dirty="0"/>
          </a:p>
        </p:txBody>
      </p:sp>
      <p:sp>
        <p:nvSpPr>
          <p:cNvPr id="4" name="Rounded Rectangle 3">
            <a:extLst>
              <a:ext uri="{FF2B5EF4-FFF2-40B4-BE49-F238E27FC236}">
                <a16:creationId xmlns:a16="http://schemas.microsoft.com/office/drawing/2014/main" id="{7FEED48E-1BB3-B78F-F52A-5D43EB9D1040}"/>
              </a:ext>
            </a:extLst>
          </p:cNvPr>
          <p:cNvSpPr/>
          <p:nvPr/>
        </p:nvSpPr>
        <p:spPr>
          <a:xfrm>
            <a:off x="2008328" y="963777"/>
            <a:ext cx="6564173" cy="3787330"/>
          </a:xfrm>
          <a:prstGeom prst="roundRect">
            <a:avLst>
              <a:gd name="adj" fmla="val 5322"/>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1867">
              <a:solidFill>
                <a:srgbClr val="FFFFFF"/>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C370D66E-002D-5E3A-AA30-22E8BF2F8C87}"/>
              </a:ext>
            </a:extLst>
          </p:cNvPr>
          <p:cNvSpPr txBox="1">
            <a:spLocks/>
          </p:cNvSpPr>
          <p:nvPr/>
        </p:nvSpPr>
        <p:spPr>
          <a:xfrm>
            <a:off x="429015" y="1861986"/>
            <a:ext cx="1399021" cy="287096"/>
          </a:xfrm>
          <a:prstGeom prst="rect">
            <a:avLst/>
          </a:prstGeom>
        </p:spPr>
        <p:txBody>
          <a:bodyPr lIns="0" rIns="0" anchor="b"/>
          <a:lstStyle>
            <a:defPPr>
              <a:defRPr lang="en-US"/>
            </a:defPPr>
            <a:lvl1pPr algn="ctr">
              <a:spcBef>
                <a:spcPct val="0"/>
              </a:spcBef>
              <a:buNone/>
              <a:defRPr sz="1050" b="0" i="0">
                <a:solidFill>
                  <a:srgbClr val="EAEFFB"/>
                </a:solidFill>
                <a:latin typeface="Arial" panose="020B0604020202020204" pitchFamily="34" charset="0"/>
                <a:ea typeface="Verdana" charset="0"/>
                <a:cs typeface="Arial" panose="020B0604020202020204" pitchFamily="34" charset="0"/>
              </a:defRPr>
            </a:lvl1pPr>
          </a:lstStyle>
          <a:p>
            <a:pPr algn="l"/>
            <a:r>
              <a:rPr lang="en-US" sz="1000" b="1" dirty="0">
                <a:solidFill>
                  <a:schemeClr val="tx2"/>
                </a:solidFill>
              </a:rPr>
              <a:t>Connect to </a:t>
            </a:r>
            <a:br>
              <a:rPr lang="en-US" sz="1000" b="1" dirty="0">
                <a:solidFill>
                  <a:schemeClr val="tx2"/>
                </a:solidFill>
              </a:rPr>
            </a:br>
            <a:r>
              <a:rPr lang="en-US" sz="1000" b="1" dirty="0">
                <a:solidFill>
                  <a:schemeClr val="tx2"/>
                </a:solidFill>
              </a:rPr>
              <a:t>enterprise systems</a:t>
            </a:r>
          </a:p>
        </p:txBody>
      </p:sp>
      <p:sp>
        <p:nvSpPr>
          <p:cNvPr id="6" name="Rounded Rectangle 5">
            <a:extLst>
              <a:ext uri="{FF2B5EF4-FFF2-40B4-BE49-F238E27FC236}">
                <a16:creationId xmlns:a16="http://schemas.microsoft.com/office/drawing/2014/main" id="{602E130D-2C0C-FA68-89DC-B687D33FF9F0}"/>
              </a:ext>
            </a:extLst>
          </p:cNvPr>
          <p:cNvSpPr/>
          <p:nvPr/>
        </p:nvSpPr>
        <p:spPr>
          <a:xfrm>
            <a:off x="2217365" y="2648439"/>
            <a:ext cx="4187952" cy="1953921"/>
          </a:xfrm>
          <a:prstGeom prst="roundRect">
            <a:avLst>
              <a:gd name="adj" fmla="val 4495"/>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53440" rtlCol="0" anchor="ctr"/>
          <a:lstStyle/>
          <a:p>
            <a:pPr>
              <a:spcAft>
                <a:spcPts val="800"/>
              </a:spcAft>
            </a:pPr>
            <a:endParaRPr lang="en-US" sz="1000" b="1" dirty="0">
              <a:solidFill>
                <a:schemeClr val="tx2"/>
              </a:solidFill>
            </a:endParaRPr>
          </a:p>
        </p:txBody>
      </p:sp>
      <p:sp>
        <p:nvSpPr>
          <p:cNvPr id="7" name="Title 1">
            <a:extLst>
              <a:ext uri="{FF2B5EF4-FFF2-40B4-BE49-F238E27FC236}">
                <a16:creationId xmlns:a16="http://schemas.microsoft.com/office/drawing/2014/main" id="{BC418845-B810-9297-2CEA-286CC3E7EA01}"/>
              </a:ext>
            </a:extLst>
          </p:cNvPr>
          <p:cNvSpPr txBox="1">
            <a:spLocks/>
          </p:cNvSpPr>
          <p:nvPr/>
        </p:nvSpPr>
        <p:spPr>
          <a:xfrm>
            <a:off x="2266521" y="3678771"/>
            <a:ext cx="680664"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Automate source   data loads</a:t>
            </a:r>
          </a:p>
        </p:txBody>
      </p:sp>
      <p:sp>
        <p:nvSpPr>
          <p:cNvPr id="12" name="Title 1">
            <a:extLst>
              <a:ext uri="{FF2B5EF4-FFF2-40B4-BE49-F238E27FC236}">
                <a16:creationId xmlns:a16="http://schemas.microsoft.com/office/drawing/2014/main" id="{F15E792A-DB1F-D5FB-7565-C2692BAEA04A}"/>
              </a:ext>
            </a:extLst>
          </p:cNvPr>
          <p:cNvSpPr txBox="1">
            <a:spLocks/>
          </p:cNvSpPr>
          <p:nvPr/>
        </p:nvSpPr>
        <p:spPr>
          <a:xfrm>
            <a:off x="2797610" y="2846878"/>
            <a:ext cx="2944423" cy="291971"/>
          </a:xfrm>
          <a:prstGeom prst="rect">
            <a:avLst/>
          </a:prstGeom>
        </p:spPr>
        <p:txBody>
          <a:bodyPr lIns="0" rIns="0" anchor="b"/>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400" dirty="0">
                <a:solidFill>
                  <a:schemeClr val="tx2"/>
                </a:solidFill>
              </a:rPr>
              <a:t>Anaplan Data Orchestrator</a:t>
            </a:r>
          </a:p>
        </p:txBody>
      </p:sp>
      <p:sp>
        <p:nvSpPr>
          <p:cNvPr id="13" name="Title 1">
            <a:extLst>
              <a:ext uri="{FF2B5EF4-FFF2-40B4-BE49-F238E27FC236}">
                <a16:creationId xmlns:a16="http://schemas.microsoft.com/office/drawing/2014/main" id="{3B02F506-4B01-AD57-A365-C6C5C9F1EFC9}"/>
              </a:ext>
            </a:extLst>
          </p:cNvPr>
          <p:cNvSpPr txBox="1">
            <a:spLocks/>
          </p:cNvSpPr>
          <p:nvPr/>
        </p:nvSpPr>
        <p:spPr>
          <a:xfrm>
            <a:off x="6909835" y="1276874"/>
            <a:ext cx="1409669" cy="181116"/>
          </a:xfrm>
          <a:prstGeom prst="rect">
            <a:avLst/>
          </a:prstGeom>
        </p:spPr>
        <p:txBody>
          <a:bodyPr lIns="0" rIns="0" anchor="b"/>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r>
              <a:rPr lang="en-US" sz="1000" dirty="0">
                <a:solidFill>
                  <a:schemeClr val="tx1"/>
                </a:solidFill>
              </a:rPr>
              <a:t>PLANNING MODELS</a:t>
            </a:r>
          </a:p>
        </p:txBody>
      </p:sp>
      <p:sp>
        <p:nvSpPr>
          <p:cNvPr id="14" name="Rectangle 20">
            <a:extLst>
              <a:ext uri="{FF2B5EF4-FFF2-40B4-BE49-F238E27FC236}">
                <a16:creationId xmlns:a16="http://schemas.microsoft.com/office/drawing/2014/main" id="{528233A7-E438-07A3-F9AD-369D91EB9F93}"/>
              </a:ext>
            </a:extLst>
          </p:cNvPr>
          <p:cNvSpPr/>
          <p:nvPr/>
        </p:nvSpPr>
        <p:spPr>
          <a:xfrm>
            <a:off x="410802" y="2766150"/>
            <a:ext cx="1041735" cy="201369"/>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en-US" sz="1000" b="1" dirty="0">
                <a:solidFill>
                  <a:schemeClr val="bg1"/>
                </a:solidFill>
                <a:latin typeface="Arial" panose="020B0604020202020204" pitchFamily="34" charset="0"/>
                <a:ea typeface="Verdana" charset="0"/>
                <a:cs typeface="Arial" panose="020B0604020202020204" pitchFamily="34" charset="0"/>
              </a:rPr>
              <a:t>CRM</a:t>
            </a:r>
          </a:p>
        </p:txBody>
      </p:sp>
      <p:sp>
        <p:nvSpPr>
          <p:cNvPr id="15" name="Rectangle 23">
            <a:extLst>
              <a:ext uri="{FF2B5EF4-FFF2-40B4-BE49-F238E27FC236}">
                <a16:creationId xmlns:a16="http://schemas.microsoft.com/office/drawing/2014/main" id="{314DAA6D-D9C1-7B8F-8353-DCC2769E7BEE}"/>
              </a:ext>
            </a:extLst>
          </p:cNvPr>
          <p:cNvSpPr/>
          <p:nvPr/>
        </p:nvSpPr>
        <p:spPr>
          <a:xfrm>
            <a:off x="410800" y="3142984"/>
            <a:ext cx="1041671" cy="33243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en-US" sz="1000" b="1" dirty="0">
                <a:solidFill>
                  <a:schemeClr val="bg1"/>
                </a:solidFill>
                <a:latin typeface="Arial" panose="020B0604020202020204" pitchFamily="34" charset="0"/>
                <a:ea typeface="Verdana" charset="0"/>
                <a:cs typeface="Arial" panose="020B0604020202020204" pitchFamily="34" charset="0"/>
              </a:rPr>
              <a:t>Opensource databases</a:t>
            </a:r>
          </a:p>
        </p:txBody>
      </p:sp>
      <p:sp>
        <p:nvSpPr>
          <p:cNvPr id="16" name="Rectangle 26">
            <a:extLst>
              <a:ext uri="{FF2B5EF4-FFF2-40B4-BE49-F238E27FC236}">
                <a16:creationId xmlns:a16="http://schemas.microsoft.com/office/drawing/2014/main" id="{BA7EEDB9-6C2C-CD98-80C9-1C2325CF1C8D}"/>
              </a:ext>
            </a:extLst>
          </p:cNvPr>
          <p:cNvSpPr/>
          <p:nvPr/>
        </p:nvSpPr>
        <p:spPr>
          <a:xfrm>
            <a:off x="410798" y="3650889"/>
            <a:ext cx="1041581" cy="21000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en-US" sz="1000" b="1">
                <a:solidFill>
                  <a:schemeClr val="bg1"/>
                </a:solidFill>
                <a:latin typeface="Arial" panose="020B0604020202020204" pitchFamily="34" charset="0"/>
                <a:ea typeface="Verdana" charset="0"/>
                <a:cs typeface="Arial" panose="020B0604020202020204" pitchFamily="34" charset="0"/>
              </a:rPr>
              <a:t>HRM</a:t>
            </a:r>
          </a:p>
        </p:txBody>
      </p:sp>
      <p:sp>
        <p:nvSpPr>
          <p:cNvPr id="17" name="Rounded Rectangle 16">
            <a:extLst>
              <a:ext uri="{FF2B5EF4-FFF2-40B4-BE49-F238E27FC236}">
                <a16:creationId xmlns:a16="http://schemas.microsoft.com/office/drawing/2014/main" id="{7E14B41E-4A63-1BF7-F662-1717AFA648A0}"/>
              </a:ext>
            </a:extLst>
          </p:cNvPr>
          <p:cNvSpPr/>
          <p:nvPr/>
        </p:nvSpPr>
        <p:spPr>
          <a:xfrm>
            <a:off x="410391" y="2258246"/>
            <a:ext cx="1028380" cy="33243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en-US" sz="1000" b="1" dirty="0">
                <a:solidFill>
                  <a:schemeClr val="bg1"/>
                </a:solidFill>
                <a:latin typeface="Arial" panose="020B0604020202020204" pitchFamily="34" charset="0"/>
                <a:ea typeface="Verdana" charset="0"/>
                <a:cs typeface="Arial" panose="020B0604020202020204" pitchFamily="34" charset="0"/>
              </a:rPr>
              <a:t>Data Warehouse</a:t>
            </a:r>
          </a:p>
        </p:txBody>
      </p:sp>
      <p:sp>
        <p:nvSpPr>
          <p:cNvPr id="18" name="Rounded Rectangle 17">
            <a:extLst>
              <a:ext uri="{FF2B5EF4-FFF2-40B4-BE49-F238E27FC236}">
                <a16:creationId xmlns:a16="http://schemas.microsoft.com/office/drawing/2014/main" id="{0F9AA5C8-14B0-FDA8-BD82-56F8E87ED748}"/>
              </a:ext>
            </a:extLst>
          </p:cNvPr>
          <p:cNvSpPr/>
          <p:nvPr/>
        </p:nvSpPr>
        <p:spPr>
          <a:xfrm>
            <a:off x="410795" y="4036364"/>
            <a:ext cx="1041533" cy="210007"/>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en-US" sz="1000" b="1" dirty="0">
                <a:solidFill>
                  <a:schemeClr val="bg1"/>
                </a:solidFill>
                <a:latin typeface="Arial" panose="020B0604020202020204" pitchFamily="34" charset="0"/>
                <a:ea typeface="Verdana" charset="0"/>
                <a:cs typeface="Arial" panose="020B0604020202020204" pitchFamily="34" charset="0"/>
              </a:rPr>
              <a:t>ERP</a:t>
            </a:r>
          </a:p>
        </p:txBody>
      </p:sp>
      <p:sp>
        <p:nvSpPr>
          <p:cNvPr id="40" name="Rounded Rectangle 39">
            <a:extLst>
              <a:ext uri="{FF2B5EF4-FFF2-40B4-BE49-F238E27FC236}">
                <a16:creationId xmlns:a16="http://schemas.microsoft.com/office/drawing/2014/main" id="{6FA8E474-A799-3800-0E9B-FB5622B23BCF}"/>
              </a:ext>
            </a:extLst>
          </p:cNvPr>
          <p:cNvSpPr/>
          <p:nvPr/>
        </p:nvSpPr>
        <p:spPr>
          <a:xfrm>
            <a:off x="6936454" y="1530674"/>
            <a:ext cx="1409670" cy="413516"/>
          </a:xfrm>
          <a:prstGeom prst="roundRect">
            <a:avLst>
              <a:gd name="adj" fmla="val 186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Sales</a:t>
            </a:r>
          </a:p>
          <a:p>
            <a:pPr algn="ctr"/>
            <a:r>
              <a:rPr lang="en-US" sz="1000" dirty="0"/>
              <a:t>Forecasting</a:t>
            </a:r>
          </a:p>
        </p:txBody>
      </p:sp>
      <p:sp>
        <p:nvSpPr>
          <p:cNvPr id="41" name="Rounded Rectangle 40">
            <a:extLst>
              <a:ext uri="{FF2B5EF4-FFF2-40B4-BE49-F238E27FC236}">
                <a16:creationId xmlns:a16="http://schemas.microsoft.com/office/drawing/2014/main" id="{C02A5039-4B32-EBD9-30D4-018124E4B2E1}"/>
              </a:ext>
            </a:extLst>
          </p:cNvPr>
          <p:cNvSpPr/>
          <p:nvPr/>
        </p:nvSpPr>
        <p:spPr>
          <a:xfrm>
            <a:off x="6936454" y="2089557"/>
            <a:ext cx="1409670" cy="413516"/>
          </a:xfrm>
          <a:prstGeom prst="roundRect">
            <a:avLst>
              <a:gd name="adj" fmla="val 208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FP&amp;A </a:t>
            </a:r>
          </a:p>
          <a:p>
            <a:pPr algn="ctr"/>
            <a:r>
              <a:rPr lang="en-US" sz="1000" dirty="0"/>
              <a:t>Planning</a:t>
            </a:r>
          </a:p>
        </p:txBody>
      </p:sp>
      <p:sp>
        <p:nvSpPr>
          <p:cNvPr id="42" name="Rounded Rectangle 41">
            <a:extLst>
              <a:ext uri="{FF2B5EF4-FFF2-40B4-BE49-F238E27FC236}">
                <a16:creationId xmlns:a16="http://schemas.microsoft.com/office/drawing/2014/main" id="{42829B37-4FFA-2818-5E8E-D9EB5B4C89E0}"/>
              </a:ext>
            </a:extLst>
          </p:cNvPr>
          <p:cNvSpPr/>
          <p:nvPr/>
        </p:nvSpPr>
        <p:spPr>
          <a:xfrm>
            <a:off x="6936454" y="2648440"/>
            <a:ext cx="1409670" cy="413516"/>
          </a:xfrm>
          <a:prstGeom prst="roundRect">
            <a:avLst>
              <a:gd name="adj" fmla="val 208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Workforce Planning</a:t>
            </a:r>
          </a:p>
        </p:txBody>
      </p:sp>
      <p:sp>
        <p:nvSpPr>
          <p:cNvPr id="43" name="Rounded Rectangle 42">
            <a:extLst>
              <a:ext uri="{FF2B5EF4-FFF2-40B4-BE49-F238E27FC236}">
                <a16:creationId xmlns:a16="http://schemas.microsoft.com/office/drawing/2014/main" id="{B7AE20B1-30D0-7056-9B5F-7F6A578FB319}"/>
              </a:ext>
            </a:extLst>
          </p:cNvPr>
          <p:cNvSpPr/>
          <p:nvPr/>
        </p:nvSpPr>
        <p:spPr>
          <a:xfrm>
            <a:off x="6936455" y="3207322"/>
            <a:ext cx="1409670" cy="413516"/>
          </a:xfrm>
          <a:prstGeom prst="roundRect">
            <a:avLst>
              <a:gd name="adj" fmla="val 208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Sales &amp; Operations Planning</a:t>
            </a:r>
          </a:p>
        </p:txBody>
      </p:sp>
      <p:sp>
        <p:nvSpPr>
          <p:cNvPr id="44" name="Rounded Rectangle 43">
            <a:extLst>
              <a:ext uri="{FF2B5EF4-FFF2-40B4-BE49-F238E27FC236}">
                <a16:creationId xmlns:a16="http://schemas.microsoft.com/office/drawing/2014/main" id="{3A830264-CB7C-E75C-1C8A-BBA4F2D58F0F}"/>
              </a:ext>
            </a:extLst>
          </p:cNvPr>
          <p:cNvSpPr/>
          <p:nvPr/>
        </p:nvSpPr>
        <p:spPr>
          <a:xfrm>
            <a:off x="6936454" y="3766207"/>
            <a:ext cx="1409668" cy="413516"/>
          </a:xfrm>
          <a:prstGeom prst="roundRect">
            <a:avLst>
              <a:gd name="adj" fmla="val 2517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Consolidation and Close</a:t>
            </a:r>
          </a:p>
        </p:txBody>
      </p:sp>
      <p:pic>
        <p:nvPicPr>
          <p:cNvPr id="24" name="Picture 10">
            <a:extLst>
              <a:ext uri="{FF2B5EF4-FFF2-40B4-BE49-F238E27FC236}">
                <a16:creationId xmlns:a16="http://schemas.microsoft.com/office/drawing/2014/main" id="{E3CE410B-4042-0108-A1C1-1D37A91013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97387" y="1078167"/>
            <a:ext cx="1025815" cy="386539"/>
          </a:xfrm>
          <a:prstGeom prst="rect">
            <a:avLst/>
          </a:prstGeom>
        </p:spPr>
      </p:pic>
      <p:cxnSp>
        <p:nvCxnSpPr>
          <p:cNvPr id="25" name="Straight Arrow Connector 24">
            <a:extLst>
              <a:ext uri="{FF2B5EF4-FFF2-40B4-BE49-F238E27FC236}">
                <a16:creationId xmlns:a16="http://schemas.microsoft.com/office/drawing/2014/main" id="{C703199C-0BB2-9A2E-1669-4C25A49A016A}"/>
              </a:ext>
            </a:extLst>
          </p:cNvPr>
          <p:cNvCxnSpPr>
            <a:cxnSpLocks/>
            <a:endCxn id="15" idx="3"/>
          </p:cNvCxnSpPr>
          <p:nvPr/>
        </p:nvCxnSpPr>
        <p:spPr>
          <a:xfrm flipH="1">
            <a:off x="1452471" y="3305114"/>
            <a:ext cx="647427" cy="4090"/>
          </a:xfrm>
          <a:prstGeom prst="straightConnector1">
            <a:avLst/>
          </a:prstGeom>
          <a:ln w="1270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0B55B00-B1D5-B09A-94A5-B33976093A3D}"/>
              </a:ext>
            </a:extLst>
          </p:cNvPr>
          <p:cNvCxnSpPr>
            <a:cxnSpLocks/>
            <a:endCxn id="14" idx="3"/>
          </p:cNvCxnSpPr>
          <p:nvPr/>
        </p:nvCxnSpPr>
        <p:spPr>
          <a:xfrm flipH="1" flipV="1">
            <a:off x="1452537" y="2866835"/>
            <a:ext cx="647361" cy="348183"/>
          </a:xfrm>
          <a:prstGeom prst="straightConnector1">
            <a:avLst/>
          </a:prstGeom>
          <a:ln w="1270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1E191A9-0A9E-50F9-21FC-2F24285AEC3D}"/>
              </a:ext>
            </a:extLst>
          </p:cNvPr>
          <p:cNvCxnSpPr>
            <a:cxnSpLocks/>
            <a:endCxn id="17" idx="3"/>
          </p:cNvCxnSpPr>
          <p:nvPr/>
        </p:nvCxnSpPr>
        <p:spPr>
          <a:xfrm flipH="1" flipV="1">
            <a:off x="1438771" y="2424465"/>
            <a:ext cx="661127" cy="680389"/>
          </a:xfrm>
          <a:prstGeom prst="straightConnector1">
            <a:avLst/>
          </a:prstGeom>
          <a:ln w="1270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CBB6308-44EA-A9F0-FF26-A8EC17141904}"/>
              </a:ext>
            </a:extLst>
          </p:cNvPr>
          <p:cNvCxnSpPr>
            <a:cxnSpLocks/>
            <a:endCxn id="18" idx="3"/>
          </p:cNvCxnSpPr>
          <p:nvPr/>
        </p:nvCxnSpPr>
        <p:spPr>
          <a:xfrm flipH="1">
            <a:off x="1452328" y="3534724"/>
            <a:ext cx="647569" cy="606644"/>
          </a:xfrm>
          <a:prstGeom prst="straightConnector1">
            <a:avLst/>
          </a:prstGeom>
          <a:ln w="1270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9983FCF3-3684-B625-F823-4EE9203E66DA}"/>
              </a:ext>
            </a:extLst>
          </p:cNvPr>
          <p:cNvCxnSpPr>
            <a:cxnSpLocks/>
            <a:endCxn id="16" idx="3"/>
          </p:cNvCxnSpPr>
          <p:nvPr/>
        </p:nvCxnSpPr>
        <p:spPr>
          <a:xfrm flipH="1">
            <a:off x="1452379" y="3402418"/>
            <a:ext cx="647518" cy="353475"/>
          </a:xfrm>
          <a:prstGeom prst="straightConnector1">
            <a:avLst/>
          </a:prstGeom>
          <a:ln w="1270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0787F47-A7E7-D249-24AD-A03CA7ECC927}"/>
              </a:ext>
            </a:extLst>
          </p:cNvPr>
          <p:cNvCxnSpPr>
            <a:cxnSpLocks/>
          </p:cNvCxnSpPr>
          <p:nvPr/>
        </p:nvCxnSpPr>
        <p:spPr>
          <a:xfrm flipV="1">
            <a:off x="6502494" y="2798611"/>
            <a:ext cx="387076" cy="57031"/>
          </a:xfrm>
          <a:prstGeom prst="straightConnector1">
            <a:avLst/>
          </a:prstGeom>
          <a:ln w="127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2EF963E3-67B8-15AC-7CCB-775E295B9F49}"/>
              </a:ext>
            </a:extLst>
          </p:cNvPr>
          <p:cNvCxnSpPr>
            <a:cxnSpLocks/>
          </p:cNvCxnSpPr>
          <p:nvPr/>
        </p:nvCxnSpPr>
        <p:spPr>
          <a:xfrm flipV="1">
            <a:off x="6502494" y="2258247"/>
            <a:ext cx="361582" cy="608588"/>
          </a:xfrm>
          <a:prstGeom prst="straightConnector1">
            <a:avLst/>
          </a:prstGeom>
          <a:ln w="127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0B8DDF0B-B8FA-3793-E8C5-B5F7FABCB12A}"/>
              </a:ext>
            </a:extLst>
          </p:cNvPr>
          <p:cNvCxnSpPr>
            <a:cxnSpLocks/>
          </p:cNvCxnSpPr>
          <p:nvPr/>
        </p:nvCxnSpPr>
        <p:spPr>
          <a:xfrm flipV="1">
            <a:off x="6502494" y="1721224"/>
            <a:ext cx="361582" cy="1134418"/>
          </a:xfrm>
          <a:prstGeom prst="straightConnector1">
            <a:avLst/>
          </a:prstGeom>
          <a:ln w="127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2BBE2A62-443A-82AA-ADBB-BDEB4AEFA7F8}"/>
              </a:ext>
            </a:extLst>
          </p:cNvPr>
          <p:cNvCxnSpPr>
            <a:cxnSpLocks/>
          </p:cNvCxnSpPr>
          <p:nvPr/>
        </p:nvCxnSpPr>
        <p:spPr>
          <a:xfrm>
            <a:off x="6502494" y="2855642"/>
            <a:ext cx="387076" cy="1146889"/>
          </a:xfrm>
          <a:prstGeom prst="straightConnector1">
            <a:avLst/>
          </a:prstGeom>
          <a:ln w="127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EBD7B3F-EC52-CE0C-2D32-A9DE508659C4}"/>
              </a:ext>
            </a:extLst>
          </p:cNvPr>
          <p:cNvCxnSpPr>
            <a:cxnSpLocks/>
          </p:cNvCxnSpPr>
          <p:nvPr/>
        </p:nvCxnSpPr>
        <p:spPr>
          <a:xfrm>
            <a:off x="6502494" y="2855642"/>
            <a:ext cx="387076" cy="546776"/>
          </a:xfrm>
          <a:prstGeom prst="straightConnector1">
            <a:avLst/>
          </a:prstGeom>
          <a:ln w="127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39" name="Picture 38">
            <a:extLst>
              <a:ext uri="{FF2B5EF4-FFF2-40B4-BE49-F238E27FC236}">
                <a16:creationId xmlns:a16="http://schemas.microsoft.com/office/drawing/2014/main" id="{D701BE1F-91C2-5B38-C727-1E4422A39D2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9015" y="1378213"/>
            <a:ext cx="284175" cy="284175"/>
          </a:xfrm>
          <a:prstGeom prst="rect">
            <a:avLst/>
          </a:prstGeom>
        </p:spPr>
      </p:pic>
      <p:sp>
        <p:nvSpPr>
          <p:cNvPr id="30" name="Rounded Rectangle 29">
            <a:extLst>
              <a:ext uri="{FF2B5EF4-FFF2-40B4-BE49-F238E27FC236}">
                <a16:creationId xmlns:a16="http://schemas.microsoft.com/office/drawing/2014/main" id="{CA74C6CC-BC64-B1BC-0018-D1AF43C99A75}"/>
              </a:ext>
            </a:extLst>
          </p:cNvPr>
          <p:cNvSpPr/>
          <p:nvPr/>
        </p:nvSpPr>
        <p:spPr>
          <a:xfrm>
            <a:off x="2214909" y="1515834"/>
            <a:ext cx="4190772" cy="1074850"/>
          </a:xfrm>
          <a:prstGeom prst="roundRect">
            <a:avLst>
              <a:gd name="adj" fmla="val 4495"/>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53440" rtlCol="0" anchor="ctr"/>
          <a:lstStyle/>
          <a:p>
            <a:pPr>
              <a:spcAft>
                <a:spcPts val="800"/>
              </a:spcAft>
            </a:pPr>
            <a:endParaRPr lang="en-US" sz="1000" b="1" dirty="0">
              <a:solidFill>
                <a:schemeClr val="tx2"/>
              </a:solidFill>
            </a:endParaRPr>
          </a:p>
        </p:txBody>
      </p:sp>
      <p:sp>
        <p:nvSpPr>
          <p:cNvPr id="38" name="Title 1">
            <a:extLst>
              <a:ext uri="{FF2B5EF4-FFF2-40B4-BE49-F238E27FC236}">
                <a16:creationId xmlns:a16="http://schemas.microsoft.com/office/drawing/2014/main" id="{85845E5C-D143-9DF9-05CD-06672D504B94}"/>
              </a:ext>
            </a:extLst>
          </p:cNvPr>
          <p:cNvSpPr txBox="1">
            <a:spLocks/>
          </p:cNvSpPr>
          <p:nvPr/>
        </p:nvSpPr>
        <p:spPr>
          <a:xfrm>
            <a:off x="3098739" y="1719905"/>
            <a:ext cx="2370371" cy="205267"/>
          </a:xfrm>
          <a:prstGeom prst="rect">
            <a:avLst/>
          </a:prstGeom>
        </p:spPr>
        <p:txBody>
          <a:bodyPr lIns="0" rIns="0" anchor="b"/>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400" dirty="0">
                <a:solidFill>
                  <a:schemeClr val="tx2"/>
                </a:solidFill>
              </a:rPr>
              <a:t>Anaplan Control Model</a:t>
            </a:r>
          </a:p>
        </p:txBody>
      </p:sp>
      <p:sp>
        <p:nvSpPr>
          <p:cNvPr id="45" name="Rounded Rectangle 44">
            <a:extLst>
              <a:ext uri="{FF2B5EF4-FFF2-40B4-BE49-F238E27FC236}">
                <a16:creationId xmlns:a16="http://schemas.microsoft.com/office/drawing/2014/main" id="{94017951-5174-7DEB-6641-80FBF7458B8B}"/>
              </a:ext>
            </a:extLst>
          </p:cNvPr>
          <p:cNvSpPr/>
          <p:nvPr/>
        </p:nvSpPr>
        <p:spPr>
          <a:xfrm>
            <a:off x="2123339" y="1446651"/>
            <a:ext cx="4379156" cy="3226746"/>
          </a:xfrm>
          <a:prstGeom prst="roundRect">
            <a:avLst>
              <a:gd name="adj" fmla="val 4495"/>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53440" rtlCol="0" anchor="ctr"/>
          <a:lstStyle/>
          <a:p>
            <a:pPr>
              <a:spcAft>
                <a:spcPts val="800"/>
              </a:spcAft>
            </a:pPr>
            <a:endParaRPr lang="en-US" sz="1000" b="1" dirty="0">
              <a:solidFill>
                <a:schemeClr val="tx2"/>
              </a:solidFill>
            </a:endParaRPr>
          </a:p>
        </p:txBody>
      </p:sp>
      <p:pic>
        <p:nvPicPr>
          <p:cNvPr id="46" name="Picture Placeholder 14">
            <a:extLst>
              <a:ext uri="{FF2B5EF4-FFF2-40B4-BE49-F238E27FC236}">
                <a16:creationId xmlns:a16="http://schemas.microsoft.com/office/drawing/2014/main" id="{2F14AA1F-F688-E55F-9097-327B0464CE2C}"/>
              </a:ext>
            </a:extLst>
          </p:cNvPr>
          <p:cNvPicPr>
            <a:picLocks noChangeAspect="1"/>
          </p:cNvPicPr>
          <p:nvPr/>
        </p:nvPicPr>
        <p:blipFill>
          <a:blip r:embed="rId4">
            <a:extLst>
              <a:ext uri="{28A0092B-C50C-407E-A947-70E740481C1C}">
                <a14:useLocalDpi xmlns:a14="http://schemas.microsoft.com/office/drawing/2010/main" val="0"/>
              </a:ext>
            </a:extLst>
          </a:blip>
          <a:srcRect t="4546" b="4546"/>
          <a:stretch/>
        </p:blipFill>
        <p:spPr>
          <a:xfrm>
            <a:off x="2465756" y="3370484"/>
            <a:ext cx="208564" cy="189603"/>
          </a:xfrm>
          <a:prstGeom prst="rect">
            <a:avLst/>
          </a:prstGeom>
        </p:spPr>
      </p:pic>
      <p:pic>
        <p:nvPicPr>
          <p:cNvPr id="47" name="Picture Placeholder 14">
            <a:extLst>
              <a:ext uri="{FF2B5EF4-FFF2-40B4-BE49-F238E27FC236}">
                <a16:creationId xmlns:a16="http://schemas.microsoft.com/office/drawing/2014/main" id="{83210809-1AB9-42B6-57A5-BC4E48599BE7}"/>
              </a:ext>
            </a:extLst>
          </p:cNvPr>
          <p:cNvPicPr>
            <a:picLocks noChangeAspect="1"/>
          </p:cNvPicPr>
          <p:nvPr/>
        </p:nvPicPr>
        <p:blipFill>
          <a:blip r:embed="rId5">
            <a:extLst>
              <a:ext uri="{28A0092B-C50C-407E-A947-70E740481C1C}">
                <a14:useLocalDpi xmlns:a14="http://schemas.microsoft.com/office/drawing/2010/main" val="0"/>
              </a:ext>
            </a:extLst>
          </a:blip>
          <a:srcRect t="4546" b="4546"/>
          <a:stretch/>
        </p:blipFill>
        <p:spPr>
          <a:xfrm>
            <a:off x="3255119" y="3370484"/>
            <a:ext cx="208564" cy="189603"/>
          </a:xfrm>
          <a:prstGeom prst="rect">
            <a:avLst/>
          </a:prstGeom>
        </p:spPr>
      </p:pic>
      <p:pic>
        <p:nvPicPr>
          <p:cNvPr id="48" name="Picture Placeholder 14">
            <a:extLst>
              <a:ext uri="{FF2B5EF4-FFF2-40B4-BE49-F238E27FC236}">
                <a16:creationId xmlns:a16="http://schemas.microsoft.com/office/drawing/2014/main" id="{05CF5E0A-6D22-839B-7A68-11868FD4AD11}"/>
              </a:ext>
            </a:extLst>
          </p:cNvPr>
          <p:cNvPicPr>
            <a:picLocks noChangeAspect="1"/>
          </p:cNvPicPr>
          <p:nvPr/>
        </p:nvPicPr>
        <p:blipFill>
          <a:blip r:embed="rId6">
            <a:extLst>
              <a:ext uri="{28A0092B-C50C-407E-A947-70E740481C1C}">
                <a14:useLocalDpi xmlns:a14="http://schemas.microsoft.com/office/drawing/2010/main" val="0"/>
              </a:ext>
            </a:extLst>
          </a:blip>
          <a:srcRect t="4546" b="4546"/>
          <a:stretch/>
        </p:blipFill>
        <p:spPr>
          <a:xfrm>
            <a:off x="4016656" y="3372410"/>
            <a:ext cx="208564" cy="189603"/>
          </a:xfrm>
          <a:prstGeom prst="rect">
            <a:avLst/>
          </a:prstGeom>
        </p:spPr>
      </p:pic>
      <p:pic>
        <p:nvPicPr>
          <p:cNvPr id="49" name="Picture Placeholder 14">
            <a:extLst>
              <a:ext uri="{FF2B5EF4-FFF2-40B4-BE49-F238E27FC236}">
                <a16:creationId xmlns:a16="http://schemas.microsoft.com/office/drawing/2014/main" id="{7EE4D930-245E-8098-F143-967278102BFE}"/>
              </a:ext>
            </a:extLst>
          </p:cNvPr>
          <p:cNvPicPr>
            <a:picLocks noChangeAspect="1"/>
          </p:cNvPicPr>
          <p:nvPr/>
        </p:nvPicPr>
        <p:blipFill>
          <a:blip r:embed="rId7">
            <a:extLst>
              <a:ext uri="{28A0092B-C50C-407E-A947-70E740481C1C}">
                <a14:useLocalDpi xmlns:a14="http://schemas.microsoft.com/office/drawing/2010/main" val="0"/>
              </a:ext>
            </a:extLst>
          </a:blip>
          <a:srcRect t="4546" b="4546"/>
          <a:stretch/>
        </p:blipFill>
        <p:spPr>
          <a:xfrm>
            <a:off x="4858121" y="3371483"/>
            <a:ext cx="208564" cy="189603"/>
          </a:xfrm>
          <a:prstGeom prst="rect">
            <a:avLst/>
          </a:prstGeom>
        </p:spPr>
      </p:pic>
      <p:pic>
        <p:nvPicPr>
          <p:cNvPr id="50" name="Picture Placeholder 14">
            <a:extLst>
              <a:ext uri="{FF2B5EF4-FFF2-40B4-BE49-F238E27FC236}">
                <a16:creationId xmlns:a16="http://schemas.microsoft.com/office/drawing/2014/main" id="{316C45CF-4727-72EE-0091-AB597BDF2A47}"/>
              </a:ext>
            </a:extLst>
          </p:cNvPr>
          <p:cNvPicPr>
            <a:picLocks noChangeAspect="1"/>
          </p:cNvPicPr>
          <p:nvPr/>
        </p:nvPicPr>
        <p:blipFill>
          <a:blip r:embed="rId8">
            <a:extLst>
              <a:ext uri="{28A0092B-C50C-407E-A947-70E740481C1C}">
                <a14:useLocalDpi xmlns:a14="http://schemas.microsoft.com/office/drawing/2010/main" val="0"/>
              </a:ext>
            </a:extLst>
          </a:blip>
          <a:srcRect t="4546" b="4546"/>
          <a:stretch/>
        </p:blipFill>
        <p:spPr>
          <a:xfrm>
            <a:off x="5769242" y="3378410"/>
            <a:ext cx="208564" cy="189603"/>
          </a:xfrm>
          <a:prstGeom prst="rect">
            <a:avLst/>
          </a:prstGeom>
        </p:spPr>
      </p:pic>
      <p:sp>
        <p:nvSpPr>
          <p:cNvPr id="3" name="Title 1">
            <a:extLst>
              <a:ext uri="{FF2B5EF4-FFF2-40B4-BE49-F238E27FC236}">
                <a16:creationId xmlns:a16="http://schemas.microsoft.com/office/drawing/2014/main" id="{07726E52-9626-FF60-4EC2-413C7556A79E}"/>
              </a:ext>
            </a:extLst>
          </p:cNvPr>
          <p:cNvSpPr txBox="1">
            <a:spLocks/>
          </p:cNvSpPr>
          <p:nvPr/>
        </p:nvSpPr>
        <p:spPr>
          <a:xfrm>
            <a:off x="2989663" y="3685717"/>
            <a:ext cx="726328" cy="427487"/>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Store and manage data</a:t>
            </a:r>
          </a:p>
        </p:txBody>
      </p:sp>
      <p:sp>
        <p:nvSpPr>
          <p:cNvPr id="9" name="Title 1">
            <a:extLst>
              <a:ext uri="{FF2B5EF4-FFF2-40B4-BE49-F238E27FC236}">
                <a16:creationId xmlns:a16="http://schemas.microsoft.com/office/drawing/2014/main" id="{5F882F7F-FD9A-4E88-AD29-142CB48173BD}"/>
              </a:ext>
            </a:extLst>
          </p:cNvPr>
          <p:cNvSpPr txBox="1">
            <a:spLocks/>
          </p:cNvSpPr>
          <p:nvPr/>
        </p:nvSpPr>
        <p:spPr>
          <a:xfrm>
            <a:off x="3733247" y="3681045"/>
            <a:ext cx="786042"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Transform into needed structures and formats</a:t>
            </a:r>
          </a:p>
        </p:txBody>
      </p:sp>
      <p:sp>
        <p:nvSpPr>
          <p:cNvPr id="10" name="Title 1">
            <a:extLst>
              <a:ext uri="{FF2B5EF4-FFF2-40B4-BE49-F238E27FC236}">
                <a16:creationId xmlns:a16="http://schemas.microsoft.com/office/drawing/2014/main" id="{50395B88-5537-03E3-643A-2B92B4B9DCA3}"/>
              </a:ext>
            </a:extLst>
          </p:cNvPr>
          <p:cNvSpPr txBox="1">
            <a:spLocks/>
          </p:cNvSpPr>
          <p:nvPr/>
        </p:nvSpPr>
        <p:spPr>
          <a:xfrm>
            <a:off x="4590488" y="3678771"/>
            <a:ext cx="780337"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Disseminate into staging and planning modules</a:t>
            </a:r>
          </a:p>
        </p:txBody>
      </p:sp>
      <p:sp>
        <p:nvSpPr>
          <p:cNvPr id="11" name="Title 1">
            <a:extLst>
              <a:ext uri="{FF2B5EF4-FFF2-40B4-BE49-F238E27FC236}">
                <a16:creationId xmlns:a16="http://schemas.microsoft.com/office/drawing/2014/main" id="{AE240BBF-3643-7210-3ED6-65B2C3AE1F2D}"/>
              </a:ext>
            </a:extLst>
          </p:cNvPr>
          <p:cNvSpPr txBox="1">
            <a:spLocks/>
          </p:cNvSpPr>
          <p:nvPr/>
        </p:nvSpPr>
        <p:spPr>
          <a:xfrm>
            <a:off x="5461222" y="3679732"/>
            <a:ext cx="811457"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Visualize data lineage and transforms</a:t>
            </a:r>
          </a:p>
        </p:txBody>
      </p:sp>
      <p:sp>
        <p:nvSpPr>
          <p:cNvPr id="19" name="Title 1">
            <a:extLst>
              <a:ext uri="{FF2B5EF4-FFF2-40B4-BE49-F238E27FC236}">
                <a16:creationId xmlns:a16="http://schemas.microsoft.com/office/drawing/2014/main" id="{DC81B8DE-02CB-30EE-4356-556FA7FB81A9}"/>
              </a:ext>
            </a:extLst>
          </p:cNvPr>
          <p:cNvSpPr txBox="1">
            <a:spLocks/>
          </p:cNvSpPr>
          <p:nvPr/>
        </p:nvSpPr>
        <p:spPr>
          <a:xfrm>
            <a:off x="2536816" y="1939533"/>
            <a:ext cx="750202"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Validate modeling calculations</a:t>
            </a:r>
          </a:p>
        </p:txBody>
      </p:sp>
      <p:sp>
        <p:nvSpPr>
          <p:cNvPr id="20" name="Title 1">
            <a:extLst>
              <a:ext uri="{FF2B5EF4-FFF2-40B4-BE49-F238E27FC236}">
                <a16:creationId xmlns:a16="http://schemas.microsoft.com/office/drawing/2014/main" id="{AB01C94E-E480-2FD5-4BDB-EB03BAB66077}"/>
              </a:ext>
            </a:extLst>
          </p:cNvPr>
          <p:cNvSpPr txBox="1">
            <a:spLocks/>
          </p:cNvSpPr>
          <p:nvPr/>
        </p:nvSpPr>
        <p:spPr>
          <a:xfrm>
            <a:off x="5232564" y="1925172"/>
            <a:ext cx="726328" cy="511948"/>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Visualize data and calculations</a:t>
            </a:r>
          </a:p>
        </p:txBody>
      </p:sp>
      <p:sp>
        <p:nvSpPr>
          <p:cNvPr id="21" name="Title 1">
            <a:extLst>
              <a:ext uri="{FF2B5EF4-FFF2-40B4-BE49-F238E27FC236}">
                <a16:creationId xmlns:a16="http://schemas.microsoft.com/office/drawing/2014/main" id="{FCF74C1F-AA8A-9F21-2DB9-FA447BA283F3}"/>
              </a:ext>
            </a:extLst>
          </p:cNvPr>
          <p:cNvSpPr txBox="1">
            <a:spLocks/>
          </p:cNvSpPr>
          <p:nvPr/>
        </p:nvSpPr>
        <p:spPr>
          <a:xfrm>
            <a:off x="3483780" y="1936638"/>
            <a:ext cx="786042"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Create additional calculations</a:t>
            </a:r>
          </a:p>
        </p:txBody>
      </p:sp>
      <p:sp>
        <p:nvSpPr>
          <p:cNvPr id="23" name="Title 1">
            <a:extLst>
              <a:ext uri="{FF2B5EF4-FFF2-40B4-BE49-F238E27FC236}">
                <a16:creationId xmlns:a16="http://schemas.microsoft.com/office/drawing/2014/main" id="{F9CB59D4-043C-5E3B-8373-68F09F413C90}"/>
              </a:ext>
            </a:extLst>
          </p:cNvPr>
          <p:cNvSpPr txBox="1">
            <a:spLocks/>
          </p:cNvSpPr>
          <p:nvPr/>
        </p:nvSpPr>
        <p:spPr>
          <a:xfrm>
            <a:off x="4358172" y="1933158"/>
            <a:ext cx="786042" cy="553845"/>
          </a:xfrm>
          <a:prstGeom prst="rect">
            <a:avLst/>
          </a:prstGeom>
        </p:spPr>
        <p:txBody>
          <a:bodyPr lIns="0" rIns="0" anchor="t"/>
          <a:lstStyle>
            <a:lvl1pPr algn="l" defTabSz="914400" rtl="0" eaLnBrk="1" latinLnBrk="0" hangingPunct="1">
              <a:spcBef>
                <a:spcPct val="0"/>
              </a:spcBef>
              <a:buNone/>
              <a:defRPr sz="1800" b="1" i="0" kern="1200">
                <a:solidFill>
                  <a:schemeClr val="bg1"/>
                </a:solidFill>
                <a:latin typeface="Arial" panose="020B0604020202020204" pitchFamily="34" charset="0"/>
                <a:ea typeface="Verdana" charset="0"/>
                <a:cs typeface="Arial" panose="020B0604020202020204" pitchFamily="34" charset="0"/>
              </a:defRPr>
            </a:lvl1pPr>
          </a:lstStyle>
          <a:p>
            <a:pPr algn="ctr">
              <a:spcAft>
                <a:spcPts val="800"/>
              </a:spcAft>
            </a:pPr>
            <a:r>
              <a:rPr lang="en-US" sz="1000" b="0" dirty="0">
                <a:solidFill>
                  <a:schemeClr val="tx2"/>
                </a:solidFill>
              </a:rPr>
              <a:t>Apply data edits</a:t>
            </a:r>
          </a:p>
        </p:txBody>
      </p:sp>
      <p:sp>
        <p:nvSpPr>
          <p:cNvPr id="32" name="Up-Down Arrow 31">
            <a:extLst>
              <a:ext uri="{FF2B5EF4-FFF2-40B4-BE49-F238E27FC236}">
                <a16:creationId xmlns:a16="http://schemas.microsoft.com/office/drawing/2014/main" id="{DB9D82DA-F296-9985-6820-B2EA03C08EB5}"/>
              </a:ext>
            </a:extLst>
          </p:cNvPr>
          <p:cNvSpPr/>
          <p:nvPr/>
        </p:nvSpPr>
        <p:spPr>
          <a:xfrm>
            <a:off x="4205161" y="2487003"/>
            <a:ext cx="168935" cy="275728"/>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103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837B6-A666-CB01-0C5A-69936160FA43}"/>
              </a:ext>
            </a:extLst>
          </p:cNvPr>
          <p:cNvSpPr>
            <a:spLocks noGrp="1"/>
          </p:cNvSpPr>
          <p:nvPr>
            <p:ph type="title"/>
          </p:nvPr>
        </p:nvSpPr>
        <p:spPr/>
        <p:txBody>
          <a:bodyPr lIns="0" tIns="45720" rIns="0" bIns="45720" anchor="t"/>
          <a:lstStyle/>
          <a:p>
            <a:r>
              <a:rPr lang="en-US">
                <a:latin typeface="Arial"/>
                <a:cs typeface="Arial"/>
              </a:rPr>
              <a:t>Benefits of ADO</a:t>
            </a:r>
            <a:endParaRPr lang="en-US"/>
          </a:p>
        </p:txBody>
      </p:sp>
      <p:sp>
        <p:nvSpPr>
          <p:cNvPr id="3" name="TextBox 2">
            <a:extLst>
              <a:ext uri="{FF2B5EF4-FFF2-40B4-BE49-F238E27FC236}">
                <a16:creationId xmlns:a16="http://schemas.microsoft.com/office/drawing/2014/main" id="{2B924D1D-6360-9E8F-7B5D-AAAD5081BB36}"/>
              </a:ext>
            </a:extLst>
          </p:cNvPr>
          <p:cNvSpPr txBox="1"/>
          <p:nvPr/>
        </p:nvSpPr>
        <p:spPr>
          <a:xfrm>
            <a:off x="451035" y="956196"/>
            <a:ext cx="7884105" cy="2800767"/>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180975" indent="-180975">
              <a:buFont typeface="Arial" panose="020B0604020202020204" pitchFamily="34" charset="0"/>
              <a:buChar char="•"/>
            </a:pPr>
            <a:r>
              <a:rPr lang="en-US" sz="1600" dirty="0">
                <a:solidFill>
                  <a:schemeClr val="tx2"/>
                </a:solidFill>
                <a:latin typeface="Arial"/>
                <a:ea typeface="Inter Light" panose="02000503000000020004" pitchFamily="2" charset="0"/>
                <a:cs typeface="Arial"/>
              </a:rPr>
              <a:t>Eliminates key data hub redundancies</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Fewer models</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Less data duplication</a:t>
            </a: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Lower model size / cost</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Simpler architecture</a:t>
            </a:r>
          </a:p>
          <a:p>
            <a:pPr marL="180975" indent="-180975">
              <a:buFont typeface="Arial" panose="020B0604020202020204" pitchFamily="34" charset="0"/>
              <a:buChar char="•"/>
            </a:pPr>
            <a:r>
              <a:rPr lang="en-US" sz="1600">
                <a:solidFill>
                  <a:schemeClr val="tx2"/>
                </a:solidFill>
                <a:latin typeface="Arial"/>
                <a:ea typeface="Inter Light" panose="02000503000000020004" pitchFamily="2" charset="0"/>
                <a:cs typeface="Arial"/>
              </a:rPr>
              <a:t>Faster time to value</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r>
              <a:rPr lang="en-US" sz="1600" dirty="0">
                <a:solidFill>
                  <a:schemeClr val="tx2"/>
                </a:solidFill>
                <a:latin typeface="Arial"/>
                <a:ea typeface="Inter Light" panose="02000503000000020004" pitchFamily="2" charset="0"/>
                <a:cs typeface="Arial"/>
              </a:rPr>
              <a:t>No external ETL setup required</a:t>
            </a: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Proliferation of data made more efficient, push data from ADO to many models</a:t>
            </a:r>
          </a:p>
          <a:p>
            <a:pPr marL="180975" indent="-180975">
              <a:buFont typeface="Arial" panose="020B0604020202020204" pitchFamily="34" charset="0"/>
              <a:buChar char="•"/>
            </a:pPr>
            <a:r>
              <a:rPr lang="en-US" sz="1600">
                <a:solidFill>
                  <a:schemeClr val="tx2"/>
                </a:solidFill>
                <a:latin typeface="Arial"/>
                <a:ea typeface="Inter Light" panose="02000503000000020004" pitchFamily="2" charset="0"/>
                <a:cs typeface="Arial"/>
              </a:rPr>
              <a:t>Native transformation logic</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r>
              <a:rPr lang="en-US" sz="1600">
                <a:solidFill>
                  <a:schemeClr val="tx2"/>
                </a:solidFill>
                <a:latin typeface="Arial"/>
                <a:ea typeface="Inter Light" panose="02000503000000020004" pitchFamily="2" charset="0"/>
                <a:cs typeface="Arial"/>
              </a:rPr>
              <a:t>Reduce data staging and formula bloat, improve performance</a:t>
            </a: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a:p>
            <a:pPr marL="638175" lvl="1" indent="-180975">
              <a:buFont typeface="Courier New" panose="020B0604020202020204" pitchFamily="34" charset="0"/>
              <a:buChar char="o"/>
            </a:pPr>
            <a:endParaRPr lang="en-US" sz="1600" dirty="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469914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162B-C98A-150C-7761-14260AED5A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CF1F2FE-7932-3CDE-CBC3-ACE3F724845D}"/>
              </a:ext>
            </a:extLst>
          </p:cNvPr>
          <p:cNvSpPr>
            <a:spLocks noGrp="1"/>
          </p:cNvSpPr>
          <p:nvPr>
            <p:ph type="title"/>
          </p:nvPr>
        </p:nvSpPr>
        <p:spPr>
          <a:xfrm>
            <a:off x="233892" y="231140"/>
            <a:ext cx="8153400" cy="338554"/>
          </a:xfrm>
        </p:spPr>
        <p:txBody>
          <a:bodyPr lIns="0" tIns="45720" rIns="0" bIns="45720" anchor="t"/>
          <a:lstStyle/>
          <a:p>
            <a:r>
              <a:rPr lang="en-US" dirty="0">
                <a:latin typeface="Arial"/>
                <a:cs typeface="Arial"/>
              </a:rPr>
              <a:t>ADO – Implementation Framework</a:t>
            </a:r>
            <a:br>
              <a:rPr lang="en-US" dirty="0">
                <a:latin typeface="Arial"/>
                <a:cs typeface="Arial"/>
              </a:rPr>
            </a:br>
            <a:endParaRPr lang="en-US" b="0" dirty="0"/>
          </a:p>
        </p:txBody>
      </p:sp>
      <p:sp>
        <p:nvSpPr>
          <p:cNvPr id="2" name="TextBox 2">
            <a:extLst>
              <a:ext uri="{FF2B5EF4-FFF2-40B4-BE49-F238E27FC236}">
                <a16:creationId xmlns:a16="http://schemas.microsoft.com/office/drawing/2014/main" id="{97A5D51D-5DA3-D765-D33C-CFBC5F9797F1}"/>
              </a:ext>
            </a:extLst>
          </p:cNvPr>
          <p:cNvSpPr txBox="1"/>
          <p:nvPr/>
        </p:nvSpPr>
        <p:spPr>
          <a:xfrm>
            <a:off x="2032298" y="2199950"/>
            <a:ext cx="1553190" cy="2435691"/>
          </a:xfrm>
          <a:prstGeom prst="rect">
            <a:avLst/>
          </a:prstGeom>
          <a:solidFill>
            <a:schemeClr val="tx1">
              <a:lumMod val="10000"/>
              <a:lumOff val="9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lIns="91440" tIns="45720" rIns="91440" bIns="4572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171450" indent="-171450">
              <a:buFont typeface="Arial" panose="020B0604020202020204" pitchFamily="34" charset="0"/>
              <a:buChar char="•"/>
            </a:pPr>
            <a:r>
              <a:rPr lang="en-US" sz="900" dirty="0"/>
              <a:t>Review overall  data requirements/current design</a:t>
            </a:r>
          </a:p>
          <a:p>
            <a:pPr marL="171450" indent="-171450">
              <a:buFont typeface="Arial" panose="020B0604020202020204" pitchFamily="34" charset="0"/>
              <a:buChar char="•"/>
            </a:pPr>
            <a:r>
              <a:rPr lang="en-US" sz="900" dirty="0"/>
              <a:t>Amend/write user stories</a:t>
            </a:r>
            <a:endParaRPr lang="en-US" sz="900" dirty="0">
              <a:cs typeface="Arial"/>
            </a:endParaRPr>
          </a:p>
          <a:p>
            <a:pPr marL="171450" indent="-171450">
              <a:buFont typeface="Arial" panose="020B0604020202020204" pitchFamily="34" charset="0"/>
              <a:buChar char="•"/>
            </a:pPr>
            <a:r>
              <a:rPr lang="en-US" sz="900" dirty="0"/>
              <a:t>Analyze Data Hub import actions and sources; identify additional required sources  </a:t>
            </a:r>
            <a:endParaRPr lang="en-US" sz="900" dirty="0">
              <a:cs typeface="Arial"/>
            </a:endParaRPr>
          </a:p>
          <a:p>
            <a:pPr marL="171450" indent="-171450">
              <a:buFont typeface="Arial" panose="020B0604020202020204" pitchFamily="34" charset="0"/>
              <a:buChar char="•"/>
            </a:pPr>
            <a:r>
              <a:rPr lang="en-US" sz="900" dirty="0"/>
              <a:t>Map functionality to ADO and Control Model</a:t>
            </a:r>
            <a:endParaRPr lang="en-US" sz="900" dirty="0">
              <a:cs typeface="Arial"/>
            </a:endParaRPr>
          </a:p>
          <a:p>
            <a:pPr marL="171450" indent="-171450">
              <a:buFont typeface="Arial" panose="020B0604020202020204" pitchFamily="34" charset="0"/>
              <a:buChar char="•"/>
            </a:pPr>
            <a:r>
              <a:rPr lang="en-US" sz="900" dirty="0">
                <a:solidFill>
                  <a:schemeClr val="tx1"/>
                </a:solidFill>
              </a:rPr>
              <a:t>Create data specification and architecture design</a:t>
            </a:r>
            <a:endParaRPr lang="en-US" sz="900" dirty="0">
              <a:solidFill>
                <a:schemeClr val="tx1"/>
              </a:solidFill>
              <a:cs typeface="Arial"/>
            </a:endParaRPr>
          </a:p>
        </p:txBody>
      </p:sp>
      <p:sp>
        <p:nvSpPr>
          <p:cNvPr id="3" name="TextBox 3">
            <a:extLst>
              <a:ext uri="{FF2B5EF4-FFF2-40B4-BE49-F238E27FC236}">
                <a16:creationId xmlns:a16="http://schemas.microsoft.com/office/drawing/2014/main" id="{5001E1B0-CB4E-D745-BBFC-2595FCABABD2}"/>
              </a:ext>
            </a:extLst>
          </p:cNvPr>
          <p:cNvSpPr txBox="1"/>
          <p:nvPr/>
        </p:nvSpPr>
        <p:spPr>
          <a:xfrm>
            <a:off x="3643522" y="2199950"/>
            <a:ext cx="1557424" cy="2435690"/>
          </a:xfrm>
          <a:prstGeom prst="rect">
            <a:avLst/>
          </a:prstGeom>
          <a:solidFill>
            <a:schemeClr val="accent2">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lIns="91440" tIns="45720" rIns="91440" bIns="4572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171450" indent="-171450">
              <a:buFont typeface="Arial" panose="020B0604020202020204" pitchFamily="34" charset="0"/>
              <a:buChar char="•"/>
            </a:pPr>
            <a:r>
              <a:rPr lang="en-US" sz="900"/>
              <a:t>Create required data source connections</a:t>
            </a:r>
          </a:p>
          <a:p>
            <a:pPr marL="171450" indent="-171450">
              <a:buFont typeface="Arial" panose="020B0604020202020204" pitchFamily="34" charset="0"/>
              <a:buChar char="•"/>
            </a:pPr>
            <a:r>
              <a:rPr lang="en-US" sz="900"/>
              <a:t>Configure and unit test ADO capabilities</a:t>
            </a:r>
          </a:p>
          <a:p>
            <a:pPr marL="171450" indent="-171450">
              <a:buFont typeface="Arial" panose="020B0604020202020204" pitchFamily="34" charset="0"/>
              <a:buChar char="•"/>
            </a:pPr>
            <a:r>
              <a:rPr lang="en-US" sz="900"/>
              <a:t>Modify target models/pages (if applicable)</a:t>
            </a:r>
            <a:endParaRPr lang="en-US" sz="900">
              <a:cs typeface="Arial"/>
            </a:endParaRPr>
          </a:p>
          <a:p>
            <a:pPr marL="171450" indent="-171450">
              <a:buFont typeface="Arial" panose="020B0604020202020204" pitchFamily="34" charset="0"/>
              <a:buChar char="•"/>
            </a:pPr>
            <a:r>
              <a:rPr lang="en-US" sz="900"/>
              <a:t>Build and unit test target model loads</a:t>
            </a:r>
          </a:p>
          <a:p>
            <a:pPr marL="171450" indent="-171450">
              <a:buFont typeface="Arial" panose="020B0604020202020204" pitchFamily="34" charset="0"/>
              <a:buChar char="•"/>
            </a:pPr>
            <a:r>
              <a:rPr lang="en-US" sz="900" dirty="0"/>
              <a:t>Automate data imports using Workflow (to ADO) and exports (to models) </a:t>
            </a:r>
            <a:endParaRPr lang="en-US" sz="900" dirty="0">
              <a:cs typeface="Arial"/>
            </a:endParaRPr>
          </a:p>
          <a:p>
            <a:pPr marL="171450" indent="-171450">
              <a:buFont typeface="Arial" panose="020B0604020202020204" pitchFamily="34" charset="0"/>
              <a:buChar char="•"/>
            </a:pPr>
            <a:endParaRPr lang="en-US" sz="900"/>
          </a:p>
        </p:txBody>
      </p:sp>
      <p:sp>
        <p:nvSpPr>
          <p:cNvPr id="4" name="TextBox 4">
            <a:extLst>
              <a:ext uri="{FF2B5EF4-FFF2-40B4-BE49-F238E27FC236}">
                <a16:creationId xmlns:a16="http://schemas.microsoft.com/office/drawing/2014/main" id="{F3C95360-58D9-8A45-9420-B8BAB02D8967}"/>
              </a:ext>
            </a:extLst>
          </p:cNvPr>
          <p:cNvSpPr txBox="1"/>
          <p:nvPr/>
        </p:nvSpPr>
        <p:spPr>
          <a:xfrm>
            <a:off x="5256559" y="2199950"/>
            <a:ext cx="1557424" cy="2435690"/>
          </a:xfrm>
          <a:prstGeom prst="rect">
            <a:avLst/>
          </a:prstGeom>
          <a:solidFill>
            <a:schemeClr val="accent1">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lIns="91440" tIns="45720" rIns="91440" bIns="4572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171450" indent="-171450">
              <a:buFont typeface="Arial" panose="020B0604020202020204" pitchFamily="34" charset="0"/>
              <a:buChar char="•"/>
            </a:pPr>
            <a:r>
              <a:rPr lang="en-US" sz="900"/>
              <a:t>Devise compare</a:t>
            </a:r>
            <a:r>
              <a:rPr lang="en-US" sz="900" baseline="0"/>
              <a:t> and validate approach</a:t>
            </a:r>
            <a:endParaRPr lang="en-US" sz="900">
              <a:cs typeface="Arial"/>
            </a:endParaRPr>
          </a:p>
          <a:p>
            <a:pPr marL="171450" indent="-171450">
              <a:buFont typeface="Arial" panose="020B0604020202020204" pitchFamily="34" charset="0"/>
              <a:buChar char="•"/>
            </a:pPr>
            <a:r>
              <a:rPr lang="en-US" sz="900"/>
              <a:t>Full end to end</a:t>
            </a:r>
            <a:r>
              <a:rPr lang="en-US" sz="900" baseline="0"/>
              <a:t>  testing  with production data</a:t>
            </a:r>
          </a:p>
          <a:p>
            <a:pPr marL="171450" indent="-171450">
              <a:buFont typeface="Arial" panose="020B0604020202020204" pitchFamily="34" charset="0"/>
              <a:buChar char="•"/>
            </a:pPr>
            <a:r>
              <a:rPr lang="en-US" sz="900"/>
              <a:t>1:1 compare</a:t>
            </a:r>
            <a:r>
              <a:rPr lang="en-US" sz="900" baseline="0"/>
              <a:t> with original Data Hub</a:t>
            </a:r>
            <a:r>
              <a:rPr lang="en-US" sz="900"/>
              <a:t> design</a:t>
            </a:r>
            <a:endParaRPr lang="en-US" sz="900" baseline="0">
              <a:cs typeface="Arial"/>
            </a:endParaRPr>
          </a:p>
          <a:p>
            <a:pPr marL="171450" indent="-171450">
              <a:buFont typeface="Arial" panose="020B0604020202020204" pitchFamily="34" charset="0"/>
              <a:buChar char="•"/>
            </a:pPr>
            <a:r>
              <a:rPr lang="en-US" sz="900" baseline="0"/>
              <a:t>User testing with integration users and model users</a:t>
            </a:r>
            <a:endParaRPr lang="en-US" sz="900"/>
          </a:p>
        </p:txBody>
      </p:sp>
      <p:sp>
        <p:nvSpPr>
          <p:cNvPr id="5" name="TextBox 5">
            <a:extLst>
              <a:ext uri="{FF2B5EF4-FFF2-40B4-BE49-F238E27FC236}">
                <a16:creationId xmlns:a16="http://schemas.microsoft.com/office/drawing/2014/main" id="{BD431C86-6641-B44C-95E5-9CD38EDF1FC4}"/>
              </a:ext>
            </a:extLst>
          </p:cNvPr>
          <p:cNvSpPr txBox="1"/>
          <p:nvPr/>
        </p:nvSpPr>
        <p:spPr>
          <a:xfrm>
            <a:off x="6869595" y="2199950"/>
            <a:ext cx="1556584" cy="2439924"/>
          </a:xfrm>
          <a:prstGeom prst="rect">
            <a:avLst/>
          </a:prstGeom>
          <a:solidFill>
            <a:schemeClr val="accent3">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lIns="91440" tIns="45720" rIns="91440" bIns="4572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171450" indent="-171450">
              <a:buFont typeface="Arial" panose="020B0604020202020204" pitchFamily="34" charset="0"/>
              <a:buChar char="•"/>
            </a:pPr>
            <a:r>
              <a:rPr lang="en-US" sz="900"/>
              <a:t>Publish official data specification documentation</a:t>
            </a:r>
          </a:p>
          <a:p>
            <a:pPr marL="171450" indent="-171450">
              <a:buFont typeface="Arial" panose="020B0604020202020204" pitchFamily="34" charset="0"/>
              <a:buChar char="•"/>
            </a:pPr>
            <a:r>
              <a:rPr lang="en-US" sz="900"/>
              <a:t>Finalize</a:t>
            </a:r>
            <a:r>
              <a:rPr lang="en-US" sz="900" baseline="0"/>
              <a:t> technical deployment</a:t>
            </a:r>
          </a:p>
          <a:p>
            <a:pPr marL="171450" indent="-171450">
              <a:buFont typeface="Arial" panose="020B0604020202020204" pitchFamily="34" charset="0"/>
              <a:buChar char="•"/>
            </a:pPr>
            <a:r>
              <a:rPr lang="en-US" sz="900" baseline="0"/>
              <a:t>Integration user and system admin training</a:t>
            </a:r>
          </a:p>
          <a:p>
            <a:pPr marL="171450" indent="-171450">
              <a:buFont typeface="Arial" panose="020B0604020202020204" pitchFamily="34" charset="0"/>
              <a:buChar char="•"/>
            </a:pPr>
            <a:r>
              <a:rPr lang="en-US" sz="900" baseline="0"/>
              <a:t>System go-live </a:t>
            </a:r>
            <a:r>
              <a:rPr lang="en-US" sz="900"/>
              <a:t>including</a:t>
            </a:r>
            <a:r>
              <a:rPr lang="en-US" sz="900" baseline="0"/>
              <a:t> parallel system phase</a:t>
            </a:r>
            <a:endParaRPr lang="en-US" sz="900">
              <a:cs typeface="Arial"/>
            </a:endParaRPr>
          </a:p>
        </p:txBody>
      </p:sp>
      <p:sp>
        <p:nvSpPr>
          <p:cNvPr id="6" name="Chevron 3">
            <a:extLst>
              <a:ext uri="{FF2B5EF4-FFF2-40B4-BE49-F238E27FC236}">
                <a16:creationId xmlns:a16="http://schemas.microsoft.com/office/drawing/2014/main" id="{B981DF25-F1AA-FD49-9618-D00490E7EC20}"/>
              </a:ext>
            </a:extLst>
          </p:cNvPr>
          <p:cNvSpPr/>
          <p:nvPr/>
        </p:nvSpPr>
        <p:spPr>
          <a:xfrm>
            <a:off x="3629099" y="1779476"/>
            <a:ext cx="1708689" cy="297811"/>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US" sz="1000">
                <a:solidFill>
                  <a:srgbClr val="FFFFFF"/>
                </a:solidFill>
                <a:latin typeface="Arial" panose="020B0604020202020204"/>
                <a:ea typeface="Verdana"/>
                <a:cs typeface="Arial"/>
              </a:rPr>
              <a:t>Configuration</a:t>
            </a:r>
            <a:endParaRPr lang="en-US"/>
          </a:p>
        </p:txBody>
      </p:sp>
      <p:sp>
        <p:nvSpPr>
          <p:cNvPr id="7" name="Chevron 32">
            <a:extLst>
              <a:ext uri="{FF2B5EF4-FFF2-40B4-BE49-F238E27FC236}">
                <a16:creationId xmlns:a16="http://schemas.microsoft.com/office/drawing/2014/main" id="{2AE618DF-0869-10BD-AE8C-F09376C3FD45}"/>
              </a:ext>
            </a:extLst>
          </p:cNvPr>
          <p:cNvSpPr/>
          <p:nvPr/>
        </p:nvSpPr>
        <p:spPr>
          <a:xfrm>
            <a:off x="5242780" y="1779176"/>
            <a:ext cx="1699002" cy="294968"/>
          </a:xfrm>
          <a:prstGeom prst="chevron">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US" sz="1000">
                <a:solidFill>
                  <a:srgbClr val="FFFFFF"/>
                </a:solidFill>
                <a:latin typeface="Arial"/>
                <a:ea typeface="Verdana"/>
                <a:cs typeface="Arial"/>
              </a:rPr>
              <a:t>Testing</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8" name="Chevron 6">
            <a:extLst>
              <a:ext uri="{FF2B5EF4-FFF2-40B4-BE49-F238E27FC236}">
                <a16:creationId xmlns:a16="http://schemas.microsoft.com/office/drawing/2014/main" id="{EA779362-C047-CEE3-0302-D22D35C42BD5}"/>
              </a:ext>
            </a:extLst>
          </p:cNvPr>
          <p:cNvSpPr/>
          <p:nvPr/>
        </p:nvSpPr>
        <p:spPr>
          <a:xfrm>
            <a:off x="6853034" y="1781871"/>
            <a:ext cx="1697567" cy="292273"/>
          </a:xfrm>
          <a:prstGeom prst="chevron">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1219139"/>
            <a:r>
              <a:rPr lang="en-US" sz="800">
                <a:solidFill>
                  <a:srgbClr val="FFFFFF"/>
                </a:solidFill>
                <a:latin typeface="Arial"/>
                <a:ea typeface="Verdana"/>
                <a:cs typeface="Arial"/>
              </a:rPr>
              <a:t>Deploy</a:t>
            </a:r>
          </a:p>
        </p:txBody>
      </p:sp>
      <p:sp>
        <p:nvSpPr>
          <p:cNvPr id="9" name="Pentagon 2">
            <a:extLst>
              <a:ext uri="{FF2B5EF4-FFF2-40B4-BE49-F238E27FC236}">
                <a16:creationId xmlns:a16="http://schemas.microsoft.com/office/drawing/2014/main" id="{BE22F863-817E-ADC1-B453-F9C86D573E1A}"/>
              </a:ext>
            </a:extLst>
          </p:cNvPr>
          <p:cNvSpPr/>
          <p:nvPr/>
        </p:nvSpPr>
        <p:spPr>
          <a:xfrm>
            <a:off x="407469" y="1780647"/>
            <a:ext cx="1708689" cy="285784"/>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US" sz="1000">
                <a:solidFill>
                  <a:srgbClr val="FFFFFF"/>
                </a:solidFill>
                <a:latin typeface="Arial"/>
                <a:ea typeface="Verdana"/>
                <a:cs typeface="Arial"/>
              </a:rPr>
              <a:t>Pre-Project</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14" name="Pentagon 23">
            <a:extLst>
              <a:ext uri="{FF2B5EF4-FFF2-40B4-BE49-F238E27FC236}">
                <a16:creationId xmlns:a16="http://schemas.microsoft.com/office/drawing/2014/main" id="{017149CB-4B51-D19F-0928-AE5529018D63}"/>
              </a:ext>
            </a:extLst>
          </p:cNvPr>
          <p:cNvSpPr/>
          <p:nvPr/>
        </p:nvSpPr>
        <p:spPr>
          <a:xfrm>
            <a:off x="6852662" y="4702604"/>
            <a:ext cx="1707138" cy="251607"/>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US" sz="1000">
                <a:solidFill>
                  <a:srgbClr val="FFFFFF"/>
                </a:solidFill>
                <a:latin typeface="Arial"/>
                <a:ea typeface="Verdana"/>
                <a:cs typeface="Arial"/>
              </a:rPr>
              <a:t>Parallel system run</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16" name="TextBox 15">
            <a:extLst>
              <a:ext uri="{FF2B5EF4-FFF2-40B4-BE49-F238E27FC236}">
                <a16:creationId xmlns:a16="http://schemas.microsoft.com/office/drawing/2014/main" id="{7BDB18C1-DF10-E537-30B1-410EBA6CB23D}"/>
              </a:ext>
            </a:extLst>
          </p:cNvPr>
          <p:cNvSpPr txBox="1"/>
          <p:nvPr/>
        </p:nvSpPr>
        <p:spPr>
          <a:xfrm>
            <a:off x="3006556" y="895696"/>
            <a:ext cx="1188353"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GB" sz="900">
                <a:solidFill>
                  <a:schemeClr val="tx2"/>
                </a:solidFill>
                <a:latin typeface="Arial"/>
                <a:cs typeface="Arial"/>
              </a:rPr>
              <a:t>Foundations Sign-Off</a:t>
            </a:r>
            <a:endParaRPr lang="en-US"/>
          </a:p>
        </p:txBody>
      </p:sp>
      <p:cxnSp>
        <p:nvCxnSpPr>
          <p:cNvPr id="18" name="Straight Arrow Connector 17">
            <a:extLst>
              <a:ext uri="{FF2B5EF4-FFF2-40B4-BE49-F238E27FC236}">
                <a16:creationId xmlns:a16="http://schemas.microsoft.com/office/drawing/2014/main" id="{49E0E970-674E-4454-DFC3-6FD6DEB14BCF}"/>
              </a:ext>
            </a:extLst>
          </p:cNvPr>
          <p:cNvCxnSpPr>
            <a:cxnSpLocks/>
          </p:cNvCxnSpPr>
          <p:nvPr/>
        </p:nvCxnSpPr>
        <p:spPr>
          <a:xfrm>
            <a:off x="3560264" y="1497281"/>
            <a:ext cx="0" cy="291881"/>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Flowchart: Connector 68">
            <a:extLst>
              <a:ext uri="{FF2B5EF4-FFF2-40B4-BE49-F238E27FC236}">
                <a16:creationId xmlns:a16="http://schemas.microsoft.com/office/drawing/2014/main" id="{37A94D02-1F85-3108-A960-015B87CC1A31}"/>
              </a:ext>
            </a:extLst>
          </p:cNvPr>
          <p:cNvSpPr/>
          <p:nvPr/>
        </p:nvSpPr>
        <p:spPr>
          <a:xfrm>
            <a:off x="3377612" y="1131521"/>
            <a:ext cx="365303" cy="36576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20" name="Picture 19" descr="A white and black logo&#10;&#10;AI-generated content may be incorrect.">
            <a:extLst>
              <a:ext uri="{FF2B5EF4-FFF2-40B4-BE49-F238E27FC236}">
                <a16:creationId xmlns:a16="http://schemas.microsoft.com/office/drawing/2014/main" id="{86A62802-0F1F-4CE1-2771-8255E1780BAE}"/>
              </a:ext>
            </a:extLst>
          </p:cNvPr>
          <p:cNvPicPr>
            <a:picLocks noChangeAspect="1"/>
          </p:cNvPicPr>
          <p:nvPr/>
        </p:nvPicPr>
        <p:blipFill>
          <a:blip r:embed="rId2"/>
          <a:stretch>
            <a:fillRect/>
          </a:stretch>
        </p:blipFill>
        <p:spPr>
          <a:xfrm>
            <a:off x="3400734" y="1152448"/>
            <a:ext cx="311834" cy="320040"/>
          </a:xfrm>
          <a:prstGeom prst="rect">
            <a:avLst/>
          </a:prstGeom>
        </p:spPr>
      </p:pic>
      <p:cxnSp>
        <p:nvCxnSpPr>
          <p:cNvPr id="31" name="Straight Arrow Connector 30">
            <a:extLst>
              <a:ext uri="{FF2B5EF4-FFF2-40B4-BE49-F238E27FC236}">
                <a16:creationId xmlns:a16="http://schemas.microsoft.com/office/drawing/2014/main" id="{FC9E9BC9-5099-DE29-27D9-F88F5A054FD6}"/>
              </a:ext>
            </a:extLst>
          </p:cNvPr>
          <p:cNvCxnSpPr/>
          <p:nvPr/>
        </p:nvCxnSpPr>
        <p:spPr>
          <a:xfrm flipH="1">
            <a:off x="8387229" y="1493263"/>
            <a:ext cx="0" cy="292608"/>
          </a:xfrm>
          <a:prstGeom prst="straightConnector1">
            <a:avLst/>
          </a:prstGeom>
          <a:ln w="25400" cap="rnd">
            <a:solidFill>
              <a:srgbClr val="5B59C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32" name="Flowchart: Connector 76">
            <a:extLst>
              <a:ext uri="{FF2B5EF4-FFF2-40B4-BE49-F238E27FC236}">
                <a16:creationId xmlns:a16="http://schemas.microsoft.com/office/drawing/2014/main" id="{0AC03553-6CE6-05BC-E4B8-547CF1FFADCE}"/>
              </a:ext>
            </a:extLst>
          </p:cNvPr>
          <p:cNvSpPr/>
          <p:nvPr/>
        </p:nvSpPr>
        <p:spPr>
          <a:xfrm>
            <a:off x="8199932" y="1127503"/>
            <a:ext cx="365760" cy="365760"/>
          </a:xfrm>
          <a:prstGeom prst="flowChartConnector">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33" name="Picture 32" descr="A white gear with a check mark&#10;&#10;AI-generated content may be incorrect.">
            <a:extLst>
              <a:ext uri="{FF2B5EF4-FFF2-40B4-BE49-F238E27FC236}">
                <a16:creationId xmlns:a16="http://schemas.microsoft.com/office/drawing/2014/main" id="{EBC4B735-F224-DEDD-E7B0-50894E9308D1}"/>
              </a:ext>
            </a:extLst>
          </p:cNvPr>
          <p:cNvPicPr>
            <a:picLocks noChangeAspect="1"/>
          </p:cNvPicPr>
          <p:nvPr/>
        </p:nvPicPr>
        <p:blipFill>
          <a:blip r:embed="rId3"/>
          <a:stretch>
            <a:fillRect/>
          </a:stretch>
        </p:blipFill>
        <p:spPr>
          <a:xfrm>
            <a:off x="8223000" y="1151317"/>
            <a:ext cx="320040" cy="328462"/>
          </a:xfrm>
          <a:prstGeom prst="rect">
            <a:avLst/>
          </a:prstGeom>
        </p:spPr>
      </p:pic>
      <p:sp>
        <p:nvSpPr>
          <p:cNvPr id="34" name="TextBox 33">
            <a:extLst>
              <a:ext uri="{FF2B5EF4-FFF2-40B4-BE49-F238E27FC236}">
                <a16:creationId xmlns:a16="http://schemas.microsoft.com/office/drawing/2014/main" id="{1840BEC3-FB47-B2E8-4356-6F0FE6192EB3}"/>
              </a:ext>
            </a:extLst>
          </p:cNvPr>
          <p:cNvSpPr txBox="1"/>
          <p:nvPr/>
        </p:nvSpPr>
        <p:spPr>
          <a:xfrm>
            <a:off x="7893882" y="895696"/>
            <a:ext cx="1108910"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GB" sz="900">
                <a:solidFill>
                  <a:schemeClr val="tx2"/>
                </a:solidFill>
                <a:latin typeface="Arial"/>
                <a:cs typeface="Arial"/>
              </a:rPr>
              <a:t>System Go-Live</a:t>
            </a:r>
            <a:endParaRPr lang="en-US"/>
          </a:p>
        </p:txBody>
      </p:sp>
      <p:sp>
        <p:nvSpPr>
          <p:cNvPr id="10" name="TextBox 2">
            <a:extLst>
              <a:ext uri="{FF2B5EF4-FFF2-40B4-BE49-F238E27FC236}">
                <a16:creationId xmlns:a16="http://schemas.microsoft.com/office/drawing/2014/main" id="{500725E2-3A69-9DAA-835A-1252B76C4A9E}"/>
              </a:ext>
            </a:extLst>
          </p:cNvPr>
          <p:cNvSpPr txBox="1"/>
          <p:nvPr/>
        </p:nvSpPr>
        <p:spPr>
          <a:xfrm>
            <a:off x="415506" y="2200596"/>
            <a:ext cx="1553190" cy="2433828"/>
          </a:xfrm>
          <a:prstGeom prst="rect">
            <a:avLst/>
          </a:prstGeom>
          <a:solidFill>
            <a:schemeClr val="accent5">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lIns="91440" tIns="45720" rIns="91440" bIns="4572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171450" indent="-171450">
              <a:buFont typeface="Arial"/>
              <a:buChar char="•"/>
            </a:pPr>
            <a:r>
              <a:rPr lang="en-US" sz="900" dirty="0">
                <a:cs typeface="Arial"/>
              </a:rPr>
              <a:t>Assess ADO technical fit in customer environment</a:t>
            </a:r>
          </a:p>
          <a:p>
            <a:pPr marL="171450" indent="-171450">
              <a:buFont typeface="Arial"/>
              <a:buChar char="•"/>
            </a:pPr>
            <a:r>
              <a:rPr lang="en-US" sz="900" dirty="0">
                <a:cs typeface="Arial"/>
              </a:rPr>
              <a:t>Develop value and benefit statement</a:t>
            </a:r>
          </a:p>
          <a:p>
            <a:pPr marL="171450" indent="-171450">
              <a:buFont typeface="Arial"/>
              <a:buChar char="•"/>
            </a:pPr>
            <a:r>
              <a:rPr lang="en-US" sz="900" dirty="0">
                <a:cs typeface="Arial"/>
              </a:rPr>
              <a:t>Confirm customer readiness including resources, time, budget</a:t>
            </a:r>
          </a:p>
          <a:p>
            <a:pPr marL="171450" indent="-171450">
              <a:buFont typeface="Arial"/>
              <a:buChar char="•"/>
            </a:pPr>
            <a:r>
              <a:rPr lang="en-US" sz="900" dirty="0">
                <a:cs typeface="Arial"/>
              </a:rPr>
              <a:t>Prepare conceptual design and proposed project plan</a:t>
            </a:r>
            <a:endParaRPr lang="en-US" dirty="0"/>
          </a:p>
          <a:p>
            <a:endParaRPr lang="en-US" sz="900" dirty="0">
              <a:cs typeface="Arial"/>
            </a:endParaRPr>
          </a:p>
          <a:p>
            <a:endParaRPr lang="en-US" sz="900" dirty="0">
              <a:cs typeface="Arial"/>
            </a:endParaRPr>
          </a:p>
          <a:p>
            <a:endParaRPr lang="en-US" sz="900" dirty="0">
              <a:cs typeface="Arial"/>
            </a:endParaRPr>
          </a:p>
          <a:p>
            <a:endParaRPr lang="en-US" sz="900" dirty="0">
              <a:cs typeface="Arial"/>
            </a:endParaRPr>
          </a:p>
          <a:p>
            <a:r>
              <a:rPr lang="en-US" sz="900" dirty="0">
                <a:cs typeface="Arial"/>
                <a:hlinkClick r:id="rId4"/>
              </a:rPr>
              <a:t>Here</a:t>
            </a:r>
            <a:r>
              <a:rPr lang="en-US" sz="900" dirty="0">
                <a:cs typeface="Arial"/>
              </a:rPr>
              <a:t> for customer assessment criteria</a:t>
            </a:r>
          </a:p>
          <a:p>
            <a:endParaRPr lang="en-US" sz="900" dirty="0">
              <a:cs typeface="Arial"/>
            </a:endParaRPr>
          </a:p>
        </p:txBody>
      </p:sp>
      <p:sp>
        <p:nvSpPr>
          <p:cNvPr id="12" name="Chevron 3">
            <a:extLst>
              <a:ext uri="{FF2B5EF4-FFF2-40B4-BE49-F238E27FC236}">
                <a16:creationId xmlns:a16="http://schemas.microsoft.com/office/drawing/2014/main" id="{940919D5-2F87-9316-154F-DC7B882F2F39}"/>
              </a:ext>
            </a:extLst>
          </p:cNvPr>
          <p:cNvSpPr/>
          <p:nvPr/>
        </p:nvSpPr>
        <p:spPr>
          <a:xfrm>
            <a:off x="2021150" y="1779476"/>
            <a:ext cx="1708689" cy="297811"/>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US" sz="1000">
                <a:solidFill>
                  <a:srgbClr val="FFFFFF"/>
                </a:solidFill>
                <a:latin typeface="Arial" panose="020B0604020202020204"/>
                <a:ea typeface="Verdana"/>
                <a:cs typeface="Arial"/>
              </a:rPr>
              <a:t>Foundations</a:t>
            </a:r>
            <a:endParaRPr lang="en-US"/>
          </a:p>
        </p:txBody>
      </p:sp>
      <p:sp>
        <p:nvSpPr>
          <p:cNvPr id="13" name="TextBox 12">
            <a:extLst>
              <a:ext uri="{FF2B5EF4-FFF2-40B4-BE49-F238E27FC236}">
                <a16:creationId xmlns:a16="http://schemas.microsoft.com/office/drawing/2014/main" id="{22D0B05A-FA8F-0419-1019-84D638BA29C5}"/>
              </a:ext>
            </a:extLst>
          </p:cNvPr>
          <p:cNvSpPr txBox="1"/>
          <p:nvPr/>
        </p:nvSpPr>
        <p:spPr>
          <a:xfrm>
            <a:off x="1398606" y="895695"/>
            <a:ext cx="1188353"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GB" sz="900">
                <a:solidFill>
                  <a:schemeClr val="tx2"/>
                </a:solidFill>
                <a:latin typeface="Arial"/>
                <a:cs typeface="Arial"/>
              </a:rPr>
              <a:t>Decision to Proceed</a:t>
            </a:r>
            <a:endParaRPr lang="en-US"/>
          </a:p>
        </p:txBody>
      </p:sp>
      <p:cxnSp>
        <p:nvCxnSpPr>
          <p:cNvPr id="15" name="Straight Arrow Connector 14">
            <a:extLst>
              <a:ext uri="{FF2B5EF4-FFF2-40B4-BE49-F238E27FC236}">
                <a16:creationId xmlns:a16="http://schemas.microsoft.com/office/drawing/2014/main" id="{0C7FE13F-5614-A6FF-F6B7-6990DC2EBAAE}"/>
              </a:ext>
            </a:extLst>
          </p:cNvPr>
          <p:cNvCxnSpPr>
            <a:cxnSpLocks/>
          </p:cNvCxnSpPr>
          <p:nvPr/>
        </p:nvCxnSpPr>
        <p:spPr>
          <a:xfrm>
            <a:off x="1952314" y="1497280"/>
            <a:ext cx="0" cy="291881"/>
          </a:xfrm>
          <a:prstGeom prst="straightConnector1">
            <a:avLst/>
          </a:prstGeom>
          <a:ln w="25400" cap="rnd">
            <a:solidFill>
              <a:schemeClr val="accent5"/>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7" name="Flowchart: Connector 68">
            <a:extLst>
              <a:ext uri="{FF2B5EF4-FFF2-40B4-BE49-F238E27FC236}">
                <a16:creationId xmlns:a16="http://schemas.microsoft.com/office/drawing/2014/main" id="{B0E2A885-20C8-3DE0-EFF8-6AE635221F9A}"/>
              </a:ext>
            </a:extLst>
          </p:cNvPr>
          <p:cNvSpPr/>
          <p:nvPr/>
        </p:nvSpPr>
        <p:spPr>
          <a:xfrm>
            <a:off x="1769662" y="1131520"/>
            <a:ext cx="365303" cy="365760"/>
          </a:xfrm>
          <a:prstGeom prst="flowChartConnector">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23" name="Picture 22" descr="A white gear with a check mark&#10;&#10;AI-generated content may be incorrect.">
            <a:extLst>
              <a:ext uri="{FF2B5EF4-FFF2-40B4-BE49-F238E27FC236}">
                <a16:creationId xmlns:a16="http://schemas.microsoft.com/office/drawing/2014/main" id="{9B98B56D-1E71-424D-D4A1-2B0D168DA54F}"/>
              </a:ext>
            </a:extLst>
          </p:cNvPr>
          <p:cNvPicPr>
            <a:picLocks noChangeAspect="1"/>
          </p:cNvPicPr>
          <p:nvPr/>
        </p:nvPicPr>
        <p:blipFill>
          <a:blip r:embed="rId3"/>
          <a:stretch>
            <a:fillRect/>
          </a:stretch>
        </p:blipFill>
        <p:spPr>
          <a:xfrm>
            <a:off x="1791203" y="1151317"/>
            <a:ext cx="320040" cy="328462"/>
          </a:xfrm>
          <a:prstGeom prst="rect">
            <a:avLst/>
          </a:prstGeom>
        </p:spPr>
      </p:pic>
    </p:spTree>
    <p:extLst>
      <p:ext uri="{BB962C8B-B14F-4D97-AF65-F5344CB8AC3E}">
        <p14:creationId xmlns:p14="http://schemas.microsoft.com/office/powerpoint/2010/main" val="1193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xml><?xml version="1.0" encoding="utf-8"?>
<p:tagLst xmlns:a="http://schemas.openxmlformats.org/drawingml/2006/main" xmlns:r="http://schemas.openxmlformats.org/officeDocument/2006/relationships" xmlns:p="http://schemas.openxmlformats.org/presentationml/2006/main">
  <p:tag name="SHAPENAME" val="5. Source"/>
</p:tagLst>
</file>

<file path=ppt/tags/tag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xml><?xml version="1.0" encoding="utf-8"?>
<p:tagLst xmlns:a="http://schemas.openxmlformats.org/drawingml/2006/main" xmlns:r="http://schemas.openxmlformats.org/officeDocument/2006/relationships" xmlns:p="http://schemas.openxmlformats.org/presentationml/2006/main">
  <p:tag name="SHAPENAME" val="5. Source"/>
</p:tagLst>
</file>

<file path=ppt/tags/tag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xml><?xml version="1.0" encoding="utf-8"?>
<p:tagLst xmlns:a="http://schemas.openxmlformats.org/drawingml/2006/main" xmlns:r="http://schemas.openxmlformats.org/officeDocument/2006/relationships" xmlns:p="http://schemas.openxmlformats.org/presentationml/2006/main">
  <p:tag name="SHAPENAME" val="5. Source"/>
</p:tagLst>
</file>

<file path=ppt/tags/tag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2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xml><?xml version="1.0" encoding="utf-8"?>
<p:tagLst xmlns:a="http://schemas.openxmlformats.org/drawingml/2006/main" xmlns:r="http://schemas.openxmlformats.org/officeDocument/2006/relationships" xmlns:p="http://schemas.openxmlformats.org/presentationml/2006/main">
  <p:tag name="SHAPENAME" val="5. Source"/>
</p:tagLst>
</file>

<file path=ppt/tags/tag2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Anaplan Dark Content Slides">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err="1" smtClean="0">
            <a:solidFill>
              <a:schemeClr val="bg1"/>
            </a:solidFill>
            <a:latin typeface="Verdana" charset="0"/>
            <a:ea typeface="Verdana" charset="0"/>
            <a:cs typeface="Verdana"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42900" indent="-342900" algn="l">
          <a:buClr>
            <a:schemeClr val="accent1"/>
          </a:buClr>
          <a:buFont typeface="Arial" panose="020B0604020202020204" pitchFamily="34" charset="0"/>
          <a:buChar char="•"/>
          <a:defRPr sz="2000" b="0" dirty="0" err="1" smtClean="0">
            <a:solidFill>
              <a:schemeClr val="bg1"/>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4.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5.xml><?xml version="1.0" encoding="utf-8"?>
<a:theme xmlns:a="http://schemas.openxmlformats.org/drawingml/2006/main" name="Anaplan 2021 1.7">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2021 1.7" id="{23DE0C69-C85A-A245-B178-F48F91D114BD}" vid="{60856581-D3E9-0E43-9F93-2AA51A1F0F7E}"/>
    </a:ext>
  </a:extLst>
</a:theme>
</file>

<file path=ppt/theme/theme6.xml><?xml version="1.0" encoding="utf-8"?>
<a:theme xmlns:a="http://schemas.openxmlformats.org/drawingml/2006/main" name="2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7.xml><?xml version="1.0" encoding="utf-8"?>
<a:theme xmlns:a="http://schemas.openxmlformats.org/drawingml/2006/main" name="12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_Corporate_Template_Update_2023_v3" id="{6D06CAB8-A2D1-3042-A6D4-57B6CD7D2123}" vid="{17EB0A2B-BB42-2847-87AF-B01FC7BF4ECC}"/>
    </a:ext>
  </a:extLst>
</a:theme>
</file>

<file path=ppt/theme/theme8.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_Corporate_Template_Update_2023_v3" id="{D19547D2-6833-7B43-970F-BF65AD7B490E}" vid="{49016CB1-8215-EC44-96C3-C1F369FAAC7C}"/>
    </a:ext>
  </a:extLst>
</a:theme>
</file>

<file path=ppt/theme/theme9.xml><?xml version="1.0" encoding="utf-8"?>
<a:theme xmlns:a="http://schemas.openxmlformats.org/drawingml/2006/main" name="11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_Corporate_Template_Update_2023_v3" id="{053FDFB4-CA05-034F-9FEB-0F0B2C2A8B2B}" vid="{424AA2C9-54C8-B84A-8E6C-873F65B0D34A}"/>
    </a:ext>
  </a:extLst>
</a:theme>
</file>

<file path=ppt/theme/theme10.xml><?xml version="1.0" encoding="utf-8"?>
<a:theme xmlns:a="http://schemas.openxmlformats.org/drawingml/2006/main" name="Anaplan - Arial ">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FEF226-2A2D-4391-9647-CAE00A0A4519}">
  <ds:schemaRefs>
    <ds:schemaRef ds:uri="http://schemas.microsoft.com/office/2006/metadata/properties"/>
    <ds:schemaRef ds:uri="http://www.w3.org/XML/1998/namespace"/>
    <ds:schemaRef ds:uri="http://schemas.microsoft.com/office/infopath/2007/PartnerControls"/>
    <ds:schemaRef ds:uri="http://purl.org/dc/elements/1.1/"/>
    <ds:schemaRef ds:uri="http://purl.org/dc/dcmitype/"/>
    <ds:schemaRef ds:uri="http://schemas.microsoft.com/office/2006/documentManagement/types"/>
    <ds:schemaRef ds:uri="http://purl.org/dc/terms/"/>
    <ds:schemaRef ds:uri="http://schemas.openxmlformats.org/package/2006/metadata/core-properties"/>
    <ds:schemaRef ds:uri="758741ea-5fe0-4f3f-9056-0fecaa5078ad"/>
    <ds:schemaRef ds:uri="353273ea-d273-4542-842b-94f110f8e894"/>
    <ds:schemaRef ds:uri="1312f2c0-dda1-4b36-bf7c-5f95f823505b"/>
    <ds:schemaRef ds:uri="c4a93292-96be-422c-9bb6-49a5d66e42ec"/>
  </ds:schemaRefs>
</ds:datastoreItem>
</file>

<file path=customXml/itemProps2.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3.xml><?xml version="1.0" encoding="utf-8"?>
<ds:datastoreItem xmlns:ds="http://schemas.openxmlformats.org/officeDocument/2006/customXml" ds:itemID="{9CEBF6DC-E205-4F46-952A-4A16E4DA49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5752</TotalTime>
  <Words>451</Words>
  <Application>Microsoft Office PowerPoint</Application>
  <PresentationFormat>On-screen Show (16:9)</PresentationFormat>
  <Paragraphs>75</Paragraphs>
  <Slides>4</Slides>
  <Notes>1</Notes>
  <HiddenSlides>0</HiddenSlides>
  <MMClips>0</MMClips>
  <ScaleCrop>false</ScaleCrop>
  <HeadingPairs>
    <vt:vector size="4" baseType="variant">
      <vt:variant>
        <vt:lpstr>Theme</vt:lpstr>
      </vt:variant>
      <vt:variant>
        <vt:i4>10</vt:i4>
      </vt:variant>
      <vt:variant>
        <vt:lpstr>Slide Titles</vt:lpstr>
      </vt:variant>
      <vt:variant>
        <vt:i4>4</vt:i4>
      </vt:variant>
    </vt:vector>
  </HeadingPairs>
  <TitlesOfParts>
    <vt:vector size="14" baseType="lpstr">
      <vt:lpstr>1_Anaplan</vt:lpstr>
      <vt:lpstr>Anaplan</vt:lpstr>
      <vt:lpstr>Anaplan Dark Content Slides</vt:lpstr>
      <vt:lpstr>Anaplan</vt:lpstr>
      <vt:lpstr>Anaplan 2021 1.7</vt:lpstr>
      <vt:lpstr>2_Anaplan</vt:lpstr>
      <vt:lpstr>12_Anaplan</vt:lpstr>
      <vt:lpstr>Anaplan</vt:lpstr>
      <vt:lpstr>11_Anaplan</vt:lpstr>
      <vt:lpstr>Anaplan - Arial </vt:lpstr>
      <vt:lpstr>ADO Overview  July 2025</vt:lpstr>
      <vt:lpstr>Anaplan Data Orchestrator Conceptual Design</vt:lpstr>
      <vt:lpstr>Benefits of ADO</vt:lpstr>
      <vt:lpstr>ADO – Implementation Framework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Jon Newcomb</cp:lastModifiedBy>
  <cp:revision>33</cp:revision>
  <cp:lastPrinted>2019-08-13T18:16:27Z</cp:lastPrinted>
  <dcterms:created xsi:type="dcterms:W3CDTF">2017-07-06T21:11:50Z</dcterms:created>
  <dcterms:modified xsi:type="dcterms:W3CDTF">2026-03-23T03:36:55Z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