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7FFFF41F_E4576C16.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4"/>
  </p:notesMasterIdLst>
  <p:sldIdLst>
    <p:sldId id="2147478329" r:id="rId5"/>
    <p:sldId id="2147478251" r:id="rId6"/>
    <p:sldId id="2147478249" r:id="rId7"/>
    <p:sldId id="2147478248" r:id="rId8"/>
    <p:sldId id="2147480596" r:id="rId9"/>
    <p:sldId id="2147480597" r:id="rId10"/>
    <p:sldId id="2147480598" r:id="rId11"/>
    <p:sldId id="2147473698" r:id="rId12"/>
    <p:sldId id="2147473689" r:id="rId13"/>
    <p:sldId id="2147480600" r:id="rId14"/>
    <p:sldId id="2147480601" r:id="rId15"/>
    <p:sldId id="2147473702" r:id="rId16"/>
    <p:sldId id="2147480602" r:id="rId17"/>
    <p:sldId id="2147480603" r:id="rId18"/>
    <p:sldId id="2147480604" r:id="rId19"/>
    <p:sldId id="2147478165" r:id="rId20"/>
    <p:sldId id="2147480605" r:id="rId21"/>
    <p:sldId id="2147480606" r:id="rId22"/>
    <p:sldId id="2147480607" r:id="rId23"/>
    <p:sldId id="2147480608" r:id="rId24"/>
    <p:sldId id="2147480609" r:id="rId25"/>
    <p:sldId id="2147480610" r:id="rId26"/>
    <p:sldId id="2147480624" r:id="rId27"/>
    <p:sldId id="2147480625" r:id="rId28"/>
    <p:sldId id="2147480626" r:id="rId29"/>
    <p:sldId id="2147480611" r:id="rId30"/>
    <p:sldId id="2147480612" r:id="rId31"/>
    <p:sldId id="2147480613" r:id="rId32"/>
    <p:sldId id="2147480614" r:id="rId33"/>
    <p:sldId id="2147480615" r:id="rId34"/>
    <p:sldId id="2147480616" r:id="rId35"/>
    <p:sldId id="2147480617" r:id="rId36"/>
    <p:sldId id="2147480618" r:id="rId37"/>
    <p:sldId id="2147480619" r:id="rId38"/>
    <p:sldId id="2147480620" r:id="rId39"/>
    <p:sldId id="2147480621" r:id="rId40"/>
    <p:sldId id="2147480622" r:id="rId41"/>
    <p:sldId id="2147480623" r:id="rId42"/>
    <p:sldId id="214748059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2EA037-F011-764C-19C1-0092FBCB8DE0}" name="Timothy Brennan" initials="TB" userId="S::timothy.brennan@anaplan.com::b2470105-2531-497a-8b10-e0568dfb5b16" providerId="AD"/>
  <p188:author id="{2E9CF359-413B-BA26-5FD2-F5BA4E727159}" name="Chris Schulze" initials="CS" userId="S::chris.schulze@anaplan.com::2e58afd4-a6a0-4144-8397-35ced18d076a" providerId="AD"/>
  <p188:author id="{A11A8B7C-8A4E-1B0E-8A5C-2B4C3658252F}" name="Paul Taylor" initials="PT" userId="S::paul.taylor@anaplan.com::e9873f2f-2883-43b7-932b-39c00a2e05de" providerId="AD"/>
  <p188:author id="{7C14EEAD-990C-9DCE-D8F3-853C7749A6AB}" name="Scott Asplund" initials="SA" userId="S::scott.asplund@anaplan.com::6373835c-d467-44a1-84d9-f85b24f7a093" providerId="AD"/>
  <p188:author id="{991F82DF-B7AA-8D83-1E74-42FD4FA11178}" name="Elizabeth Schera" initials="ES" userId="S::elizabeth.schera@anaplan.com::15d9bf91-ee17-4dc8-b27f-de53aa84949f" providerId="AD"/>
  <p188:author id="{DAFCAEF3-F608-63C9-9D17-D0E0D1074649}" name="Chan Duh" initials="" userId="S::chan.duh@anaplan.com::b840b9db-54ae-4d18-a5e4-ccd87183607d" providerId="AD"/>
  <p188:author id="{2143D3FD-788A-BFA8-F366-9946F8E0C72E}" name="Frankie Wolf" initials="FW" userId="S::frankie.wolf@anaplan.com::089cac59-dae3-4e93-b4a0-0ce686ed5546"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C2D5-2303-F3FF-26A9-1BB53FCE0E5D}" v="2" dt="2026-02-16T19:29:17.028"/>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ani Wadiwala" userId="S::avani.wadiwala@anaplan.com::79258565-5c9e-442d-85ad-5dcbff1747a6" providerId="AD" clId="Web-{0000C2D5-2303-F3FF-26A9-1BB53FCE0E5D}"/>
    <pc:docChg chg="addSld delSld">
      <pc:chgData name="Avani Wadiwala" userId="S::avani.wadiwala@anaplan.com::79258565-5c9e-442d-85ad-5dcbff1747a6" providerId="AD" clId="Web-{0000C2D5-2303-F3FF-26A9-1BB53FCE0E5D}" dt="2026-02-16T19:29:17.028" v="1"/>
      <pc:docMkLst>
        <pc:docMk/>
      </pc:docMkLst>
      <pc:sldChg chg="new del">
        <pc:chgData name="Avani Wadiwala" userId="S::avani.wadiwala@anaplan.com::79258565-5c9e-442d-85ad-5dcbff1747a6" providerId="AD" clId="Web-{0000C2D5-2303-F3FF-26A9-1BB53FCE0E5D}" dt="2026-02-16T19:29:17.028" v="1"/>
        <pc:sldMkLst>
          <pc:docMk/>
          <pc:sldMk cId="143701891" sldId="2147480627"/>
        </pc:sldMkLst>
      </pc:sldChg>
    </pc:docChg>
  </pc:docChgLst>
</pc:chgInfo>
</file>

<file path=ppt/comments/modernComment_7FFFF41F_E4576C16.xml><?xml version="1.0" encoding="utf-8"?>
<p188:cmLst xmlns:a="http://schemas.openxmlformats.org/drawingml/2006/main" xmlns:r="http://schemas.openxmlformats.org/officeDocument/2006/relationships" xmlns:p188="http://schemas.microsoft.com/office/powerpoint/2018/8/main">
  <p188:cm id="{E3390FBE-E35D-0D46-962E-55F32A5F1AA8}" authorId="{A11A8B7C-8A4E-1B0E-8A5C-2B4C3658252F}" created="2025-07-17T12:48:48.185">
    <ac:txMkLst xmlns:ac="http://schemas.microsoft.com/office/drawing/2013/main/command">
      <pc:docMk xmlns:pc="http://schemas.microsoft.com/office/powerpoint/2013/main/command"/>
      <pc:sldMk xmlns:pc="http://schemas.microsoft.com/office/powerpoint/2013/main/command" cId="3830934550" sldId="2147480607"/>
      <ac:graphicFrameMk id="7" creationId="{C1AE275A-CEFD-10BC-2F9C-133A86955A8C}"/>
      <ac:tblMk/>
      <ac:tcMk rowId="1611487712" colId="2947779872"/>
      <ac:txMk cp="46" len="31">
        <ac:context len="78" hash="1771827463"/>
      </ac:txMk>
    </ac:txMkLst>
    <p188:pos x="7717332" y="3568583"/>
    <p188:replyLst>
      <p188:reply id="{716060C1-963D-8A48-96E0-DC44F93602BB}" authorId="{A11A8B7C-8A4E-1B0E-8A5C-2B4C3658252F}" created="2025-07-17T12:49:50.644">
        <p188:txBody>
          <a:bodyPr/>
          <a:lstStyle/>
          <a:p>
            <a:r>
              <a:rPr lang="en-US"/>
              <a:t>[@Miranda Dunlap]</a:t>
            </a:r>
          </a:p>
        </p188:txBody>
      </p188:reply>
    </p188:replyLst>
    <p188:txBody>
      <a:bodyPr/>
      <a:lstStyle/>
      <a:p>
        <a:r>
          <a:rPr lang="en-US"/>
          <a:t>this sentence is incomplete.</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30DF0B-9C4B-314C-A099-8071CBEA71C9}"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GB"/>
        </a:p>
      </dgm:t>
    </dgm:pt>
    <dgm:pt modelId="{EA2BFABB-A3D0-0548-90B3-1272BA01F343}">
      <dgm:prSet phldrT="[Text]" custT="1"/>
      <dgm:spPr>
        <a:solidFill>
          <a:schemeClr val="tx2"/>
        </a:solidFill>
      </dgm:spPr>
      <dgm:t>
        <a:bodyPr rIns="396000"/>
        <a:lstStyle/>
        <a:p>
          <a:r>
            <a:rPr lang="en-US" sz="1100" b="0" i="0">
              <a:latin typeface="Arial" panose="020B0604020202020204" pitchFamily="34" charset="0"/>
              <a:ea typeface="Inter Medium" panose="02000503000000020004" pitchFamily="2" charset="0"/>
            </a:rPr>
            <a:t>Evaluation</a:t>
          </a:r>
          <a:endParaRPr lang="en-GB" sz="1100" b="0" i="0">
            <a:latin typeface="Arial" panose="020B0604020202020204" pitchFamily="34" charset="0"/>
            <a:ea typeface="Inter Medium" panose="02000503000000020004" pitchFamily="2" charset="0"/>
          </a:endParaRPr>
        </a:p>
      </dgm:t>
    </dgm:pt>
    <dgm:pt modelId="{5504DDD2-2AAB-E244-A948-071E5C5BBF34}" type="par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42BACC2E-A714-A547-9E4A-836C0CF6884B}" type="sibTrans" cxnId="{F2576C52-FA5F-A34F-AD0C-A6B0D64547EA}">
      <dgm:prSet/>
      <dgm:spPr/>
      <dgm:t>
        <a:bodyPr/>
        <a:lstStyle/>
        <a:p>
          <a:endParaRPr lang="en-GB" sz="1100" b="0" i="0">
            <a:latin typeface="Inter Medium" panose="02000503000000020004" pitchFamily="2" charset="0"/>
            <a:ea typeface="Inter Medium" panose="02000503000000020004" pitchFamily="2" charset="0"/>
          </a:endParaRPr>
        </a:p>
      </dgm:t>
    </dgm:pt>
    <dgm:pt modelId="{6C3AE6F2-099C-6046-A875-A41CAD4F2A91}">
      <dgm:prSet phldrT="[Text]" custT="1"/>
      <dgm:spPr>
        <a:solidFill>
          <a:schemeClr val="accent2"/>
        </a:solidFill>
      </dgm:spPr>
      <dgm:t>
        <a:bodyPr rIns="288000"/>
        <a:lstStyle/>
        <a:p>
          <a:r>
            <a:rPr lang="en-US" sz="1100" b="0" i="0">
              <a:latin typeface="Arial" panose="020B0604020202020204" pitchFamily="34" charset="0"/>
              <a:ea typeface="Inter Medium" panose="02000503000000020004" pitchFamily="2" charset="0"/>
            </a:rPr>
            <a:t>Onboarding</a:t>
          </a:r>
          <a:endParaRPr lang="en-GB" sz="1100" b="0" i="0">
            <a:latin typeface="Arial" panose="020B0604020202020204" pitchFamily="34" charset="0"/>
            <a:ea typeface="Inter Medium" panose="02000503000000020004" pitchFamily="2" charset="0"/>
          </a:endParaRPr>
        </a:p>
      </dgm:t>
    </dgm:pt>
    <dgm:pt modelId="{50A847F0-A8B3-8441-B76B-2C51AB507074}" type="par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1CC620F1-E122-5A4F-9B1B-1BD55F224C92}" type="sibTrans" cxnId="{95BA41C9-54F6-6A40-A5FF-C3C8AD5EFA5E}">
      <dgm:prSet/>
      <dgm:spPr/>
      <dgm:t>
        <a:bodyPr/>
        <a:lstStyle/>
        <a:p>
          <a:endParaRPr lang="en-GB" sz="1100" b="0" i="0">
            <a:latin typeface="Inter Medium" panose="02000503000000020004" pitchFamily="2" charset="0"/>
            <a:ea typeface="Inter Medium" panose="02000503000000020004" pitchFamily="2" charset="0"/>
          </a:endParaRPr>
        </a:p>
      </dgm:t>
    </dgm:pt>
    <dgm:pt modelId="{A50CF33B-E823-234E-9861-DDACD14BC902}">
      <dgm:prSet phldrT="[Text]" custT="1"/>
      <dgm:spPr>
        <a:solidFill>
          <a:schemeClr val="accent1"/>
        </a:solidFill>
      </dgm:spPr>
      <dgm:t>
        <a:bodyPr rIns="324000"/>
        <a:lstStyle/>
        <a:p>
          <a:r>
            <a:rPr lang="en-US" sz="1100" b="0" i="0">
              <a:latin typeface="Arial" panose="020B0604020202020204" pitchFamily="34" charset="0"/>
              <a:ea typeface="Inter Medium" panose="02000503000000020004" pitchFamily="2" charset="0"/>
            </a:rPr>
            <a:t>Implementation</a:t>
          </a:r>
          <a:endParaRPr lang="en-GB" sz="1100" b="0" i="0">
            <a:latin typeface="Arial" panose="020B0604020202020204" pitchFamily="34" charset="0"/>
            <a:ea typeface="Inter Medium" panose="02000503000000020004" pitchFamily="2" charset="0"/>
          </a:endParaRPr>
        </a:p>
      </dgm:t>
    </dgm:pt>
    <dgm:pt modelId="{EA259CA9-A05C-1049-8AF1-C2321B1DB767}" type="par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CE1082C2-8455-E141-A56D-EC55CE9AB3BD}" type="sibTrans" cxnId="{58898711-4801-0645-AF2C-49A7D718582B}">
      <dgm:prSet/>
      <dgm:spPr/>
      <dgm:t>
        <a:bodyPr/>
        <a:lstStyle/>
        <a:p>
          <a:endParaRPr lang="en-GB" sz="1100" b="0" i="0">
            <a:latin typeface="Inter Medium" panose="02000503000000020004" pitchFamily="2" charset="0"/>
            <a:ea typeface="Inter Medium" panose="02000503000000020004" pitchFamily="2" charset="0"/>
          </a:endParaRPr>
        </a:p>
      </dgm:t>
    </dgm:pt>
    <dgm:pt modelId="{34404041-C344-3148-A861-940E9F65CD6D}">
      <dgm:prSet custT="1"/>
      <dgm:spPr>
        <a:solidFill>
          <a:schemeClr val="accent3"/>
        </a:solidFill>
      </dgm:spPr>
      <dgm:t>
        <a:bodyPr/>
        <a:lstStyle/>
        <a:p>
          <a:r>
            <a:rPr lang="en-US" sz="1100" b="0" i="0">
              <a:latin typeface="Arial" panose="020B0604020202020204" pitchFamily="34" charset="0"/>
              <a:ea typeface="Inter Medium" panose="02000503000000020004" pitchFamily="2" charset="0"/>
            </a:rPr>
            <a:t>Adoption</a:t>
          </a:r>
          <a:endParaRPr lang="en-GB" sz="1100" b="0" i="0">
            <a:latin typeface="Arial" panose="020B0604020202020204" pitchFamily="34" charset="0"/>
            <a:ea typeface="Inter Medium" panose="02000503000000020004" pitchFamily="2" charset="0"/>
          </a:endParaRPr>
        </a:p>
      </dgm:t>
    </dgm:pt>
    <dgm:pt modelId="{49F9925C-7443-A649-8A15-A9267F6EF635}" type="sib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714DF228-0A36-BE45-BCDC-BBB15C7EDB71}" type="parTrans" cxnId="{9BBF2815-BA9C-8841-8E96-64124EFC7938}">
      <dgm:prSet/>
      <dgm:spPr/>
      <dgm:t>
        <a:bodyPr/>
        <a:lstStyle/>
        <a:p>
          <a:endParaRPr lang="en-GB" sz="1100" b="0" i="0">
            <a:latin typeface="Inter Medium" panose="02000503000000020004" pitchFamily="2" charset="0"/>
            <a:ea typeface="Inter Medium" panose="02000503000000020004" pitchFamily="2" charset="0"/>
          </a:endParaRPr>
        </a:p>
      </dgm:t>
    </dgm:pt>
    <dgm:pt modelId="{256208B2-F225-1A46-9FEC-84B370157284}" type="pres">
      <dgm:prSet presAssocID="{E730DF0B-9C4B-314C-A099-8071CBEA71C9}" presName="Name0" presStyleCnt="0">
        <dgm:presLayoutVars>
          <dgm:dir/>
          <dgm:resizeHandles val="exact"/>
        </dgm:presLayoutVars>
      </dgm:prSet>
      <dgm:spPr/>
    </dgm:pt>
    <dgm:pt modelId="{041B1400-7624-6149-929F-DA014FEC075E}" type="pres">
      <dgm:prSet presAssocID="{EA2BFABB-A3D0-0548-90B3-1272BA01F343}" presName="parTxOnly" presStyleLbl="node1" presStyleIdx="0" presStyleCnt="4" custScaleX="20164" custLinFactX="-15220" custLinFactNeighborX="-100000">
        <dgm:presLayoutVars>
          <dgm:bulletEnabled val="1"/>
        </dgm:presLayoutVars>
      </dgm:prSet>
      <dgm:spPr/>
    </dgm:pt>
    <dgm:pt modelId="{FCC3E4B0-C3B5-BA46-91E1-1AA914C40C86}" type="pres">
      <dgm:prSet presAssocID="{42BACC2E-A714-A547-9E4A-836C0CF6884B}" presName="parSpace" presStyleCnt="0"/>
      <dgm:spPr/>
    </dgm:pt>
    <dgm:pt modelId="{E57AE3CF-AFFD-F246-AF4E-80081D7389A3}" type="pres">
      <dgm:prSet presAssocID="{6C3AE6F2-099C-6046-A875-A41CAD4F2A91}" presName="parTxOnly" presStyleLbl="node1" presStyleIdx="1" presStyleCnt="4" custScaleX="24854" custLinFactNeighborX="-47999">
        <dgm:presLayoutVars>
          <dgm:bulletEnabled val="1"/>
        </dgm:presLayoutVars>
      </dgm:prSet>
      <dgm:spPr/>
    </dgm:pt>
    <dgm:pt modelId="{C3722EE4-FC21-7640-A425-6CC68534A5EC}" type="pres">
      <dgm:prSet presAssocID="{1CC620F1-E122-5A4F-9B1B-1BD55F224C92}" presName="parSpace" presStyleCnt="0"/>
      <dgm:spPr/>
    </dgm:pt>
    <dgm:pt modelId="{C1F42186-3539-EE45-AE3A-CE1777B315A3}" type="pres">
      <dgm:prSet presAssocID="{A50CF33B-E823-234E-9861-DDACD14BC902}" presName="parTxOnly" presStyleLbl="node1" presStyleIdx="2" presStyleCnt="4" custScaleX="34513" custLinFactNeighborX="37309">
        <dgm:presLayoutVars>
          <dgm:bulletEnabled val="1"/>
        </dgm:presLayoutVars>
      </dgm:prSet>
      <dgm:spPr/>
    </dgm:pt>
    <dgm:pt modelId="{09FD0F09-BF99-9442-8FA1-ADF7DEE3F947}" type="pres">
      <dgm:prSet presAssocID="{CE1082C2-8455-E141-A56D-EC55CE9AB3BD}" presName="parSpace" presStyleCnt="0"/>
      <dgm:spPr/>
    </dgm:pt>
    <dgm:pt modelId="{D975514B-2149-3343-AF06-0EA54928711D}" type="pres">
      <dgm:prSet presAssocID="{34404041-C344-3148-A861-940E9F65CD6D}" presName="parTxOnly" presStyleLbl="node1" presStyleIdx="3" presStyleCnt="4" custScaleX="32947" custLinFactX="6730" custLinFactNeighborX="100000">
        <dgm:presLayoutVars>
          <dgm:bulletEnabled val="1"/>
        </dgm:presLayoutVars>
      </dgm:prSet>
      <dgm:spPr/>
    </dgm:pt>
  </dgm:ptLst>
  <dgm:cxnLst>
    <dgm:cxn modelId="{58898711-4801-0645-AF2C-49A7D718582B}" srcId="{E730DF0B-9C4B-314C-A099-8071CBEA71C9}" destId="{A50CF33B-E823-234E-9861-DDACD14BC902}" srcOrd="2" destOrd="0" parTransId="{EA259CA9-A05C-1049-8AF1-C2321B1DB767}" sibTransId="{CE1082C2-8455-E141-A56D-EC55CE9AB3BD}"/>
    <dgm:cxn modelId="{9BBF2815-BA9C-8841-8E96-64124EFC7938}" srcId="{E730DF0B-9C4B-314C-A099-8071CBEA71C9}" destId="{34404041-C344-3148-A861-940E9F65CD6D}" srcOrd="3" destOrd="0" parTransId="{714DF228-0A36-BE45-BCDC-BBB15C7EDB71}" sibTransId="{49F9925C-7443-A649-8A15-A9267F6EF635}"/>
    <dgm:cxn modelId="{34FCD65B-778A-4E4F-B758-72D364F64F40}" type="presOf" srcId="{E730DF0B-9C4B-314C-A099-8071CBEA71C9}" destId="{256208B2-F225-1A46-9FEC-84B370157284}" srcOrd="0" destOrd="0" presId="urn:microsoft.com/office/officeart/2005/8/layout/hChevron3"/>
    <dgm:cxn modelId="{F2576C52-FA5F-A34F-AD0C-A6B0D64547EA}" srcId="{E730DF0B-9C4B-314C-A099-8071CBEA71C9}" destId="{EA2BFABB-A3D0-0548-90B3-1272BA01F343}" srcOrd="0" destOrd="0" parTransId="{5504DDD2-2AAB-E244-A948-071E5C5BBF34}" sibTransId="{42BACC2E-A714-A547-9E4A-836C0CF6884B}"/>
    <dgm:cxn modelId="{E54AFC77-6D4F-C24C-9AF6-308A1AAC398A}" type="presOf" srcId="{EA2BFABB-A3D0-0548-90B3-1272BA01F343}" destId="{041B1400-7624-6149-929F-DA014FEC075E}" srcOrd="0" destOrd="0" presId="urn:microsoft.com/office/officeart/2005/8/layout/hChevron3"/>
    <dgm:cxn modelId="{53E75785-AE88-4246-9B45-C56B3ED1587F}" type="presOf" srcId="{6C3AE6F2-099C-6046-A875-A41CAD4F2A91}" destId="{E57AE3CF-AFFD-F246-AF4E-80081D7389A3}" srcOrd="0" destOrd="0" presId="urn:microsoft.com/office/officeart/2005/8/layout/hChevron3"/>
    <dgm:cxn modelId="{95BA41C9-54F6-6A40-A5FF-C3C8AD5EFA5E}" srcId="{E730DF0B-9C4B-314C-A099-8071CBEA71C9}" destId="{6C3AE6F2-099C-6046-A875-A41CAD4F2A91}" srcOrd="1" destOrd="0" parTransId="{50A847F0-A8B3-8441-B76B-2C51AB507074}" sibTransId="{1CC620F1-E122-5A4F-9B1B-1BD55F224C92}"/>
    <dgm:cxn modelId="{2E5315CA-1A75-B542-9D6A-98D07C0D3D08}" type="presOf" srcId="{A50CF33B-E823-234E-9861-DDACD14BC902}" destId="{C1F42186-3539-EE45-AE3A-CE1777B315A3}" srcOrd="0" destOrd="0" presId="urn:microsoft.com/office/officeart/2005/8/layout/hChevron3"/>
    <dgm:cxn modelId="{DA425CF5-8FE4-2C41-9C0F-4160992CAD6B}" type="presOf" srcId="{34404041-C344-3148-A861-940E9F65CD6D}" destId="{D975514B-2149-3343-AF06-0EA54928711D}" srcOrd="0" destOrd="0" presId="urn:microsoft.com/office/officeart/2005/8/layout/hChevron3"/>
    <dgm:cxn modelId="{8E4AC38C-A792-3A4C-986D-EB5EAD36416E}" type="presParOf" srcId="{256208B2-F225-1A46-9FEC-84B370157284}" destId="{041B1400-7624-6149-929F-DA014FEC075E}" srcOrd="0" destOrd="0" presId="urn:microsoft.com/office/officeart/2005/8/layout/hChevron3"/>
    <dgm:cxn modelId="{CE4A25A0-F670-F04D-8ADF-688AFE5577EF}" type="presParOf" srcId="{256208B2-F225-1A46-9FEC-84B370157284}" destId="{FCC3E4B0-C3B5-BA46-91E1-1AA914C40C86}" srcOrd="1" destOrd="0" presId="urn:microsoft.com/office/officeart/2005/8/layout/hChevron3"/>
    <dgm:cxn modelId="{3AE25F24-3C04-8E43-B6AC-3EEF209622C0}" type="presParOf" srcId="{256208B2-F225-1A46-9FEC-84B370157284}" destId="{E57AE3CF-AFFD-F246-AF4E-80081D7389A3}" srcOrd="2" destOrd="0" presId="urn:microsoft.com/office/officeart/2005/8/layout/hChevron3"/>
    <dgm:cxn modelId="{F9219BA7-70F8-A54C-ADBA-C44CBC4E7CBB}" type="presParOf" srcId="{256208B2-F225-1A46-9FEC-84B370157284}" destId="{C3722EE4-FC21-7640-A425-6CC68534A5EC}" srcOrd="3" destOrd="0" presId="urn:microsoft.com/office/officeart/2005/8/layout/hChevron3"/>
    <dgm:cxn modelId="{F6ED7650-A990-AF47-A706-C172CB8B21D2}" type="presParOf" srcId="{256208B2-F225-1A46-9FEC-84B370157284}" destId="{C1F42186-3539-EE45-AE3A-CE1777B315A3}" srcOrd="4" destOrd="0" presId="urn:microsoft.com/office/officeart/2005/8/layout/hChevron3"/>
    <dgm:cxn modelId="{D1AF083D-8BDE-6944-83CE-F36BE474C430}" type="presParOf" srcId="{256208B2-F225-1A46-9FEC-84B370157284}" destId="{09FD0F09-BF99-9442-8FA1-ADF7DEE3F947}" srcOrd="5" destOrd="0" presId="urn:microsoft.com/office/officeart/2005/8/layout/hChevron3"/>
    <dgm:cxn modelId="{ECDFA29B-C37F-104D-BBD1-3391606BA7A9}" type="presParOf" srcId="{256208B2-F225-1A46-9FEC-84B370157284}" destId="{D975514B-2149-3343-AF06-0EA54928711D}"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5815B51C-DAC5-204E-B563-B7229C3EE946}">
      <dgm:prSet/>
      <dgm:spPr>
        <a:solidFill>
          <a:schemeClr val="accent6"/>
        </a:solidFill>
        <a:ln>
          <a:noFill/>
        </a:ln>
      </dgm:spPr>
      <dgm:t>
        <a:bodyPr/>
        <a:lstStyle/>
        <a:p>
          <a:endParaRPr lang="en-US"/>
        </a:p>
      </dgm:t>
    </dgm:pt>
    <dgm:pt modelId="{3A5D5966-0EBD-0A41-85E8-E417804421BC}" type="sibTrans" cxnId="{004A0890-B6D8-A140-A2BD-9CE4B9D7838F}">
      <dgm:prSet/>
      <dgm:spPr/>
      <dgm:t>
        <a:bodyPr/>
        <a:lstStyle/>
        <a:p>
          <a:endParaRPr lang="en-US"/>
        </a:p>
      </dgm:t>
    </dgm:pt>
    <dgm:pt modelId="{FC9CA4A8-1408-BE4D-983F-FBB1416268E4}" type="parTrans" cxnId="{004A0890-B6D8-A140-A2BD-9CE4B9D7838F}">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5">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5">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5">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5">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 modelId="{C9955574-9B0C-B246-8BEF-75E3C4E6435D}" type="pres">
      <dgm:prSet presAssocID="{5815B51C-DAC5-204E-B563-B7229C3EE946}" presName="Name8" presStyleCnt="0"/>
      <dgm:spPr/>
    </dgm:pt>
    <dgm:pt modelId="{D67A739A-C4D1-B44F-B09D-6749BDDAE40A}" type="pres">
      <dgm:prSet presAssocID="{5815B51C-DAC5-204E-B563-B7229C3EE946}" presName="level" presStyleLbl="node1" presStyleIdx="4" presStyleCnt="5">
        <dgm:presLayoutVars>
          <dgm:chMax val="1"/>
          <dgm:bulletEnabled val="1"/>
        </dgm:presLayoutVars>
      </dgm:prSet>
      <dgm:spPr/>
    </dgm:pt>
    <dgm:pt modelId="{EBBD4C22-F05C-0647-9F5F-A1D0A74D0D82}" type="pres">
      <dgm:prSet presAssocID="{5815B51C-DAC5-204E-B563-B7229C3EE946}"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04A0890-B6D8-A140-A2BD-9CE4B9D7838F}" srcId="{E6769558-67FB-8541-AE5D-E05B82910B9E}" destId="{5815B51C-DAC5-204E-B563-B7229C3EE946}" srcOrd="4" destOrd="0" parTransId="{FC9CA4A8-1408-BE4D-983F-FBB1416268E4}" sibTransId="{3A5D5966-0EBD-0A41-85E8-E417804421BC}"/>
    <dgm:cxn modelId="{1D6171AB-2103-E74B-8233-C0BCB4E408B0}" type="presOf" srcId="{955C7061-FA22-E24A-9BE1-3775F9DFF4EB}" destId="{006479BE-B7F3-6144-A47B-8A28B4B3BAAF}" srcOrd="1" destOrd="0" presId="urn:microsoft.com/office/officeart/2005/8/layout/pyramid1"/>
    <dgm:cxn modelId="{CD7F03B1-4AEE-8346-A202-452B005CB2C7}" type="presOf" srcId="{5815B51C-DAC5-204E-B563-B7229C3EE946}" destId="{EBBD4C22-F05C-0647-9F5F-A1D0A74D0D82}"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6BF012D5-45ED-564F-AC67-87C126B5C28A}" type="presOf" srcId="{5815B51C-DAC5-204E-B563-B7229C3EE946}" destId="{D67A739A-C4D1-B44F-B09D-6749BDDAE40A}" srcOrd="0" destOrd="0" presId="urn:microsoft.com/office/officeart/2005/8/layout/pyramid1"/>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 modelId="{D62F6ADF-9EB6-7949-83EB-A82086A09298}" type="presParOf" srcId="{D86DAABB-13F1-4740-BAF2-D6456A542296}" destId="{C9955574-9B0C-B246-8BEF-75E3C4E6435D}" srcOrd="4" destOrd="0" presId="urn:microsoft.com/office/officeart/2005/8/layout/pyramid1"/>
    <dgm:cxn modelId="{71D6ADEF-3034-9940-9C9C-5CD9D45BEE23}" type="presParOf" srcId="{C9955574-9B0C-B246-8BEF-75E3C4E6435D}" destId="{D67A739A-C4D1-B44F-B09D-6749BDDAE40A}" srcOrd="0" destOrd="0" presId="urn:microsoft.com/office/officeart/2005/8/layout/pyramid1"/>
    <dgm:cxn modelId="{AC8F0805-2EC5-9F42-AC9C-8DCD7A87B2B2}" type="presParOf" srcId="{C9955574-9B0C-B246-8BEF-75E3C4E6435D}" destId="{EBBD4C22-F05C-0647-9F5F-A1D0A74D0D82}"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955C7061-FA22-E24A-9BE1-3775F9DFF4EB}">
      <dgm:prSet/>
      <dgm:spPr>
        <a:solidFill>
          <a:schemeClr val="accent3"/>
        </a:solidFill>
        <a:ln>
          <a:noFill/>
        </a:ln>
      </dgm:spPr>
      <dgm:t>
        <a:bodyPr/>
        <a:lstStyle/>
        <a:p>
          <a:endParaRPr lang="en-US"/>
        </a:p>
      </dgm:t>
    </dgm:pt>
    <dgm:pt modelId="{43DA90A6-2271-994D-ADCD-B6B11D3A1F01}" type="sibTrans" cxnId="{0DC214E0-E294-A54F-8C0A-4DDB352A2750}">
      <dgm:prSet/>
      <dgm:spPr/>
      <dgm:t>
        <a:bodyPr/>
        <a:lstStyle/>
        <a:p>
          <a:endParaRPr lang="en-US"/>
        </a:p>
      </dgm:t>
    </dgm:pt>
    <dgm:pt modelId="{0C3BAB12-9BEE-304F-BD10-694D5C73CED6}" type="parTrans" cxnId="{0DC214E0-E294-A54F-8C0A-4DDB352A2750}">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4">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4">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4">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 modelId="{6773464F-823A-E349-A900-8E9A28FA941C}" type="pres">
      <dgm:prSet presAssocID="{955C7061-FA22-E24A-9BE1-3775F9DFF4EB}" presName="Name8" presStyleCnt="0"/>
      <dgm:spPr/>
    </dgm:pt>
    <dgm:pt modelId="{25B2BDB5-03B1-CB45-B236-7F4D592253C5}" type="pres">
      <dgm:prSet presAssocID="{955C7061-FA22-E24A-9BE1-3775F9DFF4EB}" presName="level" presStyleLbl="node1" presStyleIdx="3" presStyleCnt="4">
        <dgm:presLayoutVars>
          <dgm:chMax val="1"/>
          <dgm:bulletEnabled val="1"/>
        </dgm:presLayoutVars>
      </dgm:prSet>
      <dgm:spPr/>
    </dgm:pt>
    <dgm:pt modelId="{006479BE-B7F3-6144-A47B-8A28B4B3BAAF}" type="pres">
      <dgm:prSet presAssocID="{955C7061-FA22-E24A-9BE1-3775F9DFF4EB}" presName="levelTx" presStyleLbl="revTx" presStyleIdx="0" presStyleCnt="0">
        <dgm:presLayoutVars>
          <dgm:chMax val="1"/>
          <dgm:bulletEnabled val="1"/>
        </dgm:presLayoutVars>
      </dgm:prSet>
      <dgm:spPr/>
    </dgm:pt>
  </dgm:ptLst>
  <dgm:cxnLst>
    <dgm:cxn modelId="{FBEF2E04-FB3D-0B42-9363-5E18DA3C42DC}" type="presOf" srcId="{955C7061-FA22-E24A-9BE1-3775F9DFF4EB}" destId="{25B2BDB5-03B1-CB45-B236-7F4D592253C5}" srcOrd="0" destOrd="0" presId="urn:microsoft.com/office/officeart/2005/8/layout/pyramid1"/>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1D6171AB-2103-E74B-8233-C0BCB4E408B0}" type="presOf" srcId="{955C7061-FA22-E24A-9BE1-3775F9DFF4EB}" destId="{006479BE-B7F3-6144-A47B-8A28B4B3BAAF}" srcOrd="1" destOrd="0" presId="urn:microsoft.com/office/officeart/2005/8/layout/pyramid1"/>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0DC214E0-E294-A54F-8C0A-4DDB352A2750}" srcId="{E6769558-67FB-8541-AE5D-E05B82910B9E}" destId="{955C7061-FA22-E24A-9BE1-3775F9DFF4EB}" srcOrd="3" destOrd="0" parTransId="{0C3BAB12-9BEE-304F-BD10-694D5C73CED6}" sibTransId="{43DA90A6-2271-994D-ADCD-B6B11D3A1F01}"/>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 modelId="{5622A43E-571B-EC47-AB11-48DE1A9F8F8A}" type="presParOf" srcId="{D86DAABB-13F1-4740-BAF2-D6456A542296}" destId="{6773464F-823A-E349-A900-8E9A28FA941C}" srcOrd="3" destOrd="0" presId="urn:microsoft.com/office/officeart/2005/8/layout/pyramid1"/>
    <dgm:cxn modelId="{87502213-8161-5348-B094-7CC73CB168B9}" type="presParOf" srcId="{6773464F-823A-E349-A900-8E9A28FA941C}" destId="{25B2BDB5-03B1-CB45-B236-7F4D592253C5}" srcOrd="0" destOrd="0" presId="urn:microsoft.com/office/officeart/2005/8/layout/pyramid1"/>
    <dgm:cxn modelId="{7DB2847E-49D3-3340-B1A7-3AB4EC318276}" type="presParOf" srcId="{6773464F-823A-E349-A900-8E9A28FA941C}" destId="{006479BE-B7F3-6144-A47B-8A28B4B3BAAF}"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769558-67FB-8541-AE5D-E05B82910B9E}" type="doc">
      <dgm:prSet loTypeId="urn:microsoft.com/office/officeart/2005/8/layout/pyramid1" loCatId="pyramid" qsTypeId="urn:microsoft.com/office/officeart/2005/8/quickstyle/simple1" qsCatId="simple" csTypeId="urn:microsoft.com/office/officeart/2005/8/colors/accent1_2" csCatId="accent1" phldr="1"/>
      <dgm:spPr/>
      <dgm:t>
        <a:bodyPr/>
        <a:lstStyle/>
        <a:p>
          <a:endParaRPr lang="en-US"/>
        </a:p>
      </dgm:t>
    </dgm:pt>
    <dgm:pt modelId="{D0E69452-F495-BA49-889D-BF2D907C8C4E}">
      <dgm:prSet phldrT="[Text]"/>
      <dgm:spPr>
        <a:solidFill>
          <a:schemeClr val="tx2"/>
        </a:solidFill>
        <a:ln>
          <a:noFill/>
        </a:ln>
      </dgm:spPr>
      <dgm:t>
        <a:bodyPr/>
        <a:lstStyle/>
        <a:p>
          <a:endParaRPr lang="en-US"/>
        </a:p>
      </dgm:t>
    </dgm:pt>
    <dgm:pt modelId="{A094A277-0352-C240-BA96-828F69EE3C8D}" type="sibTrans" cxnId="{71AD55CD-F35A-654B-870B-5CE59C2739DD}">
      <dgm:prSet/>
      <dgm:spPr/>
      <dgm:t>
        <a:bodyPr/>
        <a:lstStyle/>
        <a:p>
          <a:endParaRPr lang="en-US"/>
        </a:p>
      </dgm:t>
    </dgm:pt>
    <dgm:pt modelId="{17C1BD5F-0E78-154A-8F4B-DA4F53854ED6}" type="parTrans" cxnId="{71AD55CD-F35A-654B-870B-5CE59C2739DD}">
      <dgm:prSet/>
      <dgm:spPr/>
      <dgm:t>
        <a:bodyPr/>
        <a:lstStyle/>
        <a:p>
          <a:endParaRPr lang="en-US"/>
        </a:p>
      </dgm:t>
    </dgm:pt>
    <dgm:pt modelId="{EF0C0690-1486-D04E-A36E-604F29211986}">
      <dgm:prSet/>
      <dgm:spPr>
        <a:solidFill>
          <a:schemeClr val="accent1"/>
        </a:solidFill>
        <a:ln>
          <a:noFill/>
        </a:ln>
      </dgm:spPr>
      <dgm:t>
        <a:bodyPr/>
        <a:lstStyle/>
        <a:p>
          <a:endParaRPr lang="en-US"/>
        </a:p>
      </dgm:t>
    </dgm:pt>
    <dgm:pt modelId="{48B916D1-A61D-6E43-BC8C-339E6680D0B6}" type="sibTrans" cxnId="{51264659-ECCD-7B4B-B584-A569C88727D0}">
      <dgm:prSet/>
      <dgm:spPr/>
      <dgm:t>
        <a:bodyPr/>
        <a:lstStyle/>
        <a:p>
          <a:endParaRPr lang="en-US"/>
        </a:p>
      </dgm:t>
    </dgm:pt>
    <dgm:pt modelId="{C411ADB0-EE5F-AA4A-9047-4191F9ED37CE}" type="parTrans" cxnId="{51264659-ECCD-7B4B-B584-A569C88727D0}">
      <dgm:prSet/>
      <dgm:spPr/>
      <dgm:t>
        <a:bodyPr/>
        <a:lstStyle/>
        <a:p>
          <a:endParaRPr lang="en-US"/>
        </a:p>
      </dgm:t>
    </dgm:pt>
    <dgm:pt modelId="{E99EBCEB-1406-4141-B598-360A06AD2882}">
      <dgm:prSet/>
      <dgm:spPr>
        <a:solidFill>
          <a:schemeClr val="accent2"/>
        </a:solidFill>
        <a:ln>
          <a:noFill/>
        </a:ln>
      </dgm:spPr>
      <dgm:t>
        <a:bodyPr/>
        <a:lstStyle/>
        <a:p>
          <a:endParaRPr lang="en-US"/>
        </a:p>
      </dgm:t>
    </dgm:pt>
    <dgm:pt modelId="{3991CC93-FFB3-FF47-901F-37D245D0F538}" type="sibTrans" cxnId="{0852501F-E820-DD47-98EA-2D2551E08646}">
      <dgm:prSet/>
      <dgm:spPr/>
      <dgm:t>
        <a:bodyPr/>
        <a:lstStyle/>
        <a:p>
          <a:endParaRPr lang="en-US"/>
        </a:p>
      </dgm:t>
    </dgm:pt>
    <dgm:pt modelId="{FA151339-7AA7-0A48-AA90-2D255D4A7B7F}" type="parTrans" cxnId="{0852501F-E820-DD47-98EA-2D2551E08646}">
      <dgm:prSet/>
      <dgm:spPr/>
      <dgm:t>
        <a:bodyPr/>
        <a:lstStyle/>
        <a:p>
          <a:endParaRPr lang="en-US"/>
        </a:p>
      </dgm:t>
    </dgm:pt>
    <dgm:pt modelId="{D86DAABB-13F1-4740-BAF2-D6456A542296}" type="pres">
      <dgm:prSet presAssocID="{E6769558-67FB-8541-AE5D-E05B82910B9E}" presName="Name0" presStyleCnt="0">
        <dgm:presLayoutVars>
          <dgm:dir/>
          <dgm:animLvl val="lvl"/>
          <dgm:resizeHandles val="exact"/>
        </dgm:presLayoutVars>
      </dgm:prSet>
      <dgm:spPr/>
    </dgm:pt>
    <dgm:pt modelId="{C8A5AEB5-FC8F-4F44-8A0B-D9F12320237E}" type="pres">
      <dgm:prSet presAssocID="{D0E69452-F495-BA49-889D-BF2D907C8C4E}" presName="Name8" presStyleCnt="0"/>
      <dgm:spPr/>
    </dgm:pt>
    <dgm:pt modelId="{47552427-7D8E-ED45-8E4E-0B2345A62F77}" type="pres">
      <dgm:prSet presAssocID="{D0E69452-F495-BA49-889D-BF2D907C8C4E}" presName="level" presStyleLbl="node1" presStyleIdx="0" presStyleCnt="3">
        <dgm:presLayoutVars>
          <dgm:chMax val="1"/>
          <dgm:bulletEnabled val="1"/>
        </dgm:presLayoutVars>
      </dgm:prSet>
      <dgm:spPr/>
    </dgm:pt>
    <dgm:pt modelId="{6FA84866-88B9-7541-9D78-A0D0920FE29A}" type="pres">
      <dgm:prSet presAssocID="{D0E69452-F495-BA49-889D-BF2D907C8C4E}" presName="levelTx" presStyleLbl="revTx" presStyleIdx="0" presStyleCnt="0">
        <dgm:presLayoutVars>
          <dgm:chMax val="1"/>
          <dgm:bulletEnabled val="1"/>
        </dgm:presLayoutVars>
      </dgm:prSet>
      <dgm:spPr/>
    </dgm:pt>
    <dgm:pt modelId="{4C6A9E8C-C9DB-EE4C-8874-CC5F0A0DE76A}" type="pres">
      <dgm:prSet presAssocID="{EF0C0690-1486-D04E-A36E-604F29211986}" presName="Name8" presStyleCnt="0"/>
      <dgm:spPr/>
    </dgm:pt>
    <dgm:pt modelId="{580D5A4D-B945-A944-8AD5-D12F3BB58A2E}" type="pres">
      <dgm:prSet presAssocID="{EF0C0690-1486-D04E-A36E-604F29211986}" presName="level" presStyleLbl="node1" presStyleIdx="1" presStyleCnt="3">
        <dgm:presLayoutVars>
          <dgm:chMax val="1"/>
          <dgm:bulletEnabled val="1"/>
        </dgm:presLayoutVars>
      </dgm:prSet>
      <dgm:spPr/>
    </dgm:pt>
    <dgm:pt modelId="{72FE4531-AFA3-6F4E-8CC9-6CEFCE4B8765}" type="pres">
      <dgm:prSet presAssocID="{EF0C0690-1486-D04E-A36E-604F29211986}" presName="levelTx" presStyleLbl="revTx" presStyleIdx="0" presStyleCnt="0">
        <dgm:presLayoutVars>
          <dgm:chMax val="1"/>
          <dgm:bulletEnabled val="1"/>
        </dgm:presLayoutVars>
      </dgm:prSet>
      <dgm:spPr/>
    </dgm:pt>
    <dgm:pt modelId="{D7BDAB23-995C-EE44-BFBF-5CB6C778BE0C}" type="pres">
      <dgm:prSet presAssocID="{E99EBCEB-1406-4141-B598-360A06AD2882}" presName="Name8" presStyleCnt="0"/>
      <dgm:spPr/>
    </dgm:pt>
    <dgm:pt modelId="{F0213A9A-8463-7A4A-811E-D2A57ED6E95F}" type="pres">
      <dgm:prSet presAssocID="{E99EBCEB-1406-4141-B598-360A06AD2882}" presName="level" presStyleLbl="node1" presStyleIdx="2" presStyleCnt="3">
        <dgm:presLayoutVars>
          <dgm:chMax val="1"/>
          <dgm:bulletEnabled val="1"/>
        </dgm:presLayoutVars>
      </dgm:prSet>
      <dgm:spPr/>
    </dgm:pt>
    <dgm:pt modelId="{38C06ABF-5C9B-2044-B2C9-21A914033C29}" type="pres">
      <dgm:prSet presAssocID="{E99EBCEB-1406-4141-B598-360A06AD2882}" presName="levelTx" presStyleLbl="revTx" presStyleIdx="0" presStyleCnt="0">
        <dgm:presLayoutVars>
          <dgm:chMax val="1"/>
          <dgm:bulletEnabled val="1"/>
        </dgm:presLayoutVars>
      </dgm:prSet>
      <dgm:spPr/>
    </dgm:pt>
  </dgm:ptLst>
  <dgm:cxnLst>
    <dgm:cxn modelId="{B1AE5D09-D346-F043-88FE-6583172673FA}" type="presOf" srcId="{D0E69452-F495-BA49-889D-BF2D907C8C4E}" destId="{47552427-7D8E-ED45-8E4E-0B2345A62F77}" srcOrd="0" destOrd="0" presId="urn:microsoft.com/office/officeart/2005/8/layout/pyramid1"/>
    <dgm:cxn modelId="{2F4DB00C-A992-594C-B823-677EEC2A9476}" type="presOf" srcId="{EF0C0690-1486-D04E-A36E-604F29211986}" destId="{72FE4531-AFA3-6F4E-8CC9-6CEFCE4B8765}" srcOrd="1" destOrd="0" presId="urn:microsoft.com/office/officeart/2005/8/layout/pyramid1"/>
    <dgm:cxn modelId="{0852501F-E820-DD47-98EA-2D2551E08646}" srcId="{E6769558-67FB-8541-AE5D-E05B82910B9E}" destId="{E99EBCEB-1406-4141-B598-360A06AD2882}" srcOrd="2" destOrd="0" parTransId="{FA151339-7AA7-0A48-AA90-2D255D4A7B7F}" sibTransId="{3991CC93-FFB3-FF47-901F-37D245D0F538}"/>
    <dgm:cxn modelId="{3D2A9520-B81E-294C-B3A7-157067B3A119}" type="presOf" srcId="{D0E69452-F495-BA49-889D-BF2D907C8C4E}" destId="{6FA84866-88B9-7541-9D78-A0D0920FE29A}" srcOrd="1" destOrd="0" presId="urn:microsoft.com/office/officeart/2005/8/layout/pyramid1"/>
    <dgm:cxn modelId="{B39CEA4C-45C1-FB4E-8DCE-7185AFE10DC3}" type="presOf" srcId="{E6769558-67FB-8541-AE5D-E05B82910B9E}" destId="{D86DAABB-13F1-4740-BAF2-D6456A542296}" srcOrd="0" destOrd="0" presId="urn:microsoft.com/office/officeart/2005/8/layout/pyramid1"/>
    <dgm:cxn modelId="{51264659-ECCD-7B4B-B584-A569C88727D0}" srcId="{E6769558-67FB-8541-AE5D-E05B82910B9E}" destId="{EF0C0690-1486-D04E-A36E-604F29211986}" srcOrd="1" destOrd="0" parTransId="{C411ADB0-EE5F-AA4A-9047-4191F9ED37CE}" sibTransId="{48B916D1-A61D-6E43-BC8C-339E6680D0B6}"/>
    <dgm:cxn modelId="{0D1A0EB6-5CC4-BA4D-BF21-49CA94C307F8}" type="presOf" srcId="{E99EBCEB-1406-4141-B598-360A06AD2882}" destId="{38C06ABF-5C9B-2044-B2C9-21A914033C29}" srcOrd="1" destOrd="0" presId="urn:microsoft.com/office/officeart/2005/8/layout/pyramid1"/>
    <dgm:cxn modelId="{F5BCC8C8-C318-8A44-85D3-5E1B4A175AE9}" type="presOf" srcId="{E99EBCEB-1406-4141-B598-360A06AD2882}" destId="{F0213A9A-8463-7A4A-811E-D2A57ED6E95F}" srcOrd="0" destOrd="0" presId="urn:microsoft.com/office/officeart/2005/8/layout/pyramid1"/>
    <dgm:cxn modelId="{71AD55CD-F35A-654B-870B-5CE59C2739DD}" srcId="{E6769558-67FB-8541-AE5D-E05B82910B9E}" destId="{D0E69452-F495-BA49-889D-BF2D907C8C4E}" srcOrd="0" destOrd="0" parTransId="{17C1BD5F-0E78-154A-8F4B-DA4F53854ED6}" sibTransId="{A094A277-0352-C240-BA96-828F69EE3C8D}"/>
    <dgm:cxn modelId="{71BEB4FD-89DD-E84B-881C-B399E4FF49CD}" type="presOf" srcId="{EF0C0690-1486-D04E-A36E-604F29211986}" destId="{580D5A4D-B945-A944-8AD5-D12F3BB58A2E}" srcOrd="0" destOrd="0" presId="urn:microsoft.com/office/officeart/2005/8/layout/pyramid1"/>
    <dgm:cxn modelId="{7C9A08E6-0E00-A34D-94A1-E89654D5BA34}" type="presParOf" srcId="{D86DAABB-13F1-4740-BAF2-D6456A542296}" destId="{C8A5AEB5-FC8F-4F44-8A0B-D9F12320237E}" srcOrd="0" destOrd="0" presId="urn:microsoft.com/office/officeart/2005/8/layout/pyramid1"/>
    <dgm:cxn modelId="{92DB12C5-7D06-2E41-AE7A-685C34BE2684}" type="presParOf" srcId="{C8A5AEB5-FC8F-4F44-8A0B-D9F12320237E}" destId="{47552427-7D8E-ED45-8E4E-0B2345A62F77}" srcOrd="0" destOrd="0" presId="urn:microsoft.com/office/officeart/2005/8/layout/pyramid1"/>
    <dgm:cxn modelId="{88863F4F-091E-AB47-92D5-B32CDBBF88C0}" type="presParOf" srcId="{C8A5AEB5-FC8F-4F44-8A0B-D9F12320237E}" destId="{6FA84866-88B9-7541-9D78-A0D0920FE29A}" srcOrd="1" destOrd="0" presId="urn:microsoft.com/office/officeart/2005/8/layout/pyramid1"/>
    <dgm:cxn modelId="{DF3F19E8-50BE-9548-B952-ACAEAB5B7E2C}" type="presParOf" srcId="{D86DAABB-13F1-4740-BAF2-D6456A542296}" destId="{4C6A9E8C-C9DB-EE4C-8874-CC5F0A0DE76A}" srcOrd="1" destOrd="0" presId="urn:microsoft.com/office/officeart/2005/8/layout/pyramid1"/>
    <dgm:cxn modelId="{0F43BF58-7A52-0A4D-A675-C1A189288D41}" type="presParOf" srcId="{4C6A9E8C-C9DB-EE4C-8874-CC5F0A0DE76A}" destId="{580D5A4D-B945-A944-8AD5-D12F3BB58A2E}" srcOrd="0" destOrd="0" presId="urn:microsoft.com/office/officeart/2005/8/layout/pyramid1"/>
    <dgm:cxn modelId="{864B197B-869C-E44D-9EF1-1E15F0419EEF}" type="presParOf" srcId="{4C6A9E8C-C9DB-EE4C-8874-CC5F0A0DE76A}" destId="{72FE4531-AFA3-6F4E-8CC9-6CEFCE4B8765}" srcOrd="1" destOrd="0" presId="urn:microsoft.com/office/officeart/2005/8/layout/pyramid1"/>
    <dgm:cxn modelId="{953E864D-5BEC-074E-A6AC-629FF1647C13}" type="presParOf" srcId="{D86DAABB-13F1-4740-BAF2-D6456A542296}" destId="{D7BDAB23-995C-EE44-BFBF-5CB6C778BE0C}" srcOrd="2" destOrd="0" presId="urn:microsoft.com/office/officeart/2005/8/layout/pyramid1"/>
    <dgm:cxn modelId="{B4533760-AD62-B942-8C7F-D28899A916B8}" type="presParOf" srcId="{D7BDAB23-995C-EE44-BFBF-5CB6C778BE0C}" destId="{F0213A9A-8463-7A4A-811E-D2A57ED6E95F}" srcOrd="0" destOrd="0" presId="urn:microsoft.com/office/officeart/2005/8/layout/pyramid1"/>
    <dgm:cxn modelId="{87A92E7C-A1D7-5D4F-BC43-4551AE7F6987}" type="presParOf" srcId="{D7BDAB23-995C-EE44-BFBF-5CB6C778BE0C}" destId="{38C06ABF-5C9B-2044-B2C9-21A914033C29}"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B1400-7624-6149-929F-DA014FEC075E}">
      <dsp:nvSpPr>
        <dsp:cNvPr id="0" name=""/>
        <dsp:cNvSpPr/>
      </dsp:nvSpPr>
      <dsp:spPr>
        <a:xfrm>
          <a:off x="0" y="0"/>
          <a:ext cx="2189928" cy="501080"/>
        </a:xfrm>
        <a:prstGeom prst="homePlate">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674" tIns="29337" rIns="396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Evaluation</a:t>
          </a:r>
          <a:endParaRPr lang="en-GB" sz="1100" b="0" i="0" kern="1200">
            <a:latin typeface="Arial" panose="020B0604020202020204" pitchFamily="34" charset="0"/>
            <a:ea typeface="Inter Medium" panose="02000503000000020004" pitchFamily="2" charset="0"/>
          </a:endParaRPr>
        </a:p>
      </dsp:txBody>
      <dsp:txXfrm>
        <a:off x="0" y="0"/>
        <a:ext cx="2064658" cy="501080"/>
      </dsp:txXfrm>
    </dsp:sp>
    <dsp:sp modelId="{E57AE3CF-AFFD-F246-AF4E-80081D7389A3}">
      <dsp:nvSpPr>
        <dsp:cNvPr id="0" name=""/>
        <dsp:cNvSpPr/>
      </dsp:nvSpPr>
      <dsp:spPr>
        <a:xfrm>
          <a:off x="1561108" y="0"/>
          <a:ext cx="2699289" cy="501080"/>
        </a:xfrm>
        <a:prstGeom prst="chevron">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288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Onboarding</a:t>
          </a:r>
          <a:endParaRPr lang="en-GB" sz="1100" b="0" i="0" kern="1200">
            <a:latin typeface="Arial" panose="020B0604020202020204" pitchFamily="34" charset="0"/>
            <a:ea typeface="Inter Medium" panose="02000503000000020004" pitchFamily="2" charset="0"/>
          </a:endParaRPr>
        </a:p>
      </dsp:txBody>
      <dsp:txXfrm>
        <a:off x="1811648" y="0"/>
        <a:ext cx="2198209" cy="501080"/>
      </dsp:txXfrm>
    </dsp:sp>
    <dsp:sp modelId="{C1F42186-3539-EE45-AE3A-CE1777B315A3}">
      <dsp:nvSpPr>
        <dsp:cNvPr id="0" name=""/>
        <dsp:cNvSpPr/>
      </dsp:nvSpPr>
      <dsp:spPr>
        <a:xfrm>
          <a:off x="3941270" y="0"/>
          <a:ext cx="3748313" cy="501080"/>
        </a:xfrm>
        <a:prstGeom prst="chevron">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324000"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Implementation</a:t>
          </a:r>
          <a:endParaRPr lang="en-GB" sz="1100" b="0" i="0" kern="1200">
            <a:latin typeface="Arial" panose="020B0604020202020204" pitchFamily="34" charset="0"/>
            <a:ea typeface="Inter Medium" panose="02000503000000020004" pitchFamily="2" charset="0"/>
          </a:endParaRPr>
        </a:p>
      </dsp:txBody>
      <dsp:txXfrm>
        <a:off x="4191810" y="0"/>
        <a:ext cx="3247233" cy="501080"/>
      </dsp:txXfrm>
    </dsp:sp>
    <dsp:sp modelId="{D975514B-2149-3343-AF06-0EA54928711D}">
      <dsp:nvSpPr>
        <dsp:cNvPr id="0" name=""/>
        <dsp:cNvSpPr/>
      </dsp:nvSpPr>
      <dsp:spPr>
        <a:xfrm>
          <a:off x="7292964" y="0"/>
          <a:ext cx="3578236" cy="501080"/>
        </a:xfrm>
        <a:prstGeom prst="chevron">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006" tIns="29337" rIns="14669" bIns="29337" numCol="1" spcCol="1270" anchor="ctr" anchorCtr="0">
          <a:noAutofit/>
        </a:bodyPr>
        <a:lstStyle/>
        <a:p>
          <a:pPr marL="0" lvl="0" indent="0" algn="ctr" defTabSz="488950">
            <a:lnSpc>
              <a:spcPct val="90000"/>
            </a:lnSpc>
            <a:spcBef>
              <a:spcPct val="0"/>
            </a:spcBef>
            <a:spcAft>
              <a:spcPct val="35000"/>
            </a:spcAft>
            <a:buNone/>
          </a:pPr>
          <a:r>
            <a:rPr lang="en-US" sz="1100" b="0" i="0" kern="1200">
              <a:latin typeface="Arial" panose="020B0604020202020204" pitchFamily="34" charset="0"/>
              <a:ea typeface="Inter Medium" panose="02000503000000020004" pitchFamily="2" charset="0"/>
            </a:rPr>
            <a:t>Adoption</a:t>
          </a:r>
          <a:endParaRPr lang="en-GB" sz="1100" b="0" i="0" kern="1200">
            <a:latin typeface="Arial" panose="020B0604020202020204" pitchFamily="34" charset="0"/>
            <a:ea typeface="Inter Medium" panose="02000503000000020004" pitchFamily="2" charset="0"/>
          </a:endParaRPr>
        </a:p>
      </dsp:txBody>
      <dsp:txXfrm>
        <a:off x="7543504" y="0"/>
        <a:ext cx="3077156" cy="5010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960950" y="0"/>
          <a:ext cx="980475" cy="86958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960950" y="0"/>
        <a:ext cx="980475" cy="869580"/>
      </dsp:txXfrm>
    </dsp:sp>
    <dsp:sp modelId="{580D5A4D-B945-A944-8AD5-D12F3BB58A2E}">
      <dsp:nvSpPr>
        <dsp:cNvPr id="0" name=""/>
        <dsp:cNvSpPr/>
      </dsp:nvSpPr>
      <dsp:spPr>
        <a:xfrm>
          <a:off x="1470713" y="869580"/>
          <a:ext cx="1960950" cy="86958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813879" y="869580"/>
        <a:ext cx="1274618" cy="869580"/>
      </dsp:txXfrm>
    </dsp:sp>
    <dsp:sp modelId="{F0213A9A-8463-7A4A-811E-D2A57ED6E95F}">
      <dsp:nvSpPr>
        <dsp:cNvPr id="0" name=""/>
        <dsp:cNvSpPr/>
      </dsp:nvSpPr>
      <dsp:spPr>
        <a:xfrm>
          <a:off x="980475" y="1739160"/>
          <a:ext cx="2941426" cy="86958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495224" y="1739160"/>
        <a:ext cx="1911927" cy="869580"/>
      </dsp:txXfrm>
    </dsp:sp>
    <dsp:sp modelId="{25B2BDB5-03B1-CB45-B236-7F4D592253C5}">
      <dsp:nvSpPr>
        <dsp:cNvPr id="0" name=""/>
        <dsp:cNvSpPr/>
      </dsp:nvSpPr>
      <dsp:spPr>
        <a:xfrm>
          <a:off x="490237" y="2608740"/>
          <a:ext cx="3921901" cy="869580"/>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1176570" y="2608740"/>
        <a:ext cx="2549236" cy="869580"/>
      </dsp:txXfrm>
    </dsp:sp>
    <dsp:sp modelId="{D67A739A-C4D1-B44F-B09D-6749BDDAE40A}">
      <dsp:nvSpPr>
        <dsp:cNvPr id="0" name=""/>
        <dsp:cNvSpPr/>
      </dsp:nvSpPr>
      <dsp:spPr>
        <a:xfrm>
          <a:off x="0" y="3478320"/>
          <a:ext cx="4902377" cy="869580"/>
        </a:xfrm>
        <a:prstGeom prst="trapezoid">
          <a:avLst>
            <a:gd name="adj" fmla="val 56376"/>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0" tIns="69850" rIns="69850" bIns="69850" numCol="1" spcCol="1270" anchor="ctr" anchorCtr="0">
          <a:noAutofit/>
        </a:bodyPr>
        <a:lstStyle/>
        <a:p>
          <a:pPr marL="0" lvl="0" indent="0" algn="ctr" defTabSz="2444750">
            <a:lnSpc>
              <a:spcPct val="90000"/>
            </a:lnSpc>
            <a:spcBef>
              <a:spcPct val="0"/>
            </a:spcBef>
            <a:spcAft>
              <a:spcPct val="35000"/>
            </a:spcAft>
            <a:buNone/>
          </a:pPr>
          <a:endParaRPr lang="en-US" sz="5500" kern="1200"/>
        </a:p>
      </dsp:txBody>
      <dsp:txXfrm>
        <a:off x="857915" y="3478320"/>
        <a:ext cx="3186545" cy="8695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838391" y="0"/>
          <a:ext cx="1225594" cy="1086975"/>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838391" y="0"/>
        <a:ext cx="1225594" cy="1086975"/>
      </dsp:txXfrm>
    </dsp:sp>
    <dsp:sp modelId="{580D5A4D-B945-A944-8AD5-D12F3BB58A2E}">
      <dsp:nvSpPr>
        <dsp:cNvPr id="0" name=""/>
        <dsp:cNvSpPr/>
      </dsp:nvSpPr>
      <dsp:spPr>
        <a:xfrm>
          <a:off x="1225594" y="1086975"/>
          <a:ext cx="2451188" cy="1086975"/>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54552" y="1086975"/>
        <a:ext cx="1593272" cy="1086975"/>
      </dsp:txXfrm>
    </dsp:sp>
    <dsp:sp modelId="{F0213A9A-8463-7A4A-811E-D2A57ED6E95F}">
      <dsp:nvSpPr>
        <dsp:cNvPr id="0" name=""/>
        <dsp:cNvSpPr/>
      </dsp:nvSpPr>
      <dsp:spPr>
        <a:xfrm>
          <a:off x="612797" y="2173950"/>
          <a:ext cx="3676782" cy="1086975"/>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256234" y="2173950"/>
        <a:ext cx="2389908" cy="1086975"/>
      </dsp:txXfrm>
    </dsp:sp>
    <dsp:sp modelId="{25B2BDB5-03B1-CB45-B236-7F4D592253C5}">
      <dsp:nvSpPr>
        <dsp:cNvPr id="0" name=""/>
        <dsp:cNvSpPr/>
      </dsp:nvSpPr>
      <dsp:spPr>
        <a:xfrm>
          <a:off x="0" y="3260925"/>
          <a:ext cx="4902377" cy="1086975"/>
        </a:xfrm>
        <a:prstGeom prst="trapezoid">
          <a:avLst>
            <a:gd name="adj" fmla="val 56376"/>
          </a:avLst>
        </a:prstGeom>
        <a:solidFill>
          <a:schemeClr val="accent3"/>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3260925"/>
        <a:ext cx="3186545" cy="10869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52427-7D8E-ED45-8E4E-0B2345A62F77}">
      <dsp:nvSpPr>
        <dsp:cNvPr id="0" name=""/>
        <dsp:cNvSpPr/>
      </dsp:nvSpPr>
      <dsp:spPr>
        <a:xfrm>
          <a:off x="1634125" y="0"/>
          <a:ext cx="1634125" cy="1449300"/>
        </a:xfrm>
        <a:prstGeom prst="trapezoid">
          <a:avLst>
            <a:gd name="adj" fmla="val 56376"/>
          </a:avLst>
        </a:prstGeom>
        <a:solidFill>
          <a:schemeClr val="tx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634125" y="0"/>
        <a:ext cx="1634125" cy="1449300"/>
      </dsp:txXfrm>
    </dsp:sp>
    <dsp:sp modelId="{580D5A4D-B945-A944-8AD5-D12F3BB58A2E}">
      <dsp:nvSpPr>
        <dsp:cNvPr id="0" name=""/>
        <dsp:cNvSpPr/>
      </dsp:nvSpPr>
      <dsp:spPr>
        <a:xfrm>
          <a:off x="817062" y="1449300"/>
          <a:ext cx="3268251" cy="1449300"/>
        </a:xfrm>
        <a:prstGeom prst="trapezoid">
          <a:avLst>
            <a:gd name="adj" fmla="val 56376"/>
          </a:avLst>
        </a:prstGeom>
        <a:solidFill>
          <a:schemeClr val="accent1"/>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1389006" y="1449300"/>
        <a:ext cx="2124363" cy="1449300"/>
      </dsp:txXfrm>
    </dsp:sp>
    <dsp:sp modelId="{F0213A9A-8463-7A4A-811E-D2A57ED6E95F}">
      <dsp:nvSpPr>
        <dsp:cNvPr id="0" name=""/>
        <dsp:cNvSpPr/>
      </dsp:nvSpPr>
      <dsp:spPr>
        <a:xfrm>
          <a:off x="0" y="2898600"/>
          <a:ext cx="4902377" cy="1449300"/>
        </a:xfrm>
        <a:prstGeom prst="trapezoid">
          <a:avLst>
            <a:gd name="adj" fmla="val 56376"/>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endParaRPr lang="en-US" sz="6500" kern="1200"/>
        </a:p>
      </dsp:txBody>
      <dsp:txXfrm>
        <a:off x="857915" y="2898600"/>
        <a:ext cx="3186545" cy="1449300"/>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B0C85E-0515-6D4C-94EF-846980339B3A}" type="datetimeFigureOut">
              <a:rPr lang="en-US" smtClean="0"/>
              <a:t>2/16/2026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142F1-AB3B-4D43-82C4-3A889A9667F3}" type="slidenum">
              <a:rPr lang="en-US" smtClean="0"/>
              <a:t>‹#›</a:t>
            </a:fld>
            <a:endParaRPr lang="en-US"/>
          </a:p>
        </p:txBody>
      </p:sp>
    </p:spTree>
    <p:extLst>
      <p:ext uri="{BB962C8B-B14F-4D97-AF65-F5344CB8AC3E}">
        <p14:creationId xmlns:p14="http://schemas.microsoft.com/office/powerpoint/2010/main" val="2990807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105FA-664D-F83A-4201-F5DB2E794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D37A07-8E80-BD0D-E377-EF71974A68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5E34F-A05F-28C9-7628-51AD8EEB61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BD823E-CA44-41DD-BD9D-EE0CAC45F0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C22278-1765-A847-9079-1366EC627D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5543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Bottom-up scenario planning</a:t>
            </a:r>
          </a:p>
        </p:txBody>
      </p:sp>
      <p:sp>
        <p:nvSpPr>
          <p:cNvPr id="4" name="Slide Number Placeholder 3"/>
          <p:cNvSpPr>
            <a:spLocks noGrp="1"/>
          </p:cNvSpPr>
          <p:nvPr>
            <p:ph type="sldNum" sz="quarter" idx="5"/>
          </p:nvPr>
        </p:nvSpPr>
        <p:spPr/>
        <p:txBody>
          <a:bodyPr/>
          <a:lstStyle/>
          <a:p>
            <a:fld id="{21C142F1-AB3B-4D43-82C4-3A889A9667F3}" type="slidenum">
              <a:rPr lang="en-US" smtClean="0"/>
              <a:t>9</a:t>
            </a:fld>
            <a:endParaRPr lang="en-US"/>
          </a:p>
        </p:txBody>
      </p:sp>
    </p:spTree>
    <p:extLst>
      <p:ext uri="{BB962C8B-B14F-4D97-AF65-F5344CB8AC3E}">
        <p14:creationId xmlns:p14="http://schemas.microsoft.com/office/powerpoint/2010/main" val="351297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03580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97070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06752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EF8C2-D4B9-05B2-3AB7-41633C9B3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53402-CA14-52D8-B81F-37C16C95D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54D928-94F0-EEC0-052F-161F46E3FB5E}"/>
              </a:ext>
            </a:extLst>
          </p:cNvPr>
          <p:cNvSpPr>
            <a:spLocks noGrp="1"/>
          </p:cNvSpPr>
          <p:nvPr>
            <p:ph type="body" idx="1"/>
          </p:nvPr>
        </p:nvSpPr>
        <p:spPr/>
        <p:txBody>
          <a:bodyPr/>
          <a:lstStyle/>
          <a:p>
            <a:pPr algn="l"/>
            <a:br>
              <a:rPr lang="en-US" b="1" i="0">
                <a:solidFill>
                  <a:srgbClr val="1D1C1D"/>
                </a:solidFill>
                <a:effectLst/>
                <a:latin typeface="Slack-Lato"/>
              </a:rPr>
            </a:br>
            <a:endParaRPr lang="en-US" b="0" i="0">
              <a:solidFill>
                <a:srgbClr val="1D1C1D"/>
              </a:solidFill>
              <a:effectLst/>
              <a:latin typeface="Slack-Lato"/>
            </a:endParaRPr>
          </a:p>
          <a:p>
            <a:endParaRPr lang="en-US"/>
          </a:p>
        </p:txBody>
      </p:sp>
      <p:sp>
        <p:nvSpPr>
          <p:cNvPr id="4" name="Slide Number Placeholder 3">
            <a:extLst>
              <a:ext uri="{FF2B5EF4-FFF2-40B4-BE49-F238E27FC236}">
                <a16:creationId xmlns:a16="http://schemas.microsoft.com/office/drawing/2014/main" id="{DDD35DD0-4D5C-2A7A-F958-51F56DF92B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A7E72F-BFB2-D748-87F9-5C2F0B5EB908}"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510460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Master" Target="../slideMasters/slideMaster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Layouts/_rels/slideLayout10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Master" Target="../slideMasters/slideMaster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Layouts/_rels/slideLayout10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Master" Target="../slideMasters/slideMaster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4933" y="0"/>
            <a:ext cx="12189040" cy="6859664"/>
          </a:xfrm>
          <a:prstGeom prst="rect">
            <a:avLst/>
          </a:prstGeom>
        </p:spPr>
      </p:pic>
      <p:cxnSp>
        <p:nvCxnSpPr>
          <p:cNvPr id="3" name="Straight Connector 2">
            <a:extLst>
              <a:ext uri="{FF2B5EF4-FFF2-40B4-BE49-F238E27FC236}">
                <a16:creationId xmlns:a16="http://schemas.microsoft.com/office/drawing/2014/main" id="{100A7B1D-D053-AA78-9EC0-B0609A3D137E}"/>
              </a:ext>
            </a:extLst>
          </p:cNvPr>
          <p:cNvCxnSpPr>
            <a:cxnSpLocks/>
          </p:cNvCxnSpPr>
          <p:nvPr/>
        </p:nvCxnSpPr>
        <p:spPr>
          <a:xfrm flipH="1">
            <a:off x="9143031" y="-79108"/>
            <a:ext cx="2170759" cy="5146885"/>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194FC144-A4B6-69C4-3ED5-E59AFFE2EB15}"/>
              </a:ext>
            </a:extLst>
          </p:cNvPr>
          <p:cNvCxnSpPr>
            <a:cxnSpLocks/>
          </p:cNvCxnSpPr>
          <p:nvPr/>
        </p:nvCxnSpPr>
        <p:spPr>
          <a:xfrm flipH="1">
            <a:off x="10448804" y="3952240"/>
            <a:ext cx="1230072" cy="2916509"/>
          </a:xfrm>
          <a:prstGeom prst="line">
            <a:avLst/>
          </a:prstGeom>
          <a:ln w="635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Freeform 14">
            <a:extLst>
              <a:ext uri="{FF2B5EF4-FFF2-40B4-BE49-F238E27FC236}">
                <a16:creationId xmlns:a16="http://schemas.microsoft.com/office/drawing/2014/main" id="{D95496C4-8EF8-7979-68E8-61B0E42C1962}"/>
              </a:ext>
            </a:extLst>
          </p:cNvPr>
          <p:cNvSpPr/>
          <p:nvPr/>
        </p:nvSpPr>
        <p:spPr>
          <a:xfrm>
            <a:off x="-42112" y="1"/>
            <a:ext cx="9269152" cy="6884799"/>
          </a:xfrm>
          <a:custGeom>
            <a:avLst/>
            <a:gdLst>
              <a:gd name="connsiteX0" fmla="*/ 0 w 6925285"/>
              <a:gd name="connsiteY0" fmla="*/ 0 h 5143857"/>
              <a:gd name="connsiteX1" fmla="*/ 3850782 w 6925285"/>
              <a:gd name="connsiteY1" fmla="*/ 0 h 5143857"/>
              <a:gd name="connsiteX2" fmla="*/ 3850782 w 6925285"/>
              <a:gd name="connsiteY2" fmla="*/ 357 h 5143857"/>
              <a:gd name="connsiteX3" fmla="*/ 6925285 w 6925285"/>
              <a:gd name="connsiteY3" fmla="*/ 357 h 5143857"/>
              <a:gd name="connsiteX4" fmla="*/ 4751488 w 6925285"/>
              <a:gd name="connsiteY4" fmla="*/ 5143857 h 5143857"/>
              <a:gd name="connsiteX5" fmla="*/ 3850782 w 6925285"/>
              <a:gd name="connsiteY5" fmla="*/ 5143857 h 5143857"/>
              <a:gd name="connsiteX6" fmla="*/ 908798 w 6925285"/>
              <a:gd name="connsiteY6" fmla="*/ 5143857 h 5143857"/>
              <a:gd name="connsiteX7" fmla="*/ 0 w 6925285"/>
              <a:gd name="connsiteY7" fmla="*/ 5143857 h 5143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5285" h="5143857">
                <a:moveTo>
                  <a:pt x="0" y="0"/>
                </a:moveTo>
                <a:lnTo>
                  <a:pt x="3850782" y="0"/>
                </a:lnTo>
                <a:lnTo>
                  <a:pt x="3850782" y="357"/>
                </a:lnTo>
                <a:lnTo>
                  <a:pt x="6925285" y="357"/>
                </a:lnTo>
                <a:lnTo>
                  <a:pt x="4751488" y="5143857"/>
                </a:lnTo>
                <a:lnTo>
                  <a:pt x="3850782" y="5143857"/>
                </a:lnTo>
                <a:lnTo>
                  <a:pt x="908798" y="5143857"/>
                </a:lnTo>
                <a:lnTo>
                  <a:pt x="0" y="5143857"/>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6" name="Title 1">
            <a:extLst>
              <a:ext uri="{FF2B5EF4-FFF2-40B4-BE49-F238E27FC236}">
                <a16:creationId xmlns:a16="http://schemas.microsoft.com/office/drawing/2014/main" id="{18D94500-BCA4-7017-7B7F-CA2ED9E13DE6}"/>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7" name="Text Placeholder 21">
            <a:extLst>
              <a:ext uri="{FF2B5EF4-FFF2-40B4-BE49-F238E27FC236}">
                <a16:creationId xmlns:a16="http://schemas.microsoft.com/office/drawing/2014/main" id="{57C16233-AB75-70E3-8A26-6FC34E346957}"/>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pic>
        <p:nvPicPr>
          <p:cNvPr id="18" name="Picture 26">
            <a:extLst>
              <a:ext uri="{FF2B5EF4-FFF2-40B4-BE49-F238E27FC236}">
                <a16:creationId xmlns:a16="http://schemas.microsoft.com/office/drawing/2014/main" id="{5989A388-1D12-8D48-1183-A7F49BF85E74}"/>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Rectangle 4">
            <a:extLst>
              <a:ext uri="{FF2B5EF4-FFF2-40B4-BE49-F238E27FC236}">
                <a16:creationId xmlns:a16="http://schemas.microsoft.com/office/drawing/2014/main" id="{534CDD78-DE2D-5AAA-D19C-43C7E6D1ECF4}"/>
              </a:ext>
            </a:extLst>
          </p:cNvPr>
          <p:cNvSpPr/>
          <p:nvPr/>
        </p:nvSpPr>
        <p:spPr>
          <a:xfrm>
            <a:off x="10949532" y="-297820"/>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ECB94F03-658B-C7C9-6816-BD339A36FA5B}"/>
              </a:ext>
            </a:extLst>
          </p:cNvPr>
          <p:cNvSpPr/>
          <p:nvPr/>
        </p:nvSpPr>
        <p:spPr>
          <a:xfrm>
            <a:off x="10078597" y="6863105"/>
            <a:ext cx="604947" cy="29269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2637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C8A6B7-B229-D9E1-E91E-A22FC0ADC7C9}"/>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5" name="Freeform 4">
            <a:extLst>
              <a:ext uri="{FF2B5EF4-FFF2-40B4-BE49-F238E27FC236}">
                <a16:creationId xmlns:a16="http://schemas.microsoft.com/office/drawing/2014/main" id="{CE0CFAC2-7E7E-315F-4002-CA02F6664072}"/>
              </a:ext>
            </a:extLst>
          </p:cNvPr>
          <p:cNvSpPr/>
          <p:nvPr/>
        </p:nvSpPr>
        <p:spPr>
          <a:xfrm>
            <a:off x="7242013" y="-2139"/>
            <a:ext cx="4957651" cy="6860140"/>
          </a:xfrm>
          <a:custGeom>
            <a:avLst/>
            <a:gdLst>
              <a:gd name="connsiteX0" fmla="*/ 2168290 w 3718238"/>
              <a:gd name="connsiteY0" fmla="*/ 0 h 5145105"/>
              <a:gd name="connsiteX1" fmla="*/ 3718238 w 3718238"/>
              <a:gd name="connsiteY1" fmla="*/ 0 h 5145105"/>
              <a:gd name="connsiteX2" fmla="*/ 3707550 w 3718238"/>
              <a:gd name="connsiteY2" fmla="*/ 25363 h 5145105"/>
              <a:gd name="connsiteX3" fmla="*/ 3718238 w 3718238"/>
              <a:gd name="connsiteY3" fmla="*/ 1605 h 5145105"/>
              <a:gd name="connsiteX4" fmla="*/ 3718238 w 3718238"/>
              <a:gd name="connsiteY4" fmla="*/ 5145105 h 5145105"/>
              <a:gd name="connsiteX5" fmla="*/ 1549948 w 3718238"/>
              <a:gd name="connsiteY5" fmla="*/ 5145105 h 5145105"/>
              <a:gd name="connsiteX6" fmla="*/ 1404188 w 3718238"/>
              <a:gd name="connsiteY6" fmla="*/ 5145105 h 5145105"/>
              <a:gd name="connsiteX7" fmla="*/ 0 w 3718238"/>
              <a:gd name="connsiteY7" fmla="*/ 5145105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238" h="5145105">
                <a:moveTo>
                  <a:pt x="2168290" y="0"/>
                </a:moveTo>
                <a:lnTo>
                  <a:pt x="3718238" y="0"/>
                </a:lnTo>
                <a:lnTo>
                  <a:pt x="3707550" y="25363"/>
                </a:lnTo>
                <a:lnTo>
                  <a:pt x="3718238" y="1605"/>
                </a:lnTo>
                <a:lnTo>
                  <a:pt x="3718238" y="5145105"/>
                </a:lnTo>
                <a:lnTo>
                  <a:pt x="1549948" y="5145105"/>
                </a:lnTo>
                <a:lnTo>
                  <a:pt x="1404188" y="5145105"/>
                </a:lnTo>
                <a:lnTo>
                  <a:pt x="0" y="514510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Title 1">
            <a:extLst>
              <a:ext uri="{FF2B5EF4-FFF2-40B4-BE49-F238E27FC236}">
                <a16:creationId xmlns:a16="http://schemas.microsoft.com/office/drawing/2014/main" id="{22EA2015-7308-5C41-F664-E1CD2A3C5DB3}"/>
              </a:ext>
            </a:extLst>
          </p:cNvPr>
          <p:cNvSpPr>
            <a:spLocks noGrp="1"/>
          </p:cNvSpPr>
          <p:nvPr>
            <p:ph type="title" hasCustomPrompt="1"/>
          </p:nvPr>
        </p:nvSpPr>
        <p:spPr>
          <a:xfrm>
            <a:off x="1018036" y="1498493"/>
            <a:ext cx="5681467" cy="2117424"/>
          </a:xfrm>
          <a:prstGeom prst="rect">
            <a:avLst/>
          </a:prstGeom>
        </p:spPr>
        <p:txBody>
          <a:bodyPr lIns="0" rIns="0" anchor="b"/>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8" name="Picture 26">
            <a:extLst>
              <a:ext uri="{FF2B5EF4-FFF2-40B4-BE49-F238E27FC236}">
                <a16:creationId xmlns:a16="http://schemas.microsoft.com/office/drawing/2014/main" id="{19CDFA8B-35EC-A29B-79CA-A435305FDF7F}"/>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9" name="Text Placeholder 21">
            <a:extLst>
              <a:ext uri="{FF2B5EF4-FFF2-40B4-BE49-F238E27FC236}">
                <a16:creationId xmlns:a16="http://schemas.microsoft.com/office/drawing/2014/main" id="{BD60CC7B-12AC-4E16-8DA2-C77731AA2B6A}"/>
              </a:ext>
            </a:extLst>
          </p:cNvPr>
          <p:cNvSpPr>
            <a:spLocks noGrp="1"/>
          </p:cNvSpPr>
          <p:nvPr>
            <p:ph type="body" sz="quarter" idx="10" hasCustomPrompt="1"/>
          </p:nvPr>
        </p:nvSpPr>
        <p:spPr>
          <a:xfrm>
            <a:off x="1018117" y="3805160"/>
            <a:ext cx="4572000" cy="878601"/>
          </a:xfrm>
          <a:prstGeom prst="rect">
            <a:avLst/>
          </a:prstGeom>
        </p:spPr>
        <p:txBody>
          <a:bodyPr lIns="0"/>
          <a:lstStyle>
            <a:lvl1pPr marL="0" indent="0">
              <a:buNone/>
              <a:defRPr sz="16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Freeform 10">
            <a:extLst>
              <a:ext uri="{FF2B5EF4-FFF2-40B4-BE49-F238E27FC236}">
                <a16:creationId xmlns:a16="http://schemas.microsoft.com/office/drawing/2014/main" id="{D56FAA9F-8B9E-285E-5059-93F8947C9A09}"/>
              </a:ext>
            </a:extLst>
          </p:cNvPr>
          <p:cNvSpPr/>
          <p:nvPr/>
        </p:nvSpPr>
        <p:spPr>
          <a:xfrm>
            <a:off x="7085780"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416470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B55EFC6-D7CA-2C52-93FA-8C4CE0759207}"/>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5D487589-2806-1664-D9F5-79BA4039FA4C}"/>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6" name="Freeform 5">
            <a:extLst>
              <a:ext uri="{FF2B5EF4-FFF2-40B4-BE49-F238E27FC236}">
                <a16:creationId xmlns:a16="http://schemas.microsoft.com/office/drawing/2014/main" id="{5A3D1369-DA40-AADB-8888-294A4939D751}"/>
              </a:ext>
            </a:extLst>
          </p:cNvPr>
          <p:cNvSpPr/>
          <p:nvPr/>
        </p:nvSpPr>
        <p:spPr>
          <a:xfrm>
            <a:off x="7252992" y="-3803"/>
            <a:ext cx="4962233" cy="6861804"/>
          </a:xfrm>
          <a:custGeom>
            <a:avLst/>
            <a:gdLst>
              <a:gd name="connsiteX0" fmla="*/ 2136739 w 3721675"/>
              <a:gd name="connsiteY0" fmla="*/ 0 h 5146353"/>
              <a:gd name="connsiteX1" fmla="*/ 3710189 w 3721675"/>
              <a:gd name="connsiteY1" fmla="*/ 0 h 5146353"/>
              <a:gd name="connsiteX2" fmla="*/ 3710189 w 3721675"/>
              <a:gd name="connsiteY2" fmla="*/ 2714792 h 5146353"/>
              <a:gd name="connsiteX3" fmla="*/ 3721675 w 3721675"/>
              <a:gd name="connsiteY3" fmla="*/ 2714792 h 5146353"/>
              <a:gd name="connsiteX4" fmla="*/ 2712103 w 3721675"/>
              <a:gd name="connsiteY4" fmla="*/ 5146353 h 5146353"/>
              <a:gd name="connsiteX5" fmla="*/ 0 w 3721675"/>
              <a:gd name="connsiteY5" fmla="*/ 5146353 h 514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1675" h="5146353">
                <a:moveTo>
                  <a:pt x="2136739" y="0"/>
                </a:moveTo>
                <a:lnTo>
                  <a:pt x="3710189" y="0"/>
                </a:lnTo>
                <a:lnTo>
                  <a:pt x="3710189" y="2714792"/>
                </a:lnTo>
                <a:lnTo>
                  <a:pt x="3721675" y="2714792"/>
                </a:lnTo>
                <a:lnTo>
                  <a:pt x="2712103" y="5146353"/>
                </a:lnTo>
                <a:lnTo>
                  <a:pt x="0" y="5146353"/>
                </a:lnTo>
                <a:close/>
              </a:path>
            </a:pathLst>
          </a:custGeom>
          <a:gradFill>
            <a:gsLst>
              <a:gs pos="79000">
                <a:schemeClr val="accent1"/>
              </a:gs>
              <a:gs pos="21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6" y="1154757"/>
            <a:ext cx="4962232"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Tree>
    <p:extLst>
      <p:ext uri="{BB962C8B-B14F-4D97-AF65-F5344CB8AC3E}">
        <p14:creationId xmlns:p14="http://schemas.microsoft.com/office/powerpoint/2010/main" val="240549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 Imag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96963BAB-6CB3-BBB7-E4F6-E795FEB1C35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
            <a:ext cx="12192000" cy="6861329"/>
          </a:xfrm>
          <a:prstGeom prst="rect">
            <a:avLst/>
          </a:prstGeom>
        </p:spPr>
      </p:pic>
      <p:pic>
        <p:nvPicPr>
          <p:cNvPr id="4" name="Picture 26">
            <a:extLst>
              <a:ext uri="{FF2B5EF4-FFF2-40B4-BE49-F238E27FC236}">
                <a16:creationId xmlns:a16="http://schemas.microsoft.com/office/drawing/2014/main" id="{8837BD60-9334-2B55-AC7C-0806F54CC507}"/>
              </a:ext>
            </a:extLst>
          </p:cNvPr>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805131" y="5542632"/>
            <a:ext cx="1993660" cy="751961"/>
          </a:xfrm>
          <a:prstGeom prst="rect">
            <a:avLst/>
          </a:prstGeom>
          <a:noFill/>
        </p:spPr>
      </p:pic>
      <p:sp>
        <p:nvSpPr>
          <p:cNvPr id="5" name="Picture Placeholder 7">
            <a:extLst>
              <a:ext uri="{FF2B5EF4-FFF2-40B4-BE49-F238E27FC236}">
                <a16:creationId xmlns:a16="http://schemas.microsoft.com/office/drawing/2014/main" id="{F5B06549-DFDA-A37B-1504-83EE3FD756FA}"/>
              </a:ext>
            </a:extLst>
          </p:cNvPr>
          <p:cNvSpPr>
            <a:spLocks noGrp="1"/>
          </p:cNvSpPr>
          <p:nvPr>
            <p:ph type="pic" sz="quarter" idx="11" hasCustomPrompt="1"/>
          </p:nvPr>
        </p:nvSpPr>
        <p:spPr>
          <a:xfrm>
            <a:off x="6409624" y="-2118"/>
            <a:ext cx="5777299" cy="6860119"/>
          </a:xfrm>
          <a:custGeom>
            <a:avLst/>
            <a:gdLst>
              <a:gd name="connsiteX0" fmla="*/ 2153154 w 4332974"/>
              <a:gd name="connsiteY0" fmla="*/ 0 h 5145089"/>
              <a:gd name="connsiteX1" fmla="*/ 3885298 w 4332974"/>
              <a:gd name="connsiteY1" fmla="*/ 0 h 5145089"/>
              <a:gd name="connsiteX2" fmla="*/ 3884633 w 4332974"/>
              <a:gd name="connsiteY2" fmla="*/ 1590 h 5145089"/>
              <a:gd name="connsiteX3" fmla="*/ 4332974 w 4332974"/>
              <a:gd name="connsiteY3" fmla="*/ 1590 h 5145089"/>
              <a:gd name="connsiteX4" fmla="*/ 4332974 w 4332974"/>
              <a:gd name="connsiteY4" fmla="*/ 5145089 h 5145089"/>
              <a:gd name="connsiteX5" fmla="*/ 2933457 w 4332974"/>
              <a:gd name="connsiteY5" fmla="*/ 5145089 h 5145089"/>
              <a:gd name="connsiteX6" fmla="*/ 2787697 w 4332974"/>
              <a:gd name="connsiteY6" fmla="*/ 5145089 h 5145089"/>
              <a:gd name="connsiteX7" fmla="*/ 1383509 w 4332974"/>
              <a:gd name="connsiteY7" fmla="*/ 5145089 h 5145089"/>
              <a:gd name="connsiteX8" fmla="*/ 1383510 w 4332974"/>
              <a:gd name="connsiteY8" fmla="*/ 5145088 h 5145089"/>
              <a:gd name="connsiteX9" fmla="*/ 0 w 4332974"/>
              <a:gd name="connsiteY9" fmla="*/ 5145088 h 5145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32974" h="5145089">
                <a:moveTo>
                  <a:pt x="2153154" y="0"/>
                </a:moveTo>
                <a:lnTo>
                  <a:pt x="3885298" y="0"/>
                </a:lnTo>
                <a:lnTo>
                  <a:pt x="3884633" y="1590"/>
                </a:lnTo>
                <a:lnTo>
                  <a:pt x="4332974" y="1590"/>
                </a:lnTo>
                <a:lnTo>
                  <a:pt x="4332974" y="5145089"/>
                </a:lnTo>
                <a:lnTo>
                  <a:pt x="2933457" y="5145089"/>
                </a:lnTo>
                <a:lnTo>
                  <a:pt x="2787697" y="5145089"/>
                </a:lnTo>
                <a:lnTo>
                  <a:pt x="1383509" y="5145089"/>
                </a:lnTo>
                <a:lnTo>
                  <a:pt x="1383510" y="5145088"/>
                </a:lnTo>
                <a:lnTo>
                  <a:pt x="0" y="5145088"/>
                </a:lnTo>
                <a:close/>
              </a:path>
            </a:pathLst>
          </a:custGeom>
          <a:solidFill>
            <a:schemeClr val="bg1"/>
          </a:solidFill>
        </p:spPr>
        <p:txBody>
          <a:bodyPr wrap="square" lIns="1188720" anchor="ctr">
            <a:noAutofit/>
          </a:bodyP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9461AFC5-FEBD-4A63-5665-14020172586B}"/>
              </a:ext>
            </a:extLst>
          </p:cNvPr>
          <p:cNvSpPr>
            <a:spLocks noGrp="1"/>
          </p:cNvSpPr>
          <p:nvPr>
            <p:ph type="title" hasCustomPrompt="1"/>
          </p:nvPr>
        </p:nvSpPr>
        <p:spPr>
          <a:xfrm>
            <a:off x="1018035" y="1154757"/>
            <a:ext cx="5921028"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8" name="Text Placeholder 21">
            <a:extLst>
              <a:ext uri="{FF2B5EF4-FFF2-40B4-BE49-F238E27FC236}">
                <a16:creationId xmlns:a16="http://schemas.microsoft.com/office/drawing/2014/main" id="{4302C1E1-65E2-32E8-B166-47C75F418917}"/>
              </a:ext>
            </a:extLst>
          </p:cNvPr>
          <p:cNvSpPr>
            <a:spLocks noGrp="1"/>
          </p:cNvSpPr>
          <p:nvPr>
            <p:ph type="body" sz="quarter" idx="10" hasCustomPrompt="1"/>
          </p:nvPr>
        </p:nvSpPr>
        <p:spPr>
          <a:xfrm>
            <a:off x="1018117" y="3828766"/>
            <a:ext cx="4976283"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9" name="Freeform 8">
            <a:extLst>
              <a:ext uri="{FF2B5EF4-FFF2-40B4-BE49-F238E27FC236}">
                <a16:creationId xmlns:a16="http://schemas.microsoft.com/office/drawing/2014/main" id="{AAB7B617-12B2-3E21-0F11-C7C62C746288}"/>
              </a:ext>
            </a:extLst>
          </p:cNvPr>
          <p:cNvSpPr/>
          <p:nvPr/>
        </p:nvSpPr>
        <p:spPr>
          <a:xfrm>
            <a:off x="6138778" y="0"/>
            <a:ext cx="3165533" cy="6858000"/>
          </a:xfrm>
          <a:custGeom>
            <a:avLst/>
            <a:gdLst>
              <a:gd name="connsiteX0" fmla="*/ 2169528 w 2374150"/>
              <a:gd name="connsiteY0" fmla="*/ 0 h 5143500"/>
              <a:gd name="connsiteX1" fmla="*/ 2374150 w 2374150"/>
              <a:gd name="connsiteY1" fmla="*/ 0 h 5143500"/>
              <a:gd name="connsiteX2" fmla="*/ 204621 w 2374150"/>
              <a:gd name="connsiteY2" fmla="*/ 5143500 h 5143500"/>
              <a:gd name="connsiteX3" fmla="*/ 0 w 237415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2374150" h="5143500">
                <a:moveTo>
                  <a:pt x="2169528" y="0"/>
                </a:moveTo>
                <a:lnTo>
                  <a:pt x="2374150" y="0"/>
                </a:lnTo>
                <a:lnTo>
                  <a:pt x="204621" y="5143500"/>
                </a:lnTo>
                <a:lnTo>
                  <a:pt x="0" y="51435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70177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Image + Partner Logo 1">
    <p:bg>
      <p:bgPr>
        <a:solidFill>
          <a:schemeClr val="bg2"/>
        </a:solidFill>
        <a:effectLst/>
      </p:bgPr>
    </p:bg>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F4B3CA1-0B3B-C3B3-5AED-1AEA9932D0DE}"/>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4" name="Title 1">
            <a:extLst>
              <a:ext uri="{FF2B5EF4-FFF2-40B4-BE49-F238E27FC236}">
                <a16:creationId xmlns:a16="http://schemas.microsoft.com/office/drawing/2014/main" id="{3FB29DEF-ADC3-1982-7AD4-DFD862BF15DB}"/>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pic>
        <p:nvPicPr>
          <p:cNvPr id="5" name="Picture 26">
            <a:extLst>
              <a:ext uri="{FF2B5EF4-FFF2-40B4-BE49-F238E27FC236}">
                <a16:creationId xmlns:a16="http://schemas.microsoft.com/office/drawing/2014/main" id="{8061ABFC-FCB2-37EC-9841-59DBB26FB5FF}"/>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805131" y="5542632"/>
            <a:ext cx="1993660" cy="751961"/>
          </a:xfrm>
          <a:prstGeom prst="rect">
            <a:avLst/>
          </a:prstGeom>
          <a:noFill/>
        </p:spPr>
      </p:pic>
      <p:sp>
        <p:nvSpPr>
          <p:cNvPr id="6" name="Text Placeholder 21">
            <a:extLst>
              <a:ext uri="{FF2B5EF4-FFF2-40B4-BE49-F238E27FC236}">
                <a16:creationId xmlns:a16="http://schemas.microsoft.com/office/drawing/2014/main" id="{AA012EA2-0A4B-02A1-2143-6D238169115C}"/>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sp>
        <p:nvSpPr>
          <p:cNvPr id="7" name="Picture Placeholder 8">
            <a:extLst>
              <a:ext uri="{FF2B5EF4-FFF2-40B4-BE49-F238E27FC236}">
                <a16:creationId xmlns:a16="http://schemas.microsoft.com/office/drawing/2014/main" id="{F5BD21CC-FCA2-89A3-0105-8717D6CFEC33}"/>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8" name="Picture Placeholder 37">
            <a:extLst>
              <a:ext uri="{FF2B5EF4-FFF2-40B4-BE49-F238E27FC236}">
                <a16:creationId xmlns:a16="http://schemas.microsoft.com/office/drawing/2014/main" id="{EA6ABDCD-B731-7B44-6659-4C8088C62272}"/>
              </a:ext>
            </a:extLst>
          </p:cNvPr>
          <p:cNvSpPr>
            <a:spLocks noGrp="1"/>
          </p:cNvSpPr>
          <p:nvPr>
            <p:ph type="pic" sz="quarter" idx="23" hasCustomPrompt="1"/>
          </p:nvPr>
        </p:nvSpPr>
        <p:spPr>
          <a:xfrm>
            <a:off x="9674485" y="5513857"/>
            <a:ext cx="1712384" cy="686459"/>
          </a:xfrm>
          <a:prstGeom prst="rect">
            <a:avLst/>
          </a:prstGeom>
        </p:spPr>
        <p:txBody>
          <a:bodyPr l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PARTNER/</a:t>
            </a:r>
            <a:br>
              <a:rPr lang="en-US"/>
            </a:br>
            <a:r>
              <a:rPr lang="en-US"/>
              <a:t>CUSTOMER</a:t>
            </a:r>
            <a:br>
              <a:rPr lang="en-US"/>
            </a:br>
            <a:r>
              <a:rPr lang="en-US"/>
              <a:t>LOGO</a:t>
            </a:r>
          </a:p>
        </p:txBody>
      </p:sp>
    </p:spTree>
    <p:extLst>
      <p:ext uri="{BB962C8B-B14F-4D97-AF65-F5344CB8AC3E}">
        <p14:creationId xmlns:p14="http://schemas.microsoft.com/office/powerpoint/2010/main" val="10608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 Image + Partner Logo 2">
    <p:bg>
      <p:bgPr>
        <a:solidFill>
          <a:schemeClr val="tx2"/>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372646A-B2B5-C081-E13F-A9D785C69DF9}"/>
              </a:ext>
            </a:extLst>
          </p:cNvPr>
          <p:cNvSpPr/>
          <p:nvPr/>
        </p:nvSpPr>
        <p:spPr>
          <a:xfrm>
            <a:off x="8218396" y="2"/>
            <a:ext cx="3973603" cy="6857999"/>
          </a:xfrm>
          <a:custGeom>
            <a:avLst/>
            <a:gdLst>
              <a:gd name="connsiteX0" fmla="*/ 2167613 w 2980202"/>
              <a:gd name="connsiteY0" fmla="*/ 0 h 5143499"/>
              <a:gd name="connsiteX1" fmla="*/ 2980202 w 2980202"/>
              <a:gd name="connsiteY1" fmla="*/ 0 h 5143499"/>
              <a:gd name="connsiteX2" fmla="*/ 2980202 w 2980202"/>
              <a:gd name="connsiteY2" fmla="*/ 5143499 h 5143499"/>
              <a:gd name="connsiteX3" fmla="*/ 0 w 2980202"/>
              <a:gd name="connsiteY3" fmla="*/ 5143499 h 5143499"/>
              <a:gd name="connsiteX4" fmla="*/ 2167613 w 2980202"/>
              <a:gd name="connsiteY4" fmla="*/ 0 h 514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0202" h="5143499">
                <a:moveTo>
                  <a:pt x="2167613" y="0"/>
                </a:moveTo>
                <a:lnTo>
                  <a:pt x="2980202" y="0"/>
                </a:lnTo>
                <a:lnTo>
                  <a:pt x="2980202" y="5143499"/>
                </a:lnTo>
                <a:lnTo>
                  <a:pt x="0" y="5143499"/>
                </a:lnTo>
                <a:lnTo>
                  <a:pt x="2167613"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Picture Placeholder 8">
            <a:extLst>
              <a:ext uri="{FF2B5EF4-FFF2-40B4-BE49-F238E27FC236}">
                <a16:creationId xmlns:a16="http://schemas.microsoft.com/office/drawing/2014/main" id="{8D2776E3-CB85-C19D-B918-054ACACBB561}"/>
              </a:ext>
            </a:extLst>
          </p:cNvPr>
          <p:cNvSpPr>
            <a:spLocks noGrp="1"/>
          </p:cNvSpPr>
          <p:nvPr>
            <p:ph type="pic" sz="quarter" idx="11" hasCustomPrompt="1"/>
          </p:nvPr>
        </p:nvSpPr>
        <p:spPr>
          <a:xfrm>
            <a:off x="4992303" y="-2117"/>
            <a:ext cx="6153136" cy="6860117"/>
          </a:xfrm>
          <a:prstGeom prst="parallelogram">
            <a:avLst>
              <a:gd name="adj" fmla="val 46838"/>
            </a:avLst>
          </a:prstGeom>
          <a:solidFill>
            <a:schemeClr val="bg1"/>
          </a:solidFill>
        </p:spPr>
        <p:txBody>
          <a:bodyPr anchor="ctr"/>
          <a:lstStyle>
            <a:lvl1pPr marL="0" indent="0" algn="ctr">
              <a:buNone/>
              <a:defRPr b="0" i="0">
                <a:solidFill>
                  <a:schemeClr val="tx1"/>
                </a:solidFill>
                <a:latin typeface="Arial" panose="020B0604020202020204" pitchFamily="34" charset="0"/>
                <a:ea typeface="Inter Medium" panose="02000503000000020004" pitchFamily="2" charset="0"/>
              </a:defRPr>
            </a:lvl1pPr>
          </a:lstStyle>
          <a:p>
            <a:r>
              <a:rPr lang="en-US"/>
              <a:t>Insert Picture</a:t>
            </a:r>
            <a:br>
              <a:rPr lang="en-US"/>
            </a:br>
            <a:r>
              <a:rPr lang="en-US"/>
              <a:t>here</a:t>
            </a:r>
          </a:p>
        </p:txBody>
      </p:sp>
      <p:sp>
        <p:nvSpPr>
          <p:cNvPr id="2" name="Title 1">
            <a:extLst>
              <a:ext uri="{FF2B5EF4-FFF2-40B4-BE49-F238E27FC236}">
                <a16:creationId xmlns:a16="http://schemas.microsoft.com/office/drawing/2014/main" id="{50C913B3-6910-DCA0-2C2A-C0B3341573F8}"/>
              </a:ext>
            </a:extLst>
          </p:cNvPr>
          <p:cNvSpPr>
            <a:spLocks noGrp="1"/>
          </p:cNvSpPr>
          <p:nvPr>
            <p:ph type="title" hasCustomPrompt="1"/>
          </p:nvPr>
        </p:nvSpPr>
        <p:spPr>
          <a:xfrm>
            <a:off x="1018036" y="1154757"/>
            <a:ext cx="3974267"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3" name="Text Placeholder 21">
            <a:extLst>
              <a:ext uri="{FF2B5EF4-FFF2-40B4-BE49-F238E27FC236}">
                <a16:creationId xmlns:a16="http://schemas.microsoft.com/office/drawing/2014/main" id="{E022D605-9575-E467-EE2D-6ABDCB09C960}"/>
              </a:ext>
            </a:extLst>
          </p:cNvPr>
          <p:cNvSpPr>
            <a:spLocks noGrp="1"/>
          </p:cNvSpPr>
          <p:nvPr>
            <p:ph type="body" sz="quarter" idx="10" hasCustomPrompt="1"/>
          </p:nvPr>
        </p:nvSpPr>
        <p:spPr>
          <a:xfrm>
            <a:off x="1018118" y="3828766"/>
            <a:ext cx="3974185"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a:t>
            </a:r>
          </a:p>
        </p:txBody>
      </p:sp>
      <p:pic>
        <p:nvPicPr>
          <p:cNvPr id="4" name="Picture 26">
            <a:extLst>
              <a:ext uri="{FF2B5EF4-FFF2-40B4-BE49-F238E27FC236}">
                <a16:creationId xmlns:a16="http://schemas.microsoft.com/office/drawing/2014/main" id="{2B2AFB17-C850-794D-4E7C-C49FF211CDA3}"/>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10005691" y="5919705"/>
            <a:ext cx="1993660" cy="751961"/>
          </a:xfrm>
          <a:prstGeom prst="rect">
            <a:avLst/>
          </a:prstGeom>
          <a:noFill/>
        </p:spPr>
      </p:pic>
    </p:spTree>
    <p:extLst>
      <p:ext uri="{BB962C8B-B14F-4D97-AF65-F5344CB8AC3E}">
        <p14:creationId xmlns:p14="http://schemas.microsoft.com/office/powerpoint/2010/main" val="2104455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ickoff 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55EFC6-D7CA-2C52-93FA-8C4CE075920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0" y="1664"/>
            <a:ext cx="12192000" cy="6858000"/>
          </a:xfrm>
          <a:prstGeom prst="rect">
            <a:avLst/>
          </a:prstGeom>
        </p:spPr>
      </p:pic>
      <p:sp>
        <p:nvSpPr>
          <p:cNvPr id="5" name="Title 1">
            <a:extLst>
              <a:ext uri="{FF2B5EF4-FFF2-40B4-BE49-F238E27FC236}">
                <a16:creationId xmlns:a16="http://schemas.microsoft.com/office/drawing/2014/main" id="{1A6184AA-6816-3AA7-18AB-BE5DB092E4B3}"/>
              </a:ext>
            </a:extLst>
          </p:cNvPr>
          <p:cNvSpPr>
            <a:spLocks noGrp="1"/>
          </p:cNvSpPr>
          <p:nvPr>
            <p:ph type="title" hasCustomPrompt="1"/>
          </p:nvPr>
        </p:nvSpPr>
        <p:spPr>
          <a:xfrm>
            <a:off x="1018035" y="839797"/>
            <a:ext cx="6368284" cy="2464068"/>
          </a:xfrm>
          <a:prstGeom prst="rect">
            <a:avLst/>
          </a:prstGeom>
        </p:spPr>
        <p:txBody>
          <a:bodyPr lIns="0" rIns="0" anchor="b"/>
          <a:lstStyle>
            <a:lvl1pPr algn="l">
              <a:defRPr sz="4267" b="0" i="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r>
              <a:rPr lang="en-JM"/>
              <a:t>Title slide for Anaplan </a:t>
            </a:r>
            <a:r>
              <a:rPr lang="en-JM" err="1"/>
              <a:t>Kickoff</a:t>
            </a:r>
            <a:r>
              <a:rPr lang="en-JM"/>
              <a:t> FY26 use ONLY</a:t>
            </a:r>
          </a:p>
        </p:txBody>
      </p:sp>
      <p:sp>
        <p:nvSpPr>
          <p:cNvPr id="7" name="Text Placeholder 21">
            <a:extLst>
              <a:ext uri="{FF2B5EF4-FFF2-40B4-BE49-F238E27FC236}">
                <a16:creationId xmlns:a16="http://schemas.microsoft.com/office/drawing/2014/main" id="{F960E768-72F6-3FAD-6C69-93FD3B9B1F91}"/>
              </a:ext>
            </a:extLst>
          </p:cNvPr>
          <p:cNvSpPr>
            <a:spLocks noGrp="1"/>
          </p:cNvSpPr>
          <p:nvPr>
            <p:ph type="body" sz="quarter" idx="10" hasCustomPrompt="1"/>
          </p:nvPr>
        </p:nvSpPr>
        <p:spPr>
          <a:xfrm>
            <a:off x="1018117" y="3513806"/>
            <a:ext cx="6368201" cy="751961"/>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Do not use this title slide outside of Anaplan Kickoff FY26</a:t>
            </a:r>
          </a:p>
        </p:txBody>
      </p:sp>
    </p:spTree>
    <p:extLst>
      <p:ext uri="{BB962C8B-B14F-4D97-AF65-F5344CB8AC3E}">
        <p14:creationId xmlns:p14="http://schemas.microsoft.com/office/powerpoint/2010/main" val="1006265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Agenda Items +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4072A41-1968-3B33-183B-EDA054D51B21}"/>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8" name="Straight Connector 7">
            <a:extLst>
              <a:ext uri="{FF2B5EF4-FFF2-40B4-BE49-F238E27FC236}">
                <a16:creationId xmlns:a16="http://schemas.microsoft.com/office/drawing/2014/main" id="{ACF59FF8-E0DD-AA82-1A29-2F2366CFFD6C}"/>
              </a:ext>
            </a:extLst>
          </p:cNvPr>
          <p:cNvCxnSpPr>
            <a:cxnSpLocks/>
          </p:cNvCxnSpPr>
          <p:nvPr/>
        </p:nvCxnSpPr>
        <p:spPr>
          <a:xfrm>
            <a:off x="558800" y="2410280"/>
            <a:ext cx="5435600"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E15E9A-E2F6-244B-806F-5A47C48DA3E8}"/>
              </a:ext>
            </a:extLst>
          </p:cNvPr>
          <p:cNvCxnSpPr>
            <a:cxnSpLocks/>
          </p:cNvCxnSpPr>
          <p:nvPr/>
        </p:nvCxnSpPr>
        <p:spPr>
          <a:xfrm>
            <a:off x="545253" y="3751912"/>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CCF6AB1-9CCF-4AF2-A72A-36793D4C10E1}"/>
              </a:ext>
            </a:extLst>
          </p:cNvPr>
          <p:cNvCxnSpPr>
            <a:cxnSpLocks/>
          </p:cNvCxnSpPr>
          <p:nvPr/>
        </p:nvCxnSpPr>
        <p:spPr>
          <a:xfrm>
            <a:off x="545253" y="5093544"/>
            <a:ext cx="5449147" cy="0"/>
          </a:xfrm>
          <a:prstGeom prst="line">
            <a:avLst/>
          </a:prstGeom>
          <a:ln w="25400" cap="rnd">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26">
            <a:extLst>
              <a:ext uri="{FF2B5EF4-FFF2-40B4-BE49-F238E27FC236}">
                <a16:creationId xmlns:a16="http://schemas.microsoft.com/office/drawing/2014/main" id="{3B9F52C2-0FCE-FD31-1301-1A778C39BFB2}"/>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tx1"/>
                </a:solidFill>
                <a:latin typeface="Arial" panose="020B0604020202020204" pitchFamily="34" charset="0"/>
              </a:defRPr>
            </a:lvl1pPr>
          </a:lstStyle>
          <a:p>
            <a:r>
              <a:rPr lang="en-US"/>
              <a:t>Insert</a:t>
            </a:r>
          </a:p>
        </p:txBody>
      </p:sp>
      <p:sp>
        <p:nvSpPr>
          <p:cNvPr id="26" name="Title 1">
            <a:extLst>
              <a:ext uri="{FF2B5EF4-FFF2-40B4-BE49-F238E27FC236}">
                <a16:creationId xmlns:a16="http://schemas.microsoft.com/office/drawing/2014/main" id="{20BE8BFF-55CD-A677-253F-B0CC53C270C6}"/>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Box 27">
            <a:extLst>
              <a:ext uri="{FF2B5EF4-FFF2-40B4-BE49-F238E27FC236}">
                <a16:creationId xmlns:a16="http://schemas.microsoft.com/office/drawing/2014/main" id="{F41316BB-4017-E295-C7B9-A16765F2C0DD}"/>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4DDF4404-878B-5F62-F170-C5FE37E70889}"/>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0" name="TextBox 29">
            <a:extLst>
              <a:ext uri="{FF2B5EF4-FFF2-40B4-BE49-F238E27FC236}">
                <a16:creationId xmlns:a16="http://schemas.microsoft.com/office/drawing/2014/main" id="{F31E978E-0ED1-18B6-C177-1D2A0E2F23DE}"/>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CC0D43F8-3C86-242F-7D0F-89CD2977D5EF}"/>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 name="Freeform 1">
            <a:extLst>
              <a:ext uri="{FF2B5EF4-FFF2-40B4-BE49-F238E27FC236}">
                <a16:creationId xmlns:a16="http://schemas.microsoft.com/office/drawing/2014/main" id="{E0E3CBAC-3B25-3F94-ACFC-B270EB41FC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3" name="Picture 10">
            <a:extLst>
              <a:ext uri="{FF2B5EF4-FFF2-40B4-BE49-F238E27FC236}">
                <a16:creationId xmlns:a16="http://schemas.microsoft.com/office/drawing/2014/main" id="{3799304B-781E-959F-B3FF-1BBEAAC4529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3" name="Text Placeholder 22">
            <a:extLst>
              <a:ext uri="{FF2B5EF4-FFF2-40B4-BE49-F238E27FC236}">
                <a16:creationId xmlns:a16="http://schemas.microsoft.com/office/drawing/2014/main" id="{5E0377B9-E585-90AA-4268-74A3F4481F17}"/>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E05E8DB0-D8D7-F4AD-B3D4-F653913CDB3C}"/>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2" name="Text Placeholder 22">
            <a:extLst>
              <a:ext uri="{FF2B5EF4-FFF2-40B4-BE49-F238E27FC236}">
                <a16:creationId xmlns:a16="http://schemas.microsoft.com/office/drawing/2014/main" id="{C281FAD0-B65F-D4F1-A3B0-4EB0A95A98A6}"/>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3" name="Text Placeholder 22">
            <a:extLst>
              <a:ext uri="{FF2B5EF4-FFF2-40B4-BE49-F238E27FC236}">
                <a16:creationId xmlns:a16="http://schemas.microsoft.com/office/drawing/2014/main" id="{9B038711-BBCF-5E84-DA52-A79F3381252D}"/>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0775924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 Agenda Items + Image - Dark">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5BD3772-5F84-E84B-B114-FA4E491A2E52}"/>
              </a:ext>
            </a:extLst>
          </p:cNvPr>
          <p:cNvSpPr/>
          <p:nvPr/>
        </p:nvSpPr>
        <p:spPr>
          <a:xfrm>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47F842F1-014D-78A9-0605-FC98577E410E}"/>
              </a:ext>
            </a:extLst>
          </p:cNvPr>
          <p:cNvSpPr/>
          <p:nvPr/>
        </p:nvSpPr>
        <p:spPr>
          <a:xfrm flipH="1">
            <a:off x="1" y="0"/>
            <a:ext cx="86868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Title 1">
            <a:extLst>
              <a:ext uri="{FF2B5EF4-FFF2-40B4-BE49-F238E27FC236}">
                <a16:creationId xmlns:a16="http://schemas.microsoft.com/office/drawing/2014/main" id="{30BED930-576A-B80E-BAEC-BE75C39A663F}"/>
              </a:ext>
            </a:extLst>
          </p:cNvPr>
          <p:cNvSpPr>
            <a:spLocks noGrp="1"/>
          </p:cNvSpPr>
          <p:nvPr>
            <p:ph type="title" hasCustomPrompt="1"/>
          </p:nvPr>
        </p:nvSpPr>
        <p:spPr>
          <a:xfrm>
            <a:off x="558801" y="392853"/>
            <a:ext cx="5435600" cy="451405"/>
          </a:xfrm>
          <a:prstGeom prst="rect">
            <a:avLst/>
          </a:prstGeom>
        </p:spPr>
        <p:txBody>
          <a:bodyPr lIns="0" rIns="0"/>
          <a:lstStyle>
            <a:lvl1pPr algn="l">
              <a:defRPr sz="2400" b="0" i="0">
                <a:solidFill>
                  <a:schemeClr val="bg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7" name="Straight Connector 46">
            <a:extLst>
              <a:ext uri="{FF2B5EF4-FFF2-40B4-BE49-F238E27FC236}">
                <a16:creationId xmlns:a16="http://schemas.microsoft.com/office/drawing/2014/main" id="{8485E7D0-49D1-B030-80F8-C63EC80BF80A}"/>
              </a:ext>
            </a:extLst>
          </p:cNvPr>
          <p:cNvCxnSpPr>
            <a:cxnSpLocks/>
          </p:cNvCxnSpPr>
          <p:nvPr/>
        </p:nvCxnSpPr>
        <p:spPr>
          <a:xfrm>
            <a:off x="558800" y="2410280"/>
            <a:ext cx="5435600"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608EC41-70E1-2AF2-B937-1D343A06F98B}"/>
              </a:ext>
            </a:extLst>
          </p:cNvPr>
          <p:cNvCxnSpPr>
            <a:cxnSpLocks/>
          </p:cNvCxnSpPr>
          <p:nvPr/>
        </p:nvCxnSpPr>
        <p:spPr>
          <a:xfrm>
            <a:off x="545253" y="3751912"/>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4CDED4BF-73CB-D30A-DC5C-BE239CCBBBBF}"/>
              </a:ext>
            </a:extLst>
          </p:cNvPr>
          <p:cNvCxnSpPr>
            <a:cxnSpLocks/>
          </p:cNvCxnSpPr>
          <p:nvPr/>
        </p:nvCxnSpPr>
        <p:spPr>
          <a:xfrm>
            <a:off x="545253" y="5093544"/>
            <a:ext cx="5449147" cy="0"/>
          </a:xfrm>
          <a:prstGeom prst="line">
            <a:avLst/>
          </a:prstGeom>
          <a:ln w="25400" cap="rnd">
            <a:solidFill>
              <a:schemeClr val="bg2">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99436A24-54DB-C0CB-BF0B-1DDDFBCD3F11}"/>
              </a:ext>
            </a:extLst>
          </p:cNvPr>
          <p:cNvSpPr txBox="1"/>
          <p:nvPr/>
        </p:nvSpPr>
        <p:spPr>
          <a:xfrm>
            <a:off x="425678" y="128976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59" name="TextBox 58">
            <a:extLst>
              <a:ext uri="{FF2B5EF4-FFF2-40B4-BE49-F238E27FC236}">
                <a16:creationId xmlns:a16="http://schemas.microsoft.com/office/drawing/2014/main" id="{C7636D54-D3EA-5500-FA50-79D071D7B46C}"/>
              </a:ext>
            </a:extLst>
          </p:cNvPr>
          <p:cNvSpPr txBox="1"/>
          <p:nvPr/>
        </p:nvSpPr>
        <p:spPr>
          <a:xfrm>
            <a:off x="425678" y="2630881"/>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60" name="TextBox 59">
            <a:extLst>
              <a:ext uri="{FF2B5EF4-FFF2-40B4-BE49-F238E27FC236}">
                <a16:creationId xmlns:a16="http://schemas.microsoft.com/office/drawing/2014/main" id="{59C1C017-DB49-8F18-3253-CE44A2CBB81A}"/>
              </a:ext>
            </a:extLst>
          </p:cNvPr>
          <p:cNvSpPr txBox="1"/>
          <p:nvPr/>
        </p:nvSpPr>
        <p:spPr>
          <a:xfrm>
            <a:off x="437870" y="395980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61" name="TextBox 60">
            <a:extLst>
              <a:ext uri="{FF2B5EF4-FFF2-40B4-BE49-F238E27FC236}">
                <a16:creationId xmlns:a16="http://schemas.microsoft.com/office/drawing/2014/main" id="{4C9CD3E9-9231-EBD5-95AB-78A9756E6F50}"/>
              </a:ext>
            </a:extLst>
          </p:cNvPr>
          <p:cNvSpPr txBox="1"/>
          <p:nvPr/>
        </p:nvSpPr>
        <p:spPr>
          <a:xfrm>
            <a:off x="437870" y="530092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62" name="Picture Placeholder 61">
            <a:extLst>
              <a:ext uri="{FF2B5EF4-FFF2-40B4-BE49-F238E27FC236}">
                <a16:creationId xmlns:a16="http://schemas.microsoft.com/office/drawing/2014/main" id="{D3CF6DC6-020B-4EAE-3471-124A9F867398}"/>
              </a:ext>
            </a:extLst>
          </p:cNvPr>
          <p:cNvSpPr>
            <a:spLocks noGrp="1"/>
          </p:cNvSpPr>
          <p:nvPr>
            <p:ph type="pic" sz="quarter" idx="13" hasCustomPrompt="1"/>
          </p:nvPr>
        </p:nvSpPr>
        <p:spPr>
          <a:xfrm>
            <a:off x="6413028" y="479271"/>
            <a:ext cx="5016969" cy="5946929"/>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a:noFill/>
        </p:spPr>
        <p:txBody>
          <a:bodyPr wrap="square">
            <a:noAutofit/>
          </a:bodyPr>
          <a:lstStyle>
            <a:lvl1pPr marL="0" indent="0">
              <a:buNone/>
              <a:defRPr b="0" i="0">
                <a:solidFill>
                  <a:schemeClr val="bg1"/>
                </a:solidFill>
                <a:latin typeface="Arial" panose="020B0604020202020204" pitchFamily="34" charset="0"/>
              </a:defRPr>
            </a:lvl1pPr>
          </a:lstStyle>
          <a:p>
            <a:r>
              <a:rPr lang="en-US"/>
              <a:t>Insert</a:t>
            </a:r>
          </a:p>
        </p:txBody>
      </p:sp>
      <p:sp>
        <p:nvSpPr>
          <p:cNvPr id="2" name="Freeform 1">
            <a:extLst>
              <a:ext uri="{FF2B5EF4-FFF2-40B4-BE49-F238E27FC236}">
                <a16:creationId xmlns:a16="http://schemas.microsoft.com/office/drawing/2014/main" id="{FD97DEC8-9E92-3B7C-A96B-44CF3F82FC9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BFD8773B-7DDB-E8C8-D229-4BEFD35DB1A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0" name="Text Placeholder 22">
            <a:extLst>
              <a:ext uri="{FF2B5EF4-FFF2-40B4-BE49-F238E27FC236}">
                <a16:creationId xmlns:a16="http://schemas.microsoft.com/office/drawing/2014/main" id="{E9DAFCFB-C987-7AF9-1534-DCB1A45CB52F}"/>
              </a:ext>
            </a:extLst>
          </p:cNvPr>
          <p:cNvSpPr>
            <a:spLocks noGrp="1"/>
          </p:cNvSpPr>
          <p:nvPr>
            <p:ph type="body" sz="quarter" idx="30" hasCustomPrompt="1"/>
          </p:nvPr>
        </p:nvSpPr>
        <p:spPr>
          <a:xfrm>
            <a:off x="1113157" y="134874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37A4FE42-E6CD-5ECA-C120-809298261D52}"/>
              </a:ext>
            </a:extLst>
          </p:cNvPr>
          <p:cNvSpPr>
            <a:spLocks noGrp="1"/>
          </p:cNvSpPr>
          <p:nvPr>
            <p:ph type="body" sz="quarter" idx="31" hasCustomPrompt="1"/>
          </p:nvPr>
        </p:nvSpPr>
        <p:spPr>
          <a:xfrm>
            <a:off x="1113157" y="2679188"/>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A35B3D84-35CB-8A61-3BC8-1F19D7E7A661}"/>
              </a:ext>
            </a:extLst>
          </p:cNvPr>
          <p:cNvSpPr>
            <a:spLocks noGrp="1"/>
          </p:cNvSpPr>
          <p:nvPr>
            <p:ph type="body" sz="quarter" idx="32" hasCustomPrompt="1"/>
          </p:nvPr>
        </p:nvSpPr>
        <p:spPr>
          <a:xfrm>
            <a:off x="1113157" y="4002286"/>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D63D7DD6-5C0C-DABA-EF52-FDB348571F01}"/>
              </a:ext>
            </a:extLst>
          </p:cNvPr>
          <p:cNvSpPr>
            <a:spLocks noGrp="1"/>
          </p:cNvSpPr>
          <p:nvPr>
            <p:ph type="body" sz="quarter" idx="33" hasCustomPrompt="1"/>
          </p:nvPr>
        </p:nvSpPr>
        <p:spPr>
          <a:xfrm>
            <a:off x="1113157" y="5337652"/>
            <a:ext cx="4834467" cy="776817"/>
          </a:xfrm>
          <a:prstGeom prst="rect">
            <a:avLst/>
          </a:prstGeom>
        </p:spPr>
        <p:txBody>
          <a:bodyPr lIns="0" anchor="ctr"/>
          <a:lstStyle>
            <a:lvl1pPr marL="0" indent="0">
              <a:buNone/>
              <a:defRPr>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190134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6 Agenda Items - Light 1">
    <p:bg>
      <p:bgPr>
        <a:solidFill>
          <a:schemeClr val="bg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A46AD-7416-5205-698E-CB6F474A70A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31" name="TextBox 30">
            <a:extLst>
              <a:ext uri="{FF2B5EF4-FFF2-40B4-BE49-F238E27FC236}">
                <a16:creationId xmlns:a16="http://schemas.microsoft.com/office/drawing/2014/main" id="{23AFE801-9F0F-3A3E-105A-9B8FDC3C32E5}"/>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33" name="TextBox 32">
            <a:extLst>
              <a:ext uri="{FF2B5EF4-FFF2-40B4-BE49-F238E27FC236}">
                <a16:creationId xmlns:a16="http://schemas.microsoft.com/office/drawing/2014/main" id="{F168FBC5-86E2-449F-CFAA-00AA0E34695F}"/>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32" name="TextBox 31">
            <a:extLst>
              <a:ext uri="{FF2B5EF4-FFF2-40B4-BE49-F238E27FC236}">
                <a16:creationId xmlns:a16="http://schemas.microsoft.com/office/drawing/2014/main" id="{BE1A39A9-FF72-7CCB-90B5-A9AC6F8976DB}"/>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grpSp>
        <p:nvGrpSpPr>
          <p:cNvPr id="3" name="Group 2">
            <a:extLst>
              <a:ext uri="{FF2B5EF4-FFF2-40B4-BE49-F238E27FC236}">
                <a16:creationId xmlns:a16="http://schemas.microsoft.com/office/drawing/2014/main" id="{B62E2222-0382-4C45-3127-91710BF2A1AD}"/>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CF100449-F2C3-1CD2-B3D1-40DCD43AA63D}"/>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EE35DC34-BE84-0E90-11C8-9BB5FC64D3AF}"/>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F190D53C-DA25-377F-7B49-ACAFE95F8EF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786D26-C599-5D84-03CE-086A2B83E6E0}"/>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550E0A26-C25E-5E77-24BC-193D018061FC}"/>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F7B2FE44-EA79-98AE-446D-01D8A5F2B17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3" name="TextBox 42">
            <a:extLst>
              <a:ext uri="{FF2B5EF4-FFF2-40B4-BE49-F238E27FC236}">
                <a16:creationId xmlns:a16="http://schemas.microsoft.com/office/drawing/2014/main" id="{B04441BC-6567-AA63-3675-B1D57B2787A1}"/>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44" name="TextBox 43">
            <a:extLst>
              <a:ext uri="{FF2B5EF4-FFF2-40B4-BE49-F238E27FC236}">
                <a16:creationId xmlns:a16="http://schemas.microsoft.com/office/drawing/2014/main" id="{15DE2447-569F-A95E-09F9-498298FAF222}"/>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45" name="Freeform 44">
            <a:extLst>
              <a:ext uri="{FF2B5EF4-FFF2-40B4-BE49-F238E27FC236}">
                <a16:creationId xmlns:a16="http://schemas.microsoft.com/office/drawing/2014/main" id="{C4DA88F1-BA50-984D-BE3F-E3C7D90F3ED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6" name="Picture 45">
            <a:extLst>
              <a:ext uri="{FF2B5EF4-FFF2-40B4-BE49-F238E27FC236}">
                <a16:creationId xmlns:a16="http://schemas.microsoft.com/office/drawing/2014/main" id="{1A545E3D-F1F5-8FF1-3526-D1397980A2D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32CC96DD-866B-B2C3-5DEC-E56DF95F24AF}"/>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0" name="Text Placeholder 22">
            <a:extLst>
              <a:ext uri="{FF2B5EF4-FFF2-40B4-BE49-F238E27FC236}">
                <a16:creationId xmlns:a16="http://schemas.microsoft.com/office/drawing/2014/main" id="{C11C9F00-5A87-FF64-A701-53AB2107DE1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DB409EA9-7389-A06C-FDEE-20963128ED82}"/>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DEC1DE9F-0BEE-8322-B748-E219E2290E6E}"/>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FA2D40B5-8D6F-FD6F-FD75-DA6AEAC4C208}"/>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2F66CB6A-A802-34FA-63F3-5E68EDF5FF58}"/>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474475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 Agenda Items - Light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0749CE2-D7E5-34F2-A7DA-1F63CDB6ADA0}"/>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2848B58F-BBB1-95D3-E908-60841EE6AFFF}"/>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9E6FFAA-5139-34E3-9D46-BDE6D312A34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4DF3072A-8A13-B5F7-C61E-1E82E27B3DDC}"/>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490BA891-5DCF-FB05-52C8-2CBB426F3352}"/>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84A741D-AFF2-7FDB-90E5-82BD21A83FC2}"/>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EE8E1599-131C-08FD-EA30-FCFDC1EF3F61}"/>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TextBox 1">
            <a:extLst>
              <a:ext uri="{FF2B5EF4-FFF2-40B4-BE49-F238E27FC236}">
                <a16:creationId xmlns:a16="http://schemas.microsoft.com/office/drawing/2014/main" id="{8FF03DBD-30A4-7A50-2B2B-B065E87999A1}"/>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28" name="TextBox 27">
            <a:extLst>
              <a:ext uri="{FF2B5EF4-FFF2-40B4-BE49-F238E27FC236}">
                <a16:creationId xmlns:a16="http://schemas.microsoft.com/office/drawing/2014/main" id="{C0077665-72F4-C23D-F33B-F62CF420714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29" name="TextBox 28">
            <a:extLst>
              <a:ext uri="{FF2B5EF4-FFF2-40B4-BE49-F238E27FC236}">
                <a16:creationId xmlns:a16="http://schemas.microsoft.com/office/drawing/2014/main" id="{81605E2C-7A67-048A-F046-C0FD49401E40}"/>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0" name="TextBox 29">
            <a:extLst>
              <a:ext uri="{FF2B5EF4-FFF2-40B4-BE49-F238E27FC236}">
                <a16:creationId xmlns:a16="http://schemas.microsoft.com/office/drawing/2014/main" id="{DFAAB131-665F-17E4-AAAF-DEF0215DF19E}"/>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1" name="TextBox 30">
            <a:extLst>
              <a:ext uri="{FF2B5EF4-FFF2-40B4-BE49-F238E27FC236}">
                <a16:creationId xmlns:a16="http://schemas.microsoft.com/office/drawing/2014/main" id="{88229598-B732-092A-DDCD-C80F044426BC}"/>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2" name="TextBox 31">
            <a:extLst>
              <a:ext uri="{FF2B5EF4-FFF2-40B4-BE49-F238E27FC236}">
                <a16:creationId xmlns:a16="http://schemas.microsoft.com/office/drawing/2014/main" id="{732CF887-EB7D-2F5F-67F2-81CF9C49F30D}"/>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39" name="Freeform 38">
            <a:extLst>
              <a:ext uri="{FF2B5EF4-FFF2-40B4-BE49-F238E27FC236}">
                <a16:creationId xmlns:a16="http://schemas.microsoft.com/office/drawing/2014/main" id="{20845EDA-8A3B-1E79-5F51-0FAE197B401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0" name="Picture 39">
            <a:extLst>
              <a:ext uri="{FF2B5EF4-FFF2-40B4-BE49-F238E27FC236}">
                <a16:creationId xmlns:a16="http://schemas.microsoft.com/office/drawing/2014/main" id="{AE881B38-0879-C51D-6D6B-5F27ADA912E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9" name="Text Placeholder 22">
            <a:extLst>
              <a:ext uri="{FF2B5EF4-FFF2-40B4-BE49-F238E27FC236}">
                <a16:creationId xmlns:a16="http://schemas.microsoft.com/office/drawing/2014/main" id="{2A9F14E8-225F-22FB-A061-D56559B931E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1" name="Text Placeholder 22">
            <a:extLst>
              <a:ext uri="{FF2B5EF4-FFF2-40B4-BE49-F238E27FC236}">
                <a16:creationId xmlns:a16="http://schemas.microsoft.com/office/drawing/2014/main" id="{F9B8C607-DA91-056E-05B7-DCB15E64B25F}"/>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C685EBC4-552A-5E90-448F-001232451517}"/>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5FD2E6BD-7C78-2061-5895-EBA7C73ED351}"/>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4808ADF7-87CF-ECA0-D91F-913D23AA4BEF}"/>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763EFF30-C9C2-540E-567B-A38ADC2A819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34187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6 Agenda Items -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B839A62-CAAB-D019-BBEB-7B79B4AF14FC}"/>
              </a:ext>
            </a:extLst>
          </p:cNvPr>
          <p:cNvGrpSpPr/>
          <p:nvPr/>
        </p:nvGrpSpPr>
        <p:grpSpPr>
          <a:xfrm>
            <a:off x="558801" y="2775145"/>
            <a:ext cx="10420252" cy="0"/>
            <a:chOff x="419100" y="1927655"/>
            <a:chExt cx="7815189" cy="0"/>
          </a:xfrm>
        </p:grpSpPr>
        <p:cxnSp>
          <p:nvCxnSpPr>
            <p:cNvPr id="4" name="Straight Connector 3">
              <a:extLst>
                <a:ext uri="{FF2B5EF4-FFF2-40B4-BE49-F238E27FC236}">
                  <a16:creationId xmlns:a16="http://schemas.microsoft.com/office/drawing/2014/main" id="{E62D19A0-E2C9-E22E-5F79-C6434DBA818C}"/>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A7EC3470-3554-404A-8B5E-6371AF5CF743}"/>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6" name="Group 5">
            <a:extLst>
              <a:ext uri="{FF2B5EF4-FFF2-40B4-BE49-F238E27FC236}">
                <a16:creationId xmlns:a16="http://schemas.microsoft.com/office/drawing/2014/main" id="{1FDAA34A-5A02-AD2F-0FD5-9BF277E94091}"/>
              </a:ext>
            </a:extLst>
          </p:cNvPr>
          <p:cNvGrpSpPr/>
          <p:nvPr/>
        </p:nvGrpSpPr>
        <p:grpSpPr>
          <a:xfrm>
            <a:off x="545254" y="4608620"/>
            <a:ext cx="10420252" cy="0"/>
            <a:chOff x="408940" y="3228135"/>
            <a:chExt cx="7815189" cy="0"/>
          </a:xfrm>
        </p:grpSpPr>
        <p:cxnSp>
          <p:nvCxnSpPr>
            <p:cNvPr id="7" name="Straight Connector 6">
              <a:extLst>
                <a:ext uri="{FF2B5EF4-FFF2-40B4-BE49-F238E27FC236}">
                  <a16:creationId xmlns:a16="http://schemas.microsoft.com/office/drawing/2014/main" id="{351C95A0-1F1B-E1B5-4CBB-66C60806E2F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4FFBF1A-8A1F-CA2C-BBD1-15959EFDB037}"/>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7" name="Title 1">
            <a:extLst>
              <a:ext uri="{FF2B5EF4-FFF2-40B4-BE49-F238E27FC236}">
                <a16:creationId xmlns:a16="http://schemas.microsoft.com/office/drawing/2014/main" id="{142286FE-B763-3BA9-3B7E-4AFE3F359E5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9" name="TextBox 28">
            <a:extLst>
              <a:ext uri="{FF2B5EF4-FFF2-40B4-BE49-F238E27FC236}">
                <a16:creationId xmlns:a16="http://schemas.microsoft.com/office/drawing/2014/main" id="{7CD924B8-AAE9-B309-7201-0FD7D70FC11A}"/>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30" name="TextBox 29">
            <a:extLst>
              <a:ext uri="{FF2B5EF4-FFF2-40B4-BE49-F238E27FC236}">
                <a16:creationId xmlns:a16="http://schemas.microsoft.com/office/drawing/2014/main" id="{750713F7-6A58-2095-CD2B-9F80C0DA26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1" name="TextBox 30">
            <a:extLst>
              <a:ext uri="{FF2B5EF4-FFF2-40B4-BE49-F238E27FC236}">
                <a16:creationId xmlns:a16="http://schemas.microsoft.com/office/drawing/2014/main" id="{074D2524-5B5F-0E51-38A9-582C40D36E68}"/>
              </a:ext>
            </a:extLst>
          </p:cNvPr>
          <p:cNvSpPr txBox="1"/>
          <p:nvPr/>
        </p:nvSpPr>
        <p:spPr>
          <a:xfrm>
            <a:off x="5875502"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32" name="TextBox 31">
            <a:extLst>
              <a:ext uri="{FF2B5EF4-FFF2-40B4-BE49-F238E27FC236}">
                <a16:creationId xmlns:a16="http://schemas.microsoft.com/office/drawing/2014/main" id="{2EFCC920-0B82-64F6-EF73-D936F04DC6EB}"/>
              </a:ext>
            </a:extLst>
          </p:cNvPr>
          <p:cNvSpPr txBox="1"/>
          <p:nvPr/>
        </p:nvSpPr>
        <p:spPr>
          <a:xfrm>
            <a:off x="437870" y="5098059"/>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33" name="TextBox 32">
            <a:extLst>
              <a:ext uri="{FF2B5EF4-FFF2-40B4-BE49-F238E27FC236}">
                <a16:creationId xmlns:a16="http://schemas.microsoft.com/office/drawing/2014/main" id="{B7E621E8-8CF2-D4F4-2AF6-3F5925253AD0}"/>
              </a:ext>
            </a:extLst>
          </p:cNvPr>
          <p:cNvSpPr txBox="1"/>
          <p:nvPr/>
        </p:nvSpPr>
        <p:spPr>
          <a:xfrm>
            <a:off x="5863310"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4" name="TextBox 33">
            <a:extLst>
              <a:ext uri="{FF2B5EF4-FFF2-40B4-BE49-F238E27FC236}">
                <a16:creationId xmlns:a16="http://schemas.microsoft.com/office/drawing/2014/main" id="{8C944B30-5EB8-DB1D-8904-DF1C528B17E1}"/>
              </a:ext>
            </a:extLst>
          </p:cNvPr>
          <p:cNvSpPr txBox="1"/>
          <p:nvPr/>
        </p:nvSpPr>
        <p:spPr>
          <a:xfrm>
            <a:off x="425678" y="32448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9" name="Freeform 8">
            <a:extLst>
              <a:ext uri="{FF2B5EF4-FFF2-40B4-BE49-F238E27FC236}">
                <a16:creationId xmlns:a16="http://schemas.microsoft.com/office/drawing/2014/main" id="{B6BDE085-BA1E-5EFC-F891-89BEBF7C179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9C17EAC2-EBAA-C576-1C21-1A0CF94D0F1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 Placeholder 22">
            <a:extLst>
              <a:ext uri="{FF2B5EF4-FFF2-40B4-BE49-F238E27FC236}">
                <a16:creationId xmlns:a16="http://schemas.microsoft.com/office/drawing/2014/main" id="{37A1BEB9-CA47-F8D4-513A-5DD98202EE68}"/>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2" name="Text Placeholder 22">
            <a:extLst>
              <a:ext uri="{FF2B5EF4-FFF2-40B4-BE49-F238E27FC236}">
                <a16:creationId xmlns:a16="http://schemas.microsoft.com/office/drawing/2014/main" id="{AAB70E7A-2C16-56E7-22ED-949EB061A830}"/>
              </a:ext>
            </a:extLst>
          </p:cNvPr>
          <p:cNvSpPr>
            <a:spLocks noGrp="1"/>
          </p:cNvSpPr>
          <p:nvPr>
            <p:ph type="body" sz="quarter" idx="43" hasCustomPrompt="1"/>
          </p:nvPr>
        </p:nvSpPr>
        <p:spPr>
          <a:xfrm>
            <a:off x="655891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1E7D6E2-FC37-67F2-EA16-19A36A019A01}"/>
              </a:ext>
            </a:extLst>
          </p:cNvPr>
          <p:cNvSpPr>
            <a:spLocks noGrp="1"/>
          </p:cNvSpPr>
          <p:nvPr>
            <p:ph type="body" sz="quarter" idx="44" hasCustomPrompt="1"/>
          </p:nvPr>
        </p:nvSpPr>
        <p:spPr>
          <a:xfrm>
            <a:off x="655891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02D1348-C58A-7198-47DA-BDC2B2D73D94}"/>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AFE5E4E9-7DFC-5911-D291-4AA7ACBE9203}"/>
              </a:ext>
            </a:extLst>
          </p:cNvPr>
          <p:cNvSpPr>
            <a:spLocks noGrp="1"/>
          </p:cNvSpPr>
          <p:nvPr>
            <p:ph type="body" sz="quarter" idx="32" hasCustomPrompt="1"/>
          </p:nvPr>
        </p:nvSpPr>
        <p:spPr>
          <a:xfrm>
            <a:off x="1113158" y="3303475"/>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094DA383-CE4C-33DD-3BA6-1F0C2DBCA702}"/>
              </a:ext>
            </a:extLst>
          </p:cNvPr>
          <p:cNvSpPr>
            <a:spLocks noGrp="1"/>
          </p:cNvSpPr>
          <p:nvPr>
            <p:ph type="body" sz="quarter" idx="33" hasCustomPrompt="1"/>
          </p:nvPr>
        </p:nvSpPr>
        <p:spPr>
          <a:xfrm>
            <a:off x="1113158" y="516330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319726728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8 Agenda items - Light 1">
    <p:bg>
      <p:bgPr>
        <a:solidFill>
          <a:schemeClr val="bg2"/>
        </a:solidFill>
        <a:effectLst/>
      </p:bgPr>
    </p:bg>
    <p:spTree>
      <p:nvGrpSpPr>
        <p:cNvPr id="1" name=""/>
        <p:cNvGrpSpPr/>
        <p:nvPr/>
      </p:nvGrpSpPr>
      <p:grpSpPr>
        <a:xfrm>
          <a:off x="0" y="0"/>
          <a:ext cx="0" cy="0"/>
          <a:chOff x="0" y="0"/>
          <a:chExt cx="0" cy="0"/>
        </a:xfrm>
      </p:grpSpPr>
      <p:sp>
        <p:nvSpPr>
          <p:cNvPr id="17" name="Text Placeholder 22">
            <a:extLst>
              <a:ext uri="{FF2B5EF4-FFF2-40B4-BE49-F238E27FC236}">
                <a16:creationId xmlns:a16="http://schemas.microsoft.com/office/drawing/2014/main" id="{DBE29427-1377-4C02-097C-CC69C7E53C16}"/>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74F02638-DF88-D3F5-ABA1-4016DC3EE985}"/>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F9D14A20-4E50-D931-BFCA-2EFDB0EF23D2}"/>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E9E28F06-871E-2BA1-ABA6-6FB0D24CD4C7}"/>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itle 1">
            <a:extLst>
              <a:ext uri="{FF2B5EF4-FFF2-40B4-BE49-F238E27FC236}">
                <a16:creationId xmlns:a16="http://schemas.microsoft.com/office/drawing/2014/main" id="{9279EA25-1FEB-1817-BFF5-DB7B70AB8202}"/>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EE3CF05F-201E-91C7-6F6A-DA7DA9F11795}"/>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6B9C8F85-F72E-4444-0F95-366B820ECC58}"/>
                </a:ext>
              </a:extLst>
            </p:cNvPr>
            <p:cNvCxnSpPr>
              <a:cxnSpLocks/>
            </p:cNvCxnSpPr>
            <p:nvPr/>
          </p:nvCxnSpPr>
          <p:spPr>
            <a:xfrm>
              <a:off x="41910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93B9FE3-0019-2F2F-7FF5-6D9E1C221FD9}"/>
                </a:ext>
              </a:extLst>
            </p:cNvPr>
            <p:cNvCxnSpPr>
              <a:cxnSpLocks/>
            </p:cNvCxnSpPr>
            <p:nvPr/>
          </p:nvCxnSpPr>
          <p:spPr>
            <a:xfrm>
              <a:off x="4503420" y="192765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173344B3-27D4-555E-D791-0061EE298745}"/>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C770E951-71C5-E682-417C-C46B464929AA}"/>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990A94A-F61C-D8E9-2DB9-AA24633F6F9E}"/>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EEBF373A-C70B-2EBA-1994-441BF65477D5}"/>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680B7B18-9E43-4ECC-D406-5CC3955686A5}"/>
                </a:ext>
              </a:extLst>
            </p:cNvPr>
            <p:cNvCxnSpPr>
              <a:cxnSpLocks/>
            </p:cNvCxnSpPr>
            <p:nvPr/>
          </p:nvCxnSpPr>
          <p:spPr>
            <a:xfrm>
              <a:off x="40894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643B9D-B664-0A70-9374-196D546B5D18}"/>
                </a:ext>
              </a:extLst>
            </p:cNvPr>
            <p:cNvCxnSpPr>
              <a:cxnSpLocks/>
            </p:cNvCxnSpPr>
            <p:nvPr/>
          </p:nvCxnSpPr>
          <p:spPr>
            <a:xfrm>
              <a:off x="4493260" y="3228135"/>
              <a:ext cx="3730869"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EC8A32C3-E638-D314-196F-5F0594711750}"/>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5</a:t>
            </a:r>
          </a:p>
        </p:txBody>
      </p:sp>
      <p:sp>
        <p:nvSpPr>
          <p:cNvPr id="37" name="TextBox 36">
            <a:extLst>
              <a:ext uri="{FF2B5EF4-FFF2-40B4-BE49-F238E27FC236}">
                <a16:creationId xmlns:a16="http://schemas.microsoft.com/office/drawing/2014/main" id="{00F43B18-ACBE-3207-A9EA-F22E23F00F9F}"/>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6</a:t>
            </a:r>
          </a:p>
        </p:txBody>
      </p:sp>
      <p:sp>
        <p:nvSpPr>
          <p:cNvPr id="38" name="TextBox 37">
            <a:extLst>
              <a:ext uri="{FF2B5EF4-FFF2-40B4-BE49-F238E27FC236}">
                <a16:creationId xmlns:a16="http://schemas.microsoft.com/office/drawing/2014/main" id="{CEAB26F6-1225-2DEB-4759-BC4FF3211417}"/>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7</a:t>
            </a:r>
          </a:p>
        </p:txBody>
      </p:sp>
      <p:sp>
        <p:nvSpPr>
          <p:cNvPr id="39" name="TextBox 38">
            <a:extLst>
              <a:ext uri="{FF2B5EF4-FFF2-40B4-BE49-F238E27FC236}">
                <a16:creationId xmlns:a16="http://schemas.microsoft.com/office/drawing/2014/main" id="{98C0531D-4519-76FB-3C11-B0E380F4027E}"/>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8</a:t>
            </a:r>
          </a:p>
        </p:txBody>
      </p:sp>
      <p:sp>
        <p:nvSpPr>
          <p:cNvPr id="40" name="TextBox 39">
            <a:extLst>
              <a:ext uri="{FF2B5EF4-FFF2-40B4-BE49-F238E27FC236}">
                <a16:creationId xmlns:a16="http://schemas.microsoft.com/office/drawing/2014/main" id="{B59226A5-77C6-DA55-21C8-44812BBD592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1</a:t>
            </a:r>
          </a:p>
        </p:txBody>
      </p:sp>
      <p:sp>
        <p:nvSpPr>
          <p:cNvPr id="41" name="TextBox 40">
            <a:extLst>
              <a:ext uri="{FF2B5EF4-FFF2-40B4-BE49-F238E27FC236}">
                <a16:creationId xmlns:a16="http://schemas.microsoft.com/office/drawing/2014/main" id="{23D4DB7D-4C51-85B5-2CE4-7C9161C72F77}"/>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2</a:t>
            </a:r>
          </a:p>
        </p:txBody>
      </p:sp>
      <p:sp>
        <p:nvSpPr>
          <p:cNvPr id="42" name="TextBox 41">
            <a:extLst>
              <a:ext uri="{FF2B5EF4-FFF2-40B4-BE49-F238E27FC236}">
                <a16:creationId xmlns:a16="http://schemas.microsoft.com/office/drawing/2014/main" id="{015F2926-1FA6-CD41-EFAC-B7E1DB6FA548}"/>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3</a:t>
            </a:r>
          </a:p>
        </p:txBody>
      </p:sp>
      <p:sp>
        <p:nvSpPr>
          <p:cNvPr id="43" name="TextBox 42">
            <a:extLst>
              <a:ext uri="{FF2B5EF4-FFF2-40B4-BE49-F238E27FC236}">
                <a16:creationId xmlns:a16="http://schemas.microsoft.com/office/drawing/2014/main" id="{A00D1C6D-367E-2315-F48F-A8D2DE709D4A}"/>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tx2"/>
                </a:solidFill>
                <a:latin typeface="Arial" panose="020B0604020202020204" pitchFamily="34" charset="0"/>
                <a:ea typeface="Inter Medium" panose="02000503000000020004" pitchFamily="2" charset="0"/>
                <a:cs typeface="Arial" panose="020B0604020202020204" pitchFamily="34" charset="0"/>
              </a:rPr>
              <a:t>4</a:t>
            </a:r>
          </a:p>
        </p:txBody>
      </p:sp>
      <p:sp>
        <p:nvSpPr>
          <p:cNvPr id="52" name="Freeform 51">
            <a:extLst>
              <a:ext uri="{FF2B5EF4-FFF2-40B4-BE49-F238E27FC236}">
                <a16:creationId xmlns:a16="http://schemas.microsoft.com/office/drawing/2014/main" id="{9349B98C-540A-E8FB-5D39-2C7CDDBE52F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3" name="Picture 52">
            <a:extLst>
              <a:ext uri="{FF2B5EF4-FFF2-40B4-BE49-F238E27FC236}">
                <a16:creationId xmlns:a16="http://schemas.microsoft.com/office/drawing/2014/main" id="{710C9122-01D9-E460-3DC0-9FEE18B3BB8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22">
            <a:extLst>
              <a:ext uri="{FF2B5EF4-FFF2-40B4-BE49-F238E27FC236}">
                <a16:creationId xmlns:a16="http://schemas.microsoft.com/office/drawing/2014/main" id="{B60D4E52-A4D9-6C27-489E-A0BAB8778AED}"/>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6849EEE7-9EA4-A5B6-26DC-7953337AD4BC}"/>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6D6425A7-5E26-B2A6-3CDF-389A16637CDB}"/>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9E734E4D-9514-2C91-1F2E-35FF9F44DE7C}"/>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054132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8 Agenda Items - Light 2">
    <p:bg>
      <p:bgPr>
        <a:solidFill>
          <a:schemeClr val="bg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5B1A77B-4783-9B9B-440F-463617A41A5E}"/>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7" name="TextBox 6">
            <a:extLst>
              <a:ext uri="{FF2B5EF4-FFF2-40B4-BE49-F238E27FC236}">
                <a16:creationId xmlns:a16="http://schemas.microsoft.com/office/drawing/2014/main" id="{5DEA05C2-2D8F-B37C-E6C8-2C910C3B0A66}"/>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8" name="TextBox 7">
            <a:extLst>
              <a:ext uri="{FF2B5EF4-FFF2-40B4-BE49-F238E27FC236}">
                <a16:creationId xmlns:a16="http://schemas.microsoft.com/office/drawing/2014/main" id="{2EF9EDE5-E3EA-1406-55D6-7BC37E27D83E}"/>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9" name="TextBox 8">
            <a:extLst>
              <a:ext uri="{FF2B5EF4-FFF2-40B4-BE49-F238E27FC236}">
                <a16:creationId xmlns:a16="http://schemas.microsoft.com/office/drawing/2014/main" id="{3C3B3564-664A-F418-D5FD-3B8D20DEA564}"/>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2" name="TextBox 1">
            <a:extLst>
              <a:ext uri="{FF2B5EF4-FFF2-40B4-BE49-F238E27FC236}">
                <a16:creationId xmlns:a16="http://schemas.microsoft.com/office/drawing/2014/main" id="{913E6F54-A02B-C273-7F2B-2BF4FF3BB49B}"/>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3" name="TextBox 2">
            <a:extLst>
              <a:ext uri="{FF2B5EF4-FFF2-40B4-BE49-F238E27FC236}">
                <a16:creationId xmlns:a16="http://schemas.microsoft.com/office/drawing/2014/main" id="{F3A6B45A-0470-5831-3603-BF10B145C843}"/>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 name="TextBox 3">
            <a:extLst>
              <a:ext uri="{FF2B5EF4-FFF2-40B4-BE49-F238E27FC236}">
                <a16:creationId xmlns:a16="http://schemas.microsoft.com/office/drawing/2014/main" id="{57571A45-F730-F078-45BC-AF407CF943D6}"/>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5" name="TextBox 4">
            <a:extLst>
              <a:ext uri="{FF2B5EF4-FFF2-40B4-BE49-F238E27FC236}">
                <a16:creationId xmlns:a16="http://schemas.microsoft.com/office/drawing/2014/main" id="{8FFF0FAB-3545-03B2-09F3-8557AE02C3AF}"/>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grpSp>
        <p:nvGrpSpPr>
          <p:cNvPr id="38" name="Group 37">
            <a:extLst>
              <a:ext uri="{FF2B5EF4-FFF2-40B4-BE49-F238E27FC236}">
                <a16:creationId xmlns:a16="http://schemas.microsoft.com/office/drawing/2014/main" id="{3F8EA822-EB38-BE33-CAA5-06A23C6A58D9}"/>
              </a:ext>
            </a:extLst>
          </p:cNvPr>
          <p:cNvGrpSpPr/>
          <p:nvPr/>
        </p:nvGrpSpPr>
        <p:grpSpPr>
          <a:xfrm>
            <a:off x="558801" y="2529224"/>
            <a:ext cx="10420252" cy="0"/>
            <a:chOff x="419100" y="1927655"/>
            <a:chExt cx="7815189" cy="0"/>
          </a:xfrm>
        </p:grpSpPr>
        <p:cxnSp>
          <p:nvCxnSpPr>
            <p:cNvPr id="39" name="Straight Connector 38">
              <a:extLst>
                <a:ext uri="{FF2B5EF4-FFF2-40B4-BE49-F238E27FC236}">
                  <a16:creationId xmlns:a16="http://schemas.microsoft.com/office/drawing/2014/main" id="{7D99B410-D406-8A1F-A20C-971FA5CA749C}"/>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E58360D3-9B95-F34A-4DDB-2FB599000772}"/>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1" name="Group 40">
            <a:extLst>
              <a:ext uri="{FF2B5EF4-FFF2-40B4-BE49-F238E27FC236}">
                <a16:creationId xmlns:a16="http://schemas.microsoft.com/office/drawing/2014/main" id="{4FD8E003-CC97-E346-23C3-D6F15952AC07}"/>
              </a:ext>
            </a:extLst>
          </p:cNvPr>
          <p:cNvGrpSpPr/>
          <p:nvPr/>
        </p:nvGrpSpPr>
        <p:grpSpPr>
          <a:xfrm>
            <a:off x="545254" y="3870856"/>
            <a:ext cx="10420252" cy="0"/>
            <a:chOff x="408940" y="3228135"/>
            <a:chExt cx="7815189" cy="0"/>
          </a:xfrm>
        </p:grpSpPr>
        <p:cxnSp>
          <p:nvCxnSpPr>
            <p:cNvPr id="42" name="Straight Connector 41">
              <a:extLst>
                <a:ext uri="{FF2B5EF4-FFF2-40B4-BE49-F238E27FC236}">
                  <a16:creationId xmlns:a16="http://schemas.microsoft.com/office/drawing/2014/main" id="{A68576CA-0532-65C2-7E43-48BE2A89CAFE}"/>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1785F024-7EB1-67A3-94D6-FFBF9D07B149}"/>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44" name="Group 43">
            <a:extLst>
              <a:ext uri="{FF2B5EF4-FFF2-40B4-BE49-F238E27FC236}">
                <a16:creationId xmlns:a16="http://schemas.microsoft.com/office/drawing/2014/main" id="{B0522116-51AD-0562-C961-6CF8CE627035}"/>
              </a:ext>
            </a:extLst>
          </p:cNvPr>
          <p:cNvGrpSpPr/>
          <p:nvPr/>
        </p:nvGrpSpPr>
        <p:grpSpPr>
          <a:xfrm>
            <a:off x="545254" y="5212488"/>
            <a:ext cx="10420252" cy="0"/>
            <a:chOff x="408940" y="3228135"/>
            <a:chExt cx="7815189" cy="0"/>
          </a:xfrm>
        </p:grpSpPr>
        <p:cxnSp>
          <p:nvCxnSpPr>
            <p:cNvPr id="45" name="Straight Connector 44">
              <a:extLst>
                <a:ext uri="{FF2B5EF4-FFF2-40B4-BE49-F238E27FC236}">
                  <a16:creationId xmlns:a16="http://schemas.microsoft.com/office/drawing/2014/main" id="{64D0AF4A-2D86-6C53-F25C-F1DDB2AEEDBA}"/>
                </a:ext>
              </a:extLst>
            </p:cNvPr>
            <p:cNvCxnSpPr>
              <a:cxnSpLocks/>
            </p:cNvCxnSpPr>
            <p:nvPr/>
          </p:nvCxnSpPr>
          <p:spPr>
            <a:xfrm>
              <a:off x="40894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44300C95-2F51-7FB0-2417-622850191E45}"/>
                </a:ext>
              </a:extLst>
            </p:cNvPr>
            <p:cNvCxnSpPr>
              <a:cxnSpLocks/>
            </p:cNvCxnSpPr>
            <p:nvPr/>
          </p:nvCxnSpPr>
          <p:spPr>
            <a:xfrm>
              <a:off x="4493260" y="322813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Freeform 17">
            <a:extLst>
              <a:ext uri="{FF2B5EF4-FFF2-40B4-BE49-F238E27FC236}">
                <a16:creationId xmlns:a16="http://schemas.microsoft.com/office/drawing/2014/main" id="{038B1EC1-3D1F-537C-B801-56675334A26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9" name="Picture 18">
            <a:extLst>
              <a:ext uri="{FF2B5EF4-FFF2-40B4-BE49-F238E27FC236}">
                <a16:creationId xmlns:a16="http://schemas.microsoft.com/office/drawing/2014/main" id="{AA1A25E7-E373-B316-9ED2-F331481CE90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0" name="Text Placeholder 22">
            <a:extLst>
              <a:ext uri="{FF2B5EF4-FFF2-40B4-BE49-F238E27FC236}">
                <a16:creationId xmlns:a16="http://schemas.microsoft.com/office/drawing/2014/main" id="{D646F1D6-6B7E-5CF8-FD8A-CCB22B58E062}"/>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1" name="Text Placeholder 22">
            <a:extLst>
              <a:ext uri="{FF2B5EF4-FFF2-40B4-BE49-F238E27FC236}">
                <a16:creationId xmlns:a16="http://schemas.microsoft.com/office/drawing/2014/main" id="{628AF46B-F27D-B317-67C8-FF2C4E2D31F4}"/>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2" name="Text Placeholder 22">
            <a:extLst>
              <a:ext uri="{FF2B5EF4-FFF2-40B4-BE49-F238E27FC236}">
                <a16:creationId xmlns:a16="http://schemas.microsoft.com/office/drawing/2014/main" id="{05A73183-42E2-6CC1-27D9-3600233C5A38}"/>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3" name="Text Placeholder 22">
            <a:extLst>
              <a:ext uri="{FF2B5EF4-FFF2-40B4-BE49-F238E27FC236}">
                <a16:creationId xmlns:a16="http://schemas.microsoft.com/office/drawing/2014/main" id="{DA9BBA8D-7540-2270-F248-66F5E31AC4E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4" name="Text Placeholder 22">
            <a:extLst>
              <a:ext uri="{FF2B5EF4-FFF2-40B4-BE49-F238E27FC236}">
                <a16:creationId xmlns:a16="http://schemas.microsoft.com/office/drawing/2014/main" id="{F71FCFFE-166C-F6F0-FB68-60654BE3EDE9}"/>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5" name="Text Placeholder 22">
            <a:extLst>
              <a:ext uri="{FF2B5EF4-FFF2-40B4-BE49-F238E27FC236}">
                <a16:creationId xmlns:a16="http://schemas.microsoft.com/office/drawing/2014/main" id="{788F45F9-5984-FDCE-6640-4F6857F1E855}"/>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6" name="Text Placeholder 22">
            <a:extLst>
              <a:ext uri="{FF2B5EF4-FFF2-40B4-BE49-F238E27FC236}">
                <a16:creationId xmlns:a16="http://schemas.microsoft.com/office/drawing/2014/main" id="{8C51E9FD-A62A-29C2-673A-DC3A94FC2DED}"/>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7" name="Text Placeholder 22">
            <a:extLst>
              <a:ext uri="{FF2B5EF4-FFF2-40B4-BE49-F238E27FC236}">
                <a16:creationId xmlns:a16="http://schemas.microsoft.com/office/drawing/2014/main" id="{52E8A740-D522-56CD-9425-96B6018C60FF}"/>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548082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 Agenda Items - Dark">
    <p:bg>
      <p:bgRef idx="1001">
        <a:schemeClr val="bg2"/>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7FE4A6F-D14C-4534-373D-85D2A5FB702E}"/>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4" name="Group 3">
            <a:extLst>
              <a:ext uri="{FF2B5EF4-FFF2-40B4-BE49-F238E27FC236}">
                <a16:creationId xmlns:a16="http://schemas.microsoft.com/office/drawing/2014/main" id="{68999467-E9CA-D9B3-BFF5-E105A99FCDDB}"/>
              </a:ext>
            </a:extLst>
          </p:cNvPr>
          <p:cNvGrpSpPr/>
          <p:nvPr/>
        </p:nvGrpSpPr>
        <p:grpSpPr>
          <a:xfrm>
            <a:off x="558801" y="2529224"/>
            <a:ext cx="10420252" cy="0"/>
            <a:chOff x="419100" y="1927655"/>
            <a:chExt cx="7815189" cy="0"/>
          </a:xfrm>
        </p:grpSpPr>
        <p:cxnSp>
          <p:nvCxnSpPr>
            <p:cNvPr id="5" name="Straight Connector 4">
              <a:extLst>
                <a:ext uri="{FF2B5EF4-FFF2-40B4-BE49-F238E27FC236}">
                  <a16:creationId xmlns:a16="http://schemas.microsoft.com/office/drawing/2014/main" id="{1D0619DB-BB40-86E9-AA24-54C6F598E7DD}"/>
                </a:ext>
              </a:extLst>
            </p:cNvPr>
            <p:cNvCxnSpPr>
              <a:cxnSpLocks/>
            </p:cNvCxnSpPr>
            <p:nvPr/>
          </p:nvCxnSpPr>
          <p:spPr>
            <a:xfrm>
              <a:off x="41910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9516FF79-36C6-7111-0773-07C5B5D7FDEB}"/>
                </a:ext>
              </a:extLst>
            </p:cNvPr>
            <p:cNvCxnSpPr>
              <a:cxnSpLocks/>
            </p:cNvCxnSpPr>
            <p:nvPr/>
          </p:nvCxnSpPr>
          <p:spPr>
            <a:xfrm>
              <a:off x="4503420" y="192765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7" name="Group 6">
            <a:extLst>
              <a:ext uri="{FF2B5EF4-FFF2-40B4-BE49-F238E27FC236}">
                <a16:creationId xmlns:a16="http://schemas.microsoft.com/office/drawing/2014/main" id="{EF9CE445-9C38-4EC9-11AA-25B5053F417C}"/>
              </a:ext>
            </a:extLst>
          </p:cNvPr>
          <p:cNvGrpSpPr/>
          <p:nvPr/>
        </p:nvGrpSpPr>
        <p:grpSpPr>
          <a:xfrm>
            <a:off x="545254" y="3870856"/>
            <a:ext cx="10420252" cy="0"/>
            <a:chOff x="408940" y="3228135"/>
            <a:chExt cx="7815189" cy="0"/>
          </a:xfrm>
        </p:grpSpPr>
        <p:cxnSp>
          <p:nvCxnSpPr>
            <p:cNvPr id="8" name="Straight Connector 7">
              <a:extLst>
                <a:ext uri="{FF2B5EF4-FFF2-40B4-BE49-F238E27FC236}">
                  <a16:creationId xmlns:a16="http://schemas.microsoft.com/office/drawing/2014/main" id="{46DC8A1C-04E6-325C-8441-C692D47A0B2D}"/>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BD207AD-6154-8D4B-E3AB-CCE0E3891211}"/>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8F384495-4350-4922-BB7F-B31D8905B898}"/>
              </a:ext>
            </a:extLst>
          </p:cNvPr>
          <p:cNvGrpSpPr/>
          <p:nvPr/>
        </p:nvGrpSpPr>
        <p:grpSpPr>
          <a:xfrm>
            <a:off x="545254" y="5212488"/>
            <a:ext cx="10420252" cy="0"/>
            <a:chOff x="408940" y="3228135"/>
            <a:chExt cx="7815189" cy="0"/>
          </a:xfrm>
        </p:grpSpPr>
        <p:cxnSp>
          <p:nvCxnSpPr>
            <p:cNvPr id="11" name="Straight Connector 10">
              <a:extLst>
                <a:ext uri="{FF2B5EF4-FFF2-40B4-BE49-F238E27FC236}">
                  <a16:creationId xmlns:a16="http://schemas.microsoft.com/office/drawing/2014/main" id="{24DA044E-86D1-E3F4-D4A2-2DFF57E8A2B6}"/>
                </a:ext>
              </a:extLst>
            </p:cNvPr>
            <p:cNvCxnSpPr>
              <a:cxnSpLocks/>
            </p:cNvCxnSpPr>
            <p:nvPr/>
          </p:nvCxnSpPr>
          <p:spPr>
            <a:xfrm>
              <a:off x="40894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9233F31-9CFD-A901-84F2-4A22C9584789}"/>
                </a:ext>
              </a:extLst>
            </p:cNvPr>
            <p:cNvCxnSpPr>
              <a:cxnSpLocks/>
            </p:cNvCxnSpPr>
            <p:nvPr/>
          </p:nvCxnSpPr>
          <p:spPr>
            <a:xfrm>
              <a:off x="4493260" y="3228135"/>
              <a:ext cx="3730869" cy="0"/>
            </a:xfrm>
            <a:prstGeom prst="line">
              <a:avLst/>
            </a:prstGeom>
            <a:ln w="25400" cap="rnd">
              <a:solidFill>
                <a:schemeClr val="tx1">
                  <a:alpha val="20000"/>
                </a:schemeClr>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2" name="Freeform 1">
            <a:extLst>
              <a:ext uri="{FF2B5EF4-FFF2-40B4-BE49-F238E27FC236}">
                <a16:creationId xmlns:a16="http://schemas.microsoft.com/office/drawing/2014/main" id="{69EADF94-E9D5-F625-C415-8E5B1ABE85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7" name="Picture 10">
            <a:extLst>
              <a:ext uri="{FF2B5EF4-FFF2-40B4-BE49-F238E27FC236}">
                <a16:creationId xmlns:a16="http://schemas.microsoft.com/office/drawing/2014/main" id="{E97FAE36-9954-E29D-FC6A-537B75F8947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8" name="TextBox 37">
            <a:extLst>
              <a:ext uri="{FF2B5EF4-FFF2-40B4-BE49-F238E27FC236}">
                <a16:creationId xmlns:a16="http://schemas.microsoft.com/office/drawing/2014/main" id="{7E850E16-3EBF-88A3-EDA9-403B35E6600D}"/>
              </a:ext>
            </a:extLst>
          </p:cNvPr>
          <p:cNvSpPr txBox="1"/>
          <p:nvPr/>
        </p:nvSpPr>
        <p:spPr>
          <a:xfrm>
            <a:off x="5863310"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5</a:t>
            </a:r>
          </a:p>
        </p:txBody>
      </p:sp>
      <p:sp>
        <p:nvSpPr>
          <p:cNvPr id="39" name="TextBox 38">
            <a:extLst>
              <a:ext uri="{FF2B5EF4-FFF2-40B4-BE49-F238E27FC236}">
                <a16:creationId xmlns:a16="http://schemas.microsoft.com/office/drawing/2014/main" id="{24AC0962-A3C4-B095-C797-39C578E93F7E}"/>
              </a:ext>
            </a:extLst>
          </p:cNvPr>
          <p:cNvSpPr txBox="1"/>
          <p:nvPr/>
        </p:nvSpPr>
        <p:spPr>
          <a:xfrm>
            <a:off x="5863310"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6</a:t>
            </a:r>
          </a:p>
        </p:txBody>
      </p:sp>
      <p:sp>
        <p:nvSpPr>
          <p:cNvPr id="40" name="TextBox 39">
            <a:extLst>
              <a:ext uri="{FF2B5EF4-FFF2-40B4-BE49-F238E27FC236}">
                <a16:creationId xmlns:a16="http://schemas.microsoft.com/office/drawing/2014/main" id="{6AF49734-D573-30B0-1D9F-20FA97587075}"/>
              </a:ext>
            </a:extLst>
          </p:cNvPr>
          <p:cNvSpPr txBox="1"/>
          <p:nvPr/>
        </p:nvSpPr>
        <p:spPr>
          <a:xfrm>
            <a:off x="5875502"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7</a:t>
            </a:r>
          </a:p>
        </p:txBody>
      </p:sp>
      <p:sp>
        <p:nvSpPr>
          <p:cNvPr id="41" name="TextBox 40">
            <a:extLst>
              <a:ext uri="{FF2B5EF4-FFF2-40B4-BE49-F238E27FC236}">
                <a16:creationId xmlns:a16="http://schemas.microsoft.com/office/drawing/2014/main" id="{1B436AAE-8519-D667-E5AA-5A53AF613B0B}"/>
              </a:ext>
            </a:extLst>
          </p:cNvPr>
          <p:cNvSpPr txBox="1"/>
          <p:nvPr/>
        </p:nvSpPr>
        <p:spPr>
          <a:xfrm>
            <a:off x="5875502"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8</a:t>
            </a:r>
          </a:p>
        </p:txBody>
      </p:sp>
      <p:sp>
        <p:nvSpPr>
          <p:cNvPr id="42" name="TextBox 41">
            <a:extLst>
              <a:ext uri="{FF2B5EF4-FFF2-40B4-BE49-F238E27FC236}">
                <a16:creationId xmlns:a16="http://schemas.microsoft.com/office/drawing/2014/main" id="{5CDD0A50-29C7-ABE9-2A8A-65D0AA485492}"/>
              </a:ext>
            </a:extLst>
          </p:cNvPr>
          <p:cNvSpPr txBox="1"/>
          <p:nvPr/>
        </p:nvSpPr>
        <p:spPr>
          <a:xfrm>
            <a:off x="425678" y="141607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1</a:t>
            </a:r>
          </a:p>
        </p:txBody>
      </p:sp>
      <p:sp>
        <p:nvSpPr>
          <p:cNvPr id="43" name="TextBox 42">
            <a:extLst>
              <a:ext uri="{FF2B5EF4-FFF2-40B4-BE49-F238E27FC236}">
                <a16:creationId xmlns:a16="http://schemas.microsoft.com/office/drawing/2014/main" id="{8CF84990-9000-0F9F-BE08-328B560A74BE}"/>
              </a:ext>
            </a:extLst>
          </p:cNvPr>
          <p:cNvSpPr txBox="1"/>
          <p:nvPr/>
        </p:nvSpPr>
        <p:spPr>
          <a:xfrm>
            <a:off x="425678" y="2757195"/>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2</a:t>
            </a:r>
          </a:p>
        </p:txBody>
      </p:sp>
      <p:sp>
        <p:nvSpPr>
          <p:cNvPr id="44" name="TextBox 43">
            <a:extLst>
              <a:ext uri="{FF2B5EF4-FFF2-40B4-BE49-F238E27FC236}">
                <a16:creationId xmlns:a16="http://schemas.microsoft.com/office/drawing/2014/main" id="{4DAED60D-E299-D40E-5512-6BBCA5659BC9}"/>
              </a:ext>
            </a:extLst>
          </p:cNvPr>
          <p:cNvSpPr txBox="1"/>
          <p:nvPr/>
        </p:nvSpPr>
        <p:spPr>
          <a:xfrm>
            <a:off x="437870" y="408612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3</a:t>
            </a:r>
          </a:p>
        </p:txBody>
      </p:sp>
      <p:sp>
        <p:nvSpPr>
          <p:cNvPr id="45" name="TextBox 44">
            <a:extLst>
              <a:ext uri="{FF2B5EF4-FFF2-40B4-BE49-F238E27FC236}">
                <a16:creationId xmlns:a16="http://schemas.microsoft.com/office/drawing/2014/main" id="{C55F75F5-0179-2466-0C38-DB963DFBE913}"/>
              </a:ext>
            </a:extLst>
          </p:cNvPr>
          <p:cNvSpPr txBox="1"/>
          <p:nvPr/>
        </p:nvSpPr>
        <p:spPr>
          <a:xfrm>
            <a:off x="437870" y="5427243"/>
            <a:ext cx="640205" cy="830997"/>
          </a:xfrm>
          <a:prstGeom prst="rect">
            <a:avLst/>
          </a:prstGeom>
          <a:noFill/>
        </p:spPr>
        <p:txBody>
          <a:bodyPr wrap="square" rtlCol="0">
            <a:spAutoFit/>
          </a:bodyPr>
          <a:lstStyle/>
          <a:p>
            <a:pPr marL="0" indent="0" algn="l">
              <a:buClrTx/>
              <a:buFont typeface="Arial" panose="020B0604020202020204" pitchFamily="34" charset="0"/>
              <a:buNone/>
            </a:pPr>
            <a:r>
              <a:rPr lang="en-US" sz="4800" b="0" i="0">
                <a:solidFill>
                  <a:schemeClr val="accent1"/>
                </a:solidFill>
                <a:latin typeface="Arial" panose="020B0604020202020204" pitchFamily="34" charset="0"/>
                <a:ea typeface="Inter Medium" panose="02000503000000020004" pitchFamily="2" charset="0"/>
                <a:cs typeface="Arial" panose="020B0604020202020204" pitchFamily="34" charset="0"/>
              </a:rPr>
              <a:t>4</a:t>
            </a:r>
          </a:p>
        </p:txBody>
      </p:sp>
      <p:sp>
        <p:nvSpPr>
          <p:cNvPr id="13" name="Text Placeholder 22">
            <a:extLst>
              <a:ext uri="{FF2B5EF4-FFF2-40B4-BE49-F238E27FC236}">
                <a16:creationId xmlns:a16="http://schemas.microsoft.com/office/drawing/2014/main" id="{66C76A3B-2DA7-EC77-8C86-23ABD4BE22A0}"/>
              </a:ext>
            </a:extLst>
          </p:cNvPr>
          <p:cNvSpPr>
            <a:spLocks noGrp="1"/>
          </p:cNvSpPr>
          <p:nvPr>
            <p:ph type="body" sz="quarter" idx="41" hasCustomPrompt="1"/>
          </p:nvPr>
        </p:nvSpPr>
        <p:spPr>
          <a:xfrm>
            <a:off x="655891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BC722716-5D88-4332-E776-DB030BC488D7}"/>
              </a:ext>
            </a:extLst>
          </p:cNvPr>
          <p:cNvSpPr>
            <a:spLocks noGrp="1"/>
          </p:cNvSpPr>
          <p:nvPr>
            <p:ph type="body" sz="quarter" idx="42" hasCustomPrompt="1"/>
          </p:nvPr>
        </p:nvSpPr>
        <p:spPr>
          <a:xfrm>
            <a:off x="655891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5" name="Text Placeholder 22">
            <a:extLst>
              <a:ext uri="{FF2B5EF4-FFF2-40B4-BE49-F238E27FC236}">
                <a16:creationId xmlns:a16="http://schemas.microsoft.com/office/drawing/2014/main" id="{B20DBB98-0C7F-B804-8DEB-9B105A9FAF4C}"/>
              </a:ext>
            </a:extLst>
          </p:cNvPr>
          <p:cNvSpPr>
            <a:spLocks noGrp="1"/>
          </p:cNvSpPr>
          <p:nvPr>
            <p:ph type="body" sz="quarter" idx="43" hasCustomPrompt="1"/>
          </p:nvPr>
        </p:nvSpPr>
        <p:spPr>
          <a:xfrm>
            <a:off x="655891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6" name="Text Placeholder 22">
            <a:extLst>
              <a:ext uri="{FF2B5EF4-FFF2-40B4-BE49-F238E27FC236}">
                <a16:creationId xmlns:a16="http://schemas.microsoft.com/office/drawing/2014/main" id="{6547FF67-6151-4137-2828-E7C9DBE0BEC1}"/>
              </a:ext>
            </a:extLst>
          </p:cNvPr>
          <p:cNvSpPr>
            <a:spLocks noGrp="1"/>
          </p:cNvSpPr>
          <p:nvPr>
            <p:ph type="body" sz="quarter" idx="44" hasCustomPrompt="1"/>
          </p:nvPr>
        </p:nvSpPr>
        <p:spPr>
          <a:xfrm>
            <a:off x="655891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7" name="Text Placeholder 22">
            <a:extLst>
              <a:ext uri="{FF2B5EF4-FFF2-40B4-BE49-F238E27FC236}">
                <a16:creationId xmlns:a16="http://schemas.microsoft.com/office/drawing/2014/main" id="{75DF981B-AB33-1191-9C60-83A6433A5540}"/>
              </a:ext>
            </a:extLst>
          </p:cNvPr>
          <p:cNvSpPr>
            <a:spLocks noGrp="1"/>
          </p:cNvSpPr>
          <p:nvPr>
            <p:ph type="body" sz="quarter" idx="30" hasCustomPrompt="1"/>
          </p:nvPr>
        </p:nvSpPr>
        <p:spPr>
          <a:xfrm>
            <a:off x="1113158" y="148082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B2394ED9-1615-AB43-30CE-B3C8034EDFA9}"/>
              </a:ext>
            </a:extLst>
          </p:cNvPr>
          <p:cNvSpPr>
            <a:spLocks noGrp="1"/>
          </p:cNvSpPr>
          <p:nvPr>
            <p:ph type="body" sz="quarter" idx="31" hasCustomPrompt="1"/>
          </p:nvPr>
        </p:nvSpPr>
        <p:spPr>
          <a:xfrm>
            <a:off x="1113158" y="2811268"/>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0840C83F-102D-F521-4C59-CDAC58C98CCA}"/>
              </a:ext>
            </a:extLst>
          </p:cNvPr>
          <p:cNvSpPr>
            <a:spLocks noGrp="1"/>
          </p:cNvSpPr>
          <p:nvPr>
            <p:ph type="body" sz="quarter" idx="32" hasCustomPrompt="1"/>
          </p:nvPr>
        </p:nvSpPr>
        <p:spPr>
          <a:xfrm>
            <a:off x="1113158" y="4134366"/>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20" name="Text Placeholder 22">
            <a:extLst>
              <a:ext uri="{FF2B5EF4-FFF2-40B4-BE49-F238E27FC236}">
                <a16:creationId xmlns:a16="http://schemas.microsoft.com/office/drawing/2014/main" id="{71E0A25F-3FBE-836A-C5EB-EB8E1C863B09}"/>
              </a:ext>
            </a:extLst>
          </p:cNvPr>
          <p:cNvSpPr>
            <a:spLocks noGrp="1"/>
          </p:cNvSpPr>
          <p:nvPr>
            <p:ph type="body" sz="quarter" idx="33" hasCustomPrompt="1"/>
          </p:nvPr>
        </p:nvSpPr>
        <p:spPr>
          <a:xfrm>
            <a:off x="1113158" y="5469732"/>
            <a:ext cx="4420135" cy="776817"/>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15756269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Agenda items">
    <p:bg>
      <p:bgPr>
        <a:solidFill>
          <a:schemeClr val="bg2"/>
        </a:solidFill>
        <a:effectLst/>
      </p:bgPr>
    </p:bg>
    <p:spTree>
      <p:nvGrpSpPr>
        <p:cNvPr id="1" name=""/>
        <p:cNvGrpSpPr/>
        <p:nvPr/>
      </p:nvGrpSpPr>
      <p:grpSpPr>
        <a:xfrm>
          <a:off x="0" y="0"/>
          <a:ext cx="0" cy="0"/>
          <a:chOff x="0" y="0"/>
          <a:chExt cx="0" cy="0"/>
        </a:xfrm>
      </p:grpSpPr>
      <p:sp>
        <p:nvSpPr>
          <p:cNvPr id="2" name="Text Placeholder 22">
            <a:extLst>
              <a:ext uri="{FF2B5EF4-FFF2-40B4-BE49-F238E27FC236}">
                <a16:creationId xmlns:a16="http://schemas.microsoft.com/office/drawing/2014/main" id="{F5B621D7-6C03-1335-354A-0E782DB59EB6}"/>
              </a:ext>
            </a:extLst>
          </p:cNvPr>
          <p:cNvSpPr>
            <a:spLocks noGrp="1"/>
          </p:cNvSpPr>
          <p:nvPr>
            <p:ph type="body" sz="quarter" idx="41" hasCustomPrompt="1"/>
          </p:nvPr>
        </p:nvSpPr>
        <p:spPr>
          <a:xfrm>
            <a:off x="601438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3" name="Text Placeholder 22">
            <a:extLst>
              <a:ext uri="{FF2B5EF4-FFF2-40B4-BE49-F238E27FC236}">
                <a16:creationId xmlns:a16="http://schemas.microsoft.com/office/drawing/2014/main" id="{BB74429B-00CE-7A2D-764C-1D113372A51E}"/>
              </a:ext>
            </a:extLst>
          </p:cNvPr>
          <p:cNvSpPr>
            <a:spLocks noGrp="1"/>
          </p:cNvSpPr>
          <p:nvPr>
            <p:ph type="body" sz="quarter" idx="42" hasCustomPrompt="1"/>
          </p:nvPr>
        </p:nvSpPr>
        <p:spPr>
          <a:xfrm>
            <a:off x="568627" y="1360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grpSp>
        <p:nvGrpSpPr>
          <p:cNvPr id="89" name="Group 88">
            <a:extLst>
              <a:ext uri="{FF2B5EF4-FFF2-40B4-BE49-F238E27FC236}">
                <a16:creationId xmlns:a16="http://schemas.microsoft.com/office/drawing/2014/main" id="{9250D832-B9E4-EEAE-D986-95AAB13425F8}"/>
              </a:ext>
            </a:extLst>
          </p:cNvPr>
          <p:cNvGrpSpPr/>
          <p:nvPr/>
        </p:nvGrpSpPr>
        <p:grpSpPr>
          <a:xfrm>
            <a:off x="534537" y="5754977"/>
            <a:ext cx="10420252" cy="0"/>
            <a:chOff x="419100" y="1927655"/>
            <a:chExt cx="7815189" cy="0"/>
          </a:xfrm>
        </p:grpSpPr>
        <p:cxnSp>
          <p:nvCxnSpPr>
            <p:cNvPr id="90" name="Straight Connector 89">
              <a:extLst>
                <a:ext uri="{FF2B5EF4-FFF2-40B4-BE49-F238E27FC236}">
                  <a16:creationId xmlns:a16="http://schemas.microsoft.com/office/drawing/2014/main" id="{F8C3EB9D-90FE-526A-2612-E2D632398C42}"/>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A933724A-3051-A874-E6A8-49F49D7B17E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71" name="Title 1">
            <a:extLst>
              <a:ext uri="{FF2B5EF4-FFF2-40B4-BE49-F238E27FC236}">
                <a16:creationId xmlns:a16="http://schemas.microsoft.com/office/drawing/2014/main" id="{A44D7E89-FCAC-829C-0DA8-DA45DE411BC9}"/>
              </a:ext>
            </a:extLst>
          </p:cNvPr>
          <p:cNvSpPr>
            <a:spLocks noGrp="1"/>
          </p:cNvSpPr>
          <p:nvPr>
            <p:ph type="title" hasCustomPrompt="1"/>
          </p:nvPr>
        </p:nvSpPr>
        <p:spPr>
          <a:xfrm>
            <a:off x="558801" y="392853"/>
            <a:ext cx="104067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10" name="Group 9">
            <a:extLst>
              <a:ext uri="{FF2B5EF4-FFF2-40B4-BE49-F238E27FC236}">
                <a16:creationId xmlns:a16="http://schemas.microsoft.com/office/drawing/2014/main" id="{DB0C3D58-0B25-BD6A-2A5A-DB6A99FCE74B}"/>
              </a:ext>
            </a:extLst>
          </p:cNvPr>
          <p:cNvGrpSpPr/>
          <p:nvPr/>
        </p:nvGrpSpPr>
        <p:grpSpPr>
          <a:xfrm>
            <a:off x="558801" y="1922063"/>
            <a:ext cx="10420252" cy="0"/>
            <a:chOff x="419100" y="1927655"/>
            <a:chExt cx="7815189" cy="0"/>
          </a:xfrm>
        </p:grpSpPr>
        <p:cxnSp>
          <p:nvCxnSpPr>
            <p:cNvPr id="11" name="Straight Connector 10">
              <a:extLst>
                <a:ext uri="{FF2B5EF4-FFF2-40B4-BE49-F238E27FC236}">
                  <a16:creationId xmlns:a16="http://schemas.microsoft.com/office/drawing/2014/main" id="{9693BF9E-34A4-8F57-3340-AE0864CD1F8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E0530AC-F50B-F354-55CB-FD0D61F28B8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F0AF7746-73D2-DE95-055F-BCE8A574CA4F}"/>
              </a:ext>
            </a:extLst>
          </p:cNvPr>
          <p:cNvGrpSpPr/>
          <p:nvPr/>
        </p:nvGrpSpPr>
        <p:grpSpPr>
          <a:xfrm>
            <a:off x="558801" y="2685249"/>
            <a:ext cx="10420252" cy="0"/>
            <a:chOff x="419100" y="1927655"/>
            <a:chExt cx="7815189" cy="0"/>
          </a:xfrm>
        </p:grpSpPr>
        <p:cxnSp>
          <p:nvCxnSpPr>
            <p:cNvPr id="16" name="Straight Connector 15">
              <a:extLst>
                <a:ext uri="{FF2B5EF4-FFF2-40B4-BE49-F238E27FC236}">
                  <a16:creationId xmlns:a16="http://schemas.microsoft.com/office/drawing/2014/main" id="{884414A5-A05E-7312-0777-6DD670899437}"/>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BDCA160F-C741-E203-FBD0-C718838AA693}"/>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BEECC1D-D7FC-9FAF-6C04-69D05662FEDD}"/>
              </a:ext>
            </a:extLst>
          </p:cNvPr>
          <p:cNvGrpSpPr/>
          <p:nvPr/>
        </p:nvGrpSpPr>
        <p:grpSpPr>
          <a:xfrm>
            <a:off x="546729" y="3448436"/>
            <a:ext cx="10420252" cy="0"/>
            <a:chOff x="419100" y="1927655"/>
            <a:chExt cx="7815189" cy="0"/>
          </a:xfrm>
        </p:grpSpPr>
        <p:cxnSp>
          <p:nvCxnSpPr>
            <p:cNvPr id="21" name="Straight Connector 20">
              <a:extLst>
                <a:ext uri="{FF2B5EF4-FFF2-40B4-BE49-F238E27FC236}">
                  <a16:creationId xmlns:a16="http://schemas.microsoft.com/office/drawing/2014/main" id="{9B07ABDA-943A-652F-9D7F-11DF8BA49CC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C952D63-1F79-FEF0-A379-CD8056D78EF8}"/>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68870F6E-199F-A27D-ACDF-F43214FB9F41}"/>
              </a:ext>
            </a:extLst>
          </p:cNvPr>
          <p:cNvGrpSpPr/>
          <p:nvPr/>
        </p:nvGrpSpPr>
        <p:grpSpPr>
          <a:xfrm>
            <a:off x="546729" y="4211623"/>
            <a:ext cx="10420252" cy="0"/>
            <a:chOff x="419100" y="1927655"/>
            <a:chExt cx="7815189" cy="0"/>
          </a:xfrm>
        </p:grpSpPr>
        <p:cxnSp>
          <p:nvCxnSpPr>
            <p:cNvPr id="26" name="Straight Connector 25">
              <a:extLst>
                <a:ext uri="{FF2B5EF4-FFF2-40B4-BE49-F238E27FC236}">
                  <a16:creationId xmlns:a16="http://schemas.microsoft.com/office/drawing/2014/main" id="{407F5D5E-195A-8D97-B5FB-85AFB7DDCFAA}"/>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D20B6B09-3750-6B0B-12F0-E41CB71C213E}"/>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ED12AF79-0C9F-A31B-5743-65597C0B0A79}"/>
              </a:ext>
            </a:extLst>
          </p:cNvPr>
          <p:cNvGrpSpPr/>
          <p:nvPr/>
        </p:nvGrpSpPr>
        <p:grpSpPr>
          <a:xfrm>
            <a:off x="546729" y="4986881"/>
            <a:ext cx="10420252" cy="0"/>
            <a:chOff x="419100" y="1927655"/>
            <a:chExt cx="7815189" cy="0"/>
          </a:xfrm>
        </p:grpSpPr>
        <p:cxnSp>
          <p:nvCxnSpPr>
            <p:cNvPr id="31" name="Straight Connector 30">
              <a:extLst>
                <a:ext uri="{FF2B5EF4-FFF2-40B4-BE49-F238E27FC236}">
                  <a16:creationId xmlns:a16="http://schemas.microsoft.com/office/drawing/2014/main" id="{62035680-E8D5-5ECE-581C-D7DB404A7F84}"/>
                </a:ext>
              </a:extLst>
            </p:cNvPr>
            <p:cNvCxnSpPr>
              <a:cxnSpLocks/>
            </p:cNvCxnSpPr>
            <p:nvPr/>
          </p:nvCxnSpPr>
          <p:spPr>
            <a:xfrm>
              <a:off x="41910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37CFC37-ED96-8E79-8977-2018D7D7CB7F}"/>
                </a:ext>
              </a:extLst>
            </p:cNvPr>
            <p:cNvCxnSpPr>
              <a:cxnSpLocks/>
            </p:cNvCxnSpPr>
            <p:nvPr/>
          </p:nvCxnSpPr>
          <p:spPr>
            <a:xfrm>
              <a:off x="4503420" y="1927655"/>
              <a:ext cx="3730869" cy="0"/>
            </a:xfrm>
            <a:prstGeom prst="line">
              <a:avLst/>
            </a:prstGeom>
            <a:ln w="25400" cap="rnd">
              <a:solidFill>
                <a:schemeClr val="bg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83" name="Text Placeholder 82">
            <a:extLst>
              <a:ext uri="{FF2B5EF4-FFF2-40B4-BE49-F238E27FC236}">
                <a16:creationId xmlns:a16="http://schemas.microsoft.com/office/drawing/2014/main" id="{BC18439E-E5EB-9746-CF24-3D7553025FED}"/>
              </a:ext>
            </a:extLst>
          </p:cNvPr>
          <p:cNvSpPr>
            <a:spLocks noGrp="1"/>
          </p:cNvSpPr>
          <p:nvPr>
            <p:ph type="body" sz="quarter" idx="16" hasCustomPrompt="1"/>
          </p:nvPr>
        </p:nvSpPr>
        <p:spPr>
          <a:xfrm>
            <a:off x="475470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4" name="Text Placeholder 82">
            <a:extLst>
              <a:ext uri="{FF2B5EF4-FFF2-40B4-BE49-F238E27FC236}">
                <a16:creationId xmlns:a16="http://schemas.microsoft.com/office/drawing/2014/main" id="{C5843CD8-08C1-C39E-7A34-239D47C3C66B}"/>
              </a:ext>
            </a:extLst>
          </p:cNvPr>
          <p:cNvSpPr>
            <a:spLocks noGrp="1"/>
          </p:cNvSpPr>
          <p:nvPr>
            <p:ph type="body" sz="quarter" idx="17" hasCustomPrompt="1"/>
          </p:nvPr>
        </p:nvSpPr>
        <p:spPr>
          <a:xfrm>
            <a:off x="475470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5" name="Text Placeholder 82">
            <a:extLst>
              <a:ext uri="{FF2B5EF4-FFF2-40B4-BE49-F238E27FC236}">
                <a16:creationId xmlns:a16="http://schemas.microsoft.com/office/drawing/2014/main" id="{8CE98B1D-47B8-5D81-90D8-B1AD564DC77B}"/>
              </a:ext>
            </a:extLst>
          </p:cNvPr>
          <p:cNvSpPr>
            <a:spLocks noGrp="1"/>
          </p:cNvSpPr>
          <p:nvPr>
            <p:ph type="body" sz="quarter" idx="18" hasCustomPrompt="1"/>
          </p:nvPr>
        </p:nvSpPr>
        <p:spPr>
          <a:xfrm>
            <a:off x="475470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6" name="Text Placeholder 82">
            <a:extLst>
              <a:ext uri="{FF2B5EF4-FFF2-40B4-BE49-F238E27FC236}">
                <a16:creationId xmlns:a16="http://schemas.microsoft.com/office/drawing/2014/main" id="{F5D9D48F-54D3-EFE0-A08F-9D9D5C8AFC6E}"/>
              </a:ext>
            </a:extLst>
          </p:cNvPr>
          <p:cNvSpPr>
            <a:spLocks noGrp="1"/>
          </p:cNvSpPr>
          <p:nvPr>
            <p:ph type="body" sz="quarter" idx="19" hasCustomPrompt="1"/>
          </p:nvPr>
        </p:nvSpPr>
        <p:spPr>
          <a:xfrm>
            <a:off x="475470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7" name="Text Placeholder 82">
            <a:extLst>
              <a:ext uri="{FF2B5EF4-FFF2-40B4-BE49-F238E27FC236}">
                <a16:creationId xmlns:a16="http://schemas.microsoft.com/office/drawing/2014/main" id="{40F09BFB-C215-D71F-E38E-C422B83E20D1}"/>
              </a:ext>
            </a:extLst>
          </p:cNvPr>
          <p:cNvSpPr>
            <a:spLocks noGrp="1"/>
          </p:cNvSpPr>
          <p:nvPr>
            <p:ph type="body" sz="quarter" idx="20" hasCustomPrompt="1"/>
          </p:nvPr>
        </p:nvSpPr>
        <p:spPr>
          <a:xfrm>
            <a:off x="475470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88" name="Text Placeholder 82">
            <a:extLst>
              <a:ext uri="{FF2B5EF4-FFF2-40B4-BE49-F238E27FC236}">
                <a16:creationId xmlns:a16="http://schemas.microsoft.com/office/drawing/2014/main" id="{C06BF87A-47B4-91B6-7596-9D3934EEAAF2}"/>
              </a:ext>
            </a:extLst>
          </p:cNvPr>
          <p:cNvSpPr>
            <a:spLocks noGrp="1"/>
          </p:cNvSpPr>
          <p:nvPr>
            <p:ph type="body" sz="quarter" idx="21" hasCustomPrompt="1"/>
          </p:nvPr>
        </p:nvSpPr>
        <p:spPr>
          <a:xfrm>
            <a:off x="475470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8" name="Text Placeholder 82">
            <a:extLst>
              <a:ext uri="{FF2B5EF4-FFF2-40B4-BE49-F238E27FC236}">
                <a16:creationId xmlns:a16="http://schemas.microsoft.com/office/drawing/2014/main" id="{52695F43-3340-2C5E-5302-8F86FC04A04E}"/>
              </a:ext>
            </a:extLst>
          </p:cNvPr>
          <p:cNvSpPr>
            <a:spLocks noGrp="1"/>
          </p:cNvSpPr>
          <p:nvPr>
            <p:ph type="body" sz="quarter" idx="28" hasCustomPrompt="1"/>
          </p:nvPr>
        </p:nvSpPr>
        <p:spPr>
          <a:xfrm>
            <a:off x="10180143" y="1352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99" name="Text Placeholder 82">
            <a:extLst>
              <a:ext uri="{FF2B5EF4-FFF2-40B4-BE49-F238E27FC236}">
                <a16:creationId xmlns:a16="http://schemas.microsoft.com/office/drawing/2014/main" id="{5FC8FD77-222C-FFC4-49AB-71302455A1A2}"/>
              </a:ext>
            </a:extLst>
          </p:cNvPr>
          <p:cNvSpPr>
            <a:spLocks noGrp="1"/>
          </p:cNvSpPr>
          <p:nvPr>
            <p:ph type="body" sz="quarter" idx="29" hasCustomPrompt="1"/>
          </p:nvPr>
        </p:nvSpPr>
        <p:spPr>
          <a:xfrm>
            <a:off x="10180143" y="2132839"/>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0" name="Text Placeholder 82">
            <a:extLst>
              <a:ext uri="{FF2B5EF4-FFF2-40B4-BE49-F238E27FC236}">
                <a16:creationId xmlns:a16="http://schemas.microsoft.com/office/drawing/2014/main" id="{B44F972F-6436-8220-BFED-64C891BB43B9}"/>
              </a:ext>
            </a:extLst>
          </p:cNvPr>
          <p:cNvSpPr>
            <a:spLocks noGrp="1"/>
          </p:cNvSpPr>
          <p:nvPr>
            <p:ph type="body" sz="quarter" idx="30" hasCustomPrompt="1"/>
          </p:nvPr>
        </p:nvSpPr>
        <p:spPr>
          <a:xfrm>
            <a:off x="10180143" y="287655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1" name="Text Placeholder 82">
            <a:extLst>
              <a:ext uri="{FF2B5EF4-FFF2-40B4-BE49-F238E27FC236}">
                <a16:creationId xmlns:a16="http://schemas.microsoft.com/office/drawing/2014/main" id="{2996F404-5C5E-53CA-A7D8-7F0BC12610A9}"/>
              </a:ext>
            </a:extLst>
          </p:cNvPr>
          <p:cNvSpPr>
            <a:spLocks noGrp="1"/>
          </p:cNvSpPr>
          <p:nvPr>
            <p:ph type="body" sz="quarter" idx="31" hasCustomPrompt="1"/>
          </p:nvPr>
        </p:nvSpPr>
        <p:spPr>
          <a:xfrm>
            <a:off x="10180143" y="3644647"/>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2" name="Text Placeholder 82">
            <a:extLst>
              <a:ext uri="{FF2B5EF4-FFF2-40B4-BE49-F238E27FC236}">
                <a16:creationId xmlns:a16="http://schemas.microsoft.com/office/drawing/2014/main" id="{108EC25F-1D23-3887-7228-ECABE634DE03}"/>
              </a:ext>
            </a:extLst>
          </p:cNvPr>
          <p:cNvSpPr>
            <a:spLocks noGrp="1"/>
          </p:cNvSpPr>
          <p:nvPr>
            <p:ph type="body" sz="quarter" idx="32" hasCustomPrompt="1"/>
          </p:nvPr>
        </p:nvSpPr>
        <p:spPr>
          <a:xfrm>
            <a:off x="10180143" y="4424935"/>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3" name="Text Placeholder 82">
            <a:extLst>
              <a:ext uri="{FF2B5EF4-FFF2-40B4-BE49-F238E27FC236}">
                <a16:creationId xmlns:a16="http://schemas.microsoft.com/office/drawing/2014/main" id="{50D68924-F727-5E07-BD9A-EF5365218F24}"/>
              </a:ext>
            </a:extLst>
          </p:cNvPr>
          <p:cNvSpPr>
            <a:spLocks noGrp="1"/>
          </p:cNvSpPr>
          <p:nvPr>
            <p:ph type="body" sz="quarter" idx="33" hasCustomPrompt="1"/>
          </p:nvPr>
        </p:nvSpPr>
        <p:spPr>
          <a:xfrm>
            <a:off x="10180143" y="5193031"/>
            <a:ext cx="778589" cy="455083"/>
          </a:xfrm>
          <a:prstGeom prst="rect">
            <a:avLst/>
          </a:prstGeom>
        </p:spPr>
        <p:txBody>
          <a:bodyPr/>
          <a:lstStyle>
            <a:lvl1pPr marL="0" indent="0" algn="r">
              <a:buNone/>
              <a:defRPr b="0" i="0">
                <a:solidFill>
                  <a:schemeClr val="accent1"/>
                </a:solidFill>
                <a:latin typeface="Arial" panose="020B0604020202020204" pitchFamily="34" charset="0"/>
                <a:ea typeface="Inter Medium" panose="02000503000000020004" pitchFamily="2" charset="0"/>
              </a:defRPr>
            </a:lvl1pPr>
          </a:lstStyle>
          <a:p>
            <a:pPr lvl="0"/>
            <a:r>
              <a:rPr lang="en-US"/>
              <a:t>00</a:t>
            </a:r>
          </a:p>
        </p:txBody>
      </p:sp>
      <p:sp>
        <p:nvSpPr>
          <p:cNvPr id="104" name="Freeform 103">
            <a:extLst>
              <a:ext uri="{FF2B5EF4-FFF2-40B4-BE49-F238E27FC236}">
                <a16:creationId xmlns:a16="http://schemas.microsoft.com/office/drawing/2014/main" id="{2D71764C-C9BA-EE23-3D79-6807194B058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5" name="Picture 104">
            <a:extLst>
              <a:ext uri="{FF2B5EF4-FFF2-40B4-BE49-F238E27FC236}">
                <a16:creationId xmlns:a16="http://schemas.microsoft.com/office/drawing/2014/main" id="{7A34F86A-FAD0-61EE-3393-3D77BA6D21A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 name="Text Placeholder 22">
            <a:extLst>
              <a:ext uri="{FF2B5EF4-FFF2-40B4-BE49-F238E27FC236}">
                <a16:creationId xmlns:a16="http://schemas.microsoft.com/office/drawing/2014/main" id="{3E9939B4-B230-C4EF-EED5-2F273F868CEE}"/>
              </a:ext>
            </a:extLst>
          </p:cNvPr>
          <p:cNvSpPr>
            <a:spLocks noGrp="1"/>
          </p:cNvSpPr>
          <p:nvPr>
            <p:ph type="body" sz="quarter" idx="43" hasCustomPrompt="1"/>
          </p:nvPr>
        </p:nvSpPr>
        <p:spPr>
          <a:xfrm>
            <a:off x="602454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5" name="Text Placeholder 22">
            <a:extLst>
              <a:ext uri="{FF2B5EF4-FFF2-40B4-BE49-F238E27FC236}">
                <a16:creationId xmlns:a16="http://schemas.microsoft.com/office/drawing/2014/main" id="{676A0BA9-245D-90E8-C2D2-9351777DE7EF}"/>
              </a:ext>
            </a:extLst>
          </p:cNvPr>
          <p:cNvSpPr>
            <a:spLocks noGrp="1"/>
          </p:cNvSpPr>
          <p:nvPr>
            <p:ph type="body" sz="quarter" idx="44" hasCustomPrompt="1"/>
          </p:nvPr>
        </p:nvSpPr>
        <p:spPr>
          <a:xfrm>
            <a:off x="578787" y="213254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6" name="Text Placeholder 22">
            <a:extLst>
              <a:ext uri="{FF2B5EF4-FFF2-40B4-BE49-F238E27FC236}">
                <a16:creationId xmlns:a16="http://schemas.microsoft.com/office/drawing/2014/main" id="{2ED746F7-BF8B-732F-8827-44047F691564}"/>
              </a:ext>
            </a:extLst>
          </p:cNvPr>
          <p:cNvSpPr>
            <a:spLocks noGrp="1"/>
          </p:cNvSpPr>
          <p:nvPr>
            <p:ph type="body" sz="quarter" idx="45" hasCustomPrompt="1"/>
          </p:nvPr>
        </p:nvSpPr>
        <p:spPr>
          <a:xfrm>
            <a:off x="601438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7" name="Text Placeholder 22">
            <a:extLst>
              <a:ext uri="{FF2B5EF4-FFF2-40B4-BE49-F238E27FC236}">
                <a16:creationId xmlns:a16="http://schemas.microsoft.com/office/drawing/2014/main" id="{5675D590-313D-9241-8578-A6308D88E743}"/>
              </a:ext>
            </a:extLst>
          </p:cNvPr>
          <p:cNvSpPr>
            <a:spLocks noGrp="1"/>
          </p:cNvSpPr>
          <p:nvPr>
            <p:ph type="body" sz="quarter" idx="46" hasCustomPrompt="1"/>
          </p:nvPr>
        </p:nvSpPr>
        <p:spPr>
          <a:xfrm>
            <a:off x="568627" y="2884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8" name="Text Placeholder 22">
            <a:extLst>
              <a:ext uri="{FF2B5EF4-FFF2-40B4-BE49-F238E27FC236}">
                <a16:creationId xmlns:a16="http://schemas.microsoft.com/office/drawing/2014/main" id="{620628B6-9E39-D448-DC0C-021914930179}"/>
              </a:ext>
            </a:extLst>
          </p:cNvPr>
          <p:cNvSpPr>
            <a:spLocks noGrp="1"/>
          </p:cNvSpPr>
          <p:nvPr>
            <p:ph type="body" sz="quarter" idx="47" hasCustomPrompt="1"/>
          </p:nvPr>
        </p:nvSpPr>
        <p:spPr>
          <a:xfrm>
            <a:off x="601438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9" name="Text Placeholder 22">
            <a:extLst>
              <a:ext uri="{FF2B5EF4-FFF2-40B4-BE49-F238E27FC236}">
                <a16:creationId xmlns:a16="http://schemas.microsoft.com/office/drawing/2014/main" id="{D882043F-7ECB-2885-F82D-A658BDA47DD1}"/>
              </a:ext>
            </a:extLst>
          </p:cNvPr>
          <p:cNvSpPr>
            <a:spLocks noGrp="1"/>
          </p:cNvSpPr>
          <p:nvPr>
            <p:ph type="body" sz="quarter" idx="48" hasCustomPrompt="1"/>
          </p:nvPr>
        </p:nvSpPr>
        <p:spPr>
          <a:xfrm>
            <a:off x="568627" y="364638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3" name="Text Placeholder 22">
            <a:extLst>
              <a:ext uri="{FF2B5EF4-FFF2-40B4-BE49-F238E27FC236}">
                <a16:creationId xmlns:a16="http://schemas.microsoft.com/office/drawing/2014/main" id="{1532104A-E7F6-79C7-C82A-0ED9C58EB272}"/>
              </a:ext>
            </a:extLst>
          </p:cNvPr>
          <p:cNvSpPr>
            <a:spLocks noGrp="1"/>
          </p:cNvSpPr>
          <p:nvPr>
            <p:ph type="body" sz="quarter" idx="49" hasCustomPrompt="1"/>
          </p:nvPr>
        </p:nvSpPr>
        <p:spPr>
          <a:xfrm>
            <a:off x="601438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4" name="Text Placeholder 22">
            <a:extLst>
              <a:ext uri="{FF2B5EF4-FFF2-40B4-BE49-F238E27FC236}">
                <a16:creationId xmlns:a16="http://schemas.microsoft.com/office/drawing/2014/main" id="{F7D240C8-0809-6C97-786C-3399CCE44BAC}"/>
              </a:ext>
            </a:extLst>
          </p:cNvPr>
          <p:cNvSpPr>
            <a:spLocks noGrp="1"/>
          </p:cNvSpPr>
          <p:nvPr>
            <p:ph type="body" sz="quarter" idx="50" hasCustomPrompt="1"/>
          </p:nvPr>
        </p:nvSpPr>
        <p:spPr>
          <a:xfrm>
            <a:off x="568627" y="442870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8" name="Text Placeholder 22">
            <a:extLst>
              <a:ext uri="{FF2B5EF4-FFF2-40B4-BE49-F238E27FC236}">
                <a16:creationId xmlns:a16="http://schemas.microsoft.com/office/drawing/2014/main" id="{028CF55C-6B79-C9E3-7742-DAE81B447D2F}"/>
              </a:ext>
            </a:extLst>
          </p:cNvPr>
          <p:cNvSpPr>
            <a:spLocks noGrp="1"/>
          </p:cNvSpPr>
          <p:nvPr>
            <p:ph type="body" sz="quarter" idx="51" hasCustomPrompt="1"/>
          </p:nvPr>
        </p:nvSpPr>
        <p:spPr>
          <a:xfrm>
            <a:off x="601438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
        <p:nvSpPr>
          <p:cNvPr id="19" name="Text Placeholder 22">
            <a:extLst>
              <a:ext uri="{FF2B5EF4-FFF2-40B4-BE49-F238E27FC236}">
                <a16:creationId xmlns:a16="http://schemas.microsoft.com/office/drawing/2014/main" id="{AAE42E94-7B78-76A6-8945-01A4346FD23C}"/>
              </a:ext>
            </a:extLst>
          </p:cNvPr>
          <p:cNvSpPr>
            <a:spLocks noGrp="1"/>
          </p:cNvSpPr>
          <p:nvPr>
            <p:ph type="body" sz="quarter" idx="52" hasCustomPrompt="1"/>
          </p:nvPr>
        </p:nvSpPr>
        <p:spPr>
          <a:xfrm>
            <a:off x="568627" y="5200863"/>
            <a:ext cx="4165757" cy="432951"/>
          </a:xfrm>
          <a:prstGeom prst="rect">
            <a:avLst/>
          </a:prstGeom>
        </p:spPr>
        <p:txBody>
          <a:bodyPr lIns="0" anchor="ctr"/>
          <a:lstStyle>
            <a:lvl1pPr marL="0" indent="0">
              <a:buNone/>
              <a:defRPr>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Agenda item goes here</a:t>
            </a:r>
          </a:p>
        </p:txBody>
      </p:sp>
    </p:spTree>
    <p:extLst>
      <p:ext uri="{BB962C8B-B14F-4D97-AF65-F5344CB8AC3E}">
        <p14:creationId xmlns:p14="http://schemas.microsoft.com/office/powerpoint/2010/main" val="2876517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Break 1">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0"/>
            <a:ext cx="12192000" cy="6861331"/>
          </a:xfrm>
          <a:prstGeom prst="rect">
            <a:avLst/>
          </a:prstGeom>
        </p:spPr>
      </p:pic>
      <p:sp>
        <p:nvSpPr>
          <p:cNvPr id="10" name="Title 1">
            <a:extLst>
              <a:ext uri="{FF2B5EF4-FFF2-40B4-BE49-F238E27FC236}">
                <a16:creationId xmlns:a16="http://schemas.microsoft.com/office/drawing/2014/main" id="{82265AD4-28B9-3341-EA1E-60F8F706115A}"/>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
        <p:nvSpPr>
          <p:cNvPr id="2" name="Freeform 1">
            <a:extLst>
              <a:ext uri="{FF2B5EF4-FFF2-40B4-BE49-F238E27FC236}">
                <a16:creationId xmlns:a16="http://schemas.microsoft.com/office/drawing/2014/main" id="{76415838-5B68-4E02-41CF-EFD7ED0C5B8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9142D5D1-DFD2-9F02-15FE-060AF19A686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D570056E-6E86-2B2D-B9B4-8E3A5D4D9105}"/>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F7D0A1C6-79A3-5774-A4BC-CE0047CB853F}"/>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8D0DEBBC-0A12-4CEF-22A6-2194B5E5436F}"/>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8302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Break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6F344D-EE4A-D48A-98FE-E5A878E1154D}"/>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0" y="0"/>
            <a:ext cx="12191997" cy="6861331"/>
          </a:xfrm>
          <a:prstGeom prst="rect">
            <a:avLst/>
          </a:prstGeom>
        </p:spPr>
      </p:pic>
      <p:sp>
        <p:nvSpPr>
          <p:cNvPr id="3" name="Freeform 2">
            <a:extLst>
              <a:ext uri="{FF2B5EF4-FFF2-40B4-BE49-F238E27FC236}">
                <a16:creationId xmlns:a16="http://schemas.microsoft.com/office/drawing/2014/main" id="{9E0FE765-AFD6-F6B4-0A72-29D345EB0D1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10">
            <a:extLst>
              <a:ext uri="{FF2B5EF4-FFF2-40B4-BE49-F238E27FC236}">
                <a16:creationId xmlns:a16="http://schemas.microsoft.com/office/drawing/2014/main" id="{AA3494BB-CB88-1F77-2AB8-E5DBC6EB58BA}"/>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1" name="TextBox 10">
            <a:extLst>
              <a:ext uri="{FF2B5EF4-FFF2-40B4-BE49-F238E27FC236}">
                <a16:creationId xmlns:a16="http://schemas.microsoft.com/office/drawing/2014/main" id="{94F1EC2E-C33E-D048-D17E-3AAB33FA6B86}"/>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 name="TextBox 11">
            <a:extLst>
              <a:ext uri="{FF2B5EF4-FFF2-40B4-BE49-F238E27FC236}">
                <a16:creationId xmlns:a16="http://schemas.microsoft.com/office/drawing/2014/main" id="{3200E430-EECC-AE67-7AF8-D3B04048BB5E}"/>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13" name="Straight Connector 12">
            <a:extLst>
              <a:ext uri="{FF2B5EF4-FFF2-40B4-BE49-F238E27FC236}">
                <a16:creationId xmlns:a16="http://schemas.microsoft.com/office/drawing/2014/main" id="{BE2CD5AB-7016-A243-C8F4-57685BE03DDC}"/>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C47ECBF6-EE44-4492-7765-EF21A96DF171}"/>
              </a:ext>
            </a:extLst>
          </p:cNvPr>
          <p:cNvSpPr>
            <a:spLocks noGrp="1"/>
          </p:cNvSpPr>
          <p:nvPr>
            <p:ph type="title" hasCustomPrompt="1"/>
          </p:nvPr>
        </p:nvSpPr>
        <p:spPr>
          <a:xfrm>
            <a:off x="1219206" y="3429000"/>
            <a:ext cx="10210795" cy="1380528"/>
          </a:xfrm>
          <a:prstGeom prst="rect">
            <a:avLst/>
          </a:prstGeom>
        </p:spPr>
        <p:txBody>
          <a:bodyPr lIns="0" rIns="0"/>
          <a:lstStyle>
            <a:lvl1pPr algn="l">
              <a:defRPr sz="48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Section break</a:t>
            </a:r>
            <a:endParaRPr lang="en-JM"/>
          </a:p>
        </p:txBody>
      </p:sp>
    </p:spTree>
    <p:extLst>
      <p:ext uri="{BB962C8B-B14F-4D97-AF65-F5344CB8AC3E}">
        <p14:creationId xmlns:p14="http://schemas.microsoft.com/office/powerpoint/2010/main" val="4157532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Break 3">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C8616854-9775-A704-4354-DB1A9CD5D9CB}"/>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1665"/>
            <a:ext cx="12192000" cy="6861329"/>
          </a:xfrm>
          <a:prstGeom prst="rect">
            <a:avLst/>
          </a:prstGeom>
        </p:spPr>
      </p:pic>
      <p:sp>
        <p:nvSpPr>
          <p:cNvPr id="4" name="Freeform 3">
            <a:extLst>
              <a:ext uri="{FF2B5EF4-FFF2-40B4-BE49-F238E27FC236}">
                <a16:creationId xmlns:a16="http://schemas.microsoft.com/office/drawing/2014/main" id="{06EFAD34-422C-821B-6AA8-865AB64849E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2437B391-2B7E-766D-F565-DAA449BA092E}"/>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48EFD6BE-66D2-9C41-574E-016F5EA578E2}"/>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798AC605-9333-7664-D4A1-DB20DA2E1D98}"/>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8752F0FF-8E5F-80C8-5B28-3972726C3921}"/>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4C9FC9A-1279-3B92-99A5-8FF6C87EF04A}"/>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bg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1" name="Text Placeholder 16">
            <a:extLst>
              <a:ext uri="{FF2B5EF4-FFF2-40B4-BE49-F238E27FC236}">
                <a16:creationId xmlns:a16="http://schemas.microsoft.com/office/drawing/2014/main" id="{73015DC5-BDDA-0E5B-9A9E-9C98FC4538AE}"/>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1"/>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939556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Break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96B2FF-56EC-EB8D-A8DC-3BE3D92723FB}"/>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 y="0"/>
            <a:ext cx="12191997" cy="6861331"/>
          </a:xfrm>
          <a:prstGeom prst="rect">
            <a:avLst/>
          </a:prstGeom>
        </p:spPr>
      </p:pic>
      <p:sp>
        <p:nvSpPr>
          <p:cNvPr id="4" name="Freeform 3">
            <a:extLst>
              <a:ext uri="{FF2B5EF4-FFF2-40B4-BE49-F238E27FC236}">
                <a16:creationId xmlns:a16="http://schemas.microsoft.com/office/drawing/2014/main" id="{FBC92347-DDCF-063A-76BF-47B20390C4E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C6E25E34-EB85-56D9-0D9E-D61B1B75C817}"/>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BD3AF043-2279-CFF7-6DB5-8F5EDA02DE73}"/>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8F1A5C39-7218-974C-EEB6-FDD76E41F825}"/>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EEA5B356-9B8C-6362-49B3-AD8BDD3A4546}"/>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9A0DA1E0-B44F-2584-D290-592005773B07}"/>
              </a:ext>
            </a:extLst>
          </p:cNvPr>
          <p:cNvSpPr>
            <a:spLocks noGrp="1"/>
          </p:cNvSpPr>
          <p:nvPr>
            <p:ph type="title" hasCustomPrompt="1"/>
          </p:nvPr>
        </p:nvSpPr>
        <p:spPr>
          <a:xfrm>
            <a:off x="1018036" y="3536015"/>
            <a:ext cx="5681467" cy="2117424"/>
          </a:xfrm>
          <a:prstGeom prst="rect">
            <a:avLst/>
          </a:prstGeom>
        </p:spPr>
        <p:txBody>
          <a:bodyPr lIns="0" rIns="0"/>
          <a:lstStyle>
            <a:lvl1pPr algn="l">
              <a:defRPr sz="4267" b="0" i="0">
                <a:solidFill>
                  <a:schemeClr val="tx2"/>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16">
            <a:extLst>
              <a:ext uri="{FF2B5EF4-FFF2-40B4-BE49-F238E27FC236}">
                <a16:creationId xmlns:a16="http://schemas.microsoft.com/office/drawing/2014/main" id="{D1D9D5D8-5D16-7719-D149-1173959430AB}"/>
              </a:ext>
            </a:extLst>
          </p:cNvPr>
          <p:cNvSpPr>
            <a:spLocks noGrp="1"/>
          </p:cNvSpPr>
          <p:nvPr>
            <p:ph type="body" sz="quarter" idx="10" hasCustomPrompt="1"/>
          </p:nvPr>
        </p:nvSpPr>
        <p:spPr>
          <a:xfrm>
            <a:off x="1018117" y="2812115"/>
            <a:ext cx="5681385"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1439053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Break 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8FC9664-1723-E76F-B6F9-67F31084BAFA}"/>
              </a:ext>
            </a:extLst>
          </p:cNvPr>
          <p:cNvSpPr/>
          <p:nvPr/>
        </p:nvSpPr>
        <p:spPr>
          <a:xfrm rot="10800000">
            <a:off x="1" y="-2139"/>
            <a:ext cx="4073460" cy="6860140"/>
          </a:xfrm>
          <a:custGeom>
            <a:avLst/>
            <a:gdLst>
              <a:gd name="connsiteX0" fmla="*/ 3055095 w 3055095"/>
              <a:gd name="connsiteY0" fmla="*/ 5145105 h 5145105"/>
              <a:gd name="connsiteX1" fmla="*/ 1549948 w 3055095"/>
              <a:gd name="connsiteY1" fmla="*/ 5145105 h 5145105"/>
              <a:gd name="connsiteX2" fmla="*/ 1404188 w 3055095"/>
              <a:gd name="connsiteY2" fmla="*/ 5145105 h 5145105"/>
              <a:gd name="connsiteX3" fmla="*/ 0 w 3055095"/>
              <a:gd name="connsiteY3" fmla="*/ 5145105 h 5145105"/>
              <a:gd name="connsiteX4" fmla="*/ 2168290 w 3055095"/>
              <a:gd name="connsiteY4" fmla="*/ 0 h 5145105"/>
              <a:gd name="connsiteX5" fmla="*/ 3055095 w 3055095"/>
              <a:gd name="connsiteY5" fmla="*/ 0 h 514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095" h="5145105">
                <a:moveTo>
                  <a:pt x="3055095" y="5145105"/>
                </a:moveTo>
                <a:lnTo>
                  <a:pt x="1549948" y="5145105"/>
                </a:lnTo>
                <a:lnTo>
                  <a:pt x="1404188" y="5145105"/>
                </a:lnTo>
                <a:lnTo>
                  <a:pt x="0" y="5145105"/>
                </a:lnTo>
                <a:lnTo>
                  <a:pt x="2168290" y="0"/>
                </a:lnTo>
                <a:lnTo>
                  <a:pt x="3055095"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60FAF736-D546-51ED-629B-DF91B344BC40}"/>
              </a:ext>
            </a:extLst>
          </p:cNvPr>
          <p:cNvSpPr>
            <a:spLocks noGrp="1"/>
          </p:cNvSpPr>
          <p:nvPr>
            <p:ph type="title" hasCustomPrompt="1"/>
          </p:nvPr>
        </p:nvSpPr>
        <p:spPr>
          <a:xfrm>
            <a:off x="4485134" y="2575435"/>
            <a:ext cx="6601857" cy="2117424"/>
          </a:xfrm>
          <a:prstGeom prst="rect">
            <a:avLst/>
          </a:prstGeom>
        </p:spPr>
        <p:txBody>
          <a:bodyPr lIns="0" rIns="0" anchor="b"/>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10" name="Text Placeholder 21">
            <a:extLst>
              <a:ext uri="{FF2B5EF4-FFF2-40B4-BE49-F238E27FC236}">
                <a16:creationId xmlns:a16="http://schemas.microsoft.com/office/drawing/2014/main" id="{FE544BD6-2AAF-5DE6-3DCE-6B16F64E788B}"/>
              </a:ext>
            </a:extLst>
          </p:cNvPr>
          <p:cNvSpPr>
            <a:spLocks noGrp="1"/>
          </p:cNvSpPr>
          <p:nvPr>
            <p:ph type="body" sz="quarter" idx="10" hasCustomPrompt="1"/>
          </p:nvPr>
        </p:nvSpPr>
        <p:spPr>
          <a:xfrm>
            <a:off x="4485215" y="5029200"/>
            <a:ext cx="6601877" cy="731501"/>
          </a:xfrm>
          <a:prstGeom prst="rect">
            <a:avLst/>
          </a:prstGeom>
        </p:spPr>
        <p:txBody>
          <a:bodyPr lIns="0"/>
          <a:lstStyle>
            <a:lvl1pPr marL="0" indent="0">
              <a:buNone/>
              <a:defRPr sz="2400" b="0" i="0">
                <a:solidFill>
                  <a:schemeClr val="tx1"/>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 name="Text Placeholder 16">
            <a:extLst>
              <a:ext uri="{FF2B5EF4-FFF2-40B4-BE49-F238E27FC236}">
                <a16:creationId xmlns:a16="http://schemas.microsoft.com/office/drawing/2014/main" id="{F038B74B-3C17-F4D3-EB22-27C108C385A9}"/>
              </a:ext>
            </a:extLst>
          </p:cNvPr>
          <p:cNvSpPr>
            <a:spLocks noGrp="1"/>
          </p:cNvSpPr>
          <p:nvPr>
            <p:ph type="body" sz="quarter" idx="11" hasCustomPrompt="1"/>
          </p:nvPr>
        </p:nvSpPr>
        <p:spPr>
          <a:xfrm>
            <a:off x="4485133" y="842363"/>
            <a:ext cx="6601856" cy="509871"/>
          </a:xfrm>
          <a:prstGeom prst="rect">
            <a:avLst/>
          </a:prstGeom>
        </p:spPr>
        <p:txBody>
          <a:bodyPr lIns="0" anchor="t"/>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spTree>
    <p:extLst>
      <p:ext uri="{BB962C8B-B14F-4D97-AF65-F5344CB8AC3E}">
        <p14:creationId xmlns:p14="http://schemas.microsoft.com/office/powerpoint/2010/main" val="2720940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Break 6">
    <p:bg>
      <p:bgPr>
        <a:solidFill>
          <a:schemeClr val="bg2"/>
        </a:solidFill>
        <a:effectLst/>
      </p:bgPr>
    </p:bg>
    <p:spTree>
      <p:nvGrpSpPr>
        <p:cNvPr id="1" name=""/>
        <p:cNvGrpSpPr/>
        <p:nvPr/>
      </p:nvGrpSpPr>
      <p:grpSpPr>
        <a:xfrm>
          <a:off x="0" y="0"/>
          <a:ext cx="0" cy="0"/>
          <a:chOff x="0" y="0"/>
          <a:chExt cx="0" cy="0"/>
        </a:xfrm>
      </p:grpSpPr>
      <p:sp>
        <p:nvSpPr>
          <p:cNvPr id="33" name="Text Placeholder 16">
            <a:extLst>
              <a:ext uri="{FF2B5EF4-FFF2-40B4-BE49-F238E27FC236}">
                <a16:creationId xmlns:a16="http://schemas.microsoft.com/office/drawing/2014/main" id="{5E9610BD-26ED-A55E-F94E-01EE1BCC2210}"/>
              </a:ext>
            </a:extLst>
          </p:cNvPr>
          <p:cNvSpPr>
            <a:spLocks noGrp="1"/>
          </p:cNvSpPr>
          <p:nvPr>
            <p:ph type="body" sz="quarter" idx="11" hasCustomPrompt="1"/>
          </p:nvPr>
        </p:nvSpPr>
        <p:spPr>
          <a:xfrm>
            <a:off x="4485133" y="2707022"/>
            <a:ext cx="6601856" cy="509871"/>
          </a:xfrm>
          <a:prstGeom prst="rect">
            <a:avLst/>
          </a:prstGeom>
        </p:spPr>
        <p:txBody>
          <a:bodyPr lIns="0" anchor="b"/>
          <a:lstStyle>
            <a:lvl1pPr marL="0" indent="0">
              <a:buNone/>
              <a:defRPr sz="2400" b="0" i="0">
                <a:solidFill>
                  <a:schemeClr val="accent2"/>
                </a:solidFill>
                <a:latin typeface="Arial" panose="020B0604020202020204" pitchFamily="34" charset="0"/>
                <a:ea typeface="Inter Medium" panose="02000503000000020004" pitchFamily="2" charset="0"/>
              </a:defRPr>
            </a:lvl1pPr>
            <a:lvl2pPr marL="609585" indent="0">
              <a:buNone/>
              <a:defRPr b="0" i="0">
                <a:latin typeface="Inter Medium" panose="02000503000000020004" pitchFamily="2" charset="0"/>
                <a:ea typeface="Inter Medium" panose="02000503000000020004" pitchFamily="2" charset="0"/>
              </a:defRPr>
            </a:lvl2pPr>
            <a:lvl3pPr marL="1219170" indent="0">
              <a:buNone/>
              <a:defRPr b="0" i="0">
                <a:latin typeface="Inter Medium" panose="02000503000000020004" pitchFamily="2" charset="0"/>
                <a:ea typeface="Inter Medium" panose="02000503000000020004" pitchFamily="2" charset="0"/>
              </a:defRPr>
            </a:lvl3pPr>
            <a:lvl4pPr marL="1828754" indent="0">
              <a:buNone/>
              <a:defRPr b="0" i="0">
                <a:latin typeface="Inter Medium" panose="02000503000000020004" pitchFamily="2" charset="0"/>
                <a:ea typeface="Inter Medium" panose="02000503000000020004" pitchFamily="2" charset="0"/>
              </a:defRPr>
            </a:lvl4pPr>
            <a:lvl5pPr marL="2438339" indent="0">
              <a:buNone/>
              <a:defRPr b="0" i="0">
                <a:latin typeface="Inter Medium" panose="02000503000000020004" pitchFamily="2" charset="0"/>
                <a:ea typeface="Inter Medium" panose="02000503000000020004" pitchFamily="2" charset="0"/>
              </a:defRPr>
            </a:lvl5pPr>
          </a:lstStyle>
          <a:p>
            <a:pPr lvl="0"/>
            <a:r>
              <a:rPr lang="en-US"/>
              <a:t>Section 01</a:t>
            </a:r>
          </a:p>
        </p:txBody>
      </p:sp>
      <p:pic>
        <p:nvPicPr>
          <p:cNvPr id="34" name="Picture 33">
            <a:extLst>
              <a:ext uri="{FF2B5EF4-FFF2-40B4-BE49-F238E27FC236}">
                <a16:creationId xmlns:a16="http://schemas.microsoft.com/office/drawing/2014/main" id="{B56A5FAC-C5C2-DC13-D79E-5DC9C5F5692B}"/>
              </a:ext>
            </a:extLst>
          </p:cNvPr>
          <p:cNvPicPr>
            <a:picLocks noChangeAspect="1"/>
          </p:cNvPicPr>
          <p:nvPr/>
        </p:nvPicPr>
        <p:blipFill>
          <a:blip r:embed="rId2" cstate="print">
            <a:extLst>
              <a:ext uri="{28A0092B-C50C-407E-A947-70E740481C1C}">
                <a14:useLocalDpi xmlns:a14="http://schemas.microsoft.com/office/drawing/2010/main"/>
              </a:ext>
            </a:extLst>
          </a:blip>
          <a:srcRect l="594"/>
          <a:stretch/>
        </p:blipFill>
        <p:spPr>
          <a:xfrm>
            <a:off x="1" y="-10245"/>
            <a:ext cx="3669801" cy="6874025"/>
          </a:xfrm>
          <a:prstGeom prst="rect">
            <a:avLst/>
          </a:prstGeom>
        </p:spPr>
      </p:pic>
      <p:sp>
        <p:nvSpPr>
          <p:cNvPr id="3" name="Title 1">
            <a:extLst>
              <a:ext uri="{FF2B5EF4-FFF2-40B4-BE49-F238E27FC236}">
                <a16:creationId xmlns:a16="http://schemas.microsoft.com/office/drawing/2014/main" id="{4A99D984-87F2-C643-DD78-DE62569BC8CC}"/>
              </a:ext>
            </a:extLst>
          </p:cNvPr>
          <p:cNvSpPr>
            <a:spLocks noGrp="1"/>
          </p:cNvSpPr>
          <p:nvPr>
            <p:ph type="title" hasCustomPrompt="1"/>
          </p:nvPr>
        </p:nvSpPr>
        <p:spPr>
          <a:xfrm>
            <a:off x="4485134" y="3429000"/>
            <a:ext cx="6601857" cy="2117424"/>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Lorem ipsum </a:t>
            </a:r>
            <a:r>
              <a:rPr lang="en-JM" err="1"/>
              <a:t>dolor</a:t>
            </a:r>
            <a:r>
              <a:rPr lang="en-JM"/>
              <a:t> sit </a:t>
            </a:r>
            <a:r>
              <a:rPr lang="en-JM" err="1"/>
              <a:t>amet</a:t>
            </a:r>
            <a:r>
              <a:rPr lang="en-JM"/>
              <a:t> </a:t>
            </a:r>
            <a:r>
              <a:rPr lang="en-JM" err="1"/>
              <a:t>consectetuer</a:t>
            </a:r>
            <a:r>
              <a:rPr lang="en-JM"/>
              <a:t> </a:t>
            </a:r>
            <a:r>
              <a:rPr lang="en-JM" err="1"/>
              <a:t>adipiscin</a:t>
            </a:r>
            <a:r>
              <a:rPr lang="en-JM"/>
              <a:t> lorem</a:t>
            </a:r>
          </a:p>
        </p:txBody>
      </p:sp>
      <p:sp>
        <p:nvSpPr>
          <p:cNvPr id="2" name="Freeform 1">
            <a:extLst>
              <a:ext uri="{FF2B5EF4-FFF2-40B4-BE49-F238E27FC236}">
                <a16:creationId xmlns:a16="http://schemas.microsoft.com/office/drawing/2014/main" id="{95A143DE-5B1F-1784-4A88-727C10F1EDD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4C90557B-EA66-5EBA-75AF-C0DC732DE934}"/>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7318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b="0" i="0">
                <a:solidFill>
                  <a:schemeClr val="tx2"/>
                </a:solidFill>
                <a:latin typeface="Arial" panose="020B0604020202020204" pitchFamily="34" charset="0"/>
                <a:cs typeface="Arial" panose="020B0604020202020204" pitchFamily="34" charset="0"/>
              </a:defRPr>
            </a:lvl4pPr>
            <a:lvl5pPr>
              <a:defRPr sz="2133" b="0" i="0">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509886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Content - Tan">
    <p:bg>
      <p:bgPr>
        <a:solidFill>
          <a:schemeClr val="bg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2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84565C3F-37AB-95B9-5BFB-B5DBA6AE754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B59F402-162A-9601-A81E-AD537C649E4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008937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Content - Ink">
    <p:bg>
      <p:bgRef idx="1001">
        <a:schemeClr val="bg2"/>
      </p:bgRef>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558800" y="1113133"/>
            <a:ext cx="108711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7FD56142-7226-4C54-7717-75CF355E5F9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3EF2671F-7973-97AA-7F39-1BD9DFD52C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187426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 Subtitle + Content">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3" y="795491"/>
            <a:ext cx="10871200"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594584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 Subtitle + Content - Tan">
    <p:bg>
      <p:bgPr>
        <a:solidFill>
          <a:schemeClr val="bg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2" y="795491"/>
            <a:ext cx="10871199" cy="451405"/>
          </a:xfrm>
          <a:prstGeom prst="rect">
            <a:avLst/>
          </a:prstGeom>
        </p:spPr>
        <p:txBody>
          <a:bodyPr lIns="0" rIns="0"/>
          <a:lstStyle>
            <a:lvl1pPr marL="0" indent="0">
              <a:buClrTx/>
              <a:buFont typeface="Arial" panose="020B0604020202020204" pitchFamily="34" charset="0"/>
              <a:buNone/>
              <a:tabLst/>
              <a:defRPr sz="1867"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803" y="1383126"/>
            <a:ext cx="10871200" cy="5043073"/>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53E12034-0F25-0C3C-2F73-DCED5E389B4F}"/>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7FF11EC-F32E-4E0A-5674-E8BA8199CB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7022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 Subtitle + Content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Content Placeholder 2">
            <a:extLst>
              <a:ext uri="{FF2B5EF4-FFF2-40B4-BE49-F238E27FC236}">
                <a16:creationId xmlns:a16="http://schemas.microsoft.com/office/drawing/2014/main" id="{0BEEE872-3F76-46CF-24FD-5763091E5F89}"/>
              </a:ext>
            </a:extLst>
          </p:cNvPr>
          <p:cNvSpPr>
            <a:spLocks noGrp="1"/>
          </p:cNvSpPr>
          <p:nvPr>
            <p:ph idx="1" hasCustomPrompt="1"/>
          </p:nvPr>
        </p:nvSpPr>
        <p:spPr>
          <a:xfrm>
            <a:off x="558800" y="786200"/>
            <a:ext cx="10871905" cy="451405"/>
          </a:xfrm>
          <a:prstGeom prst="rect">
            <a:avLst/>
          </a:prstGeom>
        </p:spPr>
        <p:txBody>
          <a:bodyPr lIns="0" rIns="0"/>
          <a:lstStyle>
            <a:lvl1pPr marL="0" indent="0">
              <a:buClrTx/>
              <a:buFont typeface="Arial" panose="020B0604020202020204" pitchFamily="34" charset="0"/>
              <a:buNone/>
              <a:tabLst/>
              <a:defRPr b="0" i="0">
                <a:solidFill>
                  <a:schemeClr val="accent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lvl="0"/>
            <a:r>
              <a:rPr lang="en-US"/>
              <a:t>Subhead text goes here</a:t>
            </a:r>
          </a:p>
        </p:txBody>
      </p:sp>
      <p:sp>
        <p:nvSpPr>
          <p:cNvPr id="5" name="Content Placeholder 2">
            <a:extLst>
              <a:ext uri="{FF2B5EF4-FFF2-40B4-BE49-F238E27FC236}">
                <a16:creationId xmlns:a16="http://schemas.microsoft.com/office/drawing/2014/main" id="{92092B52-B909-1948-3CDC-0C80D0744F77}"/>
              </a:ext>
            </a:extLst>
          </p:cNvPr>
          <p:cNvSpPr>
            <a:spLocks noGrp="1"/>
          </p:cNvSpPr>
          <p:nvPr>
            <p:ph idx="10" hasCustomPrompt="1"/>
          </p:nvPr>
        </p:nvSpPr>
        <p:spPr>
          <a:xfrm>
            <a:off x="558095" y="1544933"/>
            <a:ext cx="10871905" cy="48812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lvl6pPr>
            <a:lvl7pPr>
              <a:defRPr sz="2133"/>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41720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427763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only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itle 1">
            <a:extLst>
              <a:ext uri="{FF2B5EF4-FFF2-40B4-BE49-F238E27FC236}">
                <a16:creationId xmlns:a16="http://schemas.microsoft.com/office/drawing/2014/main" id="{4A95F7E6-AB07-5CC9-7790-26AF30147F71}"/>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2964545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50DC96EC-7160-5E93-788C-1C1C427AFB09}"/>
              </a:ext>
            </a:extLst>
          </p:cNvPr>
          <p:cNvSpPr>
            <a:spLocks noGrp="1"/>
          </p:cNvSpPr>
          <p:nvPr>
            <p:ph type="title" hasCustomPrompt="1"/>
          </p:nvPr>
        </p:nvSpPr>
        <p:spPr>
          <a:xfrm>
            <a:off x="558801" y="392853"/>
            <a:ext cx="10871904"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2128233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773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 Tan">
    <p:bg>
      <p:bgRef idx="1001">
        <a:schemeClr val="bg2"/>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5877304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lank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4" name="Freeform 3">
            <a:extLst>
              <a:ext uri="{FF2B5EF4-FFF2-40B4-BE49-F238E27FC236}">
                <a16:creationId xmlns:a16="http://schemas.microsoft.com/office/drawing/2014/main" id="{A71213A7-1450-9F54-47C4-7AB65BD5CA2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F997FF5-7131-3BD1-CC4B-E53B69D9572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92666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 No lo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96253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lank - No logo - Tan">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6D1C2A-E6FE-C24E-B5BE-09DC5971784C}"/>
              </a:ext>
            </a:extLst>
          </p:cNvPr>
          <p:cNvSpPr/>
          <p:nvPr/>
        </p:nvSpPr>
        <p:spPr>
          <a:xfrm>
            <a:off x="11582400" y="1"/>
            <a:ext cx="6096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1157352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lank - No logo - Ink">
    <p:bg>
      <p:bgRef idx="1001">
        <a:schemeClr val="bg2"/>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99271EA-40A9-8545-B215-72292E96EB69}"/>
              </a:ext>
            </a:extLst>
          </p:cNvPr>
          <p:cNvSpPr txBox="1"/>
          <p:nvPr/>
        </p:nvSpPr>
        <p:spPr>
          <a:xfrm>
            <a:off x="79762"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i="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A8697CBF-89F0-9E7F-AECD-C56D0915545B}"/>
              </a:ext>
            </a:extLst>
          </p:cNvPr>
          <p:cNvSpPr/>
          <p:nvPr/>
        </p:nvSpPr>
        <p:spPr>
          <a:xfrm>
            <a:off x="11430000" y="0"/>
            <a:ext cx="76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49508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03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 - dark texture">
    <p:spTree>
      <p:nvGrpSpPr>
        <p:cNvPr id="1" name=""/>
        <p:cNvGrpSpPr/>
        <p:nvPr/>
      </p:nvGrpSpPr>
      <p:grpSpPr>
        <a:xfrm>
          <a:off x="0" y="0"/>
          <a:ext cx="0" cy="0"/>
          <a:chOff x="0" y="0"/>
          <a:chExt cx="0" cy="0"/>
        </a:xfrm>
      </p:grpSpPr>
      <p:pic>
        <p:nvPicPr>
          <p:cNvPr id="3" name="Picture 2" descr="A blue background with lines&#10;&#10;Description automatically generated">
            <a:extLst>
              <a:ext uri="{FF2B5EF4-FFF2-40B4-BE49-F238E27FC236}">
                <a16:creationId xmlns:a16="http://schemas.microsoft.com/office/drawing/2014/main" id="{7586060A-61C2-A0DE-61A2-0F5AD05B5574}"/>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TextBox 5">
            <a:extLst>
              <a:ext uri="{FF2B5EF4-FFF2-40B4-BE49-F238E27FC236}">
                <a16:creationId xmlns:a16="http://schemas.microsoft.com/office/drawing/2014/main" id="{3609E365-5A31-6442-632E-A008075AAFD4}"/>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bg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Box 6">
            <a:extLst>
              <a:ext uri="{FF2B5EF4-FFF2-40B4-BE49-F238E27FC236}">
                <a16:creationId xmlns:a16="http://schemas.microsoft.com/office/drawing/2014/main" id="{269B6DE7-9317-2017-170F-525ADEA30E14}"/>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bg1"/>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6059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 light textu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49B13E-9B02-0114-E52D-BAEE750E9965}"/>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5919" y="0"/>
            <a:ext cx="12186079" cy="6858000"/>
          </a:xfrm>
          <a:prstGeom prst="rect">
            <a:avLst/>
          </a:prstGeom>
        </p:spPr>
      </p:pic>
      <p:sp>
        <p:nvSpPr>
          <p:cNvPr id="2" name="Title 1">
            <a:extLst>
              <a:ext uri="{FF2B5EF4-FFF2-40B4-BE49-F238E27FC236}">
                <a16:creationId xmlns:a16="http://schemas.microsoft.com/office/drawing/2014/main" id="{419F7927-122F-6843-37D5-127D96740FCE}"/>
              </a:ext>
            </a:extLst>
          </p:cNvPr>
          <p:cNvSpPr>
            <a:spLocks noGrp="1"/>
          </p:cNvSpPr>
          <p:nvPr>
            <p:ph type="title" hasCustomPrompt="1"/>
          </p:nvPr>
        </p:nvSpPr>
        <p:spPr>
          <a:xfrm>
            <a:off x="609602" y="392853"/>
            <a:ext cx="1082039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AC91CCF7-CD2B-908E-1DD0-306356B2CF8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19538161-FBE0-6A7C-C815-994B9A5AA5A9}"/>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cxnSp>
        <p:nvCxnSpPr>
          <p:cNvPr id="8" name="Straight Connector 7">
            <a:extLst>
              <a:ext uri="{FF2B5EF4-FFF2-40B4-BE49-F238E27FC236}">
                <a16:creationId xmlns:a16="http://schemas.microsoft.com/office/drawing/2014/main" id="{D1BBFA1D-3D93-B8B3-42D2-76AD3D683713}"/>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6A0D600-2313-73AE-61B8-2743F2FF75B7}"/>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1"/>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Box 10">
            <a:extLst>
              <a:ext uri="{FF2B5EF4-FFF2-40B4-BE49-F238E27FC236}">
                <a16:creationId xmlns:a16="http://schemas.microsoft.com/office/drawing/2014/main" id="{E470AA18-4D65-4914-BF54-A392CD2B9170}"/>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1"/>
                </a:solidFill>
                <a:latin typeface="Arial" panose="020B0604020202020204" pitchFamily="34" charset="0"/>
                <a:ea typeface="Inter Light" panose="02000503000000020004" pitchFamily="2" charset="0"/>
                <a:cs typeface="Arial" panose="020B0604020202020204" pitchFamily="34" charset="0"/>
              </a:rPr>
              <a:t>Anaplan Confidential</a:t>
            </a:r>
          </a:p>
        </p:txBody>
      </p:sp>
    </p:spTree>
    <p:extLst>
      <p:ext uri="{BB962C8B-B14F-4D97-AF65-F5344CB8AC3E}">
        <p14:creationId xmlns:p14="http://schemas.microsoft.com/office/powerpoint/2010/main" val="1302408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1">
    <p:bg>
      <p:bgRef idx="1001">
        <a:schemeClr val="bg2"/>
      </p:bgRef>
    </p:bg>
    <p:spTree>
      <p:nvGrpSpPr>
        <p:cNvPr id="1" name=""/>
        <p:cNvGrpSpPr/>
        <p:nvPr/>
      </p:nvGrpSpPr>
      <p:grpSpPr>
        <a:xfrm>
          <a:off x="0" y="0"/>
          <a:ext cx="0" cy="0"/>
          <a:chOff x="0" y="0"/>
          <a:chExt cx="0" cy="0"/>
        </a:xfrm>
      </p:grpSpPr>
      <p:sp>
        <p:nvSpPr>
          <p:cNvPr id="6" name="Text Placeholder 22">
            <a:extLst>
              <a:ext uri="{FF2B5EF4-FFF2-40B4-BE49-F238E27FC236}">
                <a16:creationId xmlns:a16="http://schemas.microsoft.com/office/drawing/2014/main" id="{FF091D16-A842-32D1-082B-4F6AA910A0A2}"/>
              </a:ext>
            </a:extLst>
          </p:cNvPr>
          <p:cNvSpPr>
            <a:spLocks noGrp="1"/>
          </p:cNvSpPr>
          <p:nvPr>
            <p:ph type="body" sz="quarter" idx="41" hasCustomPrompt="1"/>
          </p:nvPr>
        </p:nvSpPr>
        <p:spPr>
          <a:xfrm>
            <a:off x="3251202" y="1473201"/>
            <a:ext cx="7498077" cy="3544780"/>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pic>
        <p:nvPicPr>
          <p:cNvPr id="2" name="Picture 1" descr="A blue background with lines&#10;&#10;Description automatically generated">
            <a:extLst>
              <a:ext uri="{FF2B5EF4-FFF2-40B4-BE49-F238E27FC236}">
                <a16:creationId xmlns:a16="http://schemas.microsoft.com/office/drawing/2014/main" id="{97D4AEB1-276B-EBF5-7E91-51AB1A3FEAD2}"/>
              </a:ext>
            </a:extLst>
          </p:cNvPr>
          <p:cNvPicPr>
            <a:picLocks noChangeAspect="1"/>
          </p:cNvPicPr>
          <p:nvPr/>
        </p:nvPicPr>
        <p:blipFill>
          <a:blip r:embed="rId3" cstate="print">
            <a:extLst>
              <a:ext uri="{28A0092B-C50C-407E-A947-70E740481C1C}">
                <a14:useLocalDpi xmlns:a14="http://schemas.microsoft.com/office/drawing/2010/main"/>
              </a:ext>
            </a:extLst>
          </a:blip>
          <a:srcRect l="-117" r="-1"/>
          <a:stretch/>
        </p:blipFill>
        <p:spPr>
          <a:xfrm>
            <a:off x="-10245" y="-1664"/>
            <a:ext cx="2536496" cy="6859664"/>
          </a:xfrm>
          <a:prstGeom prst="rect">
            <a:avLst/>
          </a:prstGeom>
        </p:spPr>
      </p:pic>
      <p:sp>
        <p:nvSpPr>
          <p:cNvPr id="5" name="Freeform 4">
            <a:extLst>
              <a:ext uri="{FF2B5EF4-FFF2-40B4-BE49-F238E27FC236}">
                <a16:creationId xmlns:a16="http://schemas.microsoft.com/office/drawing/2014/main" id="{A42C5650-C06D-2C85-E60D-AB438B266EE9}"/>
              </a:ext>
            </a:extLst>
          </p:cNvPr>
          <p:cNvSpPr/>
          <p:nvPr/>
        </p:nvSpPr>
        <p:spPr>
          <a:xfrm>
            <a:off x="600402" y="694828"/>
            <a:ext cx="1338652" cy="136271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5" name="Text Placeholder 14">
            <a:extLst>
              <a:ext uri="{FF2B5EF4-FFF2-40B4-BE49-F238E27FC236}">
                <a16:creationId xmlns:a16="http://schemas.microsoft.com/office/drawing/2014/main" id="{118DF96C-0470-B5B7-8C7D-BD19FA6E2A66}"/>
              </a:ext>
            </a:extLst>
          </p:cNvPr>
          <p:cNvSpPr>
            <a:spLocks noGrp="1"/>
          </p:cNvSpPr>
          <p:nvPr>
            <p:ph type="body" sz="quarter" idx="10" hasCustomPrompt="1"/>
          </p:nvPr>
        </p:nvSpPr>
        <p:spPr>
          <a:xfrm>
            <a:off x="3251200" y="5244109"/>
            <a:ext cx="7498077"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6" name="Text Placeholder 14">
            <a:extLst>
              <a:ext uri="{FF2B5EF4-FFF2-40B4-BE49-F238E27FC236}">
                <a16:creationId xmlns:a16="http://schemas.microsoft.com/office/drawing/2014/main" id="{8A339901-7F4D-88F8-5D9A-4A8D3D60A7C1}"/>
              </a:ext>
            </a:extLst>
          </p:cNvPr>
          <p:cNvSpPr>
            <a:spLocks noGrp="1"/>
          </p:cNvSpPr>
          <p:nvPr>
            <p:ph type="body" sz="quarter" idx="11" hasCustomPrompt="1"/>
          </p:nvPr>
        </p:nvSpPr>
        <p:spPr>
          <a:xfrm>
            <a:off x="3251200" y="5619533"/>
            <a:ext cx="7498077"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9264470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8BBF22DD-1F23-2EB1-3ADB-4954A384FD04}"/>
              </a:ext>
            </a:extLst>
          </p:cNvPr>
          <p:cNvSpPr/>
          <p:nvPr/>
        </p:nvSpPr>
        <p:spPr>
          <a:xfrm>
            <a:off x="1896064" y="1205187"/>
            <a:ext cx="9533936" cy="4633740"/>
          </a:xfrm>
          <a:prstGeom prst="roundRect">
            <a:avLst>
              <a:gd name="adj" fmla="val 195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Text Placeholder 22">
            <a:extLst>
              <a:ext uri="{FF2B5EF4-FFF2-40B4-BE49-F238E27FC236}">
                <a16:creationId xmlns:a16="http://schemas.microsoft.com/office/drawing/2014/main" id="{579F989E-5850-7029-7D5B-7E0559B52C19}"/>
              </a:ext>
            </a:extLst>
          </p:cNvPr>
          <p:cNvSpPr>
            <a:spLocks noGrp="1"/>
          </p:cNvSpPr>
          <p:nvPr>
            <p:ph type="body" sz="quarter" idx="41" hasCustomPrompt="1"/>
          </p:nvPr>
        </p:nvSpPr>
        <p:spPr>
          <a:xfrm>
            <a:off x="2913994" y="1637510"/>
            <a:ext cx="7498077" cy="2635319"/>
          </a:xfrm>
          <a:prstGeom prst="rect">
            <a:avLst/>
          </a:prstGeom>
        </p:spPr>
        <p:txBody>
          <a:bodyPr lIns="0" anchor="b"/>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Rectangle 4">
            <a:extLst>
              <a:ext uri="{FF2B5EF4-FFF2-40B4-BE49-F238E27FC236}">
                <a16:creationId xmlns:a16="http://schemas.microsoft.com/office/drawing/2014/main" id="{181F3370-055F-E937-A6A7-D47232C492D1}"/>
              </a:ext>
            </a:extLst>
          </p:cNvPr>
          <p:cNvSpPr/>
          <p:nvPr/>
        </p:nvSpPr>
        <p:spPr>
          <a:xfrm>
            <a:off x="0" y="0"/>
            <a:ext cx="114022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E7CE2CF4-21C6-2BEB-7C13-76E63D2358D2}"/>
              </a:ext>
            </a:extLst>
          </p:cNvPr>
          <p:cNvSpPr/>
          <p:nvPr/>
        </p:nvSpPr>
        <p:spPr>
          <a:xfrm>
            <a:off x="558801" y="546538"/>
            <a:ext cx="1851247" cy="1735919"/>
          </a:xfrm>
          <a:prstGeom prst="roundRect">
            <a:avLst>
              <a:gd name="adj" fmla="val 661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Freeform 6">
            <a:extLst>
              <a:ext uri="{FF2B5EF4-FFF2-40B4-BE49-F238E27FC236}">
                <a16:creationId xmlns:a16="http://schemas.microsoft.com/office/drawing/2014/main" id="{47DE0FD6-8971-8BBA-A096-475DE9FFBDF6}"/>
              </a:ext>
            </a:extLst>
          </p:cNvPr>
          <p:cNvSpPr/>
          <p:nvPr/>
        </p:nvSpPr>
        <p:spPr>
          <a:xfrm>
            <a:off x="1072781" y="995456"/>
            <a:ext cx="823283" cy="83808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bg1"/>
            </a:solidFill>
            <a:prstDash val="solid"/>
            <a:miter/>
          </a:ln>
        </p:spPr>
        <p:txBody>
          <a:bodyPr rtlCol="0" anchor="ctr"/>
          <a:lstStyle/>
          <a:p>
            <a:endParaRPr lang="en-US" sz="2400" b="0" i="0">
              <a:latin typeface="Arial" panose="020B0604020202020204" pitchFamily="34" charset="0"/>
            </a:endParaRPr>
          </a:p>
        </p:txBody>
      </p:sp>
      <p:sp>
        <p:nvSpPr>
          <p:cNvPr id="13" name="Text Placeholder 14">
            <a:extLst>
              <a:ext uri="{FF2B5EF4-FFF2-40B4-BE49-F238E27FC236}">
                <a16:creationId xmlns:a16="http://schemas.microsoft.com/office/drawing/2014/main" id="{5F5FB5E5-6A86-190B-6B1D-DD4AFBECDFAA}"/>
              </a:ext>
            </a:extLst>
          </p:cNvPr>
          <p:cNvSpPr>
            <a:spLocks noGrp="1"/>
          </p:cNvSpPr>
          <p:nvPr>
            <p:ph type="body" sz="quarter" idx="10" hasCustomPrompt="1"/>
          </p:nvPr>
        </p:nvSpPr>
        <p:spPr>
          <a:xfrm>
            <a:off x="2924026" y="4498958"/>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4" name="Text Placeholder 14">
            <a:extLst>
              <a:ext uri="{FF2B5EF4-FFF2-40B4-BE49-F238E27FC236}">
                <a16:creationId xmlns:a16="http://schemas.microsoft.com/office/drawing/2014/main" id="{F7106875-EA0F-F3BC-1708-7A15B7D50572}"/>
              </a:ext>
            </a:extLst>
          </p:cNvPr>
          <p:cNvSpPr>
            <a:spLocks noGrp="1"/>
          </p:cNvSpPr>
          <p:nvPr>
            <p:ph type="body" sz="quarter" idx="11" hasCustomPrompt="1"/>
          </p:nvPr>
        </p:nvSpPr>
        <p:spPr>
          <a:xfrm>
            <a:off x="2924026" y="4874382"/>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1801617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bg>
      <p:bgRef idx="1001">
        <a:schemeClr val="bg2"/>
      </p:bgRef>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4FAF8183-DA9C-703F-7464-7D0399095C46}"/>
              </a:ext>
            </a:extLst>
          </p:cNvPr>
          <p:cNvSpPr/>
          <p:nvPr/>
        </p:nvSpPr>
        <p:spPr>
          <a:xfrm>
            <a:off x="0" y="1276064"/>
            <a:ext cx="11430000" cy="4794536"/>
          </a:xfrm>
          <a:custGeom>
            <a:avLst/>
            <a:gdLst>
              <a:gd name="connsiteX0" fmla="*/ 0 w 8572500"/>
              <a:gd name="connsiteY0" fmla="*/ 0 h 3595902"/>
              <a:gd name="connsiteX1" fmla="*/ 8472390 w 8572500"/>
              <a:gd name="connsiteY1" fmla="*/ 0 h 3595902"/>
              <a:gd name="connsiteX2" fmla="*/ 8572500 w 8572500"/>
              <a:gd name="connsiteY2" fmla="*/ 100110 h 3595902"/>
              <a:gd name="connsiteX3" fmla="*/ 8572500 w 8572500"/>
              <a:gd name="connsiteY3" fmla="*/ 3495792 h 3595902"/>
              <a:gd name="connsiteX4" fmla="*/ 8472390 w 8572500"/>
              <a:gd name="connsiteY4" fmla="*/ 3595902 h 3595902"/>
              <a:gd name="connsiteX5" fmla="*/ 0 w 8572500"/>
              <a:gd name="connsiteY5" fmla="*/ 3595902 h 3595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72500" h="3595902">
                <a:moveTo>
                  <a:pt x="0" y="0"/>
                </a:moveTo>
                <a:lnTo>
                  <a:pt x="8472390" y="0"/>
                </a:lnTo>
                <a:cubicBezTo>
                  <a:pt x="8527679" y="0"/>
                  <a:pt x="8572500" y="44821"/>
                  <a:pt x="8572500" y="100110"/>
                </a:cubicBezTo>
                <a:lnTo>
                  <a:pt x="8572500" y="3495792"/>
                </a:lnTo>
                <a:cubicBezTo>
                  <a:pt x="8572500" y="3551081"/>
                  <a:pt x="8527679" y="3595902"/>
                  <a:pt x="8472390" y="3595902"/>
                </a:cubicBezTo>
                <a:lnTo>
                  <a:pt x="0" y="3595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22">
            <a:extLst>
              <a:ext uri="{FF2B5EF4-FFF2-40B4-BE49-F238E27FC236}">
                <a16:creationId xmlns:a16="http://schemas.microsoft.com/office/drawing/2014/main" id="{88AA375F-0FEB-A952-EBDD-735F9FD80461}"/>
              </a:ext>
            </a:extLst>
          </p:cNvPr>
          <p:cNvSpPr>
            <a:spLocks noGrp="1"/>
          </p:cNvSpPr>
          <p:nvPr>
            <p:ph type="body" sz="quarter" idx="41" hasCustomPrompt="1"/>
          </p:nvPr>
        </p:nvSpPr>
        <p:spPr>
          <a:xfrm>
            <a:off x="1037119" y="1949782"/>
            <a:ext cx="9296340" cy="2121831"/>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5BC96318-0209-9528-8FA2-1F395BFD9BF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990DBA6E-CFFB-6944-0C22-DF9F8F2B0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6" name="Freeform 5">
            <a:extLst>
              <a:ext uri="{FF2B5EF4-FFF2-40B4-BE49-F238E27FC236}">
                <a16:creationId xmlns:a16="http://schemas.microsoft.com/office/drawing/2014/main" id="{A4E6FBC2-4DF2-73AF-AD9F-EC8E4F57576E}"/>
              </a:ext>
            </a:extLst>
          </p:cNvPr>
          <p:cNvSpPr/>
          <p:nvPr/>
        </p:nvSpPr>
        <p:spPr>
          <a:xfrm>
            <a:off x="1007386" y="501435"/>
            <a:ext cx="1185185" cy="1097853"/>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12" name="Text Placeholder 14">
            <a:extLst>
              <a:ext uri="{FF2B5EF4-FFF2-40B4-BE49-F238E27FC236}">
                <a16:creationId xmlns:a16="http://schemas.microsoft.com/office/drawing/2014/main" id="{E270FA96-C5A5-F281-2C2D-3E8B8E775A36}"/>
              </a:ext>
            </a:extLst>
          </p:cNvPr>
          <p:cNvSpPr>
            <a:spLocks noGrp="1"/>
          </p:cNvSpPr>
          <p:nvPr>
            <p:ph type="body" sz="quarter" idx="10" hasCustomPrompt="1"/>
          </p:nvPr>
        </p:nvSpPr>
        <p:spPr>
          <a:xfrm>
            <a:off x="1037120" y="4507971"/>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3" name="Text Placeholder 14">
            <a:extLst>
              <a:ext uri="{FF2B5EF4-FFF2-40B4-BE49-F238E27FC236}">
                <a16:creationId xmlns:a16="http://schemas.microsoft.com/office/drawing/2014/main" id="{0994093F-2C36-35E6-F5B5-8FFA39AABF65}"/>
              </a:ext>
            </a:extLst>
          </p:cNvPr>
          <p:cNvSpPr>
            <a:spLocks noGrp="1"/>
          </p:cNvSpPr>
          <p:nvPr>
            <p:ph type="body" sz="quarter" idx="11" hasCustomPrompt="1"/>
          </p:nvPr>
        </p:nvSpPr>
        <p:spPr>
          <a:xfrm>
            <a:off x="1037120" y="4883395"/>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Tree>
    <p:extLst>
      <p:ext uri="{BB962C8B-B14F-4D97-AF65-F5344CB8AC3E}">
        <p14:creationId xmlns:p14="http://schemas.microsoft.com/office/powerpoint/2010/main" val="37983043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9" name="Text Placeholder 22">
            <a:extLst>
              <a:ext uri="{FF2B5EF4-FFF2-40B4-BE49-F238E27FC236}">
                <a16:creationId xmlns:a16="http://schemas.microsoft.com/office/drawing/2014/main" id="{F5C55A8A-2BB6-835B-9E68-3C430827910D}"/>
              </a:ext>
            </a:extLst>
          </p:cNvPr>
          <p:cNvSpPr>
            <a:spLocks noGrp="1"/>
          </p:cNvSpPr>
          <p:nvPr>
            <p:ph type="body" sz="quarter" idx="41" hasCustomPrompt="1"/>
          </p:nvPr>
        </p:nvSpPr>
        <p:spPr>
          <a:xfrm>
            <a:off x="1852084" y="1913495"/>
            <a:ext cx="9239248" cy="2092880"/>
          </a:xfrm>
          <a:prstGeom prst="rect">
            <a:avLst/>
          </a:prstGeom>
        </p:spPr>
        <p:txBody>
          <a:bodyPr lIns="0" anchor="t"/>
          <a:lstStyle>
            <a:lvl1pPr marL="0" indent="0">
              <a:buNone/>
              <a:defRPr sz="42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One large quote goes here and would look like this when it is a few lines long or a few sentences.”</a:t>
            </a:r>
          </a:p>
        </p:txBody>
      </p:sp>
      <p:sp>
        <p:nvSpPr>
          <p:cNvPr id="3" name="Freeform 2">
            <a:extLst>
              <a:ext uri="{FF2B5EF4-FFF2-40B4-BE49-F238E27FC236}">
                <a16:creationId xmlns:a16="http://schemas.microsoft.com/office/drawing/2014/main" id="{3780050F-6F34-0FB6-D78F-164BB9A551FC}"/>
              </a:ext>
            </a:extLst>
          </p:cNvPr>
          <p:cNvSpPr/>
          <p:nvPr/>
        </p:nvSpPr>
        <p:spPr>
          <a:xfrm>
            <a:off x="1339273" y="797525"/>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solidFill>
            <a:schemeClr val="accent1"/>
          </a:solidFill>
          <a:ln w="22225" cap="flat">
            <a:noFill/>
            <a:prstDash val="solid"/>
            <a:miter/>
          </a:ln>
        </p:spPr>
        <p:txBody>
          <a:bodyPr rtlCol="0" anchor="ctr"/>
          <a:lstStyle/>
          <a:p>
            <a:endParaRPr lang="en-US" sz="2400" b="0" i="0">
              <a:latin typeface="Arial" panose="020B0604020202020204" pitchFamily="34" charset="0"/>
            </a:endParaRPr>
          </a:p>
        </p:txBody>
      </p:sp>
      <p:cxnSp>
        <p:nvCxnSpPr>
          <p:cNvPr id="6" name="Straight Connector 5">
            <a:extLst>
              <a:ext uri="{FF2B5EF4-FFF2-40B4-BE49-F238E27FC236}">
                <a16:creationId xmlns:a16="http://schemas.microsoft.com/office/drawing/2014/main" id="{4BA1B01D-7FE0-09FA-370A-4280187B4B84}"/>
              </a:ext>
            </a:extLst>
          </p:cNvPr>
          <p:cNvCxnSpPr>
            <a:cxnSpLocks/>
          </p:cNvCxnSpPr>
          <p:nvPr/>
        </p:nvCxnSpPr>
        <p:spPr>
          <a:xfrm flipH="1">
            <a:off x="-207819" y="2009824"/>
            <a:ext cx="1547091" cy="366816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59937BA-D2D4-70F0-CEF6-F6D6B1C2ED7C}"/>
              </a:ext>
            </a:extLst>
          </p:cNvPr>
          <p:cNvCxnSpPr>
            <a:cxnSpLocks/>
          </p:cNvCxnSpPr>
          <p:nvPr/>
        </p:nvCxnSpPr>
        <p:spPr>
          <a:xfrm flipH="1">
            <a:off x="1978658" y="-127000"/>
            <a:ext cx="266757" cy="632483"/>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 Placeholder 14">
            <a:extLst>
              <a:ext uri="{FF2B5EF4-FFF2-40B4-BE49-F238E27FC236}">
                <a16:creationId xmlns:a16="http://schemas.microsoft.com/office/drawing/2014/main" id="{3363E5DF-92C4-787D-0B3C-42A3E9302F9D}"/>
              </a:ext>
            </a:extLst>
          </p:cNvPr>
          <p:cNvSpPr>
            <a:spLocks noGrp="1"/>
          </p:cNvSpPr>
          <p:nvPr>
            <p:ph type="body" sz="quarter" idx="10" hasCustomPrompt="1"/>
          </p:nvPr>
        </p:nvSpPr>
        <p:spPr>
          <a:xfrm>
            <a:off x="3237345" y="4165258"/>
            <a:ext cx="6775960"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12" name="Text Placeholder 14">
            <a:extLst>
              <a:ext uri="{FF2B5EF4-FFF2-40B4-BE49-F238E27FC236}">
                <a16:creationId xmlns:a16="http://schemas.microsoft.com/office/drawing/2014/main" id="{F514CE73-9DA4-C163-D1F5-F4EFC9818B6E}"/>
              </a:ext>
            </a:extLst>
          </p:cNvPr>
          <p:cNvSpPr>
            <a:spLocks noGrp="1"/>
          </p:cNvSpPr>
          <p:nvPr>
            <p:ph type="body" sz="quarter" idx="11" hasCustomPrompt="1"/>
          </p:nvPr>
        </p:nvSpPr>
        <p:spPr>
          <a:xfrm>
            <a:off x="3237345" y="4540682"/>
            <a:ext cx="6775960"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4" name="Rectangle 3">
            <a:extLst>
              <a:ext uri="{FF2B5EF4-FFF2-40B4-BE49-F238E27FC236}">
                <a16:creationId xmlns:a16="http://schemas.microsoft.com/office/drawing/2014/main" id="{0E73DE69-C4CC-60E3-CD54-F5F1A0738B4A}"/>
              </a:ext>
            </a:extLst>
          </p:cNvPr>
          <p:cNvSpPr/>
          <p:nvPr/>
        </p:nvSpPr>
        <p:spPr>
          <a:xfrm>
            <a:off x="-495299" y="4916105"/>
            <a:ext cx="495300" cy="1286593"/>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8293F8DD-F714-CA6B-638F-E45795FF2463}"/>
              </a:ext>
            </a:extLst>
          </p:cNvPr>
          <p:cNvSpPr/>
          <p:nvPr/>
        </p:nvSpPr>
        <p:spPr>
          <a:xfrm>
            <a:off x="1562101" y="-482600"/>
            <a:ext cx="1384300" cy="482600"/>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2" name="Freeform 1">
            <a:extLst>
              <a:ext uri="{FF2B5EF4-FFF2-40B4-BE49-F238E27FC236}">
                <a16:creationId xmlns:a16="http://schemas.microsoft.com/office/drawing/2014/main" id="{7602A978-937C-AD10-DB57-5B5B5583D4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10">
            <a:extLst>
              <a:ext uri="{FF2B5EF4-FFF2-40B4-BE49-F238E27FC236}">
                <a16:creationId xmlns:a16="http://schemas.microsoft.com/office/drawing/2014/main" id="{1020D91A-FC21-7A08-ADC1-04FE77F35B7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92306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5">
    <p:bg>
      <p:bgRef idx="1001">
        <a:schemeClr val="bg2"/>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FC61BA4-07CB-A34B-270A-BCF92BBAC784}"/>
              </a:ext>
            </a:extLst>
          </p:cNvPr>
          <p:cNvSpPr/>
          <p:nvPr/>
        </p:nvSpPr>
        <p:spPr>
          <a:xfrm>
            <a:off x="6751426" y="1170517"/>
            <a:ext cx="4678575" cy="5255684"/>
          </a:xfrm>
          <a:prstGeom prst="roundRect">
            <a:avLst>
              <a:gd name="adj" fmla="val 2611"/>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Rectangle 1">
            <a:extLst>
              <a:ext uri="{FF2B5EF4-FFF2-40B4-BE49-F238E27FC236}">
                <a16:creationId xmlns:a16="http://schemas.microsoft.com/office/drawing/2014/main" id="{21196689-3121-9B6F-D747-3415933A285D}"/>
              </a:ext>
            </a:extLst>
          </p:cNvPr>
          <p:cNvSpPr/>
          <p:nvPr/>
        </p:nvSpPr>
        <p:spPr>
          <a:xfrm>
            <a:off x="0" y="0"/>
            <a:ext cx="599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nvGrpSpPr>
          <p:cNvPr id="7" name="Group 6">
            <a:extLst>
              <a:ext uri="{FF2B5EF4-FFF2-40B4-BE49-F238E27FC236}">
                <a16:creationId xmlns:a16="http://schemas.microsoft.com/office/drawing/2014/main" id="{BF12CB6D-1073-C7CD-F14D-E557E3E6B8F8}"/>
              </a:ext>
            </a:extLst>
          </p:cNvPr>
          <p:cNvGrpSpPr/>
          <p:nvPr/>
        </p:nvGrpSpPr>
        <p:grpSpPr>
          <a:xfrm>
            <a:off x="6462357" y="456687"/>
            <a:ext cx="1098443" cy="1030012"/>
            <a:chOff x="4750955" y="294815"/>
            <a:chExt cx="1388435" cy="1301939"/>
          </a:xfrm>
        </p:grpSpPr>
        <p:sp>
          <p:nvSpPr>
            <p:cNvPr id="8" name="Rounded Rectangle 7">
              <a:extLst>
                <a:ext uri="{FF2B5EF4-FFF2-40B4-BE49-F238E27FC236}">
                  <a16:creationId xmlns:a16="http://schemas.microsoft.com/office/drawing/2014/main" id="{62F97778-73B1-0518-95F1-00F3CF353885}"/>
                </a:ext>
              </a:extLst>
            </p:cNvPr>
            <p:cNvSpPr/>
            <p:nvPr/>
          </p:nvSpPr>
          <p:spPr>
            <a:xfrm>
              <a:off x="4750955" y="294815"/>
              <a:ext cx="1388435" cy="1301939"/>
            </a:xfrm>
            <a:prstGeom prst="roundRect">
              <a:avLst>
                <a:gd name="adj" fmla="val 132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Freeform 8">
              <a:extLst>
                <a:ext uri="{FF2B5EF4-FFF2-40B4-BE49-F238E27FC236}">
                  <a16:creationId xmlns:a16="http://schemas.microsoft.com/office/drawing/2014/main" id="{1D434F5B-A2EF-5E24-B959-D2C797CEC7AF}"/>
                </a:ext>
              </a:extLst>
            </p:cNvPr>
            <p:cNvSpPr/>
            <p:nvPr/>
          </p:nvSpPr>
          <p:spPr>
            <a:xfrm>
              <a:off x="5136441" y="631504"/>
              <a:ext cx="617462" cy="628560"/>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chemeClr val="tx1"/>
              </a:solidFill>
              <a:prstDash val="solid"/>
              <a:miter/>
            </a:ln>
          </p:spPr>
          <p:txBody>
            <a:bodyPr rtlCol="0" anchor="ctr"/>
            <a:lstStyle/>
            <a:p>
              <a:endParaRPr lang="en-US" sz="2400" b="0" i="0">
                <a:latin typeface="Arial" panose="020B0604020202020204" pitchFamily="34" charset="0"/>
              </a:endParaRPr>
            </a:p>
          </p:txBody>
        </p:sp>
      </p:grpSp>
      <p:sp>
        <p:nvSpPr>
          <p:cNvPr id="13" name="Title 1">
            <a:extLst>
              <a:ext uri="{FF2B5EF4-FFF2-40B4-BE49-F238E27FC236}">
                <a16:creationId xmlns:a16="http://schemas.microsoft.com/office/drawing/2014/main" id="{E384F38E-F93F-B77C-53EC-35334C9A81BC}"/>
              </a:ext>
            </a:extLst>
          </p:cNvPr>
          <p:cNvSpPr>
            <a:spLocks noGrp="1"/>
          </p:cNvSpPr>
          <p:nvPr>
            <p:ph type="title" hasCustomPrompt="1"/>
          </p:nvPr>
        </p:nvSpPr>
        <p:spPr>
          <a:xfrm>
            <a:off x="558802" y="392853"/>
            <a:ext cx="4960244"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4" name="Content Placeholder 2">
            <a:extLst>
              <a:ext uri="{FF2B5EF4-FFF2-40B4-BE49-F238E27FC236}">
                <a16:creationId xmlns:a16="http://schemas.microsoft.com/office/drawing/2014/main" id="{487A4F39-02F1-60CC-CF9C-DAF8A2CF8430}"/>
              </a:ext>
            </a:extLst>
          </p:cNvPr>
          <p:cNvSpPr>
            <a:spLocks noGrp="1"/>
          </p:cNvSpPr>
          <p:nvPr>
            <p:ph idx="10" hasCustomPrompt="1"/>
          </p:nvPr>
        </p:nvSpPr>
        <p:spPr>
          <a:xfrm>
            <a:off x="558802" y="1113133"/>
            <a:ext cx="4972204"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9" name="Text Placeholder 14">
            <a:extLst>
              <a:ext uri="{FF2B5EF4-FFF2-40B4-BE49-F238E27FC236}">
                <a16:creationId xmlns:a16="http://schemas.microsoft.com/office/drawing/2014/main" id="{C63AE744-AAA3-97F1-EF41-2FFCC8F7EBAD}"/>
              </a:ext>
            </a:extLst>
          </p:cNvPr>
          <p:cNvSpPr>
            <a:spLocks noGrp="1"/>
          </p:cNvSpPr>
          <p:nvPr>
            <p:ph type="body" sz="quarter" idx="11" hasCustomPrompt="1"/>
          </p:nvPr>
        </p:nvSpPr>
        <p:spPr>
          <a:xfrm>
            <a:off x="7248391" y="5277562"/>
            <a:ext cx="2627965" cy="375423"/>
          </a:xfrm>
          <a:prstGeom prst="rect">
            <a:avLst/>
          </a:prstGeom>
        </p:spPr>
        <p:txBody>
          <a:bodyPr lIns="0"/>
          <a:lstStyle>
            <a:lvl1pPr marL="0" indent="0">
              <a:buNone/>
              <a:defRPr sz="1867" b="0" i="0">
                <a:solidFill>
                  <a:schemeClr val="bg1"/>
                </a:solidFill>
                <a:latin typeface="Arial" panose="020B0604020202020204" pitchFamily="34" charset="0"/>
                <a:ea typeface="Inter Medium" panose="02000503000000020004" pitchFamily="2" charset="0"/>
              </a:defRPr>
            </a:lvl1pPr>
          </a:lstStyle>
          <a:p>
            <a:pPr lvl="0"/>
            <a:r>
              <a:rPr lang="en-US"/>
              <a:t>John Doe</a:t>
            </a:r>
          </a:p>
        </p:txBody>
      </p:sp>
      <p:sp>
        <p:nvSpPr>
          <p:cNvPr id="20" name="Text Placeholder 14">
            <a:extLst>
              <a:ext uri="{FF2B5EF4-FFF2-40B4-BE49-F238E27FC236}">
                <a16:creationId xmlns:a16="http://schemas.microsoft.com/office/drawing/2014/main" id="{AF200263-B051-589A-F187-66161538F419}"/>
              </a:ext>
            </a:extLst>
          </p:cNvPr>
          <p:cNvSpPr>
            <a:spLocks noGrp="1"/>
          </p:cNvSpPr>
          <p:nvPr>
            <p:ph type="body" sz="quarter" idx="12" hasCustomPrompt="1"/>
          </p:nvPr>
        </p:nvSpPr>
        <p:spPr>
          <a:xfrm>
            <a:off x="7248391" y="5652986"/>
            <a:ext cx="2627965" cy="375423"/>
          </a:xfrm>
          <a:prstGeom prst="rect">
            <a:avLst/>
          </a:prstGeom>
        </p:spPr>
        <p:txBody>
          <a:bodyPr lIns="0"/>
          <a:lstStyle>
            <a:lvl1pPr marL="0" indent="0">
              <a:buNone/>
              <a:defRPr sz="1600" b="0" i="0">
                <a:solidFill>
                  <a:schemeClr val="bg1"/>
                </a:solidFill>
                <a:latin typeface="Arial" panose="020B0604020202020204" pitchFamily="34" charset="0"/>
                <a:ea typeface="Inter Light" panose="02000503000000020004" pitchFamily="2" charset="0"/>
              </a:defRPr>
            </a:lvl1pPr>
          </a:lstStyle>
          <a:p>
            <a:pPr lvl="0"/>
            <a:r>
              <a:rPr lang="en-US"/>
              <a:t>Job title, Company</a:t>
            </a:r>
          </a:p>
        </p:txBody>
      </p:sp>
      <p:sp>
        <p:nvSpPr>
          <p:cNvPr id="22" name="Text Placeholder 21">
            <a:extLst>
              <a:ext uri="{FF2B5EF4-FFF2-40B4-BE49-F238E27FC236}">
                <a16:creationId xmlns:a16="http://schemas.microsoft.com/office/drawing/2014/main" id="{CE52B8EA-3B40-D380-E962-1EF45F3A5779}"/>
              </a:ext>
            </a:extLst>
          </p:cNvPr>
          <p:cNvSpPr>
            <a:spLocks noGrp="1"/>
          </p:cNvSpPr>
          <p:nvPr>
            <p:ph type="body" sz="quarter" idx="13" hasCustomPrompt="1"/>
          </p:nvPr>
        </p:nvSpPr>
        <p:spPr>
          <a:xfrm>
            <a:off x="7247468" y="1917899"/>
            <a:ext cx="3592329" cy="3093295"/>
          </a:xfrm>
          <a:prstGeom prst="rect">
            <a:avLst/>
          </a:prstGeom>
        </p:spPr>
        <p:txBody>
          <a:bodyPr lIns="0"/>
          <a:lstStyle>
            <a:lvl1pPr marL="0" indent="0">
              <a:buNone/>
              <a:defRPr sz="2667" b="0" i="0">
                <a:solidFill>
                  <a:schemeClr val="bg1"/>
                </a:solidFill>
                <a:latin typeface="Arial" panose="020B0604020202020204" pitchFamily="34" charset="0"/>
                <a:ea typeface="Inter Light" panose="02000503000000020004" pitchFamily="2" charset="0"/>
              </a:defRPr>
            </a:lvl1pPr>
          </a:lstStyle>
          <a:p>
            <a:pPr lvl="0"/>
            <a:r>
              <a:rPr lang="en-US"/>
              <a:t>One large quote goes here and would look like this when it is a few lines long or a few sentences.”</a:t>
            </a:r>
          </a:p>
        </p:txBody>
      </p:sp>
      <p:sp>
        <p:nvSpPr>
          <p:cNvPr id="4" name="Freeform 3">
            <a:extLst>
              <a:ext uri="{FF2B5EF4-FFF2-40B4-BE49-F238E27FC236}">
                <a16:creationId xmlns:a16="http://schemas.microsoft.com/office/drawing/2014/main" id="{2CF3AF50-ADFC-5B73-CBEA-92797ABFD4B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E413F532-E5A5-32EB-D1CD-07FEE89800F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1783974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6">
    <p:bg>
      <p:bgRef idx="1001">
        <a:schemeClr val="bg2"/>
      </p:bgRef>
    </p:bg>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3159571C-E70B-E943-B15E-4FB218E12B0C}"/>
              </a:ext>
            </a:extLst>
          </p:cNvPr>
          <p:cNvSpPr/>
          <p:nvPr/>
        </p:nvSpPr>
        <p:spPr>
          <a:xfrm>
            <a:off x="1057565" y="1276064"/>
            <a:ext cx="9762836" cy="5581936"/>
          </a:xfrm>
          <a:custGeom>
            <a:avLst/>
            <a:gdLst>
              <a:gd name="connsiteX0" fmla="*/ 103886 w 7322127"/>
              <a:gd name="connsiteY0" fmla="*/ 0 h 4186452"/>
              <a:gd name="connsiteX1" fmla="*/ 7218241 w 7322127"/>
              <a:gd name="connsiteY1" fmla="*/ 0 h 4186452"/>
              <a:gd name="connsiteX2" fmla="*/ 7322127 w 7322127"/>
              <a:gd name="connsiteY2" fmla="*/ 103886 h 4186452"/>
              <a:gd name="connsiteX3" fmla="*/ 7322127 w 7322127"/>
              <a:gd name="connsiteY3" fmla="*/ 4186452 h 4186452"/>
              <a:gd name="connsiteX4" fmla="*/ 0 w 7322127"/>
              <a:gd name="connsiteY4" fmla="*/ 4186452 h 4186452"/>
              <a:gd name="connsiteX5" fmla="*/ 0 w 7322127"/>
              <a:gd name="connsiteY5" fmla="*/ 103886 h 4186452"/>
              <a:gd name="connsiteX6" fmla="*/ 103886 w 7322127"/>
              <a:gd name="connsiteY6" fmla="*/ 0 h 4186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22127" h="4186452">
                <a:moveTo>
                  <a:pt x="103886" y="0"/>
                </a:moveTo>
                <a:lnTo>
                  <a:pt x="7218241" y="0"/>
                </a:lnTo>
                <a:cubicBezTo>
                  <a:pt x="7275616" y="0"/>
                  <a:pt x="7322127" y="46511"/>
                  <a:pt x="7322127" y="103886"/>
                </a:cubicBezTo>
                <a:lnTo>
                  <a:pt x="7322127" y="4186452"/>
                </a:lnTo>
                <a:lnTo>
                  <a:pt x="0" y="4186452"/>
                </a:lnTo>
                <a:lnTo>
                  <a:pt x="0" y="103886"/>
                </a:lnTo>
                <a:cubicBezTo>
                  <a:pt x="0" y="46511"/>
                  <a:pt x="46511" y="0"/>
                  <a:pt x="103886"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Freeform 2">
            <a:extLst>
              <a:ext uri="{FF2B5EF4-FFF2-40B4-BE49-F238E27FC236}">
                <a16:creationId xmlns:a16="http://schemas.microsoft.com/office/drawing/2014/main" id="{0765D878-CC5C-9F33-42EB-4B4676CDD077}"/>
              </a:ext>
            </a:extLst>
          </p:cNvPr>
          <p:cNvSpPr/>
          <p:nvPr/>
        </p:nvSpPr>
        <p:spPr>
          <a:xfrm>
            <a:off x="1506149" y="652787"/>
            <a:ext cx="821415" cy="836179"/>
          </a:xfrm>
          <a:custGeom>
            <a:avLst/>
            <a:gdLst>
              <a:gd name="connsiteX0" fmla="*/ 105602 w 544983"/>
              <a:gd name="connsiteY0" fmla="*/ 0 h 504825"/>
              <a:gd name="connsiteX1" fmla="*/ 222519 w 544983"/>
              <a:gd name="connsiteY1" fmla="*/ 0 h 504825"/>
              <a:gd name="connsiteX2" fmla="*/ 145203 w 544983"/>
              <a:gd name="connsiteY2" fmla="*/ 266700 h 504825"/>
              <a:gd name="connsiteX3" fmla="*/ 218748 w 544983"/>
              <a:gd name="connsiteY3" fmla="*/ 266700 h 504825"/>
              <a:gd name="connsiteX4" fmla="*/ 218748 w 544983"/>
              <a:gd name="connsiteY4" fmla="*/ 504825 h 504825"/>
              <a:gd name="connsiteX5" fmla="*/ 0 w 544983"/>
              <a:gd name="connsiteY5" fmla="*/ 504825 h 504825"/>
              <a:gd name="connsiteX6" fmla="*/ 0 w 544983"/>
              <a:gd name="connsiteY6" fmla="*/ 266700 h 504825"/>
              <a:gd name="connsiteX7" fmla="*/ 105602 w 544983"/>
              <a:gd name="connsiteY7" fmla="*/ 0 h 504825"/>
              <a:gd name="connsiteX8" fmla="*/ 428067 w 544983"/>
              <a:gd name="connsiteY8" fmla="*/ 0 h 504825"/>
              <a:gd name="connsiteX9" fmla="*/ 544984 w 544983"/>
              <a:gd name="connsiteY9" fmla="*/ 0 h 504825"/>
              <a:gd name="connsiteX10" fmla="*/ 467668 w 544983"/>
              <a:gd name="connsiteY10" fmla="*/ 266700 h 504825"/>
              <a:gd name="connsiteX11" fmla="*/ 541212 w 544983"/>
              <a:gd name="connsiteY11" fmla="*/ 266700 h 504825"/>
              <a:gd name="connsiteX12" fmla="*/ 541212 w 544983"/>
              <a:gd name="connsiteY12" fmla="*/ 504825 h 504825"/>
              <a:gd name="connsiteX13" fmla="*/ 324350 w 544983"/>
              <a:gd name="connsiteY13" fmla="*/ 504825 h 504825"/>
              <a:gd name="connsiteX14" fmla="*/ 324350 w 544983"/>
              <a:gd name="connsiteY14" fmla="*/ 266700 h 504825"/>
              <a:gd name="connsiteX15" fmla="*/ 428067 w 544983"/>
              <a:gd name="connsiteY15" fmla="*/ 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44983" h="504825">
                <a:moveTo>
                  <a:pt x="105602" y="0"/>
                </a:moveTo>
                <a:lnTo>
                  <a:pt x="222519" y="0"/>
                </a:lnTo>
                <a:lnTo>
                  <a:pt x="145203" y="266700"/>
                </a:lnTo>
                <a:lnTo>
                  <a:pt x="218748" y="266700"/>
                </a:lnTo>
                <a:lnTo>
                  <a:pt x="218748" y="504825"/>
                </a:lnTo>
                <a:lnTo>
                  <a:pt x="0" y="504825"/>
                </a:lnTo>
                <a:lnTo>
                  <a:pt x="0" y="266700"/>
                </a:lnTo>
                <a:lnTo>
                  <a:pt x="105602" y="0"/>
                </a:lnTo>
                <a:close/>
                <a:moveTo>
                  <a:pt x="428067" y="0"/>
                </a:moveTo>
                <a:lnTo>
                  <a:pt x="544984" y="0"/>
                </a:lnTo>
                <a:lnTo>
                  <a:pt x="467668" y="266700"/>
                </a:lnTo>
                <a:lnTo>
                  <a:pt x="541212" y="266700"/>
                </a:lnTo>
                <a:lnTo>
                  <a:pt x="541212" y="504825"/>
                </a:lnTo>
                <a:lnTo>
                  <a:pt x="324350" y="504825"/>
                </a:lnTo>
                <a:lnTo>
                  <a:pt x="324350" y="266700"/>
                </a:lnTo>
                <a:lnTo>
                  <a:pt x="428067" y="0"/>
                </a:lnTo>
                <a:close/>
              </a:path>
            </a:pathLst>
          </a:custGeom>
          <a:noFill/>
          <a:ln w="22225" cap="flat">
            <a:solidFill>
              <a:srgbClr val="FF6100"/>
            </a:solidFill>
            <a:prstDash val="solid"/>
            <a:miter/>
          </a:ln>
        </p:spPr>
        <p:txBody>
          <a:bodyPr rtlCol="0" anchor="ctr"/>
          <a:lstStyle/>
          <a:p>
            <a:endParaRPr lang="en-US" sz="2400" b="0" i="0">
              <a:latin typeface="Arial" panose="020B0604020202020204" pitchFamily="34" charset="0"/>
            </a:endParaRPr>
          </a:p>
        </p:txBody>
      </p:sp>
      <p:sp>
        <p:nvSpPr>
          <p:cNvPr id="6" name="Text Placeholder 14">
            <a:extLst>
              <a:ext uri="{FF2B5EF4-FFF2-40B4-BE49-F238E27FC236}">
                <a16:creationId xmlns:a16="http://schemas.microsoft.com/office/drawing/2014/main" id="{F504A460-C2AC-6F66-75E7-412AF2E322DC}"/>
              </a:ext>
            </a:extLst>
          </p:cNvPr>
          <p:cNvSpPr>
            <a:spLocks noGrp="1"/>
          </p:cNvSpPr>
          <p:nvPr>
            <p:ph type="body" sz="quarter" idx="10" hasCustomPrompt="1"/>
          </p:nvPr>
        </p:nvSpPr>
        <p:spPr>
          <a:xfrm>
            <a:off x="1506146" y="4720291"/>
            <a:ext cx="5465233" cy="375423"/>
          </a:xfrm>
          <a:prstGeom prst="rect">
            <a:avLst/>
          </a:prstGeom>
        </p:spPr>
        <p:txBody>
          <a:bodyPr lIns="0"/>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John Doe</a:t>
            </a:r>
          </a:p>
        </p:txBody>
      </p:sp>
      <p:sp>
        <p:nvSpPr>
          <p:cNvPr id="7" name="Text Placeholder 14">
            <a:extLst>
              <a:ext uri="{FF2B5EF4-FFF2-40B4-BE49-F238E27FC236}">
                <a16:creationId xmlns:a16="http://schemas.microsoft.com/office/drawing/2014/main" id="{16E4E38E-903E-7A0D-EAC6-DAC180A39BB5}"/>
              </a:ext>
            </a:extLst>
          </p:cNvPr>
          <p:cNvSpPr>
            <a:spLocks noGrp="1"/>
          </p:cNvSpPr>
          <p:nvPr>
            <p:ph type="body" sz="quarter" idx="11" hasCustomPrompt="1"/>
          </p:nvPr>
        </p:nvSpPr>
        <p:spPr>
          <a:xfrm>
            <a:off x="1506146" y="5095715"/>
            <a:ext cx="5465233" cy="375423"/>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2" name="Title 1">
            <a:extLst>
              <a:ext uri="{FF2B5EF4-FFF2-40B4-BE49-F238E27FC236}">
                <a16:creationId xmlns:a16="http://schemas.microsoft.com/office/drawing/2014/main" id="{FF7A9635-1798-6684-40CD-8B46AA9AC44A}"/>
              </a:ext>
            </a:extLst>
          </p:cNvPr>
          <p:cNvSpPr>
            <a:spLocks noGrp="1"/>
          </p:cNvSpPr>
          <p:nvPr>
            <p:ph type="title" hasCustomPrompt="1"/>
          </p:nvPr>
        </p:nvSpPr>
        <p:spPr>
          <a:xfrm>
            <a:off x="1506145" y="1864322"/>
            <a:ext cx="8648900" cy="2655639"/>
          </a:xfrm>
          <a:prstGeom prst="rect">
            <a:avLst/>
          </a:prstGeom>
        </p:spPr>
        <p:txBody>
          <a:bodyPr lIns="0" rIns="0"/>
          <a:lstStyle>
            <a:lvl1pPr algn="l">
              <a:defRPr sz="4267"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JM"/>
              <a:t>One large quote goes here and would like this when it is a few lines long or a few sentences.</a:t>
            </a:r>
          </a:p>
        </p:txBody>
      </p:sp>
      <p:sp>
        <p:nvSpPr>
          <p:cNvPr id="2" name="Freeform 1">
            <a:extLst>
              <a:ext uri="{FF2B5EF4-FFF2-40B4-BE49-F238E27FC236}">
                <a16:creationId xmlns:a16="http://schemas.microsoft.com/office/drawing/2014/main" id="{E05A339C-97D7-BA14-977D-32022B8FDC9D}"/>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79622FA8-9AB6-51D6-E468-886B32148AC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9770960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 Product Shot with web bar">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bg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70577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 Product Shot with web bar - Ink">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29" y="1167682"/>
            <a:ext cx="8824543" cy="4877263"/>
          </a:xfrm>
          <a:custGeom>
            <a:avLst/>
            <a:gdLst>
              <a:gd name="connsiteX0" fmla="*/ 60454 w 4254128"/>
              <a:gd name="connsiteY0" fmla="*/ 0 h 2351388"/>
              <a:gd name="connsiteX1" fmla="*/ 4193674 w 4254128"/>
              <a:gd name="connsiteY1" fmla="*/ 0 h 2351388"/>
              <a:gd name="connsiteX2" fmla="*/ 4195274 w 4254128"/>
              <a:gd name="connsiteY2" fmla="*/ 323 h 2351388"/>
              <a:gd name="connsiteX3" fmla="*/ 4254128 w 4254128"/>
              <a:gd name="connsiteY3" fmla="*/ 323 h 2351388"/>
              <a:gd name="connsiteX4" fmla="*/ 4254128 w 4254128"/>
              <a:gd name="connsiteY4" fmla="*/ 60454 h 2351388"/>
              <a:gd name="connsiteX5" fmla="*/ 4254128 w 4254128"/>
              <a:gd name="connsiteY5" fmla="*/ 258103 h 2351388"/>
              <a:gd name="connsiteX6" fmla="*/ 4254128 w 4254128"/>
              <a:gd name="connsiteY6" fmla="*/ 2290934 h 2351388"/>
              <a:gd name="connsiteX7" fmla="*/ 4193674 w 4254128"/>
              <a:gd name="connsiteY7" fmla="*/ 2351388 h 2351388"/>
              <a:gd name="connsiteX8" fmla="*/ 60454 w 4254128"/>
              <a:gd name="connsiteY8" fmla="*/ 2351388 h 2351388"/>
              <a:gd name="connsiteX9" fmla="*/ 0 w 4254128"/>
              <a:gd name="connsiteY9" fmla="*/ 2290934 h 2351388"/>
              <a:gd name="connsiteX10" fmla="*/ 0 w 4254128"/>
              <a:gd name="connsiteY10" fmla="*/ 60454 h 2351388"/>
              <a:gd name="connsiteX11" fmla="*/ 352 w 4254128"/>
              <a:gd name="connsiteY11" fmla="*/ 59604 h 2351388"/>
              <a:gd name="connsiteX12" fmla="*/ 352 w 4254128"/>
              <a:gd name="connsiteY12" fmla="*/ 323 h 2351388"/>
              <a:gd name="connsiteX13" fmla="*/ 58854 w 4254128"/>
              <a:gd name="connsiteY13" fmla="*/ 323 h 235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128" h="2351388">
                <a:moveTo>
                  <a:pt x="60454" y="0"/>
                </a:moveTo>
                <a:lnTo>
                  <a:pt x="4193674" y="0"/>
                </a:lnTo>
                <a:lnTo>
                  <a:pt x="4195274" y="323"/>
                </a:lnTo>
                <a:lnTo>
                  <a:pt x="4254128" y="323"/>
                </a:lnTo>
                <a:lnTo>
                  <a:pt x="4254128" y="60454"/>
                </a:lnTo>
                <a:lnTo>
                  <a:pt x="4254128" y="258103"/>
                </a:lnTo>
                <a:lnTo>
                  <a:pt x="4254128" y="2290934"/>
                </a:lnTo>
                <a:cubicBezTo>
                  <a:pt x="4254128" y="2324322"/>
                  <a:pt x="4227062" y="2351388"/>
                  <a:pt x="4193674" y="2351388"/>
                </a:cubicBezTo>
                <a:lnTo>
                  <a:pt x="60454" y="2351388"/>
                </a:lnTo>
                <a:cubicBezTo>
                  <a:pt x="27066" y="2351388"/>
                  <a:pt x="0" y="2324322"/>
                  <a:pt x="0" y="2290934"/>
                </a:cubicBezTo>
                <a:lnTo>
                  <a:pt x="0" y="60454"/>
                </a:lnTo>
                <a:lnTo>
                  <a:pt x="352" y="59604"/>
                </a:lnTo>
                <a:lnTo>
                  <a:pt x="352" y="323"/>
                </a:lnTo>
                <a:lnTo>
                  <a:pt x="58854" y="323"/>
                </a:lnTo>
                <a:close/>
              </a:path>
            </a:pathLst>
          </a:custGeom>
        </p:spPr>
        <p:txBody>
          <a:bodyPr wrap="square">
            <a:noAutofit/>
          </a:bodyPr>
          <a:lstStyle>
            <a:lvl1pPr marL="0" indent="0">
              <a:buNone/>
              <a:defRPr b="0" i="0">
                <a:solidFill>
                  <a:schemeClr val="bg1"/>
                </a:solidFill>
                <a:latin typeface="Arial" panose="020B0604020202020204" pitchFamily="34" charset="0"/>
                <a:ea typeface="Inter Light" panose="02000503000000020004" pitchFamily="2" charset="0"/>
              </a:defRPr>
            </a:lvl1pPr>
          </a:lstStyle>
          <a:p>
            <a:r>
              <a:rPr lang="en-US"/>
              <a:t>Click icon to add picture</a:t>
            </a:r>
          </a:p>
        </p:txBody>
      </p:sp>
      <p:grpSp>
        <p:nvGrpSpPr>
          <p:cNvPr id="6" name="Picture 7">
            <a:extLst>
              <a:ext uri="{FF2B5EF4-FFF2-40B4-BE49-F238E27FC236}">
                <a16:creationId xmlns:a16="http://schemas.microsoft.com/office/drawing/2014/main" id="{FB09C7D9-C376-F44B-B8A9-B897AE0ED427}"/>
              </a:ext>
            </a:extLst>
          </p:cNvPr>
          <p:cNvGrpSpPr/>
          <p:nvPr/>
        </p:nvGrpSpPr>
        <p:grpSpPr>
          <a:xfrm>
            <a:off x="1684470" y="672059"/>
            <a:ext cx="8823801" cy="495957"/>
            <a:chOff x="4532006" y="1183262"/>
            <a:chExt cx="4254128" cy="239091"/>
          </a:xfrm>
        </p:grpSpPr>
        <p:sp>
          <p:nvSpPr>
            <p:cNvPr id="7" name="Freeform 6">
              <a:extLst>
                <a:ext uri="{FF2B5EF4-FFF2-40B4-BE49-F238E27FC236}">
                  <a16:creationId xmlns:a16="http://schemas.microsoft.com/office/drawing/2014/main" id="{552B9CE4-1CFD-554C-BEE8-E93FDADDBC47}"/>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tx2"/>
            </a:solidFill>
            <a:ln w="3321" cap="flat">
              <a:noFill/>
              <a:prstDash val="solid"/>
              <a:miter/>
            </a:ln>
          </p:spPr>
          <p:txBody>
            <a:bodyPr rtlCol="0" anchor="ctr"/>
            <a:lstStyle/>
            <a:p>
              <a:endParaRPr lang="en-US" sz="2400" b="0" i="0">
                <a:latin typeface="Arial" panose="020B0604020202020204" pitchFamily="34" charset="0"/>
              </a:endParaRPr>
            </a:p>
          </p:txBody>
        </p:sp>
        <p:sp>
          <p:nvSpPr>
            <p:cNvPr id="8" name="Freeform 7">
              <a:extLst>
                <a:ext uri="{FF2B5EF4-FFF2-40B4-BE49-F238E27FC236}">
                  <a16:creationId xmlns:a16="http://schemas.microsoft.com/office/drawing/2014/main" id="{2EDF5F95-E025-7E45-B672-03C2FCD389E4}"/>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chemeClr val="tx1"/>
            </a:solidFill>
            <a:ln w="3321" cap="flat">
              <a:noFill/>
              <a:prstDash val="solid"/>
              <a:miter/>
            </a:ln>
          </p:spPr>
          <p:txBody>
            <a:bodyPr rtlCol="0" anchor="ctr"/>
            <a:lstStyle/>
            <a:p>
              <a:endParaRPr lang="en-US" sz="2400" b="0" i="0">
                <a:latin typeface="Arial" panose="020B0604020202020204" pitchFamily="34" charset="0"/>
              </a:endParaRPr>
            </a:p>
          </p:txBody>
        </p:sp>
        <p:sp>
          <p:nvSpPr>
            <p:cNvPr id="9" name="Freeform 8">
              <a:extLst>
                <a:ext uri="{FF2B5EF4-FFF2-40B4-BE49-F238E27FC236}">
                  <a16:creationId xmlns:a16="http://schemas.microsoft.com/office/drawing/2014/main" id="{DF7CE96A-62EF-6149-BCD7-8C19BF06BF39}"/>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0" name="Freeform 9">
              <a:extLst>
                <a:ext uri="{FF2B5EF4-FFF2-40B4-BE49-F238E27FC236}">
                  <a16:creationId xmlns:a16="http://schemas.microsoft.com/office/drawing/2014/main" id="{547F75FD-5D9D-D549-8BEA-B7C67D365D9C}"/>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1" name="Freeform 10">
              <a:extLst>
                <a:ext uri="{FF2B5EF4-FFF2-40B4-BE49-F238E27FC236}">
                  <a16:creationId xmlns:a16="http://schemas.microsoft.com/office/drawing/2014/main" id="{CC00CED4-A9B4-0E48-8853-3A63887B2EFD}"/>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2" name="Freeform 1">
            <a:extLst>
              <a:ext uri="{FF2B5EF4-FFF2-40B4-BE49-F238E27FC236}">
                <a16:creationId xmlns:a16="http://schemas.microsoft.com/office/drawing/2014/main" id="{04E4E7A8-9D11-B349-993B-B458EA574B1E}"/>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D5067666-1386-DAE4-5A5A-23B4C84AEA1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511609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 Product Shot">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2389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 Product Shot - Tan">
    <p:bg>
      <p:bgRef idx="1001">
        <a:schemeClr val="bg2"/>
      </p:bgRef>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CE93FC95-57D9-5F4C-9567-F6C0AEAA34E5}"/>
              </a:ext>
            </a:extLst>
          </p:cNvPr>
          <p:cNvSpPr/>
          <p:nvPr/>
        </p:nvSpPr>
        <p:spPr>
          <a:xfrm>
            <a:off x="1684198" y="672059"/>
            <a:ext cx="8824543" cy="5372885"/>
          </a:xfrm>
          <a:custGeom>
            <a:avLst/>
            <a:gdLst>
              <a:gd name="connsiteX0" fmla="*/ 66471 w 4254128"/>
              <a:gd name="connsiteY0" fmla="*/ 0 h 2590156"/>
              <a:gd name="connsiteX1" fmla="*/ 4187658 w 4254128"/>
              <a:gd name="connsiteY1" fmla="*/ 0 h 2590156"/>
              <a:gd name="connsiteX2" fmla="*/ 4254129 w 4254128"/>
              <a:gd name="connsiteY2" fmla="*/ 66414 h 2590156"/>
              <a:gd name="connsiteX3" fmla="*/ 4254129 w 4254128"/>
              <a:gd name="connsiteY3" fmla="*/ 2523742 h 2590156"/>
              <a:gd name="connsiteX4" fmla="*/ 4187658 w 4254128"/>
              <a:gd name="connsiteY4" fmla="*/ 2590157 h 2590156"/>
              <a:gd name="connsiteX5" fmla="*/ 66471 w 4254128"/>
              <a:gd name="connsiteY5" fmla="*/ 2590157 h 2590156"/>
              <a:gd name="connsiteX6" fmla="*/ 0 w 4254128"/>
              <a:gd name="connsiteY6" fmla="*/ 2523742 h 2590156"/>
              <a:gd name="connsiteX7" fmla="*/ 0 w 4254128"/>
              <a:gd name="connsiteY7" fmla="*/ 66414 h 2590156"/>
              <a:gd name="connsiteX8" fmla="*/ 66471 w 4254128"/>
              <a:gd name="connsiteY8" fmla="*/ 0 h 2590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4128" h="2590156">
                <a:moveTo>
                  <a:pt x="66471" y="0"/>
                </a:moveTo>
                <a:lnTo>
                  <a:pt x="4187658" y="0"/>
                </a:lnTo>
                <a:cubicBezTo>
                  <a:pt x="4224217" y="0"/>
                  <a:pt x="4254129" y="29886"/>
                  <a:pt x="4254129" y="66414"/>
                </a:cubicBezTo>
                <a:lnTo>
                  <a:pt x="4254129" y="2523742"/>
                </a:lnTo>
                <a:cubicBezTo>
                  <a:pt x="4254129" y="2560270"/>
                  <a:pt x="4224217" y="2590157"/>
                  <a:pt x="4187658" y="2590157"/>
                </a:cubicBezTo>
                <a:lnTo>
                  <a:pt x="66471" y="2590157"/>
                </a:lnTo>
                <a:cubicBezTo>
                  <a:pt x="29912" y="2590157"/>
                  <a:pt x="0" y="2560270"/>
                  <a:pt x="0" y="2523742"/>
                </a:cubicBezTo>
                <a:lnTo>
                  <a:pt x="0" y="66414"/>
                </a:lnTo>
                <a:cubicBezTo>
                  <a:pt x="0" y="29554"/>
                  <a:pt x="29912" y="0"/>
                  <a:pt x="66471" y="0"/>
                </a:cubicBezTo>
                <a:close/>
              </a:path>
            </a:pathLst>
          </a:custGeom>
          <a:solidFill>
            <a:srgbClr val="FFFFFF"/>
          </a:solidFill>
          <a:ln w="3321" cap="flat">
            <a:noFill/>
            <a:prstDash val="solid"/>
            <a:miter/>
          </a:ln>
          <a:effectLst>
            <a:outerShdw blurRad="63500" sx="101000" sy="101000" algn="ctr" rotWithShape="0">
              <a:prstClr val="black">
                <a:alpha val="8000"/>
              </a:prstClr>
            </a:outerShdw>
          </a:effectLst>
        </p:spPr>
        <p:txBody>
          <a:bodyPr rtlCol="0" anchor="ctr"/>
          <a:lstStyle/>
          <a:p>
            <a:endParaRPr lang="en-US" sz="2400" b="0" i="0">
              <a:latin typeface="Arial" panose="020B0604020202020204" pitchFamily="34" charset="0"/>
            </a:endParaRPr>
          </a:p>
        </p:txBody>
      </p:sp>
      <p:sp>
        <p:nvSpPr>
          <p:cNvPr id="5" name="Picture Placeholder 4">
            <a:extLst>
              <a:ext uri="{FF2B5EF4-FFF2-40B4-BE49-F238E27FC236}">
                <a16:creationId xmlns:a16="http://schemas.microsoft.com/office/drawing/2014/main" id="{B7A8DDDB-67F7-1545-84B4-549A34101B2E}"/>
              </a:ext>
            </a:extLst>
          </p:cNvPr>
          <p:cNvSpPr>
            <a:spLocks noGrp="1"/>
          </p:cNvSpPr>
          <p:nvPr>
            <p:ph type="pic" sz="quarter" idx="10"/>
          </p:nvPr>
        </p:nvSpPr>
        <p:spPr>
          <a:xfrm>
            <a:off x="1683730" y="672061"/>
            <a:ext cx="8824073" cy="5372884"/>
          </a:xfrm>
          <a:prstGeom prst="roundRect">
            <a:avLst>
              <a:gd name="adj" fmla="val 2959"/>
            </a:avLst>
          </a:pr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Freeform 1">
            <a:extLst>
              <a:ext uri="{FF2B5EF4-FFF2-40B4-BE49-F238E27FC236}">
                <a16:creationId xmlns:a16="http://schemas.microsoft.com/office/drawing/2014/main" id="{638933CC-1318-28DB-B4AD-5B0158B2E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10">
            <a:extLst>
              <a:ext uri="{FF2B5EF4-FFF2-40B4-BE49-F238E27FC236}">
                <a16:creationId xmlns:a16="http://schemas.microsoft.com/office/drawing/2014/main" id="{F7263F91-0848-F399-E5CC-45845D90162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73240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 Content + 1 Product Shot with web bar">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Picture Placeholder 3">
            <a:extLst>
              <a:ext uri="{FF2B5EF4-FFF2-40B4-BE49-F238E27FC236}">
                <a16:creationId xmlns:a16="http://schemas.microsoft.com/office/drawing/2014/main" id="{4731DDCA-6917-36CB-DE1E-906B00C870C4}"/>
              </a:ext>
            </a:extLst>
          </p:cNvPr>
          <p:cNvSpPr>
            <a:spLocks noGrp="1"/>
          </p:cNvSpPr>
          <p:nvPr>
            <p:ph type="pic" sz="quarter" idx="10"/>
          </p:nvPr>
        </p:nvSpPr>
        <p:spPr>
          <a:xfrm>
            <a:off x="5999251" y="1681824"/>
            <a:ext cx="5430749" cy="2859417"/>
          </a:xfrm>
          <a:custGeom>
            <a:avLst/>
            <a:gdLst>
              <a:gd name="connsiteX0" fmla="*/ 54295 w 4073062"/>
              <a:gd name="connsiteY0" fmla="*/ 0 h 2144563"/>
              <a:gd name="connsiteX1" fmla="*/ 4015129 w 4073062"/>
              <a:gd name="connsiteY1" fmla="*/ 0 h 2144563"/>
              <a:gd name="connsiteX2" fmla="*/ 4016663 w 4073062"/>
              <a:gd name="connsiteY2" fmla="*/ 295 h 2144563"/>
              <a:gd name="connsiteX3" fmla="*/ 4073062 w 4073062"/>
              <a:gd name="connsiteY3" fmla="*/ 295 h 2144563"/>
              <a:gd name="connsiteX4" fmla="*/ 4073062 w 4073062"/>
              <a:gd name="connsiteY4" fmla="*/ 55137 h 2144563"/>
              <a:gd name="connsiteX5" fmla="*/ 4073062 w 4073062"/>
              <a:gd name="connsiteY5" fmla="*/ 235401 h 2144563"/>
              <a:gd name="connsiteX6" fmla="*/ 4073062 w 4073062"/>
              <a:gd name="connsiteY6" fmla="*/ 2041223 h 2144563"/>
              <a:gd name="connsiteX7" fmla="*/ 3969722 w 4073062"/>
              <a:gd name="connsiteY7" fmla="*/ 2144563 h 2144563"/>
              <a:gd name="connsiteX8" fmla="*/ 103340 w 4073062"/>
              <a:gd name="connsiteY8" fmla="*/ 2144563 h 2144563"/>
              <a:gd name="connsiteX9" fmla="*/ 0 w 4073062"/>
              <a:gd name="connsiteY9" fmla="*/ 2041223 h 2144563"/>
              <a:gd name="connsiteX10" fmla="*/ 0 w 4073062"/>
              <a:gd name="connsiteY10" fmla="*/ 295 h 2144563"/>
              <a:gd name="connsiteX11" fmla="*/ 52762 w 4073062"/>
              <a:gd name="connsiteY11" fmla="*/ 295 h 214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73062" h="2144563">
                <a:moveTo>
                  <a:pt x="54295" y="0"/>
                </a:moveTo>
                <a:lnTo>
                  <a:pt x="4015129" y="0"/>
                </a:lnTo>
                <a:lnTo>
                  <a:pt x="4016663" y="295"/>
                </a:lnTo>
                <a:lnTo>
                  <a:pt x="4073062" y="295"/>
                </a:lnTo>
                <a:lnTo>
                  <a:pt x="4073062" y="55137"/>
                </a:lnTo>
                <a:lnTo>
                  <a:pt x="4073062" y="235401"/>
                </a:lnTo>
                <a:lnTo>
                  <a:pt x="4073062" y="2041223"/>
                </a:lnTo>
                <a:cubicBezTo>
                  <a:pt x="4073062" y="2098296"/>
                  <a:pt x="4026795" y="2144563"/>
                  <a:pt x="3969722" y="2144563"/>
                </a:cubicBezTo>
                <a:lnTo>
                  <a:pt x="103340" y="2144563"/>
                </a:lnTo>
                <a:cubicBezTo>
                  <a:pt x="46267" y="2144563"/>
                  <a:pt x="0" y="2098296"/>
                  <a:pt x="0" y="2041223"/>
                </a:cubicBezTo>
                <a:lnTo>
                  <a:pt x="0" y="295"/>
                </a:lnTo>
                <a:lnTo>
                  <a:pt x="52762" y="295"/>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4400" y="1371911"/>
            <a:ext cx="5435600" cy="305517"/>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42392555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 Content + 2 Product Shot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7E44949-E51F-414C-AEEB-1E30217CD37C}"/>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2">
            <a:extLst>
              <a:ext uri="{FF2B5EF4-FFF2-40B4-BE49-F238E27FC236}">
                <a16:creationId xmlns:a16="http://schemas.microsoft.com/office/drawing/2014/main" id="{4E8E1E29-BD46-6943-9DD6-975937F46702}"/>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214405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 Content + 2 Product Shots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FB355-4216-DA18-C5AE-983202CEC0DE}"/>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Content Placeholder 2">
            <a:extLst>
              <a:ext uri="{FF2B5EF4-FFF2-40B4-BE49-F238E27FC236}">
                <a16:creationId xmlns:a16="http://schemas.microsoft.com/office/drawing/2014/main" id="{9B803873-2DFC-400F-FBCC-8FE88BCAA7CF}"/>
              </a:ext>
            </a:extLst>
          </p:cNvPr>
          <p:cNvSpPr>
            <a:spLocks noGrp="1"/>
          </p:cNvSpPr>
          <p:nvPr>
            <p:ph idx="12"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Freeform 4">
            <a:extLst>
              <a:ext uri="{FF2B5EF4-FFF2-40B4-BE49-F238E27FC236}">
                <a16:creationId xmlns:a16="http://schemas.microsoft.com/office/drawing/2014/main" id="{1A87EED7-EA61-2A9F-838F-0817D561587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6E17D6D3-4FF7-3E5B-1063-F923F98F35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Picture Placeholder 2">
            <a:extLst>
              <a:ext uri="{FF2B5EF4-FFF2-40B4-BE49-F238E27FC236}">
                <a16:creationId xmlns:a16="http://schemas.microsoft.com/office/drawing/2014/main" id="{5EA0A17B-B7BE-A95F-1F78-4B3361703304}"/>
              </a:ext>
            </a:extLst>
          </p:cNvPr>
          <p:cNvSpPr>
            <a:spLocks noGrp="1"/>
          </p:cNvSpPr>
          <p:nvPr>
            <p:ph type="pic" sz="quarter" idx="10"/>
          </p:nvPr>
        </p:nvSpPr>
        <p:spPr>
          <a:xfrm>
            <a:off x="5994400" y="1113134"/>
            <a:ext cx="4167717" cy="2537884"/>
          </a:xfrm>
          <a:prstGeom prst="roundRect">
            <a:avLst>
              <a:gd name="adj" fmla="val 4884"/>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8" name="Picture Placeholder 2">
            <a:extLst>
              <a:ext uri="{FF2B5EF4-FFF2-40B4-BE49-F238E27FC236}">
                <a16:creationId xmlns:a16="http://schemas.microsoft.com/office/drawing/2014/main" id="{C837EE1A-8AF4-8198-6C6D-62643995D48B}"/>
              </a:ext>
            </a:extLst>
          </p:cNvPr>
          <p:cNvSpPr>
            <a:spLocks noGrp="1"/>
          </p:cNvSpPr>
          <p:nvPr>
            <p:ph type="pic" sz="quarter" idx="11"/>
          </p:nvPr>
        </p:nvSpPr>
        <p:spPr>
          <a:xfrm>
            <a:off x="7262283" y="3892992"/>
            <a:ext cx="4167717" cy="2533208"/>
          </a:xfrm>
          <a:prstGeom prst="roundRect">
            <a:avLst>
              <a:gd name="adj" fmla="val 4888"/>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41922729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 Content + 2 Product Shots with web bar">
    <p:bg>
      <p:bgRef idx="1001">
        <a:schemeClr val="bg1"/>
      </p:bgRef>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C20D86D5-2817-2984-97BA-5547B9275442}"/>
              </a:ext>
            </a:extLst>
          </p:cNvPr>
          <p:cNvSpPr>
            <a:spLocks noGrp="1"/>
          </p:cNvSpPr>
          <p:nvPr>
            <p:ph type="pic" sz="quarter" idx="12"/>
          </p:nvPr>
        </p:nvSpPr>
        <p:spPr>
          <a:xfrm>
            <a:off x="7400544" y="4053620"/>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3" name="Picture Placeholder 22">
            <a:extLst>
              <a:ext uri="{FF2B5EF4-FFF2-40B4-BE49-F238E27FC236}">
                <a16:creationId xmlns:a16="http://schemas.microsoft.com/office/drawing/2014/main" id="{ED9767B8-5A95-1293-900A-140D841C2BD6}"/>
              </a:ext>
            </a:extLst>
          </p:cNvPr>
          <p:cNvSpPr>
            <a:spLocks noGrp="1"/>
          </p:cNvSpPr>
          <p:nvPr>
            <p:ph type="pic" sz="quarter" idx="10"/>
          </p:nvPr>
        </p:nvSpPr>
        <p:spPr>
          <a:xfrm>
            <a:off x="5994400" y="1314484"/>
            <a:ext cx="4019989" cy="2213557"/>
          </a:xfrm>
          <a:custGeom>
            <a:avLst/>
            <a:gdLst>
              <a:gd name="connsiteX0" fmla="*/ 4084 w 3014992"/>
              <a:gd name="connsiteY0" fmla="*/ 0 h 1660168"/>
              <a:gd name="connsiteX1" fmla="*/ 96023 w 3014992"/>
              <a:gd name="connsiteY1" fmla="*/ 0 h 1660168"/>
              <a:gd name="connsiteX2" fmla="*/ 2918969 w 3014992"/>
              <a:gd name="connsiteY2" fmla="*/ 0 h 1660168"/>
              <a:gd name="connsiteX3" fmla="*/ 3014992 w 3014992"/>
              <a:gd name="connsiteY3" fmla="*/ 0 h 1660168"/>
              <a:gd name="connsiteX4" fmla="*/ 3014992 w 3014992"/>
              <a:gd name="connsiteY4" fmla="*/ 35801 h 1660168"/>
              <a:gd name="connsiteX5" fmla="*/ 3014992 w 3014992"/>
              <a:gd name="connsiteY5" fmla="*/ 96023 h 1660168"/>
              <a:gd name="connsiteX6" fmla="*/ 3014992 w 3014992"/>
              <a:gd name="connsiteY6" fmla="*/ 175943 h 1660168"/>
              <a:gd name="connsiteX7" fmla="*/ 3014992 w 3014992"/>
              <a:gd name="connsiteY7" fmla="*/ 772235 h 1660168"/>
              <a:gd name="connsiteX8" fmla="*/ 3014992 w 3014992"/>
              <a:gd name="connsiteY8" fmla="*/ 1568439 h 1660168"/>
              <a:gd name="connsiteX9" fmla="*/ 2956346 w 3014992"/>
              <a:gd name="connsiteY9" fmla="*/ 1656916 h 1660168"/>
              <a:gd name="connsiteX10" fmla="*/ 2940238 w 3014992"/>
              <a:gd name="connsiteY10" fmla="*/ 1660168 h 1660168"/>
              <a:gd name="connsiteX11" fmla="*/ 74755 w 3014992"/>
              <a:gd name="connsiteY11" fmla="*/ 1660168 h 1660168"/>
              <a:gd name="connsiteX12" fmla="*/ 58647 w 3014992"/>
              <a:gd name="connsiteY12" fmla="*/ 1656916 h 1660168"/>
              <a:gd name="connsiteX13" fmla="*/ 0 w 3014992"/>
              <a:gd name="connsiteY13" fmla="*/ 1568439 h 1660168"/>
              <a:gd name="connsiteX14" fmla="*/ 0 w 3014992"/>
              <a:gd name="connsiteY14" fmla="*/ 96023 h 1660168"/>
              <a:gd name="connsiteX15" fmla="*/ 4084 w 3014992"/>
              <a:gd name="connsiteY15" fmla="*/ 75794 h 166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4992" h="1660168">
                <a:moveTo>
                  <a:pt x="4084" y="0"/>
                </a:moveTo>
                <a:lnTo>
                  <a:pt x="96023" y="0"/>
                </a:lnTo>
                <a:lnTo>
                  <a:pt x="2918969" y="0"/>
                </a:lnTo>
                <a:lnTo>
                  <a:pt x="3014992" y="0"/>
                </a:lnTo>
                <a:lnTo>
                  <a:pt x="3014992" y="35801"/>
                </a:lnTo>
                <a:lnTo>
                  <a:pt x="3014992" y="96023"/>
                </a:lnTo>
                <a:lnTo>
                  <a:pt x="3014992" y="175943"/>
                </a:lnTo>
                <a:lnTo>
                  <a:pt x="3014992" y="772235"/>
                </a:lnTo>
                <a:lnTo>
                  <a:pt x="3014992" y="1568439"/>
                </a:lnTo>
                <a:cubicBezTo>
                  <a:pt x="3014992" y="1608213"/>
                  <a:pt x="2990810" y="1642339"/>
                  <a:pt x="2956346" y="1656916"/>
                </a:cubicBezTo>
                <a:lnTo>
                  <a:pt x="2940238" y="1660168"/>
                </a:lnTo>
                <a:lnTo>
                  <a:pt x="74755" y="1660168"/>
                </a:lnTo>
                <a:lnTo>
                  <a:pt x="58647" y="1656916"/>
                </a:lnTo>
                <a:cubicBezTo>
                  <a:pt x="24183" y="1642339"/>
                  <a:pt x="0" y="1608213"/>
                  <a:pt x="0" y="1568439"/>
                </a:cubicBezTo>
                <a:lnTo>
                  <a:pt x="0" y="96023"/>
                </a:lnTo>
                <a:lnTo>
                  <a:pt x="4084" y="75794"/>
                </a:lnTo>
                <a:close/>
              </a:path>
            </a:pathLst>
          </a:custGeom>
        </p:spPr>
        <p:txBody>
          <a:bodyPr wrap="square">
            <a:noAutofit/>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grpSp>
        <p:nvGrpSpPr>
          <p:cNvPr id="49" name="Picture 7">
            <a:extLst>
              <a:ext uri="{FF2B5EF4-FFF2-40B4-BE49-F238E27FC236}">
                <a16:creationId xmlns:a16="http://schemas.microsoft.com/office/drawing/2014/main" id="{4BA2E0E5-E25C-6FED-7301-F32B7A15BF31}"/>
              </a:ext>
            </a:extLst>
          </p:cNvPr>
          <p:cNvGrpSpPr/>
          <p:nvPr/>
        </p:nvGrpSpPr>
        <p:grpSpPr>
          <a:xfrm>
            <a:off x="5993057" y="1095456"/>
            <a:ext cx="4021801" cy="226053"/>
            <a:chOff x="4532006" y="1183262"/>
            <a:chExt cx="4254128" cy="239091"/>
          </a:xfrm>
        </p:grpSpPr>
        <p:sp>
          <p:nvSpPr>
            <p:cNvPr id="50" name="Freeform 49">
              <a:extLst>
                <a:ext uri="{FF2B5EF4-FFF2-40B4-BE49-F238E27FC236}">
                  <a16:creationId xmlns:a16="http://schemas.microsoft.com/office/drawing/2014/main" id="{AFCF79A9-3175-18D6-89F7-58CE5DEE524D}"/>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51" name="Freeform 50">
              <a:extLst>
                <a:ext uri="{FF2B5EF4-FFF2-40B4-BE49-F238E27FC236}">
                  <a16:creationId xmlns:a16="http://schemas.microsoft.com/office/drawing/2014/main" id="{D0B1171A-410F-5A1E-6C6A-B6EC7EE6E161}"/>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52" name="Freeform 51">
              <a:extLst>
                <a:ext uri="{FF2B5EF4-FFF2-40B4-BE49-F238E27FC236}">
                  <a16:creationId xmlns:a16="http://schemas.microsoft.com/office/drawing/2014/main" id="{02621754-52BD-C796-0290-79FEEDBA6266}"/>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53" name="Freeform 52">
              <a:extLst>
                <a:ext uri="{FF2B5EF4-FFF2-40B4-BE49-F238E27FC236}">
                  <a16:creationId xmlns:a16="http://schemas.microsoft.com/office/drawing/2014/main" id="{4E3E3F45-442B-9201-9BBE-470649ABA0F7}"/>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54" name="Freeform 53">
              <a:extLst>
                <a:ext uri="{FF2B5EF4-FFF2-40B4-BE49-F238E27FC236}">
                  <a16:creationId xmlns:a16="http://schemas.microsoft.com/office/drawing/2014/main" id="{306C427F-AFB7-A685-19CC-78EFC3117C64}"/>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grpSp>
        <p:nvGrpSpPr>
          <p:cNvPr id="13" name="Picture 7">
            <a:extLst>
              <a:ext uri="{FF2B5EF4-FFF2-40B4-BE49-F238E27FC236}">
                <a16:creationId xmlns:a16="http://schemas.microsoft.com/office/drawing/2014/main" id="{D75F043F-8DD5-F2CA-87CE-CA30B6FBB8FF}"/>
              </a:ext>
            </a:extLst>
          </p:cNvPr>
          <p:cNvGrpSpPr/>
          <p:nvPr/>
        </p:nvGrpSpPr>
        <p:grpSpPr>
          <a:xfrm>
            <a:off x="7396105" y="3833819"/>
            <a:ext cx="4021801" cy="226053"/>
            <a:chOff x="4532006" y="1183262"/>
            <a:chExt cx="4254128" cy="239091"/>
          </a:xfrm>
        </p:grpSpPr>
        <p:sp>
          <p:nvSpPr>
            <p:cNvPr id="14" name="Freeform 13">
              <a:extLst>
                <a:ext uri="{FF2B5EF4-FFF2-40B4-BE49-F238E27FC236}">
                  <a16:creationId xmlns:a16="http://schemas.microsoft.com/office/drawing/2014/main" id="{9B68AC5D-E21A-A6D7-2670-519029A8768C}"/>
                </a:ext>
              </a:extLst>
            </p:cNvPr>
            <p:cNvSpPr/>
            <p:nvPr/>
          </p:nvSpPr>
          <p:spPr>
            <a:xfrm>
              <a:off x="4532006" y="1183262"/>
              <a:ext cx="4254128" cy="239091"/>
            </a:xfrm>
            <a:custGeom>
              <a:avLst/>
              <a:gdLst>
                <a:gd name="connsiteX0" fmla="*/ 66621 w 4254128"/>
                <a:gd name="connsiteY0" fmla="*/ 148 h 239091"/>
                <a:gd name="connsiteX1" fmla="*/ 4187808 w 4254128"/>
                <a:gd name="connsiteY1" fmla="*/ 148 h 239091"/>
                <a:gd name="connsiteX2" fmla="*/ 4254279 w 4254128"/>
                <a:gd name="connsiteY2" fmla="*/ 66562 h 239091"/>
                <a:gd name="connsiteX3" fmla="*/ 4254279 w 4254128"/>
                <a:gd name="connsiteY3" fmla="*/ 239239 h 239091"/>
                <a:gd name="connsiteX4" fmla="*/ 150 w 4254128"/>
                <a:gd name="connsiteY4" fmla="*/ 239239 h 239091"/>
                <a:gd name="connsiteX5" fmla="*/ 150 w 4254128"/>
                <a:gd name="connsiteY5" fmla="*/ 66562 h 239091"/>
                <a:gd name="connsiteX6" fmla="*/ 66621 w 4254128"/>
                <a:gd name="connsiteY6" fmla="*/ 148 h 23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54128" h="239091">
                  <a:moveTo>
                    <a:pt x="66621" y="148"/>
                  </a:moveTo>
                  <a:lnTo>
                    <a:pt x="4187808" y="148"/>
                  </a:lnTo>
                  <a:cubicBezTo>
                    <a:pt x="4224367" y="148"/>
                    <a:pt x="4254279" y="30034"/>
                    <a:pt x="4254279" y="66562"/>
                  </a:cubicBezTo>
                  <a:lnTo>
                    <a:pt x="4254279" y="239239"/>
                  </a:lnTo>
                  <a:lnTo>
                    <a:pt x="150" y="239239"/>
                  </a:lnTo>
                  <a:lnTo>
                    <a:pt x="150" y="66562"/>
                  </a:lnTo>
                  <a:cubicBezTo>
                    <a:pt x="150" y="29702"/>
                    <a:pt x="30062" y="148"/>
                    <a:pt x="66621" y="148"/>
                  </a:cubicBezTo>
                  <a:close/>
                </a:path>
              </a:pathLst>
            </a:custGeom>
            <a:solidFill>
              <a:schemeClr val="bg2"/>
            </a:solidFill>
            <a:ln w="3321" cap="flat">
              <a:noFill/>
              <a:prstDash val="solid"/>
              <a:miter/>
            </a:ln>
          </p:spPr>
          <p:txBody>
            <a:bodyPr rtlCol="0" anchor="ctr"/>
            <a:lstStyle/>
            <a:p>
              <a:endParaRPr lang="en-US" sz="2400" b="0" i="0">
                <a:latin typeface="Arial" panose="020B0604020202020204" pitchFamily="34" charset="0"/>
              </a:endParaRPr>
            </a:p>
          </p:txBody>
        </p:sp>
        <p:sp>
          <p:nvSpPr>
            <p:cNvPr id="15" name="Freeform 14">
              <a:extLst>
                <a:ext uri="{FF2B5EF4-FFF2-40B4-BE49-F238E27FC236}">
                  <a16:creationId xmlns:a16="http://schemas.microsoft.com/office/drawing/2014/main" id="{FC2CD0FD-8EBA-E018-E892-5B42E246D35E}"/>
                </a:ext>
              </a:extLst>
            </p:cNvPr>
            <p:cNvSpPr/>
            <p:nvPr/>
          </p:nvSpPr>
          <p:spPr>
            <a:xfrm>
              <a:off x="4984008" y="1256317"/>
              <a:ext cx="3685803" cy="66414"/>
            </a:xfrm>
            <a:custGeom>
              <a:avLst/>
              <a:gdLst>
                <a:gd name="connsiteX0" fmla="*/ 6797 w 3685803"/>
                <a:gd name="connsiteY0" fmla="*/ 148 h 66414"/>
                <a:gd name="connsiteX1" fmla="*/ 3679307 w 3685803"/>
                <a:gd name="connsiteY1" fmla="*/ 148 h 66414"/>
                <a:gd name="connsiteX2" fmla="*/ 3685954 w 3685803"/>
                <a:gd name="connsiteY2" fmla="*/ 6789 h 66414"/>
                <a:gd name="connsiteX3" fmla="*/ 3685954 w 3685803"/>
                <a:gd name="connsiteY3" fmla="*/ 59921 h 66414"/>
                <a:gd name="connsiteX4" fmla="*/ 3679307 w 3685803"/>
                <a:gd name="connsiteY4" fmla="*/ 66562 h 66414"/>
                <a:gd name="connsiteX5" fmla="*/ 6797 w 3685803"/>
                <a:gd name="connsiteY5" fmla="*/ 66562 h 66414"/>
                <a:gd name="connsiteX6" fmla="*/ 150 w 3685803"/>
                <a:gd name="connsiteY6" fmla="*/ 59921 h 66414"/>
                <a:gd name="connsiteX7" fmla="*/ 150 w 3685803"/>
                <a:gd name="connsiteY7" fmla="*/ 6789 h 66414"/>
                <a:gd name="connsiteX8" fmla="*/ 6797 w 3685803"/>
                <a:gd name="connsiteY8" fmla="*/ 148 h 66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5803" h="66414">
                  <a:moveTo>
                    <a:pt x="6797" y="148"/>
                  </a:moveTo>
                  <a:lnTo>
                    <a:pt x="3679307" y="148"/>
                  </a:lnTo>
                  <a:cubicBezTo>
                    <a:pt x="3682963" y="148"/>
                    <a:pt x="3685954" y="3137"/>
                    <a:pt x="3685954" y="6789"/>
                  </a:cubicBezTo>
                  <a:lnTo>
                    <a:pt x="3685954" y="59921"/>
                  </a:lnTo>
                  <a:cubicBezTo>
                    <a:pt x="3685954" y="63574"/>
                    <a:pt x="3682963" y="66562"/>
                    <a:pt x="3679307" y="66562"/>
                  </a:cubicBezTo>
                  <a:lnTo>
                    <a:pt x="6797" y="66562"/>
                  </a:lnTo>
                  <a:cubicBezTo>
                    <a:pt x="3141" y="66562"/>
                    <a:pt x="150" y="63574"/>
                    <a:pt x="150" y="59921"/>
                  </a:cubicBezTo>
                  <a:lnTo>
                    <a:pt x="150" y="6789"/>
                  </a:lnTo>
                  <a:cubicBezTo>
                    <a:pt x="150" y="3137"/>
                    <a:pt x="3141" y="148"/>
                    <a:pt x="6797" y="148"/>
                  </a:cubicBezTo>
                  <a:close/>
                </a:path>
              </a:pathLst>
            </a:custGeom>
            <a:solidFill>
              <a:srgbClr val="FFFFFF"/>
            </a:solidFill>
            <a:ln w="3321" cap="flat">
              <a:noFill/>
              <a:prstDash val="solid"/>
              <a:miter/>
            </a:ln>
          </p:spPr>
          <p:txBody>
            <a:bodyPr rtlCol="0" anchor="ctr"/>
            <a:lstStyle/>
            <a:p>
              <a:endParaRPr lang="en-US" sz="2400" b="0" i="0">
                <a:latin typeface="Arial" panose="020B0604020202020204" pitchFamily="34" charset="0"/>
              </a:endParaRPr>
            </a:p>
          </p:txBody>
        </p:sp>
        <p:sp>
          <p:nvSpPr>
            <p:cNvPr id="16" name="Freeform 15">
              <a:extLst>
                <a:ext uri="{FF2B5EF4-FFF2-40B4-BE49-F238E27FC236}">
                  <a16:creationId xmlns:a16="http://schemas.microsoft.com/office/drawing/2014/main" id="{1E597621-EE15-23C9-E5EF-6B958B967B94}"/>
                </a:ext>
              </a:extLst>
            </p:cNvPr>
            <p:cNvSpPr/>
            <p:nvPr/>
          </p:nvSpPr>
          <p:spPr>
            <a:xfrm>
              <a:off x="4628389"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2"/>
            </a:solidFill>
            <a:ln w="3321" cap="flat">
              <a:noFill/>
              <a:prstDash val="solid"/>
              <a:miter/>
            </a:ln>
          </p:spPr>
          <p:txBody>
            <a:bodyPr rtlCol="0" anchor="ctr"/>
            <a:lstStyle/>
            <a:p>
              <a:endParaRPr lang="en-US" sz="2400" b="0" i="0">
                <a:latin typeface="Arial" panose="020B0604020202020204" pitchFamily="34" charset="0"/>
              </a:endParaRPr>
            </a:p>
          </p:txBody>
        </p:sp>
        <p:sp>
          <p:nvSpPr>
            <p:cNvPr id="17" name="Freeform 16">
              <a:extLst>
                <a:ext uri="{FF2B5EF4-FFF2-40B4-BE49-F238E27FC236}">
                  <a16:creationId xmlns:a16="http://schemas.microsoft.com/office/drawing/2014/main" id="{2D15E548-0B24-DAB9-76CD-EB017EF158A5}"/>
                </a:ext>
              </a:extLst>
            </p:cNvPr>
            <p:cNvSpPr/>
            <p:nvPr/>
          </p:nvSpPr>
          <p:spPr>
            <a:xfrm>
              <a:off x="4704830"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1"/>
            </a:solidFill>
            <a:ln w="3321" cap="flat">
              <a:noFill/>
              <a:prstDash val="solid"/>
              <a:miter/>
            </a:ln>
          </p:spPr>
          <p:txBody>
            <a:bodyPr rtlCol="0" anchor="ctr"/>
            <a:lstStyle/>
            <a:p>
              <a:endParaRPr lang="en-US" sz="2400" b="0" i="0">
                <a:latin typeface="Arial" panose="020B0604020202020204" pitchFamily="34" charset="0"/>
              </a:endParaRPr>
            </a:p>
          </p:txBody>
        </p:sp>
        <p:sp>
          <p:nvSpPr>
            <p:cNvPr id="18" name="Freeform 17">
              <a:extLst>
                <a:ext uri="{FF2B5EF4-FFF2-40B4-BE49-F238E27FC236}">
                  <a16:creationId xmlns:a16="http://schemas.microsoft.com/office/drawing/2014/main" id="{E59526D8-EA01-8647-6151-E0A372D1EDAB}"/>
                </a:ext>
              </a:extLst>
            </p:cNvPr>
            <p:cNvSpPr/>
            <p:nvPr/>
          </p:nvSpPr>
          <p:spPr>
            <a:xfrm>
              <a:off x="4781272" y="1262959"/>
              <a:ext cx="49853" cy="49810"/>
            </a:xfrm>
            <a:custGeom>
              <a:avLst/>
              <a:gdLst>
                <a:gd name="connsiteX0" fmla="*/ 50003 w 49853"/>
                <a:gd name="connsiteY0" fmla="*/ 25053 h 49810"/>
                <a:gd name="connsiteX1" fmla="*/ 25077 w 49853"/>
                <a:gd name="connsiteY1" fmla="*/ 49959 h 49810"/>
                <a:gd name="connsiteX2" fmla="*/ 150 w 49853"/>
                <a:gd name="connsiteY2" fmla="*/ 25053 h 49810"/>
                <a:gd name="connsiteX3" fmla="*/ 25077 w 49853"/>
                <a:gd name="connsiteY3" fmla="*/ 148 h 49810"/>
                <a:gd name="connsiteX4" fmla="*/ 50003 w 49853"/>
                <a:gd name="connsiteY4" fmla="*/ 25053 h 49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53" h="49810">
                  <a:moveTo>
                    <a:pt x="50003" y="25053"/>
                  </a:moveTo>
                  <a:cubicBezTo>
                    <a:pt x="50003" y="38808"/>
                    <a:pt x="38843" y="49959"/>
                    <a:pt x="25077" y="49959"/>
                  </a:cubicBezTo>
                  <a:cubicBezTo>
                    <a:pt x="11310" y="49959"/>
                    <a:pt x="150" y="38808"/>
                    <a:pt x="150" y="25053"/>
                  </a:cubicBezTo>
                  <a:cubicBezTo>
                    <a:pt x="150" y="11299"/>
                    <a:pt x="11310" y="148"/>
                    <a:pt x="25077" y="148"/>
                  </a:cubicBezTo>
                  <a:cubicBezTo>
                    <a:pt x="38843" y="148"/>
                    <a:pt x="50003" y="11299"/>
                    <a:pt x="50003" y="25053"/>
                  </a:cubicBezTo>
                  <a:close/>
                </a:path>
              </a:pathLst>
            </a:custGeom>
            <a:solidFill>
              <a:schemeClr val="accent3"/>
            </a:solidFill>
            <a:ln w="3321" cap="flat">
              <a:noFill/>
              <a:prstDash val="solid"/>
              <a:miter/>
            </a:ln>
          </p:spPr>
          <p:txBody>
            <a:bodyPr rtlCol="0" anchor="ctr"/>
            <a:lstStyle/>
            <a:p>
              <a:endParaRPr lang="en-US" sz="2400" b="0" i="0">
                <a:latin typeface="Arial" panose="020B0604020202020204" pitchFamily="34" charset="0"/>
              </a:endParaRPr>
            </a:p>
          </p:txBody>
        </p:sp>
      </p:grpSp>
    </p:spTree>
    <p:extLst>
      <p:ext uri="{BB962C8B-B14F-4D97-AF65-F5344CB8AC3E}">
        <p14:creationId xmlns:p14="http://schemas.microsoft.com/office/powerpoint/2010/main" val="37549202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 Content + 3 Product Shots">
    <p:bg>
      <p:bgRef idx="1001">
        <a:schemeClr val="bg1"/>
      </p:bgRef>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DDF2584-B284-C6DC-CAAB-B207786A5B8B}"/>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21" name="Picture Placeholder 2">
            <a:extLst>
              <a:ext uri="{FF2B5EF4-FFF2-40B4-BE49-F238E27FC236}">
                <a16:creationId xmlns:a16="http://schemas.microsoft.com/office/drawing/2014/main" id="{62A4175F-8C8A-DF34-59AB-3ABA09172737}"/>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4" name="Picture Placeholder 2">
            <a:extLst>
              <a:ext uri="{FF2B5EF4-FFF2-40B4-BE49-F238E27FC236}">
                <a16:creationId xmlns:a16="http://schemas.microsoft.com/office/drawing/2014/main" id="{DF78986C-620A-401D-2CBC-EF906FD5A3C5}"/>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None/>
              <a:defRPr b="0" i="0">
                <a:solidFill>
                  <a:schemeClr val="tx2"/>
                </a:solidFill>
                <a:latin typeface="Arial" panose="020B0604020202020204" pitchFamily="34" charset="0"/>
                <a:ea typeface="Inter Light" panose="02000503000000020004" pitchFamily="2" charset="0"/>
              </a:defRPr>
            </a:lvl1pPr>
          </a:lstStyle>
          <a:p>
            <a:r>
              <a:rPr lang="en-US"/>
              <a:t>Click icon to add picture</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13197749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 Content + 3 Product Sho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5" name="Content Placeholder 2">
            <a:extLst>
              <a:ext uri="{FF2B5EF4-FFF2-40B4-BE49-F238E27FC236}">
                <a16:creationId xmlns:a16="http://schemas.microsoft.com/office/drawing/2014/main" id="{3BEF4AFA-C79E-5D3E-B733-6DF8E48CADDB}"/>
              </a:ext>
            </a:extLst>
          </p:cNvPr>
          <p:cNvSpPr>
            <a:spLocks noGrp="1"/>
          </p:cNvSpPr>
          <p:nvPr>
            <p:ph idx="11" hasCustomPrompt="1"/>
          </p:nvPr>
        </p:nvSpPr>
        <p:spPr>
          <a:xfrm>
            <a:off x="558803" y="1113133"/>
            <a:ext cx="51687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Freeform 1">
            <a:extLst>
              <a:ext uri="{FF2B5EF4-FFF2-40B4-BE49-F238E27FC236}">
                <a16:creationId xmlns:a16="http://schemas.microsoft.com/office/drawing/2014/main" id="{C1DBD14F-6D20-CF1E-1114-388AA32CBF0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11634053-3127-5EFF-1974-F78334ACE75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2" name="Picture Placeholder 2">
            <a:extLst>
              <a:ext uri="{FF2B5EF4-FFF2-40B4-BE49-F238E27FC236}">
                <a16:creationId xmlns:a16="http://schemas.microsoft.com/office/drawing/2014/main" id="{E4F96F76-68AB-C5C2-4B6B-97C2217D2142}"/>
              </a:ext>
            </a:extLst>
          </p:cNvPr>
          <p:cNvSpPr>
            <a:spLocks noGrp="1"/>
          </p:cNvSpPr>
          <p:nvPr>
            <p:ph type="pic" sz="quarter" idx="12"/>
          </p:nvPr>
        </p:nvSpPr>
        <p:spPr>
          <a:xfrm>
            <a:off x="5994400" y="4494899"/>
            <a:ext cx="3177440" cy="1931301"/>
          </a:xfrm>
          <a:prstGeom prst="roundRect">
            <a:avLst>
              <a:gd name="adj" fmla="val 616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3" name="Picture Placeholder 2">
            <a:extLst>
              <a:ext uri="{FF2B5EF4-FFF2-40B4-BE49-F238E27FC236}">
                <a16:creationId xmlns:a16="http://schemas.microsoft.com/office/drawing/2014/main" id="{DA303D9E-3602-8FFB-5D4F-1A7235E3C79C}"/>
              </a:ext>
            </a:extLst>
          </p:cNvPr>
          <p:cNvSpPr>
            <a:spLocks noGrp="1"/>
          </p:cNvSpPr>
          <p:nvPr>
            <p:ph type="pic" sz="quarter" idx="13"/>
          </p:nvPr>
        </p:nvSpPr>
        <p:spPr>
          <a:xfrm>
            <a:off x="8252560" y="2763399"/>
            <a:ext cx="3177440" cy="1931301"/>
          </a:xfrm>
          <a:prstGeom prst="roundRect">
            <a:avLst>
              <a:gd name="adj" fmla="val 6552"/>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4" name="Picture Placeholder 2">
            <a:extLst>
              <a:ext uri="{FF2B5EF4-FFF2-40B4-BE49-F238E27FC236}">
                <a16:creationId xmlns:a16="http://schemas.microsoft.com/office/drawing/2014/main" id="{A99CCD70-D8C7-2EF8-F01D-7FF7547EC832}"/>
              </a:ext>
            </a:extLst>
          </p:cNvPr>
          <p:cNvSpPr>
            <a:spLocks noGrp="1"/>
          </p:cNvSpPr>
          <p:nvPr>
            <p:ph type="pic" sz="quarter" idx="10"/>
          </p:nvPr>
        </p:nvSpPr>
        <p:spPr>
          <a:xfrm>
            <a:off x="5994400" y="1113133"/>
            <a:ext cx="3177440" cy="1934867"/>
          </a:xfrm>
          <a:prstGeom prst="roundRect">
            <a:avLst>
              <a:gd name="adj" fmla="val 6545"/>
            </a:avLst>
          </a:prstGeom>
        </p:spPr>
        <p:txBody>
          <a:bodyPr/>
          <a:lstStyle>
            <a:lvl1pPr marL="0" indent="0">
              <a:buFont typeface="Arial" panose="020B0604020202020204" pitchFamily="34" charse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1656910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 Content + 1 Imag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339832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 Content + 1 Image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B93F1DF4-A2CC-8D27-8690-2C424742445A}"/>
              </a:ext>
            </a:extLst>
          </p:cNvPr>
          <p:cNvSpPr>
            <a:spLocks noGrp="1"/>
          </p:cNvSpPr>
          <p:nvPr>
            <p:ph idx="14" hasCustomPrompt="1"/>
          </p:nvPr>
        </p:nvSpPr>
        <p:spPr>
          <a:xfrm>
            <a:off x="558800" y="1113132"/>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Picture Placeholder 4">
            <a:extLst>
              <a:ext uri="{FF2B5EF4-FFF2-40B4-BE49-F238E27FC236}">
                <a16:creationId xmlns:a16="http://schemas.microsoft.com/office/drawing/2014/main" id="{DDA69EE1-F709-2D40-25A5-1960C1B499ED}"/>
              </a:ext>
            </a:extLst>
          </p:cNvPr>
          <p:cNvSpPr>
            <a:spLocks noGrp="1"/>
          </p:cNvSpPr>
          <p:nvPr>
            <p:ph type="pic" sz="quarter" idx="15"/>
          </p:nvPr>
        </p:nvSpPr>
        <p:spPr>
          <a:xfrm>
            <a:off x="6434222" y="1123209"/>
            <a:ext cx="4995780" cy="4621660"/>
          </a:xfrm>
          <a:prstGeom prst="roundRect">
            <a:avLst>
              <a:gd name="adj" fmla="val 277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0BABFF2B-12D2-C0B8-A8D7-866EF2DE667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6B206D17-11BD-F07A-E5BC-4F113C913D2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8645635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 Content + 1 Image 2">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436718" y="1123208"/>
            <a:ext cx="4995780" cy="5302992"/>
          </a:xfrm>
          <a:prstGeom prst="roundRect">
            <a:avLst>
              <a:gd name="adj" fmla="val 2568"/>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6796CC91-CFDD-2FC8-FB60-29B2B3878BA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1FDBE80-E29C-0403-B5AE-7F0B1217043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850334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 Content + 1 Image 3">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6578977" y="0"/>
            <a:ext cx="5026664" cy="6858000"/>
          </a:xfrm>
          <a:prstGeom prst="roundRect">
            <a:avLst>
              <a:gd name="adj" fmla="val 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543381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3E2429C4-1A4C-3327-88A8-B8796344887C}"/>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3C765272-183F-3DC0-758A-7CF0F4CCC21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437175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 Content + 1 Image Left">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F718E833-EF07-D16E-EBFE-66778AE40F2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47" name="TextBox 46">
            <a:extLst>
              <a:ext uri="{FF2B5EF4-FFF2-40B4-BE49-F238E27FC236}">
                <a16:creationId xmlns:a16="http://schemas.microsoft.com/office/drawing/2014/main" id="{5399923F-C6EB-A400-E77D-4870986A1DE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48" name="TextBox 47">
            <a:extLst>
              <a:ext uri="{FF2B5EF4-FFF2-40B4-BE49-F238E27FC236}">
                <a16:creationId xmlns:a16="http://schemas.microsoft.com/office/drawing/2014/main" id="{C5DEC082-07EF-D7BC-CDEB-BECCAC19339D}"/>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49" name="Straight Connector 48">
            <a:extLst>
              <a:ext uri="{FF2B5EF4-FFF2-40B4-BE49-F238E27FC236}">
                <a16:creationId xmlns:a16="http://schemas.microsoft.com/office/drawing/2014/main" id="{4B499877-843E-808D-8538-97EAE9DAB065}"/>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599269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 Content + 1 Image Left - Tan">
    <p:bg>
      <p:bgRef idx="1001">
        <a:schemeClr val="bg2"/>
      </p:bgRef>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7F4DBC3F-F96A-1B47-A6FF-543FF163495F}"/>
              </a:ext>
            </a:extLst>
          </p:cNvPr>
          <p:cNvSpPr>
            <a:spLocks noGrp="1"/>
          </p:cNvSpPr>
          <p:nvPr>
            <p:ph type="pic" sz="quarter" idx="13"/>
          </p:nvPr>
        </p:nvSpPr>
        <p:spPr>
          <a:xfrm>
            <a:off x="558802" y="1123208"/>
            <a:ext cx="4995780" cy="5302992"/>
          </a:xfrm>
          <a:prstGeom prst="roundRect">
            <a:avLst>
              <a:gd name="adj" fmla="val 2613"/>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7" y="1113133"/>
            <a:ext cx="5435592"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9FF5EBA5-0373-291A-7DEF-E29C6151380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04D893D3-226C-BFC1-8E8A-2D091F3B40E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3255589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 Content + 2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1" y="1113133"/>
            <a:ext cx="5435597"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436718" y="1123208"/>
            <a:ext cx="4995780" cy="2273963"/>
          </a:xfrm>
          <a:prstGeom prst="roundRect">
            <a:avLst>
              <a:gd name="adj" fmla="val 494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7004708" y="3664432"/>
            <a:ext cx="4427789" cy="2731312"/>
          </a:xfrm>
          <a:prstGeom prst="roundRect">
            <a:avLst>
              <a:gd name="adj" fmla="val 4169"/>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7A510A60-5BA7-4BAA-3B95-AD711AFDA7F6}"/>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DC6A2534-4D32-D97F-CB34-05868AAE64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7798537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 Content + 2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2885269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 Content + 2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2" y="1113133"/>
            <a:ext cx="543559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9" name="Picture Placeholder 4">
            <a:extLst>
              <a:ext uri="{FF2B5EF4-FFF2-40B4-BE49-F238E27FC236}">
                <a16:creationId xmlns:a16="http://schemas.microsoft.com/office/drawing/2014/main" id="{8C2E2FD2-818F-BF03-2D6C-7C837B281894}"/>
              </a:ext>
            </a:extLst>
          </p:cNvPr>
          <p:cNvSpPr>
            <a:spLocks noGrp="1"/>
          </p:cNvSpPr>
          <p:nvPr>
            <p:ph type="pic" sz="quarter" idx="15"/>
          </p:nvPr>
        </p:nvSpPr>
        <p:spPr>
          <a:xfrm>
            <a:off x="558801" y="1123208"/>
            <a:ext cx="4995780"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0" name="Picture Placeholder 4">
            <a:extLst>
              <a:ext uri="{FF2B5EF4-FFF2-40B4-BE49-F238E27FC236}">
                <a16:creationId xmlns:a16="http://schemas.microsoft.com/office/drawing/2014/main" id="{1512B8EC-63C4-E77B-594F-FA7C5CA829D5}"/>
              </a:ext>
            </a:extLst>
          </p:cNvPr>
          <p:cNvSpPr>
            <a:spLocks noGrp="1"/>
          </p:cNvSpPr>
          <p:nvPr>
            <p:ph type="pic" sz="quarter" idx="16"/>
          </p:nvPr>
        </p:nvSpPr>
        <p:spPr>
          <a:xfrm>
            <a:off x="1126791" y="3664432"/>
            <a:ext cx="4427789" cy="2731312"/>
          </a:xfrm>
          <a:prstGeom prst="roundRect">
            <a:avLst>
              <a:gd name="adj" fmla="val 433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5" name="Freeform 4">
            <a:extLst>
              <a:ext uri="{FF2B5EF4-FFF2-40B4-BE49-F238E27FC236}">
                <a16:creationId xmlns:a16="http://schemas.microsoft.com/office/drawing/2014/main" id="{F73899D2-0759-2331-FD57-E6C2BB1B6D1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E390A0D1-5B5F-0AC1-1E45-DC11E424F6E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7685753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 Content + 3 Images Right">
    <p:bg>
      <p:bgRef idx="1001">
        <a:schemeClr val="bg2"/>
      </p:bgRef>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F2C6427E-AEF6-322D-EACE-627E80F2957B}"/>
              </a:ext>
            </a:extLst>
          </p:cNvPr>
          <p:cNvSpPr/>
          <p:nvPr/>
        </p:nvSpPr>
        <p:spPr>
          <a:xfrm flipH="1">
            <a:off x="1" y="0"/>
            <a:ext cx="868680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7805712"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58800" y="1113133"/>
            <a:ext cx="54355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5" name="Picture Placeholder 4">
            <a:extLst>
              <a:ext uri="{FF2B5EF4-FFF2-40B4-BE49-F238E27FC236}">
                <a16:creationId xmlns:a16="http://schemas.microsoft.com/office/drawing/2014/main" id="{03B4F132-B8E2-1506-A46C-D7B4118143EA}"/>
              </a:ext>
            </a:extLst>
          </p:cNvPr>
          <p:cNvSpPr>
            <a:spLocks noGrp="1"/>
          </p:cNvSpPr>
          <p:nvPr>
            <p:ph type="pic" sz="quarter" idx="13"/>
          </p:nvPr>
        </p:nvSpPr>
        <p:spPr>
          <a:xfrm>
            <a:off x="6908801" y="1123208"/>
            <a:ext cx="4523697" cy="2273963"/>
          </a:xfrm>
          <a:prstGeom prst="roundRect">
            <a:avLst>
              <a:gd name="adj" fmla="val 5275"/>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26" name="Picture Placeholder 4">
            <a:extLst>
              <a:ext uri="{FF2B5EF4-FFF2-40B4-BE49-F238E27FC236}">
                <a16:creationId xmlns:a16="http://schemas.microsoft.com/office/drawing/2014/main" id="{780E4D50-FDC0-DE99-C1EC-C673620043B4}"/>
              </a:ext>
            </a:extLst>
          </p:cNvPr>
          <p:cNvSpPr>
            <a:spLocks noGrp="1"/>
          </p:cNvSpPr>
          <p:nvPr>
            <p:ph type="pic" sz="quarter" idx="14"/>
          </p:nvPr>
        </p:nvSpPr>
        <p:spPr>
          <a:xfrm>
            <a:off x="6424105" y="3664432"/>
            <a:ext cx="2639497" cy="2153421"/>
          </a:xfrm>
          <a:prstGeom prst="roundRect">
            <a:avLst>
              <a:gd name="adj" fmla="val 5110"/>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6" name="Picture Placeholder 4">
            <a:extLst>
              <a:ext uri="{FF2B5EF4-FFF2-40B4-BE49-F238E27FC236}">
                <a16:creationId xmlns:a16="http://schemas.microsoft.com/office/drawing/2014/main" id="{BACA5F0B-7250-FB48-7C3B-0A2C600C31A3}"/>
              </a:ext>
            </a:extLst>
          </p:cNvPr>
          <p:cNvSpPr>
            <a:spLocks noGrp="1"/>
          </p:cNvSpPr>
          <p:nvPr>
            <p:ph type="pic" sz="quarter" idx="15"/>
          </p:nvPr>
        </p:nvSpPr>
        <p:spPr>
          <a:xfrm>
            <a:off x="9353279" y="3664432"/>
            <a:ext cx="2080989" cy="2731312"/>
          </a:xfrm>
          <a:prstGeom prst="roundRect">
            <a:avLst>
              <a:gd name="adj" fmla="val 5582"/>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17E66034-C59C-41E9-18B8-DC2D2532553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4B576B4-703D-F593-C8BB-B134EB0C773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8247690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itle + Content + 3 Images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Tree>
    <p:extLst>
      <p:ext uri="{BB962C8B-B14F-4D97-AF65-F5344CB8AC3E}">
        <p14:creationId xmlns:p14="http://schemas.microsoft.com/office/powerpoint/2010/main" val="61167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 Content + 3 Images Lef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7DE6D-1FD6-C9A6-11C3-5C47D869DC8D}"/>
              </a:ext>
            </a:extLst>
          </p:cNvPr>
          <p:cNvSpPr>
            <a:spLocks noGrp="1"/>
          </p:cNvSpPr>
          <p:nvPr>
            <p:ph type="title" hasCustomPrompt="1"/>
          </p:nvPr>
        </p:nvSpPr>
        <p:spPr>
          <a:xfrm>
            <a:off x="558801"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9" name="Content Placeholder 2">
            <a:extLst>
              <a:ext uri="{FF2B5EF4-FFF2-40B4-BE49-F238E27FC236}">
                <a16:creationId xmlns:a16="http://schemas.microsoft.com/office/drawing/2014/main" id="{3876AE41-B463-90C7-6DA2-ED744BC322AE}"/>
              </a:ext>
            </a:extLst>
          </p:cNvPr>
          <p:cNvSpPr>
            <a:spLocks noGrp="1"/>
          </p:cNvSpPr>
          <p:nvPr>
            <p:ph idx="1" hasCustomPrompt="1"/>
          </p:nvPr>
        </p:nvSpPr>
        <p:spPr>
          <a:xfrm>
            <a:off x="5994401" y="1113133"/>
            <a:ext cx="543559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4" name="Picture Placeholder 4">
            <a:extLst>
              <a:ext uri="{FF2B5EF4-FFF2-40B4-BE49-F238E27FC236}">
                <a16:creationId xmlns:a16="http://schemas.microsoft.com/office/drawing/2014/main" id="{206A74D9-D981-A2DC-EF77-947B5189C4FE}"/>
              </a:ext>
            </a:extLst>
          </p:cNvPr>
          <p:cNvSpPr>
            <a:spLocks noGrp="1"/>
          </p:cNvSpPr>
          <p:nvPr>
            <p:ph type="pic" sz="quarter" idx="13"/>
          </p:nvPr>
        </p:nvSpPr>
        <p:spPr>
          <a:xfrm>
            <a:off x="1031505" y="1123208"/>
            <a:ext cx="4523697" cy="2273963"/>
          </a:xfrm>
          <a:prstGeom prst="roundRect">
            <a:avLst>
              <a:gd name="adj" fmla="val 576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5" name="Picture Placeholder 4">
            <a:extLst>
              <a:ext uri="{FF2B5EF4-FFF2-40B4-BE49-F238E27FC236}">
                <a16:creationId xmlns:a16="http://schemas.microsoft.com/office/drawing/2014/main" id="{22633008-4C86-2385-A4F5-A0F2C75FE720}"/>
              </a:ext>
            </a:extLst>
          </p:cNvPr>
          <p:cNvSpPr>
            <a:spLocks noGrp="1"/>
          </p:cNvSpPr>
          <p:nvPr>
            <p:ph type="pic" sz="quarter" idx="14"/>
          </p:nvPr>
        </p:nvSpPr>
        <p:spPr>
          <a:xfrm>
            <a:off x="2924224" y="3664432"/>
            <a:ext cx="2639497" cy="2153421"/>
          </a:xfrm>
          <a:prstGeom prst="roundRect">
            <a:avLst>
              <a:gd name="adj" fmla="val 6474"/>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16" name="Picture Placeholder 4">
            <a:extLst>
              <a:ext uri="{FF2B5EF4-FFF2-40B4-BE49-F238E27FC236}">
                <a16:creationId xmlns:a16="http://schemas.microsoft.com/office/drawing/2014/main" id="{34AA4C65-6378-8CEB-BC9D-4449E5E56F92}"/>
              </a:ext>
            </a:extLst>
          </p:cNvPr>
          <p:cNvSpPr>
            <a:spLocks noGrp="1"/>
          </p:cNvSpPr>
          <p:nvPr>
            <p:ph type="pic" sz="quarter" idx="15"/>
          </p:nvPr>
        </p:nvSpPr>
        <p:spPr>
          <a:xfrm>
            <a:off x="558800" y="3664432"/>
            <a:ext cx="2080989" cy="2731312"/>
          </a:xfrm>
          <a:prstGeom prst="roundRect">
            <a:avLst>
              <a:gd name="adj" fmla="val 6631"/>
            </a:avLst>
          </a:prstGeom>
        </p:spPr>
        <p:txBody>
          <a:bodyPr/>
          <a:lstStyle>
            <a:lvl1pPr marL="0" indent="0">
              <a:buNone/>
              <a:defRPr b="0" i="0">
                <a:solidFill>
                  <a:schemeClr val="tx1"/>
                </a:solidFill>
                <a:latin typeface="Arial" panose="020B0604020202020204" pitchFamily="34" charset="0"/>
                <a:ea typeface="Inter Light" panose="02000503000000020004" pitchFamily="2" charset="0"/>
              </a:defRPr>
            </a:lvl1pPr>
          </a:lstStyle>
          <a:p>
            <a:r>
              <a:rPr lang="en-US"/>
              <a:t>Click icon to add picture</a:t>
            </a:r>
          </a:p>
        </p:txBody>
      </p:sp>
      <p:sp>
        <p:nvSpPr>
          <p:cNvPr id="3" name="Freeform 2">
            <a:extLst>
              <a:ext uri="{FF2B5EF4-FFF2-40B4-BE49-F238E27FC236}">
                <a16:creationId xmlns:a16="http://schemas.microsoft.com/office/drawing/2014/main" id="{F453CD11-FFB3-09F8-BF8D-E73C7DBF87F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EA113B5E-FDB8-B8F5-FEFE-0652D127267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2278981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of Mind Slide">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536AC48-7D70-2BFF-64D0-C46E3B64C868}"/>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22">
            <a:extLst>
              <a:ext uri="{FF2B5EF4-FFF2-40B4-BE49-F238E27FC236}">
                <a16:creationId xmlns:a16="http://schemas.microsoft.com/office/drawing/2014/main" id="{EA64E0F6-2745-8A5D-CCC3-2DF94C328CB9}"/>
              </a:ext>
            </a:extLst>
          </p:cNvPr>
          <p:cNvSpPr>
            <a:spLocks noGrp="1"/>
          </p:cNvSpPr>
          <p:nvPr>
            <p:ph type="body" sz="quarter" idx="47" hasCustomPrompt="1"/>
          </p:nvPr>
        </p:nvSpPr>
        <p:spPr>
          <a:xfrm>
            <a:off x="6247680" y="2052137"/>
            <a:ext cx="4503408" cy="3833020"/>
          </a:xfrm>
          <a:prstGeom prst="rect">
            <a:avLst/>
          </a:prstGeom>
        </p:spPr>
        <p:txBody>
          <a:bodyPr lIns="0" anchor="t"/>
          <a:lstStyle>
            <a:lvl1pPr marL="311143" indent="-311143">
              <a:buClr>
                <a:schemeClr val="accent2"/>
              </a:buClr>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2"/>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lvl="0"/>
            <a:endParaRPr lang="en-US"/>
          </a:p>
        </p:txBody>
      </p:sp>
      <p:sp>
        <p:nvSpPr>
          <p:cNvPr id="18" name="TextBox 17">
            <a:extLst>
              <a:ext uri="{FF2B5EF4-FFF2-40B4-BE49-F238E27FC236}">
                <a16:creationId xmlns:a16="http://schemas.microsoft.com/office/drawing/2014/main" id="{88A04C14-95F3-B5F3-1F01-0E80639F0F5E}"/>
              </a:ext>
            </a:extLst>
          </p:cNvPr>
          <p:cNvSpPr txBox="1"/>
          <p:nvPr/>
        </p:nvSpPr>
        <p:spPr>
          <a:xfrm>
            <a:off x="62502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Focused on</a:t>
            </a:r>
          </a:p>
        </p:txBody>
      </p:sp>
      <p:sp>
        <p:nvSpPr>
          <p:cNvPr id="5" name="Rounded Rectangle 4">
            <a:extLst>
              <a:ext uri="{FF2B5EF4-FFF2-40B4-BE49-F238E27FC236}">
                <a16:creationId xmlns:a16="http://schemas.microsoft.com/office/drawing/2014/main" id="{51A2BBAD-0366-EA39-CA6F-CA4D43F27C3B}"/>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sp>
        <p:nvSpPr>
          <p:cNvPr id="17" name="TextBox 16">
            <a:extLst>
              <a:ext uri="{FF2B5EF4-FFF2-40B4-BE49-F238E27FC236}">
                <a16:creationId xmlns:a16="http://schemas.microsoft.com/office/drawing/2014/main" id="{561669B3-FB05-04C0-F316-138A0A9C8151}"/>
              </a:ext>
            </a:extLst>
          </p:cNvPr>
          <p:cNvSpPr txBox="1"/>
          <p:nvPr/>
        </p:nvSpPr>
        <p:spPr>
          <a:xfrm>
            <a:off x="852720" y="1494125"/>
            <a:ext cx="4074880" cy="379656"/>
          </a:xfrm>
          <a:prstGeom prst="rect">
            <a:avLst/>
          </a:prstGeom>
          <a:noFill/>
        </p:spPr>
        <p:txBody>
          <a:bodyPr wrap="square" lIns="0" rtlCol="0">
            <a:spAutoFit/>
          </a:bodyPr>
          <a:lstStyle/>
          <a:p>
            <a:pPr marL="0" indent="0" algn="l">
              <a:buClrTx/>
              <a:buFont typeface="Arial" panose="020B0604020202020204" pitchFamily="34" charset="0"/>
              <a:buNone/>
            </a:pPr>
            <a:r>
              <a:rPr lang="en-US" sz="1867" b="0" i="0">
                <a:solidFill>
                  <a:schemeClr val="tx2"/>
                </a:solidFill>
                <a:latin typeface="Arial" panose="020B0604020202020204" pitchFamily="34" charset="0"/>
                <a:ea typeface="Inter Medium" panose="02000503000000020004" pitchFamily="2" charset="0"/>
                <a:cs typeface="Arial" panose="020B0604020202020204" pitchFamily="34" charset="0"/>
              </a:rPr>
              <a:t>Encouraged by</a:t>
            </a:r>
          </a:p>
        </p:txBody>
      </p:sp>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8" name="Straight Connector 7">
            <a:extLst>
              <a:ext uri="{FF2B5EF4-FFF2-40B4-BE49-F238E27FC236}">
                <a16:creationId xmlns:a16="http://schemas.microsoft.com/office/drawing/2014/main" id="{1E560A6E-A95B-26D1-60D3-F0332B27A454}"/>
              </a:ext>
            </a:extLst>
          </p:cNvPr>
          <p:cNvCxnSpPr>
            <a:cxnSpLocks/>
          </p:cNvCxnSpPr>
          <p:nvPr/>
        </p:nvCxnSpPr>
        <p:spPr>
          <a:xfrm>
            <a:off x="852720" y="19304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B3177D-5441-E95A-2837-1828BD15784F}"/>
              </a:ext>
            </a:extLst>
          </p:cNvPr>
          <p:cNvCxnSpPr>
            <a:cxnSpLocks/>
          </p:cNvCxnSpPr>
          <p:nvPr/>
        </p:nvCxnSpPr>
        <p:spPr>
          <a:xfrm>
            <a:off x="6252109" y="1930459"/>
            <a:ext cx="4503409" cy="0"/>
          </a:xfrm>
          <a:prstGeom prst="line">
            <a:avLst/>
          </a:prstGeom>
          <a:ln w="19050" cap="rnd">
            <a:solidFill>
              <a:schemeClr val="accent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 name="Text Placeholder 22">
            <a:extLst>
              <a:ext uri="{FF2B5EF4-FFF2-40B4-BE49-F238E27FC236}">
                <a16:creationId xmlns:a16="http://schemas.microsoft.com/office/drawing/2014/main" id="{6F9A70B7-5F56-10AD-A9DB-0B88C8C7D8F8}"/>
              </a:ext>
            </a:extLst>
          </p:cNvPr>
          <p:cNvSpPr>
            <a:spLocks noGrp="1"/>
          </p:cNvSpPr>
          <p:nvPr>
            <p:ph type="body" sz="quarter" idx="41" hasCustomPrompt="1"/>
          </p:nvPr>
        </p:nvSpPr>
        <p:spPr>
          <a:xfrm>
            <a:off x="852720" y="2072457"/>
            <a:ext cx="4519003" cy="3833020"/>
          </a:xfrm>
          <a:prstGeom prst="rect">
            <a:avLst/>
          </a:prstGeom>
        </p:spPr>
        <p:txBody>
          <a:bodyPr lIns="0" anchor="t"/>
          <a:lstStyle>
            <a:lvl1pPr marL="311143" indent="-311143">
              <a:buFont typeface="+mj-lt"/>
              <a:buAutoNum type="arabicPeriod"/>
              <a:tabLst/>
              <a:defRPr sz="1867">
                <a:solidFill>
                  <a:schemeClr val="tx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r>
              <a:rPr lang="en-US"/>
              <a:t>Filler text goes here lorem ipsum dolor sit </a:t>
            </a:r>
            <a:r>
              <a:rPr lang="en-US" err="1"/>
              <a:t>amet</a:t>
            </a:r>
            <a:r>
              <a:rPr lang="en-US"/>
              <a:t>, </a:t>
            </a:r>
            <a:r>
              <a:rPr lang="en-US" err="1"/>
              <a:t>consectetuer</a:t>
            </a:r>
            <a:r>
              <a:rPr lang="en-US"/>
              <a:t> </a:t>
            </a:r>
            <a:r>
              <a:rPr lang="en-US" err="1"/>
              <a:t>adipscing</a:t>
            </a:r>
            <a:r>
              <a:rPr lang="en-US"/>
              <a:t> </a:t>
            </a:r>
            <a:r>
              <a:rPr lang="en-US" err="1"/>
              <a:t>elit</a:t>
            </a:r>
            <a:r>
              <a:rPr lang="en-US"/>
              <a:t> sed lorem</a:t>
            </a:r>
          </a:p>
          <a:p>
            <a:pPr marL="311143" marR="0" lvl="0" indent="-311143" algn="l" defTabSz="1219170" rtl="0" eaLnBrk="1" fontAlgn="auto" latinLnBrk="0" hangingPunct="1">
              <a:lnSpc>
                <a:spcPct val="100000"/>
              </a:lnSpc>
              <a:spcBef>
                <a:spcPct val="20000"/>
              </a:spcBef>
              <a:spcAft>
                <a:spcPts val="0"/>
              </a:spcAft>
              <a:buClr>
                <a:schemeClr val="accent1"/>
              </a:buClr>
              <a:buSzTx/>
              <a:buFont typeface="+mj-lt"/>
              <a:buAutoNum type="arabicPeriod"/>
              <a:tabLst/>
              <a:defRPr/>
            </a:pPr>
            <a:endParaRPr lang="en-US"/>
          </a:p>
        </p:txBody>
      </p:sp>
    </p:spTree>
    <p:extLst>
      <p:ext uri="{BB962C8B-B14F-4D97-AF65-F5344CB8AC3E}">
        <p14:creationId xmlns:p14="http://schemas.microsoft.com/office/powerpoint/2010/main" val="32153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Title +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Tree>
    <p:extLst>
      <p:ext uri="{BB962C8B-B14F-4D97-AF65-F5344CB8AC3E}">
        <p14:creationId xmlns:p14="http://schemas.microsoft.com/office/powerpoint/2010/main" val="305526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 2 Content - Ta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8F069-EA52-D9D2-7173-E3C0F97BA91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Content Placeholder 2">
            <a:extLst>
              <a:ext uri="{FF2B5EF4-FFF2-40B4-BE49-F238E27FC236}">
                <a16:creationId xmlns:a16="http://schemas.microsoft.com/office/drawing/2014/main" id="{26767B88-642F-62CA-3599-39BA16FD6DBD}"/>
              </a:ext>
            </a:extLst>
          </p:cNvPr>
          <p:cNvSpPr>
            <a:spLocks noGrp="1"/>
          </p:cNvSpPr>
          <p:nvPr>
            <p:ph idx="14" hasCustomPrompt="1"/>
          </p:nvPr>
        </p:nvSpPr>
        <p:spPr>
          <a:xfrm>
            <a:off x="558801" y="1113133"/>
            <a:ext cx="5168799"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7" name="Content Placeholder 2">
            <a:extLst>
              <a:ext uri="{FF2B5EF4-FFF2-40B4-BE49-F238E27FC236}">
                <a16:creationId xmlns:a16="http://schemas.microsoft.com/office/drawing/2014/main" id="{AB6A8EB1-A1DC-91F5-B9FC-5B2172C1AE95}"/>
              </a:ext>
            </a:extLst>
          </p:cNvPr>
          <p:cNvSpPr>
            <a:spLocks noGrp="1"/>
          </p:cNvSpPr>
          <p:nvPr>
            <p:ph idx="15" hasCustomPrompt="1"/>
          </p:nvPr>
        </p:nvSpPr>
        <p:spPr>
          <a:xfrm>
            <a:off x="5994401" y="1113133"/>
            <a:ext cx="51688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Freeform 2">
            <a:extLst>
              <a:ext uri="{FF2B5EF4-FFF2-40B4-BE49-F238E27FC236}">
                <a16:creationId xmlns:a16="http://schemas.microsoft.com/office/drawing/2014/main" id="{F76FC624-4F0C-0950-0680-52B88FD626D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5CC0C1F2-EC47-BDF2-DD45-D97CD6664D2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817441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 3 Conten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tx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tx1"/>
              </a:buClr>
              <a:buFont typeface="Arial" panose="020B0604020202020204" pitchFamily="34" charset="0"/>
              <a:buNone/>
              <a:defRPr b="0" i="0">
                <a:solidFill>
                  <a:schemeClr val="tx2"/>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r>
              <a:rPr lang="en-US"/>
              <a:t>		</a:t>
            </a:r>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80242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 3 Content - Tan">
    <p:bg>
      <p:bgRef idx="1001">
        <a:schemeClr val="bg2"/>
      </p:bgRef>
    </p:bg>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14D08E87-493C-5B4D-A7C2-8B1726ACD339}"/>
              </a:ext>
            </a:extLst>
          </p:cNvPr>
          <p:cNvSpPr>
            <a:spLocks noGrp="1"/>
          </p:cNvSpPr>
          <p:nvPr>
            <p:ph idx="15" hasCustomPrompt="1"/>
          </p:nvPr>
        </p:nvSpPr>
        <p:spPr>
          <a:xfrm>
            <a:off x="7823202" y="1103147"/>
            <a:ext cx="3382335" cy="532305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6" name="Content Placeholder 2">
            <a:extLst>
              <a:ext uri="{FF2B5EF4-FFF2-40B4-BE49-F238E27FC236}">
                <a16:creationId xmlns:a16="http://schemas.microsoft.com/office/drawing/2014/main" id="{FF66E59F-6402-344F-8D9E-8D5A52F0C30D}"/>
              </a:ext>
            </a:extLst>
          </p:cNvPr>
          <p:cNvSpPr>
            <a:spLocks noGrp="1"/>
          </p:cNvSpPr>
          <p:nvPr>
            <p:ph idx="1" hasCustomPrompt="1"/>
          </p:nvPr>
        </p:nvSpPr>
        <p:spPr>
          <a:xfrm>
            <a:off x="558800" y="1096437"/>
            <a:ext cx="3382335"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0BF9EB83-0481-DA4D-6F37-4D72B8117895}"/>
              </a:ext>
            </a:extLst>
          </p:cNvPr>
          <p:cNvSpPr>
            <a:spLocks noGrp="1"/>
          </p:cNvSpPr>
          <p:nvPr>
            <p:ph idx="16" hasCustomPrompt="1"/>
          </p:nvPr>
        </p:nvSpPr>
        <p:spPr>
          <a:xfrm>
            <a:off x="4165601" y="1096437"/>
            <a:ext cx="3382336"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339DE6DB-6E97-A87D-0A49-8A4E6A2F92CD}"/>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 name="Freeform 3">
            <a:extLst>
              <a:ext uri="{FF2B5EF4-FFF2-40B4-BE49-F238E27FC236}">
                <a16:creationId xmlns:a16="http://schemas.microsoft.com/office/drawing/2014/main" id="{F82811A5-CBBD-913B-BDCB-5AE0F2933C6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37575978-B01C-88A9-36AB-451B7927B27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8603901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 4 Conten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a:p>
            <a:pPr lvl="0"/>
            <a:endParaRPr lang="en-US"/>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Tree>
    <p:extLst>
      <p:ext uri="{BB962C8B-B14F-4D97-AF65-F5344CB8AC3E}">
        <p14:creationId xmlns:p14="http://schemas.microsoft.com/office/powerpoint/2010/main" val="328317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 4 Content - Tan">
    <p:bg>
      <p:bgRef idx="1001">
        <a:schemeClr val="bg2"/>
      </p:bgRef>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0418063E-8936-624E-885E-452F7123A7C7}"/>
              </a:ext>
            </a:extLst>
          </p:cNvPr>
          <p:cNvSpPr>
            <a:spLocks noGrp="1"/>
          </p:cNvSpPr>
          <p:nvPr>
            <p:ph idx="1" hasCustomPrompt="1"/>
          </p:nvPr>
        </p:nvSpPr>
        <p:spPr>
          <a:xfrm>
            <a:off x="558801" y="1096437"/>
            <a:ext cx="2514444"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3" name="Content Placeholder 2">
            <a:extLst>
              <a:ext uri="{FF2B5EF4-FFF2-40B4-BE49-F238E27FC236}">
                <a16:creationId xmlns:a16="http://schemas.microsoft.com/office/drawing/2014/main" id="{8743D604-329A-24A7-47AB-402F3AAD11D6}"/>
              </a:ext>
            </a:extLst>
          </p:cNvPr>
          <p:cNvSpPr>
            <a:spLocks noGrp="1"/>
          </p:cNvSpPr>
          <p:nvPr>
            <p:ph idx="10" hasCustomPrompt="1"/>
          </p:nvPr>
        </p:nvSpPr>
        <p:spPr>
          <a:xfrm>
            <a:off x="32512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4" name="Content Placeholder 2">
            <a:extLst>
              <a:ext uri="{FF2B5EF4-FFF2-40B4-BE49-F238E27FC236}">
                <a16:creationId xmlns:a16="http://schemas.microsoft.com/office/drawing/2014/main" id="{D8052BDB-5CDC-FB47-D14C-66135EFC9659}"/>
              </a:ext>
            </a:extLst>
          </p:cNvPr>
          <p:cNvSpPr>
            <a:spLocks noGrp="1"/>
          </p:cNvSpPr>
          <p:nvPr>
            <p:ph idx="11" hasCustomPrompt="1"/>
          </p:nvPr>
        </p:nvSpPr>
        <p:spPr>
          <a:xfrm>
            <a:off x="5994401" y="1096437"/>
            <a:ext cx="2509879"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5" name="Content Placeholder 2">
            <a:extLst>
              <a:ext uri="{FF2B5EF4-FFF2-40B4-BE49-F238E27FC236}">
                <a16:creationId xmlns:a16="http://schemas.microsoft.com/office/drawing/2014/main" id="{4215BA62-00FC-3B1A-7EA5-2F0FBACA9B5F}"/>
              </a:ext>
            </a:extLst>
          </p:cNvPr>
          <p:cNvSpPr>
            <a:spLocks noGrp="1"/>
          </p:cNvSpPr>
          <p:nvPr>
            <p:ph idx="12" hasCustomPrompt="1"/>
          </p:nvPr>
        </p:nvSpPr>
        <p:spPr>
          <a:xfrm>
            <a:off x="8686802" y="1096437"/>
            <a:ext cx="2509877" cy="5329763"/>
          </a:xfrm>
          <a:prstGeom prst="rect">
            <a:avLst/>
          </a:prstGeom>
        </p:spPr>
        <p:txBody>
          <a:bodyPr lIns="0" rIns="0"/>
          <a:lstStyle>
            <a:lvl1pPr marL="0" indent="0">
              <a:buClr>
                <a:schemeClr val="accent1"/>
              </a:buClr>
              <a:buFont typeface="Arial" panose="020B0604020202020204" pitchFamily="34" charset="0"/>
              <a:buNone/>
              <a:defRPr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609585" indent="0">
              <a:buClr>
                <a:schemeClr val="bg1"/>
              </a:buClr>
              <a:buFont typeface="Arial"/>
              <a:buNone/>
              <a:defRPr b="0" i="0">
                <a:solidFill>
                  <a:schemeClr val="tx1">
                    <a:lumMod val="75000"/>
                    <a:lumOff val="25000"/>
                  </a:schemeClr>
                </a:solidFill>
                <a:latin typeface="Arial" panose="020B0604020202020204" pitchFamily="34" charset="0"/>
                <a:cs typeface="Gotham Book" pitchFamily="2" charset="0"/>
              </a:defRPr>
            </a:lvl2pPr>
            <a:lvl3pPr marL="1219170" indent="0">
              <a:buClr>
                <a:schemeClr val="bg1"/>
              </a:buClr>
              <a:buFont typeface="Arial" panose="020B0604020202020204" pitchFamily="34" charset="0"/>
              <a:buNone/>
              <a:defRPr b="0" i="0">
                <a:solidFill>
                  <a:schemeClr val="tx1">
                    <a:lumMod val="75000"/>
                    <a:lumOff val="25000"/>
                  </a:schemeClr>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Text, table, charts, smart art, or media</a:t>
            </a:r>
          </a:p>
        </p:txBody>
      </p:sp>
      <p:sp>
        <p:nvSpPr>
          <p:cNvPr id="2" name="Title 1">
            <a:extLst>
              <a:ext uri="{FF2B5EF4-FFF2-40B4-BE49-F238E27FC236}">
                <a16:creationId xmlns:a16="http://schemas.microsoft.com/office/drawing/2014/main" id="{5E7E7AC2-EC45-0AF3-DD03-15776359B942}"/>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 name="Freeform 5">
            <a:extLst>
              <a:ext uri="{FF2B5EF4-FFF2-40B4-BE49-F238E27FC236}">
                <a16:creationId xmlns:a16="http://schemas.microsoft.com/office/drawing/2014/main" id="{D175168E-DDB4-FAE3-1480-0DD288B2399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9267FEB4-9337-D310-0C3C-31FADFC72B3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281020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 Content + Callou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D2FFCB-E4C7-A1EE-D9B7-9AFAFDCFBC99}"/>
              </a:ext>
            </a:extLst>
          </p:cNvPr>
          <p:cNvSpPr/>
          <p:nvPr/>
        </p:nvSpPr>
        <p:spPr>
          <a:xfrm flipH="1">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6792077"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Rounded Rectangle 6">
            <a:extLst>
              <a:ext uri="{FF2B5EF4-FFF2-40B4-BE49-F238E27FC236}">
                <a16:creationId xmlns:a16="http://schemas.microsoft.com/office/drawing/2014/main" id="{225822E0-6D53-EB62-A19B-F77D46E52BA9}"/>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6" name="Content Placeholder 2">
            <a:extLst>
              <a:ext uri="{FF2B5EF4-FFF2-40B4-BE49-F238E27FC236}">
                <a16:creationId xmlns:a16="http://schemas.microsoft.com/office/drawing/2014/main" id="{BA8F6688-3B94-53EC-253E-D6ED0D78CF60}"/>
              </a:ext>
            </a:extLst>
          </p:cNvPr>
          <p:cNvSpPr>
            <a:spLocks noGrp="1"/>
          </p:cNvSpPr>
          <p:nvPr>
            <p:ph idx="10" hasCustomPrompt="1"/>
          </p:nvPr>
        </p:nvSpPr>
        <p:spPr>
          <a:xfrm>
            <a:off x="558802" y="1113133"/>
            <a:ext cx="6808455"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Freeform 3">
            <a:extLst>
              <a:ext uri="{FF2B5EF4-FFF2-40B4-BE49-F238E27FC236}">
                <a16:creationId xmlns:a16="http://schemas.microsoft.com/office/drawing/2014/main" id="{C6DB168A-2B02-355F-12E9-C846A57E3D8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587352A9-CBC1-8CF8-3D29-A2E8095F0FC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50249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4_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7C51D4-AE8E-972C-90D1-B18C2C49F810}"/>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 y="0"/>
            <a:ext cx="4165599" cy="6859664"/>
          </a:xfrm>
          <a:prstGeom prst="rect">
            <a:avLst/>
          </a:prstGeom>
        </p:spPr>
      </p:pic>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3173141" cy="826348"/>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7" name="Content Placeholder 2">
            <a:extLst>
              <a:ext uri="{FF2B5EF4-FFF2-40B4-BE49-F238E27FC236}">
                <a16:creationId xmlns:a16="http://schemas.microsoft.com/office/drawing/2014/main" id="{DAF01FEE-211C-3584-5E78-6C8CCC1EA80F}"/>
              </a:ext>
            </a:extLst>
          </p:cNvPr>
          <p:cNvSpPr>
            <a:spLocks noGrp="1"/>
          </p:cNvSpPr>
          <p:nvPr>
            <p:ph idx="10" hasCustomPrompt="1"/>
          </p:nvPr>
        </p:nvSpPr>
        <p:spPr>
          <a:xfrm>
            <a:off x="4495667" y="1113134"/>
            <a:ext cx="6934335" cy="5313065"/>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8" name="Content Placeholder 2">
            <a:extLst>
              <a:ext uri="{FF2B5EF4-FFF2-40B4-BE49-F238E27FC236}">
                <a16:creationId xmlns:a16="http://schemas.microsoft.com/office/drawing/2014/main" id="{C994C379-627D-47C7-7A4F-D5A1FAC1BCC6}"/>
              </a:ext>
            </a:extLst>
          </p:cNvPr>
          <p:cNvSpPr>
            <a:spLocks noGrp="1"/>
          </p:cNvSpPr>
          <p:nvPr>
            <p:ph idx="11" hasCustomPrompt="1"/>
          </p:nvPr>
        </p:nvSpPr>
        <p:spPr>
          <a:xfrm>
            <a:off x="558803" y="1690488"/>
            <a:ext cx="3173141" cy="4735712"/>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376029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 Speaker">
    <p:bg>
      <p:bgPr>
        <a:solidFill>
          <a:schemeClr val="bg2"/>
        </a:solidFill>
        <a:effectLst/>
      </p:bgPr>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4225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 Speaker + Description">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679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2 Speakers">
    <p:bg>
      <p:bgPr>
        <a:solidFill>
          <a:schemeClr val="bg2"/>
        </a:solidFill>
        <a:effectLst/>
      </p:bgPr>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236220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3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64918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4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75384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6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160855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8 Speakers">
    <p:bg>
      <p:bgPr>
        <a:solidFill>
          <a:schemeClr val="bg2"/>
        </a:solidFill>
        <a:effectLst/>
      </p:bgPr>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71576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2 Speakers">
    <p:bg>
      <p:bgPr>
        <a:solidFill>
          <a:schemeClr val="bg2"/>
        </a:solidFill>
        <a:effectLst/>
      </p:bgPr>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456887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 Speaker - Dark">
    <p:bg>
      <p:bgRef idx="1001">
        <a:schemeClr val="bg2"/>
      </p:bgRef>
    </p:bg>
    <p:spTree>
      <p:nvGrpSpPr>
        <p:cNvPr id="1" name=""/>
        <p:cNvGrpSpPr/>
        <p:nvPr/>
      </p:nvGrpSpPr>
      <p:grpSpPr>
        <a:xfrm>
          <a:off x="0" y="0"/>
          <a:ext cx="0" cy="0"/>
          <a:chOff x="0" y="0"/>
          <a:chExt cx="0" cy="0"/>
        </a:xfrm>
      </p:grpSpPr>
      <p:sp>
        <p:nvSpPr>
          <p:cNvPr id="32" name="Picture Placeholder 31">
            <a:extLst>
              <a:ext uri="{FF2B5EF4-FFF2-40B4-BE49-F238E27FC236}">
                <a16:creationId xmlns:a16="http://schemas.microsoft.com/office/drawing/2014/main" id="{F409739E-BC68-FB92-4A23-21168252B992}"/>
              </a:ext>
            </a:extLst>
          </p:cNvPr>
          <p:cNvSpPr>
            <a:spLocks noGrp="1"/>
          </p:cNvSpPr>
          <p:nvPr>
            <p:ph type="pic" sz="quarter" idx="10" hasCustomPrompt="1"/>
          </p:nvPr>
        </p:nvSpPr>
        <p:spPr>
          <a:xfrm>
            <a:off x="1525737" y="1790724"/>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 name="Title 1">
            <a:extLst>
              <a:ext uri="{FF2B5EF4-FFF2-40B4-BE49-F238E27FC236}">
                <a16:creationId xmlns:a16="http://schemas.microsoft.com/office/drawing/2014/main" id="{BFAD90C7-83D8-6932-E4BA-9085BC790F9B}"/>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803901" y="2551879"/>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803901" y="3187277"/>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803900" y="4140200"/>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cxnSp>
        <p:nvCxnSpPr>
          <p:cNvPr id="10" name="Straight Connector 9">
            <a:extLst>
              <a:ext uri="{FF2B5EF4-FFF2-40B4-BE49-F238E27FC236}">
                <a16:creationId xmlns:a16="http://schemas.microsoft.com/office/drawing/2014/main" id="{83551171-07C8-C46D-BA03-1A4E9DBEB419}"/>
              </a:ext>
            </a:extLst>
          </p:cNvPr>
          <p:cNvCxnSpPr>
            <a:cxnSpLocks/>
          </p:cNvCxnSpPr>
          <p:nvPr/>
        </p:nvCxnSpPr>
        <p:spPr>
          <a:xfrm flipH="1">
            <a:off x="3941234" y="2016833"/>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98989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 Speaker + Description - Dark">
    <p:bg>
      <p:bgRef idx="1001">
        <a:schemeClr val="bg2"/>
      </p:bgRef>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1065E2DF-B2D7-96D0-FE07-41220C8D1C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9" name="Picture 10">
            <a:extLst>
              <a:ext uri="{FF2B5EF4-FFF2-40B4-BE49-F238E27FC236}">
                <a16:creationId xmlns:a16="http://schemas.microsoft.com/office/drawing/2014/main" id="{7AB445F5-D34F-CEE2-5786-5AF3D75F8EB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5" name="Text Placeholder 34">
            <a:extLst>
              <a:ext uri="{FF2B5EF4-FFF2-40B4-BE49-F238E27FC236}">
                <a16:creationId xmlns:a16="http://schemas.microsoft.com/office/drawing/2014/main" id="{3FF8550E-EFC4-AFE7-4A27-9FF7D7DD01AD}"/>
              </a:ext>
            </a:extLst>
          </p:cNvPr>
          <p:cNvSpPr>
            <a:spLocks noGrp="1"/>
          </p:cNvSpPr>
          <p:nvPr>
            <p:ph type="body" sz="quarter" idx="11" hasCustomPrompt="1"/>
          </p:nvPr>
        </p:nvSpPr>
        <p:spPr>
          <a:xfrm>
            <a:off x="5008213" y="1144295"/>
            <a:ext cx="5221817" cy="616951"/>
          </a:xfrm>
          <a:prstGeom prst="rect">
            <a:avLst/>
          </a:prstGeom>
        </p:spPr>
        <p:txBody>
          <a:bodyPr lIns="0" anchor="b"/>
          <a:lstStyle>
            <a:lvl1pPr marL="0" indent="0">
              <a:buNone/>
              <a:defRPr sz="4267"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6" name="Text Placeholder 34">
            <a:extLst>
              <a:ext uri="{FF2B5EF4-FFF2-40B4-BE49-F238E27FC236}">
                <a16:creationId xmlns:a16="http://schemas.microsoft.com/office/drawing/2014/main" id="{A490D5FE-4FE7-6D8C-5BA3-98F2E53ECE37}"/>
              </a:ext>
            </a:extLst>
          </p:cNvPr>
          <p:cNvSpPr>
            <a:spLocks noGrp="1"/>
          </p:cNvSpPr>
          <p:nvPr>
            <p:ph type="body" sz="quarter" idx="12" hasCustomPrompt="1"/>
          </p:nvPr>
        </p:nvSpPr>
        <p:spPr>
          <a:xfrm>
            <a:off x="5008213" y="1779693"/>
            <a:ext cx="5221817" cy="616951"/>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8" name="Picture Placeholder 37">
            <a:extLst>
              <a:ext uri="{FF2B5EF4-FFF2-40B4-BE49-F238E27FC236}">
                <a16:creationId xmlns:a16="http://schemas.microsoft.com/office/drawing/2014/main" id="{C31029D2-82A4-AEB5-54F5-E85D24103D54}"/>
              </a:ext>
            </a:extLst>
          </p:cNvPr>
          <p:cNvSpPr>
            <a:spLocks noGrp="1"/>
          </p:cNvSpPr>
          <p:nvPr>
            <p:ph type="pic" sz="quarter" idx="13" hasCustomPrompt="1"/>
          </p:nvPr>
        </p:nvSpPr>
        <p:spPr>
          <a:xfrm>
            <a:off x="5008212" y="2732616"/>
            <a:ext cx="1712384" cy="696384"/>
          </a:xfrm>
          <a:prstGeom prst="rect">
            <a:avLst/>
          </a:prstGeom>
        </p:spPr>
        <p:txBody>
          <a:bodyPr lIns="0" anchor="ctr"/>
          <a:lstStyle>
            <a:lvl1pPr marL="0" indent="0">
              <a:buNone/>
              <a:defRPr sz="1600" b="0" i="0">
                <a:solidFill>
                  <a:schemeClr val="tx1"/>
                </a:solidFill>
                <a:latin typeface="Arial" panose="020B0604020202020204" pitchFamily="34" charset="0"/>
              </a:defRPr>
            </a:lvl1pPr>
          </a:lstStyle>
          <a:p>
            <a:r>
              <a:rPr lang="en-US"/>
              <a:t>Company Logo</a:t>
            </a:r>
          </a:p>
        </p:txBody>
      </p:sp>
      <p:sp>
        <p:nvSpPr>
          <p:cNvPr id="3" name="Text Placeholder 34">
            <a:extLst>
              <a:ext uri="{FF2B5EF4-FFF2-40B4-BE49-F238E27FC236}">
                <a16:creationId xmlns:a16="http://schemas.microsoft.com/office/drawing/2014/main" id="{60191F78-8D41-782C-6E9D-BA6059C026ED}"/>
              </a:ext>
            </a:extLst>
          </p:cNvPr>
          <p:cNvSpPr>
            <a:spLocks noGrp="1"/>
          </p:cNvSpPr>
          <p:nvPr>
            <p:ph type="body" sz="quarter" idx="14" hasCustomPrompt="1"/>
          </p:nvPr>
        </p:nvSpPr>
        <p:spPr>
          <a:xfrm>
            <a:off x="5008211" y="3855953"/>
            <a:ext cx="6421788" cy="2571304"/>
          </a:xfrm>
          <a:prstGeom prst="rect">
            <a:avLst/>
          </a:prstGeom>
        </p:spPr>
        <p:txBody>
          <a:bodyPr lIns="0"/>
          <a:lstStyle>
            <a:lvl1pPr marL="0" indent="0">
              <a:buNone/>
              <a:defRPr sz="2133" b="0" i="0">
                <a:solidFill>
                  <a:schemeClr val="tx1"/>
                </a:solidFill>
                <a:latin typeface="Arial" panose="020B0604020202020204" pitchFamily="34" charset="0"/>
                <a:ea typeface="Inter Light" panose="02000503000000020004" pitchFamily="2" charset="0"/>
              </a:defRPr>
            </a:lvl1pPr>
          </a:lstStyle>
          <a:p>
            <a:pPr lvl="0"/>
            <a:r>
              <a:rPr lang="en-US"/>
              <a:t>Descriptions goes here</a:t>
            </a:r>
          </a:p>
        </p:txBody>
      </p:sp>
      <p:sp>
        <p:nvSpPr>
          <p:cNvPr id="7" name="Picture Placeholder 31">
            <a:extLst>
              <a:ext uri="{FF2B5EF4-FFF2-40B4-BE49-F238E27FC236}">
                <a16:creationId xmlns:a16="http://schemas.microsoft.com/office/drawing/2014/main" id="{3BE49343-018B-7793-AE91-8606D24181FC}"/>
              </a:ext>
            </a:extLst>
          </p:cNvPr>
          <p:cNvSpPr>
            <a:spLocks noGrp="1"/>
          </p:cNvSpPr>
          <p:nvPr>
            <p:ph type="pic" sz="quarter" idx="17" hasCustomPrompt="1"/>
          </p:nvPr>
        </p:nvSpPr>
        <p:spPr>
          <a:xfrm>
            <a:off x="730274" y="752605"/>
            <a:ext cx="3496905" cy="359854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 name="Straight Connector 9">
            <a:extLst>
              <a:ext uri="{FF2B5EF4-FFF2-40B4-BE49-F238E27FC236}">
                <a16:creationId xmlns:a16="http://schemas.microsoft.com/office/drawing/2014/main" id="{004D5688-FB54-0A22-A74D-978A8FEF9DE6}"/>
              </a:ext>
            </a:extLst>
          </p:cNvPr>
          <p:cNvCxnSpPr>
            <a:cxnSpLocks/>
          </p:cNvCxnSpPr>
          <p:nvPr/>
        </p:nvCxnSpPr>
        <p:spPr>
          <a:xfrm flipH="1">
            <a:off x="3145546" y="978715"/>
            <a:ext cx="1515372" cy="3583867"/>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61667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2 Speakers - Dark">
    <p:bg>
      <p:bgRef idx="1001">
        <a:schemeClr val="bg2"/>
      </p:bgRef>
    </p:bg>
    <p:spTree>
      <p:nvGrpSpPr>
        <p:cNvPr id="1" name=""/>
        <p:cNvGrpSpPr/>
        <p:nvPr/>
      </p:nvGrpSpPr>
      <p:grpSpPr>
        <a:xfrm>
          <a:off x="0" y="0"/>
          <a:ext cx="0" cy="0"/>
          <a:chOff x="0" y="0"/>
          <a:chExt cx="0" cy="0"/>
        </a:xfrm>
      </p:grpSpPr>
      <p:sp>
        <p:nvSpPr>
          <p:cNvPr id="19" name="Picture Placeholder 31">
            <a:extLst>
              <a:ext uri="{FF2B5EF4-FFF2-40B4-BE49-F238E27FC236}">
                <a16:creationId xmlns:a16="http://schemas.microsoft.com/office/drawing/2014/main" id="{121BC21E-4D9E-1599-00C6-614179940B35}"/>
              </a:ext>
            </a:extLst>
          </p:cNvPr>
          <p:cNvSpPr>
            <a:spLocks noGrp="1"/>
          </p:cNvSpPr>
          <p:nvPr>
            <p:ph type="pic" sz="quarter" idx="17" hasCustomPrompt="1"/>
          </p:nvPr>
        </p:nvSpPr>
        <p:spPr>
          <a:xfrm>
            <a:off x="548962" y="1456414"/>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1" name="Straight Connector 10">
            <a:extLst>
              <a:ext uri="{FF2B5EF4-FFF2-40B4-BE49-F238E27FC236}">
                <a16:creationId xmlns:a16="http://schemas.microsoft.com/office/drawing/2014/main" id="{EC60E99C-B1B3-1ED1-8D07-0EE0AEC590D4}"/>
              </a:ext>
            </a:extLst>
          </p:cNvPr>
          <p:cNvCxnSpPr>
            <a:cxnSpLocks/>
          </p:cNvCxnSpPr>
          <p:nvPr/>
        </p:nvCxnSpPr>
        <p:spPr>
          <a:xfrm flipH="1">
            <a:off x="1964268" y="1592437"/>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34">
            <a:extLst>
              <a:ext uri="{FF2B5EF4-FFF2-40B4-BE49-F238E27FC236}">
                <a16:creationId xmlns:a16="http://schemas.microsoft.com/office/drawing/2014/main" id="{D14054D2-C2A5-987F-40E2-9CDF1A519E64}"/>
              </a:ext>
            </a:extLst>
          </p:cNvPr>
          <p:cNvSpPr>
            <a:spLocks noGrp="1"/>
          </p:cNvSpPr>
          <p:nvPr>
            <p:ph type="body" sz="quarter" idx="18" hasCustomPrompt="1"/>
          </p:nvPr>
        </p:nvSpPr>
        <p:spPr>
          <a:xfrm>
            <a:off x="2936357" y="1852442"/>
            <a:ext cx="4189536"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0" name="Text Placeholder 34">
            <a:extLst>
              <a:ext uri="{FF2B5EF4-FFF2-40B4-BE49-F238E27FC236}">
                <a16:creationId xmlns:a16="http://schemas.microsoft.com/office/drawing/2014/main" id="{E311E018-9222-131D-3EC6-7FD691D714F1}"/>
              </a:ext>
            </a:extLst>
          </p:cNvPr>
          <p:cNvSpPr>
            <a:spLocks noGrp="1"/>
          </p:cNvSpPr>
          <p:nvPr>
            <p:ph type="body" sz="quarter" idx="19" hasCustomPrompt="1"/>
          </p:nvPr>
        </p:nvSpPr>
        <p:spPr>
          <a:xfrm>
            <a:off x="2936357" y="2487840"/>
            <a:ext cx="4189536"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1" name="Picture Placeholder 37">
            <a:extLst>
              <a:ext uri="{FF2B5EF4-FFF2-40B4-BE49-F238E27FC236}">
                <a16:creationId xmlns:a16="http://schemas.microsoft.com/office/drawing/2014/main" id="{99D638AC-C0DC-3DD5-CBE6-6A8C408A092C}"/>
              </a:ext>
            </a:extLst>
          </p:cNvPr>
          <p:cNvSpPr>
            <a:spLocks noGrp="1"/>
          </p:cNvSpPr>
          <p:nvPr>
            <p:ph type="pic" sz="quarter" idx="20" hasCustomPrompt="1"/>
          </p:nvPr>
        </p:nvSpPr>
        <p:spPr>
          <a:xfrm>
            <a:off x="2936356" y="3010120"/>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0" name="Picture Placeholder 31">
            <a:extLst>
              <a:ext uri="{FF2B5EF4-FFF2-40B4-BE49-F238E27FC236}">
                <a16:creationId xmlns:a16="http://schemas.microsoft.com/office/drawing/2014/main" id="{7D7FB9A9-4136-F063-E5FA-0576F4004631}"/>
              </a:ext>
            </a:extLst>
          </p:cNvPr>
          <p:cNvSpPr>
            <a:spLocks noGrp="1"/>
          </p:cNvSpPr>
          <p:nvPr>
            <p:ph type="pic" sz="quarter" idx="21" hasCustomPrompt="1"/>
          </p:nvPr>
        </p:nvSpPr>
        <p:spPr>
          <a:xfrm>
            <a:off x="5085793" y="3941706"/>
            <a:ext cx="2040100" cy="2099397"/>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41" name="Straight Connector 40">
            <a:extLst>
              <a:ext uri="{FF2B5EF4-FFF2-40B4-BE49-F238E27FC236}">
                <a16:creationId xmlns:a16="http://schemas.microsoft.com/office/drawing/2014/main" id="{0B7D855E-C2A2-B5F5-6D92-CB6E9D15081D}"/>
              </a:ext>
            </a:extLst>
          </p:cNvPr>
          <p:cNvCxnSpPr>
            <a:cxnSpLocks/>
          </p:cNvCxnSpPr>
          <p:nvPr/>
        </p:nvCxnSpPr>
        <p:spPr>
          <a:xfrm flipH="1">
            <a:off x="6501098" y="4077729"/>
            <a:ext cx="885649" cy="2082096"/>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Text Placeholder 34">
            <a:extLst>
              <a:ext uri="{FF2B5EF4-FFF2-40B4-BE49-F238E27FC236}">
                <a16:creationId xmlns:a16="http://schemas.microsoft.com/office/drawing/2014/main" id="{7DDB4CC9-BF5C-D9DC-CF7C-2CEE984FDF47}"/>
              </a:ext>
            </a:extLst>
          </p:cNvPr>
          <p:cNvSpPr>
            <a:spLocks noGrp="1"/>
          </p:cNvSpPr>
          <p:nvPr>
            <p:ph type="body" sz="quarter" idx="22" hasCustomPrompt="1"/>
          </p:nvPr>
        </p:nvSpPr>
        <p:spPr>
          <a:xfrm>
            <a:off x="7473187" y="4337734"/>
            <a:ext cx="3956815" cy="616951"/>
          </a:xfrm>
          <a:prstGeom prst="rect">
            <a:avLst/>
          </a:prstGeom>
        </p:spPr>
        <p:txBody>
          <a:bodyPr lIns="0" anchor="b"/>
          <a:lstStyle>
            <a:lvl1pPr marL="0" indent="0">
              <a:buNone/>
              <a:defRPr sz="32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3" name="Text Placeholder 34">
            <a:extLst>
              <a:ext uri="{FF2B5EF4-FFF2-40B4-BE49-F238E27FC236}">
                <a16:creationId xmlns:a16="http://schemas.microsoft.com/office/drawing/2014/main" id="{2894B330-46BE-C063-D1ED-F37A3B7B94F5}"/>
              </a:ext>
            </a:extLst>
          </p:cNvPr>
          <p:cNvSpPr>
            <a:spLocks noGrp="1"/>
          </p:cNvSpPr>
          <p:nvPr>
            <p:ph type="body" sz="quarter" idx="23" hasCustomPrompt="1"/>
          </p:nvPr>
        </p:nvSpPr>
        <p:spPr>
          <a:xfrm>
            <a:off x="7473187" y="4973132"/>
            <a:ext cx="3956815" cy="395091"/>
          </a:xfrm>
          <a:prstGeom prst="rect">
            <a:avLst/>
          </a:prstGeom>
        </p:spPr>
        <p:txBody>
          <a:bodyPr lIns="0"/>
          <a:lstStyle>
            <a:lvl1pPr marL="0" indent="0">
              <a:buNone/>
              <a:defRPr sz="16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4" name="Picture Placeholder 37">
            <a:extLst>
              <a:ext uri="{FF2B5EF4-FFF2-40B4-BE49-F238E27FC236}">
                <a16:creationId xmlns:a16="http://schemas.microsoft.com/office/drawing/2014/main" id="{AEAB04E6-3758-88A8-5EBB-E9CFF1F0B43A}"/>
              </a:ext>
            </a:extLst>
          </p:cNvPr>
          <p:cNvSpPr>
            <a:spLocks noGrp="1"/>
          </p:cNvSpPr>
          <p:nvPr>
            <p:ph type="pic" sz="quarter" idx="24" hasCustomPrompt="1"/>
          </p:nvPr>
        </p:nvSpPr>
        <p:spPr>
          <a:xfrm>
            <a:off x="7473187" y="5495412"/>
            <a:ext cx="1712384" cy="418880"/>
          </a:xfrm>
          <a:prstGeom prst="rect">
            <a:avLst/>
          </a:prstGeom>
        </p:spPr>
        <p:txBody>
          <a:bodyPr lIns="0" anchor="ctr"/>
          <a:lstStyle>
            <a:lvl1pPr marL="0" indent="0">
              <a:buNone/>
              <a:defRPr sz="1400" b="0" i="0">
                <a:solidFill>
                  <a:schemeClr val="tx1"/>
                </a:solidFill>
                <a:latin typeface="Arial" panose="020B0604020202020204" pitchFamily="34" charset="0"/>
              </a:defRPr>
            </a:lvl1pPr>
          </a:lstStyle>
          <a:p>
            <a:r>
              <a:rPr lang="en-US"/>
              <a:t>Company Logo</a:t>
            </a:r>
          </a:p>
        </p:txBody>
      </p: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46" name="Freeform 45">
            <a:extLst>
              <a:ext uri="{FF2B5EF4-FFF2-40B4-BE49-F238E27FC236}">
                <a16:creationId xmlns:a16="http://schemas.microsoft.com/office/drawing/2014/main" id="{1DAC3734-6881-9396-F2BF-1052DF549322}"/>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7" name="Picture 10">
            <a:extLst>
              <a:ext uri="{FF2B5EF4-FFF2-40B4-BE49-F238E27FC236}">
                <a16:creationId xmlns:a16="http://schemas.microsoft.com/office/drawing/2014/main" id="{B9AA3B2B-7D47-00E9-8514-677ED02698A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430443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3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52" name="Straight Connector 51">
            <a:extLst>
              <a:ext uri="{FF2B5EF4-FFF2-40B4-BE49-F238E27FC236}">
                <a16:creationId xmlns:a16="http://schemas.microsoft.com/office/drawing/2014/main" id="{B7C754CB-4425-180C-D619-AF0F04891484}"/>
              </a:ext>
            </a:extLst>
          </p:cNvPr>
          <p:cNvCxnSpPr>
            <a:cxnSpLocks/>
          </p:cNvCxnSpPr>
          <p:nvPr/>
        </p:nvCxnSpPr>
        <p:spPr>
          <a:xfrm flipH="1">
            <a:off x="4268571" y="4262448"/>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31">
            <a:extLst>
              <a:ext uri="{FF2B5EF4-FFF2-40B4-BE49-F238E27FC236}">
                <a16:creationId xmlns:a16="http://schemas.microsoft.com/office/drawing/2014/main" id="{F54E0053-DA44-EE3F-56FD-4E84FDB6E1F7}"/>
              </a:ext>
            </a:extLst>
          </p:cNvPr>
          <p:cNvSpPr>
            <a:spLocks noGrp="1"/>
          </p:cNvSpPr>
          <p:nvPr>
            <p:ph type="pic" sz="quarter" idx="24" hasCustomPrompt="1"/>
          </p:nvPr>
        </p:nvSpPr>
        <p:spPr>
          <a:xfrm>
            <a:off x="3232977" y="4166782"/>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4" name="Text Placeholder 34">
            <a:extLst>
              <a:ext uri="{FF2B5EF4-FFF2-40B4-BE49-F238E27FC236}">
                <a16:creationId xmlns:a16="http://schemas.microsoft.com/office/drawing/2014/main" id="{1F8FBC86-3AF9-8746-F3C6-E57932ACCB22}"/>
              </a:ext>
            </a:extLst>
          </p:cNvPr>
          <p:cNvSpPr>
            <a:spLocks noGrp="1"/>
          </p:cNvSpPr>
          <p:nvPr>
            <p:ph type="body" sz="quarter" idx="25" hasCustomPrompt="1"/>
          </p:nvPr>
        </p:nvSpPr>
        <p:spPr>
          <a:xfrm>
            <a:off x="5067953" y="442657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5" name="Text Placeholder 34">
            <a:extLst>
              <a:ext uri="{FF2B5EF4-FFF2-40B4-BE49-F238E27FC236}">
                <a16:creationId xmlns:a16="http://schemas.microsoft.com/office/drawing/2014/main" id="{E54BCEA8-DA96-78DB-A731-B990DAE4AB9D}"/>
              </a:ext>
            </a:extLst>
          </p:cNvPr>
          <p:cNvSpPr>
            <a:spLocks noGrp="1"/>
          </p:cNvSpPr>
          <p:nvPr>
            <p:ph type="body" sz="quarter" idx="26" hasCustomPrompt="1"/>
          </p:nvPr>
        </p:nvSpPr>
        <p:spPr>
          <a:xfrm>
            <a:off x="5067953" y="4784299"/>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6" name="Picture Placeholder 37">
            <a:extLst>
              <a:ext uri="{FF2B5EF4-FFF2-40B4-BE49-F238E27FC236}">
                <a16:creationId xmlns:a16="http://schemas.microsoft.com/office/drawing/2014/main" id="{ACADD85F-E58C-8851-025D-E571A5662D40}"/>
              </a:ext>
            </a:extLst>
          </p:cNvPr>
          <p:cNvSpPr>
            <a:spLocks noGrp="1"/>
          </p:cNvSpPr>
          <p:nvPr>
            <p:ph type="pic" sz="quarter" idx="27" hasCustomPrompt="1"/>
          </p:nvPr>
        </p:nvSpPr>
        <p:spPr>
          <a:xfrm>
            <a:off x="5067951" y="5131439"/>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67" name="Freeform 66">
            <a:extLst>
              <a:ext uri="{FF2B5EF4-FFF2-40B4-BE49-F238E27FC236}">
                <a16:creationId xmlns:a16="http://schemas.microsoft.com/office/drawing/2014/main" id="{11775DE2-A606-5D6E-81BC-C520288EEF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8" name="Picture 10">
            <a:extLst>
              <a:ext uri="{FF2B5EF4-FFF2-40B4-BE49-F238E27FC236}">
                <a16:creationId xmlns:a16="http://schemas.microsoft.com/office/drawing/2014/main" id="{8757FF07-3153-96A6-D8A8-ABEB4E3ADB5B}"/>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170518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4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5" name="Straight Connector 24">
            <a:extLst>
              <a:ext uri="{FF2B5EF4-FFF2-40B4-BE49-F238E27FC236}">
                <a16:creationId xmlns:a16="http://schemas.microsoft.com/office/drawing/2014/main" id="{6775870A-29D7-0204-DC11-38008575AF93}"/>
              </a:ext>
            </a:extLst>
          </p:cNvPr>
          <p:cNvCxnSpPr>
            <a:cxnSpLocks/>
          </p:cNvCxnSpPr>
          <p:nvPr/>
        </p:nvCxnSpPr>
        <p:spPr>
          <a:xfrm flipH="1">
            <a:off x="1588871"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Picture Placeholder 31">
            <a:extLst>
              <a:ext uri="{FF2B5EF4-FFF2-40B4-BE49-F238E27FC236}">
                <a16:creationId xmlns:a16="http://schemas.microsoft.com/office/drawing/2014/main" id="{397946ED-EABE-AC03-0DDE-0ED4F83CD6E0}"/>
              </a:ext>
            </a:extLst>
          </p:cNvPr>
          <p:cNvSpPr>
            <a:spLocks noGrp="1"/>
          </p:cNvSpPr>
          <p:nvPr>
            <p:ph type="pic" sz="quarter" idx="17" hasCustomPrompt="1"/>
          </p:nvPr>
        </p:nvSpPr>
        <p:spPr>
          <a:xfrm>
            <a:off x="553277"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7" name="Text Placeholder 34">
            <a:extLst>
              <a:ext uri="{FF2B5EF4-FFF2-40B4-BE49-F238E27FC236}">
                <a16:creationId xmlns:a16="http://schemas.microsoft.com/office/drawing/2014/main" id="{7C75A77B-A452-9D3E-EEFA-8A2BAD1E6CD5}"/>
              </a:ext>
            </a:extLst>
          </p:cNvPr>
          <p:cNvSpPr>
            <a:spLocks noGrp="1"/>
          </p:cNvSpPr>
          <p:nvPr>
            <p:ph type="body" sz="quarter" idx="21" hasCustomPrompt="1"/>
          </p:nvPr>
        </p:nvSpPr>
        <p:spPr>
          <a:xfrm>
            <a:off x="2388253"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9" name="Text Placeholder 34">
            <a:extLst>
              <a:ext uri="{FF2B5EF4-FFF2-40B4-BE49-F238E27FC236}">
                <a16:creationId xmlns:a16="http://schemas.microsoft.com/office/drawing/2014/main" id="{9FDB1089-5D9D-2702-9A86-3A55E1C8CB52}"/>
              </a:ext>
            </a:extLst>
          </p:cNvPr>
          <p:cNvSpPr>
            <a:spLocks noGrp="1"/>
          </p:cNvSpPr>
          <p:nvPr>
            <p:ph type="body" sz="quarter" idx="22" hasCustomPrompt="1"/>
          </p:nvPr>
        </p:nvSpPr>
        <p:spPr>
          <a:xfrm>
            <a:off x="2388253"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6" name="Picture Placeholder 37">
            <a:extLst>
              <a:ext uri="{FF2B5EF4-FFF2-40B4-BE49-F238E27FC236}">
                <a16:creationId xmlns:a16="http://schemas.microsoft.com/office/drawing/2014/main" id="{E8ABF7A6-75FF-6FAD-DA0F-F8672C2733E6}"/>
              </a:ext>
            </a:extLst>
          </p:cNvPr>
          <p:cNvSpPr>
            <a:spLocks noGrp="1"/>
          </p:cNvSpPr>
          <p:nvPr>
            <p:ph type="pic" sz="quarter" idx="23" hasCustomPrompt="1"/>
          </p:nvPr>
        </p:nvSpPr>
        <p:spPr>
          <a:xfrm>
            <a:off x="2388251"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62" name="Straight Connector 61">
            <a:extLst>
              <a:ext uri="{FF2B5EF4-FFF2-40B4-BE49-F238E27FC236}">
                <a16:creationId xmlns:a16="http://schemas.microsoft.com/office/drawing/2014/main" id="{33E3127E-559B-C346-83BA-3F3A9E69D297}"/>
              </a:ext>
            </a:extLst>
          </p:cNvPr>
          <p:cNvCxnSpPr>
            <a:cxnSpLocks/>
          </p:cNvCxnSpPr>
          <p:nvPr/>
        </p:nvCxnSpPr>
        <p:spPr>
          <a:xfrm flipH="1">
            <a:off x="7030652" y="1748522"/>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3" name="Picture Placeholder 31">
            <a:extLst>
              <a:ext uri="{FF2B5EF4-FFF2-40B4-BE49-F238E27FC236}">
                <a16:creationId xmlns:a16="http://schemas.microsoft.com/office/drawing/2014/main" id="{ECE1BDC8-D9D3-7E3D-7768-E6B2221E5FBB}"/>
              </a:ext>
            </a:extLst>
          </p:cNvPr>
          <p:cNvSpPr>
            <a:spLocks noGrp="1"/>
          </p:cNvSpPr>
          <p:nvPr>
            <p:ph type="pic" sz="quarter" idx="28" hasCustomPrompt="1"/>
          </p:nvPr>
        </p:nvSpPr>
        <p:spPr>
          <a:xfrm>
            <a:off x="5995059" y="1652857"/>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64" name="Text Placeholder 34">
            <a:extLst>
              <a:ext uri="{FF2B5EF4-FFF2-40B4-BE49-F238E27FC236}">
                <a16:creationId xmlns:a16="http://schemas.microsoft.com/office/drawing/2014/main" id="{7D879188-9721-052D-17E3-74D7FB93CDB0}"/>
              </a:ext>
            </a:extLst>
          </p:cNvPr>
          <p:cNvSpPr>
            <a:spLocks noGrp="1"/>
          </p:cNvSpPr>
          <p:nvPr>
            <p:ph type="body" sz="quarter" idx="29" hasCustomPrompt="1"/>
          </p:nvPr>
        </p:nvSpPr>
        <p:spPr>
          <a:xfrm>
            <a:off x="7830034" y="191264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5" name="Text Placeholder 34">
            <a:extLst>
              <a:ext uri="{FF2B5EF4-FFF2-40B4-BE49-F238E27FC236}">
                <a16:creationId xmlns:a16="http://schemas.microsoft.com/office/drawing/2014/main" id="{2BC42AFA-B8BD-291A-2448-194B5B9D8059}"/>
              </a:ext>
            </a:extLst>
          </p:cNvPr>
          <p:cNvSpPr>
            <a:spLocks noGrp="1"/>
          </p:cNvSpPr>
          <p:nvPr>
            <p:ph type="body" sz="quarter" idx="30" hasCustomPrompt="1"/>
          </p:nvPr>
        </p:nvSpPr>
        <p:spPr>
          <a:xfrm>
            <a:off x="7830034" y="227037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66" name="Picture Placeholder 37">
            <a:extLst>
              <a:ext uri="{FF2B5EF4-FFF2-40B4-BE49-F238E27FC236}">
                <a16:creationId xmlns:a16="http://schemas.microsoft.com/office/drawing/2014/main" id="{689F0492-4135-8E28-2A79-9C079E7E1601}"/>
              </a:ext>
            </a:extLst>
          </p:cNvPr>
          <p:cNvSpPr>
            <a:spLocks noGrp="1"/>
          </p:cNvSpPr>
          <p:nvPr>
            <p:ph type="pic" sz="quarter" idx="31" hasCustomPrompt="1"/>
          </p:nvPr>
        </p:nvSpPr>
        <p:spPr>
          <a:xfrm>
            <a:off x="7830032" y="2617513"/>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28" name="Straight Connector 27">
            <a:extLst>
              <a:ext uri="{FF2B5EF4-FFF2-40B4-BE49-F238E27FC236}">
                <a16:creationId xmlns:a16="http://schemas.microsoft.com/office/drawing/2014/main" id="{0C05D3CF-D24E-5E3D-4F77-0CB4FB41215F}"/>
              </a:ext>
            </a:extLst>
          </p:cNvPr>
          <p:cNvCxnSpPr>
            <a:cxnSpLocks/>
          </p:cNvCxnSpPr>
          <p:nvPr/>
        </p:nvCxnSpPr>
        <p:spPr>
          <a:xfrm flipH="1">
            <a:off x="1588871"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31">
            <a:extLst>
              <a:ext uri="{FF2B5EF4-FFF2-40B4-BE49-F238E27FC236}">
                <a16:creationId xmlns:a16="http://schemas.microsoft.com/office/drawing/2014/main" id="{E4304E2F-0394-8A64-8F3F-3BACD5341A9F}"/>
              </a:ext>
            </a:extLst>
          </p:cNvPr>
          <p:cNvSpPr>
            <a:spLocks noGrp="1"/>
          </p:cNvSpPr>
          <p:nvPr>
            <p:ph type="pic" sz="quarter" idx="32" hasCustomPrompt="1"/>
          </p:nvPr>
        </p:nvSpPr>
        <p:spPr>
          <a:xfrm>
            <a:off x="553277"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30" name="Text Placeholder 34">
            <a:extLst>
              <a:ext uri="{FF2B5EF4-FFF2-40B4-BE49-F238E27FC236}">
                <a16:creationId xmlns:a16="http://schemas.microsoft.com/office/drawing/2014/main" id="{F6BF1001-F877-D41D-27D5-EF829E11129D}"/>
              </a:ext>
            </a:extLst>
          </p:cNvPr>
          <p:cNvSpPr>
            <a:spLocks noGrp="1"/>
          </p:cNvSpPr>
          <p:nvPr>
            <p:ph type="body" sz="quarter" idx="33" hasCustomPrompt="1"/>
          </p:nvPr>
        </p:nvSpPr>
        <p:spPr>
          <a:xfrm>
            <a:off x="2388253"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31" name="Text Placeholder 34">
            <a:extLst>
              <a:ext uri="{FF2B5EF4-FFF2-40B4-BE49-F238E27FC236}">
                <a16:creationId xmlns:a16="http://schemas.microsoft.com/office/drawing/2014/main" id="{473D851F-AFEB-1941-C6B6-E74713E84C4E}"/>
              </a:ext>
            </a:extLst>
          </p:cNvPr>
          <p:cNvSpPr>
            <a:spLocks noGrp="1"/>
          </p:cNvSpPr>
          <p:nvPr>
            <p:ph type="body" sz="quarter" idx="34" hasCustomPrompt="1"/>
          </p:nvPr>
        </p:nvSpPr>
        <p:spPr>
          <a:xfrm>
            <a:off x="2388253"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32" name="Picture Placeholder 37">
            <a:extLst>
              <a:ext uri="{FF2B5EF4-FFF2-40B4-BE49-F238E27FC236}">
                <a16:creationId xmlns:a16="http://schemas.microsoft.com/office/drawing/2014/main" id="{868B8685-9839-7189-B77F-E42B6C97CC7A}"/>
              </a:ext>
            </a:extLst>
          </p:cNvPr>
          <p:cNvSpPr>
            <a:spLocks noGrp="1"/>
          </p:cNvSpPr>
          <p:nvPr>
            <p:ph type="pic" sz="quarter" idx="35" hasCustomPrompt="1"/>
          </p:nvPr>
        </p:nvSpPr>
        <p:spPr>
          <a:xfrm>
            <a:off x="2388251"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cxnSp>
        <p:nvCxnSpPr>
          <p:cNvPr id="33" name="Straight Connector 32">
            <a:extLst>
              <a:ext uri="{FF2B5EF4-FFF2-40B4-BE49-F238E27FC236}">
                <a16:creationId xmlns:a16="http://schemas.microsoft.com/office/drawing/2014/main" id="{176C9F49-0349-9329-7D49-065DBE662BF6}"/>
              </a:ext>
            </a:extLst>
          </p:cNvPr>
          <p:cNvCxnSpPr>
            <a:cxnSpLocks/>
          </p:cNvCxnSpPr>
          <p:nvPr/>
        </p:nvCxnSpPr>
        <p:spPr>
          <a:xfrm flipH="1">
            <a:off x="7030652" y="3955429"/>
            <a:ext cx="634995" cy="1505579"/>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Picture Placeholder 31">
            <a:extLst>
              <a:ext uri="{FF2B5EF4-FFF2-40B4-BE49-F238E27FC236}">
                <a16:creationId xmlns:a16="http://schemas.microsoft.com/office/drawing/2014/main" id="{4A925447-30A9-59C1-FD5D-AD36216BD15F}"/>
              </a:ext>
            </a:extLst>
          </p:cNvPr>
          <p:cNvSpPr>
            <a:spLocks noGrp="1"/>
          </p:cNvSpPr>
          <p:nvPr>
            <p:ph type="pic" sz="quarter" idx="36" hasCustomPrompt="1"/>
          </p:nvPr>
        </p:nvSpPr>
        <p:spPr>
          <a:xfrm>
            <a:off x="5995059" y="3859764"/>
            <a:ext cx="1474979" cy="1517851"/>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4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0" name="Text Placeholder 34">
            <a:extLst>
              <a:ext uri="{FF2B5EF4-FFF2-40B4-BE49-F238E27FC236}">
                <a16:creationId xmlns:a16="http://schemas.microsoft.com/office/drawing/2014/main" id="{3CCA2598-5A97-DE42-D38A-D8CE438FF621}"/>
              </a:ext>
            </a:extLst>
          </p:cNvPr>
          <p:cNvSpPr>
            <a:spLocks noGrp="1"/>
          </p:cNvSpPr>
          <p:nvPr>
            <p:ph type="body" sz="quarter" idx="37" hasCustomPrompt="1"/>
          </p:nvPr>
        </p:nvSpPr>
        <p:spPr>
          <a:xfrm>
            <a:off x="7830034" y="4119551"/>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1" name="Text Placeholder 34">
            <a:extLst>
              <a:ext uri="{FF2B5EF4-FFF2-40B4-BE49-F238E27FC236}">
                <a16:creationId xmlns:a16="http://schemas.microsoft.com/office/drawing/2014/main" id="{B554D796-E8C4-F0B5-2DEE-6DC80B818E69}"/>
              </a:ext>
            </a:extLst>
          </p:cNvPr>
          <p:cNvSpPr>
            <a:spLocks noGrp="1"/>
          </p:cNvSpPr>
          <p:nvPr>
            <p:ph type="body" sz="quarter" idx="38" hasCustomPrompt="1"/>
          </p:nvPr>
        </p:nvSpPr>
        <p:spPr>
          <a:xfrm>
            <a:off x="7830034" y="4477281"/>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42" name="Picture Placeholder 37">
            <a:extLst>
              <a:ext uri="{FF2B5EF4-FFF2-40B4-BE49-F238E27FC236}">
                <a16:creationId xmlns:a16="http://schemas.microsoft.com/office/drawing/2014/main" id="{EEDEA04E-BA18-03B5-26C0-4A205F1365C4}"/>
              </a:ext>
            </a:extLst>
          </p:cNvPr>
          <p:cNvSpPr>
            <a:spLocks noGrp="1"/>
          </p:cNvSpPr>
          <p:nvPr>
            <p:ph type="pic" sz="quarter" idx="39" hasCustomPrompt="1"/>
          </p:nvPr>
        </p:nvSpPr>
        <p:spPr>
          <a:xfrm>
            <a:off x="7830032" y="4824420"/>
            <a:ext cx="1712384" cy="418880"/>
          </a:xfrm>
          <a:prstGeom prst="rect">
            <a:avLst/>
          </a:prstGeom>
        </p:spPr>
        <p:txBody>
          <a:bodyPr lIns="0" anchor="ctr"/>
          <a:lstStyle>
            <a:lvl1pPr marL="0" indent="0">
              <a:buNone/>
              <a:defRPr sz="1200" b="0" i="0">
                <a:solidFill>
                  <a:schemeClr val="tx1"/>
                </a:solidFill>
                <a:latin typeface="Arial" panose="020B0604020202020204" pitchFamily="34" charset="0"/>
              </a:defRPr>
            </a:lvl1pPr>
          </a:lstStyle>
          <a:p>
            <a:r>
              <a:rPr lang="en-US"/>
              <a:t>Company Logo</a:t>
            </a:r>
          </a:p>
        </p:txBody>
      </p:sp>
      <p:sp>
        <p:nvSpPr>
          <p:cNvPr id="75" name="Freeform 74">
            <a:extLst>
              <a:ext uri="{FF2B5EF4-FFF2-40B4-BE49-F238E27FC236}">
                <a16:creationId xmlns:a16="http://schemas.microsoft.com/office/drawing/2014/main" id="{F5F1627B-BE4A-2C80-8CF7-B6D41BF76AD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6" name="Picture 10">
            <a:extLst>
              <a:ext uri="{FF2B5EF4-FFF2-40B4-BE49-F238E27FC236}">
                <a16:creationId xmlns:a16="http://schemas.microsoft.com/office/drawing/2014/main" id="{1CCDFC0A-F390-889D-1BC4-9181DE59BA21}"/>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4081269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6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761583"/>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698306"/>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879840"/>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2237570"/>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3234655"/>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592384"/>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80376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516149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3218150"/>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3154873"/>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67471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461144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103" name="Freeform 102">
            <a:extLst>
              <a:ext uri="{FF2B5EF4-FFF2-40B4-BE49-F238E27FC236}">
                <a16:creationId xmlns:a16="http://schemas.microsoft.com/office/drawing/2014/main" id="{D84FA899-23B1-FCE0-633B-47F7DB9CF3E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4" name="Picture 10">
            <a:extLst>
              <a:ext uri="{FF2B5EF4-FFF2-40B4-BE49-F238E27FC236}">
                <a16:creationId xmlns:a16="http://schemas.microsoft.com/office/drawing/2014/main" id="{17627147-89F9-845F-A4DB-62B4692BC4E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91824898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8 Speakers - Dark">
    <p:bg>
      <p:bgRef idx="1001">
        <a:schemeClr val="bg2"/>
      </p:bgRef>
    </p:bg>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6" name="Straight Connector 5">
            <a:extLst>
              <a:ext uri="{FF2B5EF4-FFF2-40B4-BE49-F238E27FC236}">
                <a16:creationId xmlns:a16="http://schemas.microsoft.com/office/drawing/2014/main" id="{44B87673-1622-DCD4-51F9-771FCF527568}"/>
              </a:ext>
            </a:extLst>
          </p:cNvPr>
          <p:cNvCxnSpPr>
            <a:cxnSpLocks/>
          </p:cNvCxnSpPr>
          <p:nvPr/>
        </p:nvCxnSpPr>
        <p:spPr>
          <a:xfrm flipH="1">
            <a:off x="1222604"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Picture Placeholder 31">
            <a:extLst>
              <a:ext uri="{FF2B5EF4-FFF2-40B4-BE49-F238E27FC236}">
                <a16:creationId xmlns:a16="http://schemas.microsoft.com/office/drawing/2014/main" id="{9CB9CEAF-3F6F-E48C-F7F0-8D21E52D96C3}"/>
              </a:ext>
            </a:extLst>
          </p:cNvPr>
          <p:cNvSpPr>
            <a:spLocks noGrp="1"/>
          </p:cNvSpPr>
          <p:nvPr>
            <p:ph type="pic" sz="quarter" idx="17" hasCustomPrompt="1"/>
          </p:nvPr>
        </p:nvSpPr>
        <p:spPr>
          <a:xfrm>
            <a:off x="559620"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883934"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883934"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57" name="Text Placeholder 34">
            <a:extLst>
              <a:ext uri="{FF2B5EF4-FFF2-40B4-BE49-F238E27FC236}">
                <a16:creationId xmlns:a16="http://schemas.microsoft.com/office/drawing/2014/main" id="{8E0A37A7-1427-F7D9-6B57-EFED4D3A008B}"/>
              </a:ext>
            </a:extLst>
          </p:cNvPr>
          <p:cNvSpPr>
            <a:spLocks noGrp="1"/>
          </p:cNvSpPr>
          <p:nvPr>
            <p:ph type="body" sz="quarter" idx="23" hasCustomPrompt="1"/>
          </p:nvPr>
        </p:nvSpPr>
        <p:spPr>
          <a:xfrm>
            <a:off x="1883934"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8" name="Text Placeholder 34">
            <a:extLst>
              <a:ext uri="{FF2B5EF4-FFF2-40B4-BE49-F238E27FC236}">
                <a16:creationId xmlns:a16="http://schemas.microsoft.com/office/drawing/2014/main" id="{7AB820E9-A7C6-217C-A02E-1B6DEB587E45}"/>
              </a:ext>
            </a:extLst>
          </p:cNvPr>
          <p:cNvSpPr>
            <a:spLocks noGrp="1"/>
          </p:cNvSpPr>
          <p:nvPr>
            <p:ph type="body" sz="quarter" idx="24" hasCustomPrompt="1"/>
          </p:nvPr>
        </p:nvSpPr>
        <p:spPr>
          <a:xfrm>
            <a:off x="1883934"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61" name="Text Placeholder 34">
            <a:extLst>
              <a:ext uri="{FF2B5EF4-FFF2-40B4-BE49-F238E27FC236}">
                <a16:creationId xmlns:a16="http://schemas.microsoft.com/office/drawing/2014/main" id="{C6392107-E35E-9E89-5B07-C2CC35AF9ADC}"/>
              </a:ext>
            </a:extLst>
          </p:cNvPr>
          <p:cNvSpPr>
            <a:spLocks noGrp="1"/>
          </p:cNvSpPr>
          <p:nvPr>
            <p:ph type="body" sz="quarter" idx="25" hasCustomPrompt="1"/>
          </p:nvPr>
        </p:nvSpPr>
        <p:spPr>
          <a:xfrm>
            <a:off x="1883934"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67" name="Text Placeholder 34">
            <a:extLst>
              <a:ext uri="{FF2B5EF4-FFF2-40B4-BE49-F238E27FC236}">
                <a16:creationId xmlns:a16="http://schemas.microsoft.com/office/drawing/2014/main" id="{DD98FFBD-50D9-18BB-ABEB-C819F32ED0DF}"/>
              </a:ext>
            </a:extLst>
          </p:cNvPr>
          <p:cNvSpPr>
            <a:spLocks noGrp="1"/>
          </p:cNvSpPr>
          <p:nvPr>
            <p:ph type="body" sz="quarter" idx="26" hasCustomPrompt="1"/>
          </p:nvPr>
        </p:nvSpPr>
        <p:spPr>
          <a:xfrm>
            <a:off x="1883934"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70" name="Straight Connector 69">
            <a:extLst>
              <a:ext uri="{FF2B5EF4-FFF2-40B4-BE49-F238E27FC236}">
                <a16:creationId xmlns:a16="http://schemas.microsoft.com/office/drawing/2014/main" id="{218C2E63-A591-1B58-7AD8-BFD2E6748343}"/>
              </a:ext>
            </a:extLst>
          </p:cNvPr>
          <p:cNvCxnSpPr>
            <a:cxnSpLocks/>
          </p:cNvCxnSpPr>
          <p:nvPr/>
        </p:nvCxnSpPr>
        <p:spPr>
          <a:xfrm flipH="1">
            <a:off x="1222604"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1" name="Picture Placeholder 31">
            <a:extLst>
              <a:ext uri="{FF2B5EF4-FFF2-40B4-BE49-F238E27FC236}">
                <a16:creationId xmlns:a16="http://schemas.microsoft.com/office/drawing/2014/main" id="{04979028-D42A-E2B1-F1C2-B1371B522EBD}"/>
              </a:ext>
            </a:extLst>
          </p:cNvPr>
          <p:cNvSpPr>
            <a:spLocks noGrp="1"/>
          </p:cNvSpPr>
          <p:nvPr>
            <p:ph type="pic" sz="quarter" idx="27" hasCustomPrompt="1"/>
          </p:nvPr>
        </p:nvSpPr>
        <p:spPr>
          <a:xfrm>
            <a:off x="559620"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74" name="Straight Connector 73">
            <a:extLst>
              <a:ext uri="{FF2B5EF4-FFF2-40B4-BE49-F238E27FC236}">
                <a16:creationId xmlns:a16="http://schemas.microsoft.com/office/drawing/2014/main" id="{C4D97AA1-6CD4-02B2-8CC7-DD935A97A34E}"/>
              </a:ext>
            </a:extLst>
          </p:cNvPr>
          <p:cNvCxnSpPr>
            <a:cxnSpLocks/>
          </p:cNvCxnSpPr>
          <p:nvPr/>
        </p:nvCxnSpPr>
        <p:spPr>
          <a:xfrm flipH="1">
            <a:off x="1222604"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5" name="Picture Placeholder 31">
            <a:extLst>
              <a:ext uri="{FF2B5EF4-FFF2-40B4-BE49-F238E27FC236}">
                <a16:creationId xmlns:a16="http://schemas.microsoft.com/office/drawing/2014/main" id="{3056DF86-43C1-B385-CF14-1A961925A318}"/>
              </a:ext>
            </a:extLst>
          </p:cNvPr>
          <p:cNvSpPr>
            <a:spLocks noGrp="1"/>
          </p:cNvSpPr>
          <p:nvPr>
            <p:ph type="pic" sz="quarter" idx="28" hasCustomPrompt="1"/>
          </p:nvPr>
        </p:nvSpPr>
        <p:spPr>
          <a:xfrm>
            <a:off x="559620"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91" name="Straight Connector 90">
            <a:extLst>
              <a:ext uri="{FF2B5EF4-FFF2-40B4-BE49-F238E27FC236}">
                <a16:creationId xmlns:a16="http://schemas.microsoft.com/office/drawing/2014/main" id="{5F28F644-922B-35EC-F408-F45D2443E5B5}"/>
              </a:ext>
            </a:extLst>
          </p:cNvPr>
          <p:cNvCxnSpPr>
            <a:cxnSpLocks/>
          </p:cNvCxnSpPr>
          <p:nvPr/>
        </p:nvCxnSpPr>
        <p:spPr>
          <a:xfrm flipH="1">
            <a:off x="6656258" y="129280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Picture Placeholder 31">
            <a:extLst>
              <a:ext uri="{FF2B5EF4-FFF2-40B4-BE49-F238E27FC236}">
                <a16:creationId xmlns:a16="http://schemas.microsoft.com/office/drawing/2014/main" id="{448C5520-8DE9-33B9-95E2-2C98660E55F0}"/>
              </a:ext>
            </a:extLst>
          </p:cNvPr>
          <p:cNvSpPr>
            <a:spLocks noGrp="1"/>
          </p:cNvSpPr>
          <p:nvPr>
            <p:ph type="pic" sz="quarter" idx="29" hasCustomPrompt="1"/>
          </p:nvPr>
        </p:nvSpPr>
        <p:spPr>
          <a:xfrm>
            <a:off x="5993275" y="1229531"/>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93" name="Text Placeholder 34">
            <a:extLst>
              <a:ext uri="{FF2B5EF4-FFF2-40B4-BE49-F238E27FC236}">
                <a16:creationId xmlns:a16="http://schemas.microsoft.com/office/drawing/2014/main" id="{3AFDE277-F8E1-87BB-1F1B-BFAE6797A977}"/>
              </a:ext>
            </a:extLst>
          </p:cNvPr>
          <p:cNvSpPr>
            <a:spLocks noGrp="1"/>
          </p:cNvSpPr>
          <p:nvPr>
            <p:ph type="body" sz="quarter" idx="30" hasCustomPrompt="1"/>
          </p:nvPr>
        </p:nvSpPr>
        <p:spPr>
          <a:xfrm>
            <a:off x="7317589" y="1411064"/>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4" name="Text Placeholder 34">
            <a:extLst>
              <a:ext uri="{FF2B5EF4-FFF2-40B4-BE49-F238E27FC236}">
                <a16:creationId xmlns:a16="http://schemas.microsoft.com/office/drawing/2014/main" id="{F2C068F9-7BF2-130E-D379-28BFF599CFEE}"/>
              </a:ext>
            </a:extLst>
          </p:cNvPr>
          <p:cNvSpPr>
            <a:spLocks noGrp="1"/>
          </p:cNvSpPr>
          <p:nvPr>
            <p:ph type="body" sz="quarter" idx="31" hasCustomPrompt="1"/>
          </p:nvPr>
        </p:nvSpPr>
        <p:spPr>
          <a:xfrm>
            <a:off x="7317589" y="1768794"/>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sp>
        <p:nvSpPr>
          <p:cNvPr id="95" name="Text Placeholder 34">
            <a:extLst>
              <a:ext uri="{FF2B5EF4-FFF2-40B4-BE49-F238E27FC236}">
                <a16:creationId xmlns:a16="http://schemas.microsoft.com/office/drawing/2014/main" id="{E440AE64-29B2-A6D9-3645-732D3EFB4D19}"/>
              </a:ext>
            </a:extLst>
          </p:cNvPr>
          <p:cNvSpPr>
            <a:spLocks noGrp="1"/>
          </p:cNvSpPr>
          <p:nvPr>
            <p:ph type="body" sz="quarter" idx="32" hasCustomPrompt="1"/>
          </p:nvPr>
        </p:nvSpPr>
        <p:spPr>
          <a:xfrm>
            <a:off x="7317589" y="2748846"/>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6" name="Text Placeholder 34">
            <a:extLst>
              <a:ext uri="{FF2B5EF4-FFF2-40B4-BE49-F238E27FC236}">
                <a16:creationId xmlns:a16="http://schemas.microsoft.com/office/drawing/2014/main" id="{9D5D493A-1F42-30E8-1713-FE19CCE065EA}"/>
              </a:ext>
            </a:extLst>
          </p:cNvPr>
          <p:cNvSpPr>
            <a:spLocks noGrp="1"/>
          </p:cNvSpPr>
          <p:nvPr>
            <p:ph type="body" sz="quarter" idx="33" hasCustomPrompt="1"/>
          </p:nvPr>
        </p:nvSpPr>
        <p:spPr>
          <a:xfrm>
            <a:off x="7317589" y="3106575"/>
            <a:ext cx="3354111" cy="45140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r>
              <a:rPr lang="en-US" sz="1400">
                <a:latin typeface="Inter Light" panose="02000503000000020004" pitchFamily="2" charset="0"/>
                <a:ea typeface="Inter Light" panose="02000503000000020004" pitchFamily="2" charset="0"/>
                <a:cs typeface="Arial" panose="020B0604020202020204" pitchFamily="34" charset="0"/>
              </a:rPr>
              <a:t>Job title, Company here is what this looks like with two lines</a:t>
            </a:r>
          </a:p>
        </p:txBody>
      </p:sp>
      <p:sp>
        <p:nvSpPr>
          <p:cNvPr id="97" name="Text Placeholder 34">
            <a:extLst>
              <a:ext uri="{FF2B5EF4-FFF2-40B4-BE49-F238E27FC236}">
                <a16:creationId xmlns:a16="http://schemas.microsoft.com/office/drawing/2014/main" id="{50B453FE-AD0A-C640-454A-9C65E4A0443C}"/>
              </a:ext>
            </a:extLst>
          </p:cNvPr>
          <p:cNvSpPr>
            <a:spLocks noGrp="1"/>
          </p:cNvSpPr>
          <p:nvPr>
            <p:ph type="body" sz="quarter" idx="34" hasCustomPrompt="1"/>
          </p:nvPr>
        </p:nvSpPr>
        <p:spPr>
          <a:xfrm>
            <a:off x="7317589" y="4188603"/>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98" name="Text Placeholder 34">
            <a:extLst>
              <a:ext uri="{FF2B5EF4-FFF2-40B4-BE49-F238E27FC236}">
                <a16:creationId xmlns:a16="http://schemas.microsoft.com/office/drawing/2014/main" id="{398F54BF-141E-A264-C2F5-77139169F489}"/>
              </a:ext>
            </a:extLst>
          </p:cNvPr>
          <p:cNvSpPr>
            <a:spLocks noGrp="1"/>
          </p:cNvSpPr>
          <p:nvPr>
            <p:ph type="body" sz="quarter" idx="35" hasCustomPrompt="1"/>
          </p:nvPr>
        </p:nvSpPr>
        <p:spPr>
          <a:xfrm>
            <a:off x="7317589" y="4546333"/>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99" name="Straight Connector 98">
            <a:extLst>
              <a:ext uri="{FF2B5EF4-FFF2-40B4-BE49-F238E27FC236}">
                <a16:creationId xmlns:a16="http://schemas.microsoft.com/office/drawing/2014/main" id="{DD28900E-E5B6-7E58-4496-2CD9F5C55DAE}"/>
              </a:ext>
            </a:extLst>
          </p:cNvPr>
          <p:cNvCxnSpPr>
            <a:cxnSpLocks/>
          </p:cNvCxnSpPr>
          <p:nvPr/>
        </p:nvCxnSpPr>
        <p:spPr>
          <a:xfrm flipH="1">
            <a:off x="6656258" y="273234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Picture Placeholder 31">
            <a:extLst>
              <a:ext uri="{FF2B5EF4-FFF2-40B4-BE49-F238E27FC236}">
                <a16:creationId xmlns:a16="http://schemas.microsoft.com/office/drawing/2014/main" id="{9562895B-41CE-FADA-F8B4-D86CC4D15873}"/>
              </a:ext>
            </a:extLst>
          </p:cNvPr>
          <p:cNvSpPr>
            <a:spLocks noGrp="1"/>
          </p:cNvSpPr>
          <p:nvPr>
            <p:ph type="pic" sz="quarter" idx="36" hasCustomPrompt="1"/>
          </p:nvPr>
        </p:nvSpPr>
        <p:spPr>
          <a:xfrm>
            <a:off x="5993275" y="2669064"/>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01" name="Straight Connector 100">
            <a:extLst>
              <a:ext uri="{FF2B5EF4-FFF2-40B4-BE49-F238E27FC236}">
                <a16:creationId xmlns:a16="http://schemas.microsoft.com/office/drawing/2014/main" id="{40065CA6-4D37-B0AB-A3A6-3262D835E82F}"/>
              </a:ext>
            </a:extLst>
          </p:cNvPr>
          <p:cNvCxnSpPr>
            <a:cxnSpLocks/>
          </p:cNvCxnSpPr>
          <p:nvPr/>
        </p:nvCxnSpPr>
        <p:spPr>
          <a:xfrm flipH="1">
            <a:off x="6656258" y="4059557"/>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2" name="Picture Placeholder 31">
            <a:extLst>
              <a:ext uri="{FF2B5EF4-FFF2-40B4-BE49-F238E27FC236}">
                <a16:creationId xmlns:a16="http://schemas.microsoft.com/office/drawing/2014/main" id="{1E78D688-8944-EC0C-CBDA-6BC857EF1DCA}"/>
              </a:ext>
            </a:extLst>
          </p:cNvPr>
          <p:cNvSpPr>
            <a:spLocks noGrp="1"/>
          </p:cNvSpPr>
          <p:nvPr>
            <p:ph type="pic" sz="quarter" idx="37" hasCustomPrompt="1"/>
          </p:nvPr>
        </p:nvSpPr>
        <p:spPr>
          <a:xfrm>
            <a:off x="5993275" y="3996280"/>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3" name="Text Placeholder 34">
            <a:extLst>
              <a:ext uri="{FF2B5EF4-FFF2-40B4-BE49-F238E27FC236}">
                <a16:creationId xmlns:a16="http://schemas.microsoft.com/office/drawing/2014/main" id="{73C9556D-9DFC-2DF0-AAA2-E76710CCB5B7}"/>
              </a:ext>
            </a:extLst>
          </p:cNvPr>
          <p:cNvSpPr>
            <a:spLocks noGrp="1"/>
          </p:cNvSpPr>
          <p:nvPr>
            <p:ph type="body" sz="quarter" idx="38" hasCustomPrompt="1"/>
          </p:nvPr>
        </p:nvSpPr>
        <p:spPr>
          <a:xfrm>
            <a:off x="1883934"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4" name="Text Placeholder 34">
            <a:extLst>
              <a:ext uri="{FF2B5EF4-FFF2-40B4-BE49-F238E27FC236}">
                <a16:creationId xmlns:a16="http://schemas.microsoft.com/office/drawing/2014/main" id="{C6446FCE-F2BA-3338-5038-61645C245127}"/>
              </a:ext>
            </a:extLst>
          </p:cNvPr>
          <p:cNvSpPr>
            <a:spLocks noGrp="1"/>
          </p:cNvSpPr>
          <p:nvPr>
            <p:ph type="body" sz="quarter" idx="39" hasCustomPrompt="1"/>
          </p:nvPr>
        </p:nvSpPr>
        <p:spPr>
          <a:xfrm>
            <a:off x="1883934"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46" name="Straight Connector 45">
            <a:extLst>
              <a:ext uri="{FF2B5EF4-FFF2-40B4-BE49-F238E27FC236}">
                <a16:creationId xmlns:a16="http://schemas.microsoft.com/office/drawing/2014/main" id="{E0136D51-0BA8-688D-2C2B-49AC68BFD4E4}"/>
              </a:ext>
            </a:extLst>
          </p:cNvPr>
          <p:cNvCxnSpPr>
            <a:cxnSpLocks/>
          </p:cNvCxnSpPr>
          <p:nvPr/>
        </p:nvCxnSpPr>
        <p:spPr>
          <a:xfrm flipH="1">
            <a:off x="1222604"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31">
            <a:extLst>
              <a:ext uri="{FF2B5EF4-FFF2-40B4-BE49-F238E27FC236}">
                <a16:creationId xmlns:a16="http://schemas.microsoft.com/office/drawing/2014/main" id="{585E1E8E-D35C-E893-0551-89C16F38C30D}"/>
              </a:ext>
            </a:extLst>
          </p:cNvPr>
          <p:cNvSpPr>
            <a:spLocks noGrp="1"/>
          </p:cNvSpPr>
          <p:nvPr>
            <p:ph type="pic" sz="quarter" idx="40" hasCustomPrompt="1"/>
          </p:nvPr>
        </p:nvSpPr>
        <p:spPr>
          <a:xfrm>
            <a:off x="559620"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48" name="Text Placeholder 34">
            <a:extLst>
              <a:ext uri="{FF2B5EF4-FFF2-40B4-BE49-F238E27FC236}">
                <a16:creationId xmlns:a16="http://schemas.microsoft.com/office/drawing/2014/main" id="{9E22510D-B3A8-F5C5-8956-B292BB65E935}"/>
              </a:ext>
            </a:extLst>
          </p:cNvPr>
          <p:cNvSpPr>
            <a:spLocks noGrp="1"/>
          </p:cNvSpPr>
          <p:nvPr>
            <p:ph type="body" sz="quarter" idx="41" hasCustomPrompt="1"/>
          </p:nvPr>
        </p:nvSpPr>
        <p:spPr>
          <a:xfrm>
            <a:off x="7317589" y="5520098"/>
            <a:ext cx="2573892"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49" name="Text Placeholder 34">
            <a:extLst>
              <a:ext uri="{FF2B5EF4-FFF2-40B4-BE49-F238E27FC236}">
                <a16:creationId xmlns:a16="http://schemas.microsoft.com/office/drawing/2014/main" id="{3B508549-7E0F-AD1D-551D-B97426C8D1B6}"/>
              </a:ext>
            </a:extLst>
          </p:cNvPr>
          <p:cNvSpPr>
            <a:spLocks noGrp="1"/>
          </p:cNvSpPr>
          <p:nvPr>
            <p:ph type="body" sz="quarter" idx="42" hasCustomPrompt="1"/>
          </p:nvPr>
        </p:nvSpPr>
        <p:spPr>
          <a:xfrm>
            <a:off x="7317589" y="5877827"/>
            <a:ext cx="2573892"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goes here</a:t>
            </a:r>
          </a:p>
        </p:txBody>
      </p:sp>
      <p:cxnSp>
        <p:nvCxnSpPr>
          <p:cNvPr id="51" name="Straight Connector 50">
            <a:extLst>
              <a:ext uri="{FF2B5EF4-FFF2-40B4-BE49-F238E27FC236}">
                <a16:creationId xmlns:a16="http://schemas.microsoft.com/office/drawing/2014/main" id="{12AFA9A9-EADC-3E6A-AF50-A4EE815E329A}"/>
              </a:ext>
            </a:extLst>
          </p:cNvPr>
          <p:cNvCxnSpPr>
            <a:cxnSpLocks/>
          </p:cNvCxnSpPr>
          <p:nvPr/>
        </p:nvCxnSpPr>
        <p:spPr>
          <a:xfrm flipH="1">
            <a:off x="6656258" y="5391051"/>
            <a:ext cx="403745" cy="95728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2" name="Picture Placeholder 31">
            <a:extLst>
              <a:ext uri="{FF2B5EF4-FFF2-40B4-BE49-F238E27FC236}">
                <a16:creationId xmlns:a16="http://schemas.microsoft.com/office/drawing/2014/main" id="{CA7EDEAE-6A3D-7C2D-43FC-5979A7F58512}"/>
              </a:ext>
            </a:extLst>
          </p:cNvPr>
          <p:cNvSpPr>
            <a:spLocks noGrp="1"/>
          </p:cNvSpPr>
          <p:nvPr>
            <p:ph type="pic" sz="quarter" idx="43" hasCustomPrompt="1"/>
          </p:nvPr>
        </p:nvSpPr>
        <p:spPr>
          <a:xfrm>
            <a:off x="5993275" y="5327775"/>
            <a:ext cx="937008" cy="964243"/>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1067"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55" name="Freeform 54">
            <a:extLst>
              <a:ext uri="{FF2B5EF4-FFF2-40B4-BE49-F238E27FC236}">
                <a16:creationId xmlns:a16="http://schemas.microsoft.com/office/drawing/2014/main" id="{984D0AFD-24CD-D16D-DBD5-DEDDAD0D5747}"/>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6" name="Picture 10">
            <a:extLst>
              <a:ext uri="{FF2B5EF4-FFF2-40B4-BE49-F238E27FC236}">
                <a16:creationId xmlns:a16="http://schemas.microsoft.com/office/drawing/2014/main" id="{47DF96B7-88C7-A4A9-6EBF-22D1C30A426D}"/>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3880791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2 Speakers - Dark">
    <p:bg>
      <p:bgRef idx="1001">
        <a:schemeClr val="bg2"/>
      </p:bgRef>
    </p:bg>
    <p:spTree>
      <p:nvGrpSpPr>
        <p:cNvPr id="1" name=""/>
        <p:cNvGrpSpPr/>
        <p:nvPr/>
      </p:nvGrpSpPr>
      <p:grpSpPr>
        <a:xfrm>
          <a:off x="0" y="0"/>
          <a:ext cx="0" cy="0"/>
          <a:chOff x="0" y="0"/>
          <a:chExt cx="0" cy="0"/>
        </a:xfrm>
      </p:grpSpPr>
      <p:cxnSp>
        <p:nvCxnSpPr>
          <p:cNvPr id="73" name="Straight Connector 72">
            <a:extLst>
              <a:ext uri="{FF2B5EF4-FFF2-40B4-BE49-F238E27FC236}">
                <a16:creationId xmlns:a16="http://schemas.microsoft.com/office/drawing/2014/main" id="{217FC6BC-2CEA-FB2F-564A-32AE32108B9F}"/>
              </a:ext>
            </a:extLst>
          </p:cNvPr>
          <p:cNvCxnSpPr>
            <a:cxnSpLocks/>
          </p:cNvCxnSpPr>
          <p:nvPr/>
        </p:nvCxnSpPr>
        <p:spPr>
          <a:xfrm flipH="1">
            <a:off x="1104939"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5" name="Title 1">
            <a:extLst>
              <a:ext uri="{FF2B5EF4-FFF2-40B4-BE49-F238E27FC236}">
                <a16:creationId xmlns:a16="http://schemas.microsoft.com/office/drawing/2014/main" id="{36731815-8F33-BF7C-4AA3-D15AD89A896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3" name="Text Placeholder 34">
            <a:extLst>
              <a:ext uri="{FF2B5EF4-FFF2-40B4-BE49-F238E27FC236}">
                <a16:creationId xmlns:a16="http://schemas.microsoft.com/office/drawing/2014/main" id="{09B5A601-8CA4-A602-2116-382AC7FEE636}"/>
              </a:ext>
            </a:extLst>
          </p:cNvPr>
          <p:cNvSpPr>
            <a:spLocks noGrp="1"/>
          </p:cNvSpPr>
          <p:nvPr>
            <p:ph type="body" sz="quarter" idx="21" hasCustomPrompt="1"/>
          </p:nvPr>
        </p:nvSpPr>
        <p:spPr>
          <a:xfrm>
            <a:off x="1566022"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54" name="Text Placeholder 34">
            <a:extLst>
              <a:ext uri="{FF2B5EF4-FFF2-40B4-BE49-F238E27FC236}">
                <a16:creationId xmlns:a16="http://schemas.microsoft.com/office/drawing/2014/main" id="{E663F2C5-1DBF-0CB0-0CC2-68FB4883BFEA}"/>
              </a:ext>
            </a:extLst>
          </p:cNvPr>
          <p:cNvSpPr>
            <a:spLocks noGrp="1"/>
          </p:cNvSpPr>
          <p:nvPr>
            <p:ph type="body" sz="quarter" idx="22" hasCustomPrompt="1"/>
          </p:nvPr>
        </p:nvSpPr>
        <p:spPr>
          <a:xfrm>
            <a:off x="1566022"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76" name="Picture Placeholder 31">
            <a:extLst>
              <a:ext uri="{FF2B5EF4-FFF2-40B4-BE49-F238E27FC236}">
                <a16:creationId xmlns:a16="http://schemas.microsoft.com/office/drawing/2014/main" id="{75E29B35-3CB5-EFBB-1834-FD770244B606}"/>
              </a:ext>
            </a:extLst>
          </p:cNvPr>
          <p:cNvSpPr>
            <a:spLocks noGrp="1"/>
          </p:cNvSpPr>
          <p:nvPr>
            <p:ph type="pic" sz="quarter" idx="17" hasCustomPrompt="1"/>
          </p:nvPr>
        </p:nvSpPr>
        <p:spPr>
          <a:xfrm>
            <a:off x="553308"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0" name="Straight Connector 149">
            <a:extLst>
              <a:ext uri="{FF2B5EF4-FFF2-40B4-BE49-F238E27FC236}">
                <a16:creationId xmlns:a16="http://schemas.microsoft.com/office/drawing/2014/main" id="{42BB7A7C-7A33-8B2C-5F23-3FF174CF9679}"/>
              </a:ext>
            </a:extLst>
          </p:cNvPr>
          <p:cNvCxnSpPr>
            <a:cxnSpLocks/>
          </p:cNvCxnSpPr>
          <p:nvPr/>
        </p:nvCxnSpPr>
        <p:spPr>
          <a:xfrm flipH="1">
            <a:off x="1104939"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1" name="Text Placeholder 34">
            <a:extLst>
              <a:ext uri="{FF2B5EF4-FFF2-40B4-BE49-F238E27FC236}">
                <a16:creationId xmlns:a16="http://schemas.microsoft.com/office/drawing/2014/main" id="{8D1C79DA-D139-15FD-6EE1-42E3C313D618}"/>
              </a:ext>
            </a:extLst>
          </p:cNvPr>
          <p:cNvSpPr>
            <a:spLocks noGrp="1"/>
          </p:cNvSpPr>
          <p:nvPr>
            <p:ph type="body" sz="quarter" idx="23" hasCustomPrompt="1"/>
          </p:nvPr>
        </p:nvSpPr>
        <p:spPr>
          <a:xfrm>
            <a:off x="1566022"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2" name="Text Placeholder 34">
            <a:extLst>
              <a:ext uri="{FF2B5EF4-FFF2-40B4-BE49-F238E27FC236}">
                <a16:creationId xmlns:a16="http://schemas.microsoft.com/office/drawing/2014/main" id="{B6E5D0EC-11C8-6287-8AC6-EE25D5EFB4F3}"/>
              </a:ext>
            </a:extLst>
          </p:cNvPr>
          <p:cNvSpPr>
            <a:spLocks noGrp="1"/>
          </p:cNvSpPr>
          <p:nvPr>
            <p:ph type="body" sz="quarter" idx="24" hasCustomPrompt="1"/>
          </p:nvPr>
        </p:nvSpPr>
        <p:spPr>
          <a:xfrm>
            <a:off x="1566022"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3" name="Picture Placeholder 31">
            <a:extLst>
              <a:ext uri="{FF2B5EF4-FFF2-40B4-BE49-F238E27FC236}">
                <a16:creationId xmlns:a16="http://schemas.microsoft.com/office/drawing/2014/main" id="{90FECC38-01D5-CE56-0C0A-FD663E164B20}"/>
              </a:ext>
            </a:extLst>
          </p:cNvPr>
          <p:cNvSpPr>
            <a:spLocks noGrp="1"/>
          </p:cNvSpPr>
          <p:nvPr>
            <p:ph type="pic" sz="quarter" idx="25" hasCustomPrompt="1"/>
          </p:nvPr>
        </p:nvSpPr>
        <p:spPr>
          <a:xfrm>
            <a:off x="553308"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154" name="Straight Connector 153">
            <a:extLst>
              <a:ext uri="{FF2B5EF4-FFF2-40B4-BE49-F238E27FC236}">
                <a16:creationId xmlns:a16="http://schemas.microsoft.com/office/drawing/2014/main" id="{32990DF9-0709-8256-A688-1A45C9121CC3}"/>
              </a:ext>
            </a:extLst>
          </p:cNvPr>
          <p:cNvCxnSpPr>
            <a:cxnSpLocks/>
          </p:cNvCxnSpPr>
          <p:nvPr/>
        </p:nvCxnSpPr>
        <p:spPr>
          <a:xfrm flipH="1">
            <a:off x="1104939"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5" name="Text Placeholder 34">
            <a:extLst>
              <a:ext uri="{FF2B5EF4-FFF2-40B4-BE49-F238E27FC236}">
                <a16:creationId xmlns:a16="http://schemas.microsoft.com/office/drawing/2014/main" id="{EFDA1F4F-AD72-9D37-DE05-1E968C61BE2A}"/>
              </a:ext>
            </a:extLst>
          </p:cNvPr>
          <p:cNvSpPr>
            <a:spLocks noGrp="1"/>
          </p:cNvSpPr>
          <p:nvPr>
            <p:ph type="body" sz="quarter" idx="26" hasCustomPrompt="1"/>
          </p:nvPr>
        </p:nvSpPr>
        <p:spPr>
          <a:xfrm>
            <a:off x="1566022"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156" name="Text Placeholder 34">
            <a:extLst>
              <a:ext uri="{FF2B5EF4-FFF2-40B4-BE49-F238E27FC236}">
                <a16:creationId xmlns:a16="http://schemas.microsoft.com/office/drawing/2014/main" id="{43FAB01F-0805-3540-8B23-9C943BF0671A}"/>
              </a:ext>
            </a:extLst>
          </p:cNvPr>
          <p:cNvSpPr>
            <a:spLocks noGrp="1"/>
          </p:cNvSpPr>
          <p:nvPr>
            <p:ph type="body" sz="quarter" idx="27" hasCustomPrompt="1"/>
          </p:nvPr>
        </p:nvSpPr>
        <p:spPr>
          <a:xfrm>
            <a:off x="1566022"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157" name="Picture Placeholder 31">
            <a:extLst>
              <a:ext uri="{FF2B5EF4-FFF2-40B4-BE49-F238E27FC236}">
                <a16:creationId xmlns:a16="http://schemas.microsoft.com/office/drawing/2014/main" id="{0E9FC3C1-F9C3-4AC2-CA7D-5B07F3CF0BC4}"/>
              </a:ext>
            </a:extLst>
          </p:cNvPr>
          <p:cNvSpPr>
            <a:spLocks noGrp="1"/>
          </p:cNvSpPr>
          <p:nvPr>
            <p:ph type="pic" sz="quarter" idx="28" hasCustomPrompt="1"/>
          </p:nvPr>
        </p:nvSpPr>
        <p:spPr>
          <a:xfrm>
            <a:off x="553308"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19" name="Straight Connector 218">
            <a:extLst>
              <a:ext uri="{FF2B5EF4-FFF2-40B4-BE49-F238E27FC236}">
                <a16:creationId xmlns:a16="http://schemas.microsoft.com/office/drawing/2014/main" id="{98561C71-9962-C0AB-60B2-60F5E12EC5A5}"/>
              </a:ext>
            </a:extLst>
          </p:cNvPr>
          <p:cNvCxnSpPr>
            <a:cxnSpLocks/>
          </p:cNvCxnSpPr>
          <p:nvPr/>
        </p:nvCxnSpPr>
        <p:spPr>
          <a:xfrm flipH="1">
            <a:off x="1104939"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0" name="Text Placeholder 34">
            <a:extLst>
              <a:ext uri="{FF2B5EF4-FFF2-40B4-BE49-F238E27FC236}">
                <a16:creationId xmlns:a16="http://schemas.microsoft.com/office/drawing/2014/main" id="{76A10804-5532-5821-ED40-E0117DDAA515}"/>
              </a:ext>
            </a:extLst>
          </p:cNvPr>
          <p:cNvSpPr>
            <a:spLocks noGrp="1"/>
          </p:cNvSpPr>
          <p:nvPr>
            <p:ph type="body" sz="quarter" idx="29" hasCustomPrompt="1"/>
          </p:nvPr>
        </p:nvSpPr>
        <p:spPr>
          <a:xfrm>
            <a:off x="1566022"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1" name="Text Placeholder 34">
            <a:extLst>
              <a:ext uri="{FF2B5EF4-FFF2-40B4-BE49-F238E27FC236}">
                <a16:creationId xmlns:a16="http://schemas.microsoft.com/office/drawing/2014/main" id="{1A8EE7A8-296A-8214-7514-8B409FB1EDAB}"/>
              </a:ext>
            </a:extLst>
          </p:cNvPr>
          <p:cNvSpPr>
            <a:spLocks noGrp="1"/>
          </p:cNvSpPr>
          <p:nvPr>
            <p:ph type="body" sz="quarter" idx="30" hasCustomPrompt="1"/>
          </p:nvPr>
        </p:nvSpPr>
        <p:spPr>
          <a:xfrm>
            <a:off x="1566022"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2" name="Picture Placeholder 31">
            <a:extLst>
              <a:ext uri="{FF2B5EF4-FFF2-40B4-BE49-F238E27FC236}">
                <a16:creationId xmlns:a16="http://schemas.microsoft.com/office/drawing/2014/main" id="{F5BB9224-9EEC-DA3A-6DAF-CCA94814B436}"/>
              </a:ext>
            </a:extLst>
          </p:cNvPr>
          <p:cNvSpPr>
            <a:spLocks noGrp="1"/>
          </p:cNvSpPr>
          <p:nvPr>
            <p:ph type="pic" sz="quarter" idx="31" hasCustomPrompt="1"/>
          </p:nvPr>
        </p:nvSpPr>
        <p:spPr>
          <a:xfrm>
            <a:off x="553308"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3" name="Straight Connector 222">
            <a:extLst>
              <a:ext uri="{FF2B5EF4-FFF2-40B4-BE49-F238E27FC236}">
                <a16:creationId xmlns:a16="http://schemas.microsoft.com/office/drawing/2014/main" id="{539DF603-7AD5-C996-2951-F66C3BD4D801}"/>
              </a:ext>
            </a:extLst>
          </p:cNvPr>
          <p:cNvCxnSpPr>
            <a:cxnSpLocks/>
          </p:cNvCxnSpPr>
          <p:nvPr/>
        </p:nvCxnSpPr>
        <p:spPr>
          <a:xfrm flipH="1">
            <a:off x="4748526"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4" name="Text Placeholder 34">
            <a:extLst>
              <a:ext uri="{FF2B5EF4-FFF2-40B4-BE49-F238E27FC236}">
                <a16:creationId xmlns:a16="http://schemas.microsoft.com/office/drawing/2014/main" id="{FC26F4EE-D6B6-2658-2F9E-39E421D535D0}"/>
              </a:ext>
            </a:extLst>
          </p:cNvPr>
          <p:cNvSpPr>
            <a:spLocks noGrp="1"/>
          </p:cNvSpPr>
          <p:nvPr>
            <p:ph type="body" sz="quarter" idx="32" hasCustomPrompt="1"/>
          </p:nvPr>
        </p:nvSpPr>
        <p:spPr>
          <a:xfrm>
            <a:off x="5209609"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5" name="Text Placeholder 34">
            <a:extLst>
              <a:ext uri="{FF2B5EF4-FFF2-40B4-BE49-F238E27FC236}">
                <a16:creationId xmlns:a16="http://schemas.microsoft.com/office/drawing/2014/main" id="{1DD3842A-4738-FD49-5CF6-55DC0A7D5048}"/>
              </a:ext>
            </a:extLst>
          </p:cNvPr>
          <p:cNvSpPr>
            <a:spLocks noGrp="1"/>
          </p:cNvSpPr>
          <p:nvPr>
            <p:ph type="body" sz="quarter" idx="33" hasCustomPrompt="1"/>
          </p:nvPr>
        </p:nvSpPr>
        <p:spPr>
          <a:xfrm>
            <a:off x="5209609"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26" name="Picture Placeholder 31">
            <a:extLst>
              <a:ext uri="{FF2B5EF4-FFF2-40B4-BE49-F238E27FC236}">
                <a16:creationId xmlns:a16="http://schemas.microsoft.com/office/drawing/2014/main" id="{253CDE3B-AAD8-54BA-7C7E-895C404717E7}"/>
              </a:ext>
            </a:extLst>
          </p:cNvPr>
          <p:cNvSpPr>
            <a:spLocks noGrp="1"/>
          </p:cNvSpPr>
          <p:nvPr>
            <p:ph type="pic" sz="quarter" idx="34" hasCustomPrompt="1"/>
          </p:nvPr>
        </p:nvSpPr>
        <p:spPr>
          <a:xfrm>
            <a:off x="4196894"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27" name="Straight Connector 226">
            <a:extLst>
              <a:ext uri="{FF2B5EF4-FFF2-40B4-BE49-F238E27FC236}">
                <a16:creationId xmlns:a16="http://schemas.microsoft.com/office/drawing/2014/main" id="{6578670E-57F0-AF46-7BBB-7EA76CF87CA8}"/>
              </a:ext>
            </a:extLst>
          </p:cNvPr>
          <p:cNvCxnSpPr>
            <a:cxnSpLocks/>
          </p:cNvCxnSpPr>
          <p:nvPr/>
        </p:nvCxnSpPr>
        <p:spPr>
          <a:xfrm flipH="1">
            <a:off x="4748526"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8" name="Text Placeholder 34">
            <a:extLst>
              <a:ext uri="{FF2B5EF4-FFF2-40B4-BE49-F238E27FC236}">
                <a16:creationId xmlns:a16="http://schemas.microsoft.com/office/drawing/2014/main" id="{735C124E-4C9B-2E15-EFB8-6993D2D75CAB}"/>
              </a:ext>
            </a:extLst>
          </p:cNvPr>
          <p:cNvSpPr>
            <a:spLocks noGrp="1"/>
          </p:cNvSpPr>
          <p:nvPr>
            <p:ph type="body" sz="quarter" idx="35" hasCustomPrompt="1"/>
          </p:nvPr>
        </p:nvSpPr>
        <p:spPr>
          <a:xfrm>
            <a:off x="5209609"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29" name="Text Placeholder 34">
            <a:extLst>
              <a:ext uri="{FF2B5EF4-FFF2-40B4-BE49-F238E27FC236}">
                <a16:creationId xmlns:a16="http://schemas.microsoft.com/office/drawing/2014/main" id="{8E3FF739-2DC1-37F1-A076-CDA9DFCDA685}"/>
              </a:ext>
            </a:extLst>
          </p:cNvPr>
          <p:cNvSpPr>
            <a:spLocks noGrp="1"/>
          </p:cNvSpPr>
          <p:nvPr>
            <p:ph type="body" sz="quarter" idx="36" hasCustomPrompt="1"/>
          </p:nvPr>
        </p:nvSpPr>
        <p:spPr>
          <a:xfrm>
            <a:off x="5209609"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0" name="Picture Placeholder 31">
            <a:extLst>
              <a:ext uri="{FF2B5EF4-FFF2-40B4-BE49-F238E27FC236}">
                <a16:creationId xmlns:a16="http://schemas.microsoft.com/office/drawing/2014/main" id="{229F72F0-3347-F85C-77AF-60A9F9A1954D}"/>
              </a:ext>
            </a:extLst>
          </p:cNvPr>
          <p:cNvSpPr>
            <a:spLocks noGrp="1"/>
          </p:cNvSpPr>
          <p:nvPr>
            <p:ph type="pic" sz="quarter" idx="37" hasCustomPrompt="1"/>
          </p:nvPr>
        </p:nvSpPr>
        <p:spPr>
          <a:xfrm>
            <a:off x="4196894"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1" name="Straight Connector 230">
            <a:extLst>
              <a:ext uri="{FF2B5EF4-FFF2-40B4-BE49-F238E27FC236}">
                <a16:creationId xmlns:a16="http://schemas.microsoft.com/office/drawing/2014/main" id="{F94375F8-20E0-FB85-EE75-E19F4CDE16FB}"/>
              </a:ext>
            </a:extLst>
          </p:cNvPr>
          <p:cNvCxnSpPr>
            <a:cxnSpLocks/>
          </p:cNvCxnSpPr>
          <p:nvPr/>
        </p:nvCxnSpPr>
        <p:spPr>
          <a:xfrm flipH="1">
            <a:off x="4748526"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2" name="Text Placeholder 34">
            <a:extLst>
              <a:ext uri="{FF2B5EF4-FFF2-40B4-BE49-F238E27FC236}">
                <a16:creationId xmlns:a16="http://schemas.microsoft.com/office/drawing/2014/main" id="{B5C9CDA9-12FD-F277-237B-A94DC3D99F05}"/>
              </a:ext>
            </a:extLst>
          </p:cNvPr>
          <p:cNvSpPr>
            <a:spLocks noGrp="1"/>
          </p:cNvSpPr>
          <p:nvPr>
            <p:ph type="body" sz="quarter" idx="38" hasCustomPrompt="1"/>
          </p:nvPr>
        </p:nvSpPr>
        <p:spPr>
          <a:xfrm>
            <a:off x="5209609"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3" name="Text Placeholder 34">
            <a:extLst>
              <a:ext uri="{FF2B5EF4-FFF2-40B4-BE49-F238E27FC236}">
                <a16:creationId xmlns:a16="http://schemas.microsoft.com/office/drawing/2014/main" id="{D3C9B2EC-47F7-17C7-3EA8-40482B2277DC}"/>
              </a:ext>
            </a:extLst>
          </p:cNvPr>
          <p:cNvSpPr>
            <a:spLocks noGrp="1"/>
          </p:cNvSpPr>
          <p:nvPr>
            <p:ph type="body" sz="quarter" idx="39" hasCustomPrompt="1"/>
          </p:nvPr>
        </p:nvSpPr>
        <p:spPr>
          <a:xfrm>
            <a:off x="5209609"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4" name="Picture Placeholder 31">
            <a:extLst>
              <a:ext uri="{FF2B5EF4-FFF2-40B4-BE49-F238E27FC236}">
                <a16:creationId xmlns:a16="http://schemas.microsoft.com/office/drawing/2014/main" id="{061FF5F7-2D26-6F3F-DFEA-FF38FD622C9D}"/>
              </a:ext>
            </a:extLst>
          </p:cNvPr>
          <p:cNvSpPr>
            <a:spLocks noGrp="1"/>
          </p:cNvSpPr>
          <p:nvPr>
            <p:ph type="pic" sz="quarter" idx="40" hasCustomPrompt="1"/>
          </p:nvPr>
        </p:nvSpPr>
        <p:spPr>
          <a:xfrm>
            <a:off x="4196894"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5" name="Straight Connector 234">
            <a:extLst>
              <a:ext uri="{FF2B5EF4-FFF2-40B4-BE49-F238E27FC236}">
                <a16:creationId xmlns:a16="http://schemas.microsoft.com/office/drawing/2014/main" id="{F6E81E63-BD72-FF68-3C39-056C2FF7CC83}"/>
              </a:ext>
            </a:extLst>
          </p:cNvPr>
          <p:cNvCxnSpPr>
            <a:cxnSpLocks/>
          </p:cNvCxnSpPr>
          <p:nvPr/>
        </p:nvCxnSpPr>
        <p:spPr>
          <a:xfrm flipH="1">
            <a:off x="4748526"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6" name="Text Placeholder 34">
            <a:extLst>
              <a:ext uri="{FF2B5EF4-FFF2-40B4-BE49-F238E27FC236}">
                <a16:creationId xmlns:a16="http://schemas.microsoft.com/office/drawing/2014/main" id="{C2D2EDBF-0728-83A4-53B0-99FFE2637393}"/>
              </a:ext>
            </a:extLst>
          </p:cNvPr>
          <p:cNvSpPr>
            <a:spLocks noGrp="1"/>
          </p:cNvSpPr>
          <p:nvPr>
            <p:ph type="body" sz="quarter" idx="41" hasCustomPrompt="1"/>
          </p:nvPr>
        </p:nvSpPr>
        <p:spPr>
          <a:xfrm>
            <a:off x="5209609"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37" name="Text Placeholder 34">
            <a:extLst>
              <a:ext uri="{FF2B5EF4-FFF2-40B4-BE49-F238E27FC236}">
                <a16:creationId xmlns:a16="http://schemas.microsoft.com/office/drawing/2014/main" id="{52E9B2B9-BAF7-287A-C00C-BCB8EC4C7A4F}"/>
              </a:ext>
            </a:extLst>
          </p:cNvPr>
          <p:cNvSpPr>
            <a:spLocks noGrp="1"/>
          </p:cNvSpPr>
          <p:nvPr>
            <p:ph type="body" sz="quarter" idx="42" hasCustomPrompt="1"/>
          </p:nvPr>
        </p:nvSpPr>
        <p:spPr>
          <a:xfrm>
            <a:off x="5209609"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38" name="Picture Placeholder 31">
            <a:extLst>
              <a:ext uri="{FF2B5EF4-FFF2-40B4-BE49-F238E27FC236}">
                <a16:creationId xmlns:a16="http://schemas.microsoft.com/office/drawing/2014/main" id="{69A1CD5F-AD8E-0A9F-5BF8-AC6B5D4AC33D}"/>
              </a:ext>
            </a:extLst>
          </p:cNvPr>
          <p:cNvSpPr>
            <a:spLocks noGrp="1"/>
          </p:cNvSpPr>
          <p:nvPr>
            <p:ph type="pic" sz="quarter" idx="43" hasCustomPrompt="1"/>
          </p:nvPr>
        </p:nvSpPr>
        <p:spPr>
          <a:xfrm>
            <a:off x="4196894"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39" name="Straight Connector 238">
            <a:extLst>
              <a:ext uri="{FF2B5EF4-FFF2-40B4-BE49-F238E27FC236}">
                <a16:creationId xmlns:a16="http://schemas.microsoft.com/office/drawing/2014/main" id="{20208525-ABD9-7115-0287-DB39D2011373}"/>
              </a:ext>
            </a:extLst>
          </p:cNvPr>
          <p:cNvCxnSpPr>
            <a:cxnSpLocks/>
          </p:cNvCxnSpPr>
          <p:nvPr/>
        </p:nvCxnSpPr>
        <p:spPr>
          <a:xfrm flipH="1">
            <a:off x="8434154" y="1347539"/>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0" name="Text Placeholder 34">
            <a:extLst>
              <a:ext uri="{FF2B5EF4-FFF2-40B4-BE49-F238E27FC236}">
                <a16:creationId xmlns:a16="http://schemas.microsoft.com/office/drawing/2014/main" id="{109869E6-B260-A8ED-6BAD-5565A200C121}"/>
              </a:ext>
            </a:extLst>
          </p:cNvPr>
          <p:cNvSpPr>
            <a:spLocks noGrp="1"/>
          </p:cNvSpPr>
          <p:nvPr>
            <p:ph type="body" sz="quarter" idx="44" hasCustomPrompt="1"/>
          </p:nvPr>
        </p:nvSpPr>
        <p:spPr>
          <a:xfrm>
            <a:off x="8895237" y="1412328"/>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1" name="Text Placeholder 34">
            <a:extLst>
              <a:ext uri="{FF2B5EF4-FFF2-40B4-BE49-F238E27FC236}">
                <a16:creationId xmlns:a16="http://schemas.microsoft.com/office/drawing/2014/main" id="{C38A4D6B-A385-737E-7530-BCD52C390A47}"/>
              </a:ext>
            </a:extLst>
          </p:cNvPr>
          <p:cNvSpPr>
            <a:spLocks noGrp="1"/>
          </p:cNvSpPr>
          <p:nvPr>
            <p:ph type="body" sz="quarter" idx="45" hasCustomPrompt="1"/>
          </p:nvPr>
        </p:nvSpPr>
        <p:spPr>
          <a:xfrm>
            <a:off x="8895237" y="1770058"/>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2" name="Picture Placeholder 31">
            <a:extLst>
              <a:ext uri="{FF2B5EF4-FFF2-40B4-BE49-F238E27FC236}">
                <a16:creationId xmlns:a16="http://schemas.microsoft.com/office/drawing/2014/main" id="{D5D66D34-51E3-7121-0CA3-D2DEDCD0FE52}"/>
              </a:ext>
            </a:extLst>
          </p:cNvPr>
          <p:cNvSpPr>
            <a:spLocks noGrp="1"/>
          </p:cNvSpPr>
          <p:nvPr>
            <p:ph type="pic" sz="quarter" idx="46" hasCustomPrompt="1"/>
          </p:nvPr>
        </p:nvSpPr>
        <p:spPr>
          <a:xfrm>
            <a:off x="7882522" y="1296002"/>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3" name="Straight Connector 242">
            <a:extLst>
              <a:ext uri="{FF2B5EF4-FFF2-40B4-BE49-F238E27FC236}">
                <a16:creationId xmlns:a16="http://schemas.microsoft.com/office/drawing/2014/main" id="{C6B425BF-1FFA-F5DB-E98D-3C7E7F668479}"/>
              </a:ext>
            </a:extLst>
          </p:cNvPr>
          <p:cNvCxnSpPr>
            <a:cxnSpLocks/>
          </p:cNvCxnSpPr>
          <p:nvPr/>
        </p:nvCxnSpPr>
        <p:spPr>
          <a:xfrm flipH="1">
            <a:off x="8434154" y="2690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4" name="Text Placeholder 34">
            <a:extLst>
              <a:ext uri="{FF2B5EF4-FFF2-40B4-BE49-F238E27FC236}">
                <a16:creationId xmlns:a16="http://schemas.microsoft.com/office/drawing/2014/main" id="{9F9EC226-0B59-47FB-553B-47E46AAAC766}"/>
              </a:ext>
            </a:extLst>
          </p:cNvPr>
          <p:cNvSpPr>
            <a:spLocks noGrp="1"/>
          </p:cNvSpPr>
          <p:nvPr>
            <p:ph type="body" sz="quarter" idx="47" hasCustomPrompt="1"/>
          </p:nvPr>
        </p:nvSpPr>
        <p:spPr>
          <a:xfrm>
            <a:off x="8895237" y="2755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5" name="Text Placeholder 34">
            <a:extLst>
              <a:ext uri="{FF2B5EF4-FFF2-40B4-BE49-F238E27FC236}">
                <a16:creationId xmlns:a16="http://schemas.microsoft.com/office/drawing/2014/main" id="{17A65A93-D122-D31B-8FDC-258A29163F03}"/>
              </a:ext>
            </a:extLst>
          </p:cNvPr>
          <p:cNvSpPr>
            <a:spLocks noGrp="1"/>
          </p:cNvSpPr>
          <p:nvPr>
            <p:ph type="body" sz="quarter" idx="48" hasCustomPrompt="1"/>
          </p:nvPr>
        </p:nvSpPr>
        <p:spPr>
          <a:xfrm>
            <a:off x="8895237" y="3113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46" name="Picture Placeholder 31">
            <a:extLst>
              <a:ext uri="{FF2B5EF4-FFF2-40B4-BE49-F238E27FC236}">
                <a16:creationId xmlns:a16="http://schemas.microsoft.com/office/drawing/2014/main" id="{686FF29D-D933-1006-AA8B-B148FC8AD2AF}"/>
              </a:ext>
            </a:extLst>
          </p:cNvPr>
          <p:cNvSpPr>
            <a:spLocks noGrp="1"/>
          </p:cNvSpPr>
          <p:nvPr>
            <p:ph type="pic" sz="quarter" idx="49" hasCustomPrompt="1"/>
          </p:nvPr>
        </p:nvSpPr>
        <p:spPr>
          <a:xfrm>
            <a:off x="7882522" y="2639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47" name="Straight Connector 246">
            <a:extLst>
              <a:ext uri="{FF2B5EF4-FFF2-40B4-BE49-F238E27FC236}">
                <a16:creationId xmlns:a16="http://schemas.microsoft.com/office/drawing/2014/main" id="{248DC103-95A8-52E2-9802-B6EC8CF068CB}"/>
              </a:ext>
            </a:extLst>
          </p:cNvPr>
          <p:cNvCxnSpPr>
            <a:cxnSpLocks/>
          </p:cNvCxnSpPr>
          <p:nvPr/>
        </p:nvCxnSpPr>
        <p:spPr>
          <a:xfrm flipH="1">
            <a:off x="8434154" y="40240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8" name="Text Placeholder 34">
            <a:extLst>
              <a:ext uri="{FF2B5EF4-FFF2-40B4-BE49-F238E27FC236}">
                <a16:creationId xmlns:a16="http://schemas.microsoft.com/office/drawing/2014/main" id="{46D73D4A-0919-CA6B-9DA7-328D4F7BA26C}"/>
              </a:ext>
            </a:extLst>
          </p:cNvPr>
          <p:cNvSpPr>
            <a:spLocks noGrp="1"/>
          </p:cNvSpPr>
          <p:nvPr>
            <p:ph type="body" sz="quarter" idx="50" hasCustomPrompt="1"/>
          </p:nvPr>
        </p:nvSpPr>
        <p:spPr>
          <a:xfrm>
            <a:off x="8895237" y="40888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49" name="Text Placeholder 34">
            <a:extLst>
              <a:ext uri="{FF2B5EF4-FFF2-40B4-BE49-F238E27FC236}">
                <a16:creationId xmlns:a16="http://schemas.microsoft.com/office/drawing/2014/main" id="{23B0E44A-2A04-D132-9E8A-1EF53CEC79ED}"/>
              </a:ext>
            </a:extLst>
          </p:cNvPr>
          <p:cNvSpPr>
            <a:spLocks noGrp="1"/>
          </p:cNvSpPr>
          <p:nvPr>
            <p:ph type="body" sz="quarter" idx="51" hasCustomPrompt="1"/>
          </p:nvPr>
        </p:nvSpPr>
        <p:spPr>
          <a:xfrm>
            <a:off x="8895237" y="44465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0" name="Picture Placeholder 31">
            <a:extLst>
              <a:ext uri="{FF2B5EF4-FFF2-40B4-BE49-F238E27FC236}">
                <a16:creationId xmlns:a16="http://schemas.microsoft.com/office/drawing/2014/main" id="{DF5D2C43-667D-47D0-8FE8-8FB6385C6617}"/>
              </a:ext>
            </a:extLst>
          </p:cNvPr>
          <p:cNvSpPr>
            <a:spLocks noGrp="1"/>
          </p:cNvSpPr>
          <p:nvPr>
            <p:ph type="pic" sz="quarter" idx="52" hasCustomPrompt="1"/>
          </p:nvPr>
        </p:nvSpPr>
        <p:spPr>
          <a:xfrm>
            <a:off x="7882522" y="39725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cxnSp>
        <p:nvCxnSpPr>
          <p:cNvPr id="251" name="Straight Connector 250">
            <a:extLst>
              <a:ext uri="{FF2B5EF4-FFF2-40B4-BE49-F238E27FC236}">
                <a16:creationId xmlns:a16="http://schemas.microsoft.com/office/drawing/2014/main" id="{CBE8439D-800A-28AB-6CBA-6A64AEA87922}"/>
              </a:ext>
            </a:extLst>
          </p:cNvPr>
          <p:cNvCxnSpPr>
            <a:cxnSpLocks/>
          </p:cNvCxnSpPr>
          <p:nvPr/>
        </p:nvCxnSpPr>
        <p:spPr>
          <a:xfrm flipH="1">
            <a:off x="8434154" y="5357564"/>
            <a:ext cx="332813" cy="789104"/>
          </a:xfrm>
          <a:prstGeom prst="line">
            <a:avLst/>
          </a:prstGeom>
          <a:ln w="285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2" name="Text Placeholder 34">
            <a:extLst>
              <a:ext uri="{FF2B5EF4-FFF2-40B4-BE49-F238E27FC236}">
                <a16:creationId xmlns:a16="http://schemas.microsoft.com/office/drawing/2014/main" id="{7DF5E984-AABC-99BA-8542-FAC6821454BD}"/>
              </a:ext>
            </a:extLst>
          </p:cNvPr>
          <p:cNvSpPr>
            <a:spLocks noGrp="1"/>
          </p:cNvSpPr>
          <p:nvPr>
            <p:ph type="body" sz="quarter" idx="53" hasCustomPrompt="1"/>
          </p:nvPr>
        </p:nvSpPr>
        <p:spPr>
          <a:xfrm>
            <a:off x="8895237" y="5422354"/>
            <a:ext cx="2395433" cy="350181"/>
          </a:xfrm>
          <a:prstGeom prst="rect">
            <a:avLst/>
          </a:prstGeom>
        </p:spPr>
        <p:txBody>
          <a:bodyPr lIns="0" anchor="ctr"/>
          <a:lstStyle>
            <a:lvl1pPr marL="0" indent="0">
              <a:buNone/>
              <a:defRPr sz="2400" b="0" i="0">
                <a:solidFill>
                  <a:schemeClr val="tx1"/>
                </a:solidFill>
                <a:latin typeface="Arial" panose="020B0604020202020204" pitchFamily="34" charset="0"/>
                <a:ea typeface="Inter Medium" panose="02000503000000020004" pitchFamily="2" charset="0"/>
              </a:defRPr>
            </a:lvl1pPr>
          </a:lstStyle>
          <a:p>
            <a:pPr lvl="0"/>
            <a:r>
              <a:rPr lang="en-US"/>
              <a:t>First Last</a:t>
            </a:r>
          </a:p>
        </p:txBody>
      </p:sp>
      <p:sp>
        <p:nvSpPr>
          <p:cNvPr id="253" name="Text Placeholder 34">
            <a:extLst>
              <a:ext uri="{FF2B5EF4-FFF2-40B4-BE49-F238E27FC236}">
                <a16:creationId xmlns:a16="http://schemas.microsoft.com/office/drawing/2014/main" id="{E6EA7B54-1ED1-FBC9-C5D6-6A982B4D126A}"/>
              </a:ext>
            </a:extLst>
          </p:cNvPr>
          <p:cNvSpPr>
            <a:spLocks noGrp="1"/>
          </p:cNvSpPr>
          <p:nvPr>
            <p:ph type="body" sz="quarter" idx="54" hasCustomPrompt="1"/>
          </p:nvPr>
        </p:nvSpPr>
        <p:spPr>
          <a:xfrm>
            <a:off x="8895237" y="5780083"/>
            <a:ext cx="2395433" cy="247615"/>
          </a:xfrm>
          <a:prstGeom prst="rect">
            <a:avLst/>
          </a:prstGeom>
        </p:spPr>
        <p:txBody>
          <a:bodyPr lIns="0" anchor="ctr"/>
          <a:lstStyle>
            <a:lvl1pPr marL="0" indent="0">
              <a:buNone/>
              <a:defRPr sz="1400" b="0" i="0">
                <a:solidFill>
                  <a:schemeClr val="tx1"/>
                </a:solidFill>
                <a:latin typeface="Arial" panose="020B0604020202020204" pitchFamily="34" charset="0"/>
                <a:ea typeface="Inter Light" panose="02000503000000020004" pitchFamily="2" charset="0"/>
              </a:defRPr>
            </a:lvl1pPr>
          </a:lstStyle>
          <a:p>
            <a:pPr lvl="0"/>
            <a:r>
              <a:rPr lang="en-US"/>
              <a:t>Job title, Company</a:t>
            </a:r>
          </a:p>
        </p:txBody>
      </p:sp>
      <p:sp>
        <p:nvSpPr>
          <p:cNvPr id="254" name="Picture Placeholder 31">
            <a:extLst>
              <a:ext uri="{FF2B5EF4-FFF2-40B4-BE49-F238E27FC236}">
                <a16:creationId xmlns:a16="http://schemas.microsoft.com/office/drawing/2014/main" id="{5F262BBD-76ED-DE6E-C629-FCD967C2A478}"/>
              </a:ext>
            </a:extLst>
          </p:cNvPr>
          <p:cNvSpPr>
            <a:spLocks noGrp="1"/>
          </p:cNvSpPr>
          <p:nvPr>
            <p:ph type="pic" sz="quarter" idx="55" hasCustomPrompt="1"/>
          </p:nvPr>
        </p:nvSpPr>
        <p:spPr>
          <a:xfrm>
            <a:off x="7882522" y="5306027"/>
            <a:ext cx="773065" cy="795535"/>
          </a:xfrm>
          <a:custGeom>
            <a:avLst/>
            <a:gdLst>
              <a:gd name="connsiteX0" fmla="*/ 1349455 w 2622679"/>
              <a:gd name="connsiteY0" fmla="*/ 0 h 2698910"/>
              <a:gd name="connsiteX1" fmla="*/ 2592863 w 2622679"/>
              <a:gd name="connsiteY1" fmla="*/ 824187 h 2698910"/>
              <a:gd name="connsiteX2" fmla="*/ 2622679 w 2622679"/>
              <a:gd name="connsiteY2" fmla="*/ 905649 h 2698910"/>
              <a:gd name="connsiteX3" fmla="*/ 1915522 w 2622679"/>
              <a:gd name="connsiteY3" fmla="*/ 2573210 h 2698910"/>
              <a:gd name="connsiteX4" fmla="*/ 1874724 w 2622679"/>
              <a:gd name="connsiteY4" fmla="*/ 2592863 h 2698910"/>
              <a:gd name="connsiteX5" fmla="*/ 1349455 w 2622679"/>
              <a:gd name="connsiteY5" fmla="*/ 2698910 h 2698910"/>
              <a:gd name="connsiteX6" fmla="*/ 0 w 2622679"/>
              <a:gd name="connsiteY6" fmla="*/ 1349455 h 2698910"/>
              <a:gd name="connsiteX7" fmla="*/ 1349455 w 2622679"/>
              <a:gd name="connsiteY7" fmla="*/ 0 h 2698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22679" h="2698910">
                <a:moveTo>
                  <a:pt x="1349455" y="0"/>
                </a:moveTo>
                <a:cubicBezTo>
                  <a:pt x="1908417" y="0"/>
                  <a:pt x="2388005" y="339847"/>
                  <a:pt x="2592863" y="824187"/>
                </a:cubicBezTo>
                <a:lnTo>
                  <a:pt x="2622679" y="905649"/>
                </a:lnTo>
                <a:lnTo>
                  <a:pt x="1915522" y="2573210"/>
                </a:lnTo>
                <a:lnTo>
                  <a:pt x="1874724" y="2592863"/>
                </a:lnTo>
                <a:cubicBezTo>
                  <a:pt x="1713277" y="2661149"/>
                  <a:pt x="1535776" y="2698910"/>
                  <a:pt x="1349455" y="2698910"/>
                </a:cubicBezTo>
                <a:cubicBezTo>
                  <a:pt x="604172" y="2698910"/>
                  <a:pt x="0" y="2094738"/>
                  <a:pt x="0" y="1349455"/>
                </a:cubicBezTo>
                <a:cubicBezTo>
                  <a:pt x="0" y="604172"/>
                  <a:pt x="604172" y="0"/>
                  <a:pt x="1349455" y="0"/>
                </a:cubicBezTo>
                <a:close/>
              </a:path>
            </a:pathLst>
          </a:custGeom>
          <a:solidFill>
            <a:schemeClr val="bg1"/>
          </a:solidFill>
        </p:spPr>
        <p:txBody>
          <a:bodyPr wrap="square" anchor="ctr">
            <a:noAutofit/>
          </a:bodyPr>
          <a:lstStyle>
            <a:lvl1pPr marL="0" indent="0" algn="ctr">
              <a:buNone/>
              <a:defRPr sz="933" b="0" i="0">
                <a:solidFill>
                  <a:schemeClr val="tx1"/>
                </a:solidFill>
                <a:latin typeface="Arial" panose="020B0604020202020204" pitchFamily="34" charset="0"/>
              </a:defRPr>
            </a:lvl1pPr>
          </a:lstStyle>
          <a:p>
            <a:r>
              <a:rPr lang="en-US"/>
              <a:t>Insert </a:t>
            </a:r>
            <a:br>
              <a:rPr lang="en-US"/>
            </a:br>
            <a:r>
              <a:rPr lang="en-US"/>
              <a:t>headshot </a:t>
            </a:r>
            <a:br>
              <a:rPr lang="en-US"/>
            </a:br>
            <a:r>
              <a:rPr lang="en-US"/>
              <a:t>here</a:t>
            </a:r>
          </a:p>
        </p:txBody>
      </p:sp>
      <p:sp>
        <p:nvSpPr>
          <p:cNvPr id="256" name="Freeform 255">
            <a:extLst>
              <a:ext uri="{FF2B5EF4-FFF2-40B4-BE49-F238E27FC236}">
                <a16:creationId xmlns:a16="http://schemas.microsoft.com/office/drawing/2014/main" id="{86A38237-F330-31D7-8A69-85DB90172E81}"/>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257" name="Picture 10">
            <a:extLst>
              <a:ext uri="{FF2B5EF4-FFF2-40B4-BE49-F238E27FC236}">
                <a16:creationId xmlns:a16="http://schemas.microsoft.com/office/drawing/2014/main" id="{496B2E98-4F2C-3C11-E0EA-D7665C82FE3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6874335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Timeline - Fiscal year">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CE8C7315-1EC7-E2C2-6CA3-7F799CB37F78}"/>
              </a:ext>
            </a:extLst>
          </p:cNvPr>
          <p:cNvSpPr/>
          <p:nvPr/>
        </p:nvSpPr>
        <p:spPr>
          <a:xfrm>
            <a:off x="558800"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Rounded Rectangle 3">
            <a:extLst>
              <a:ext uri="{FF2B5EF4-FFF2-40B4-BE49-F238E27FC236}">
                <a16:creationId xmlns:a16="http://schemas.microsoft.com/office/drawing/2014/main" id="{ADBAC0B7-2801-4A93-ACF5-9B1A579C265E}"/>
              </a:ext>
            </a:extLst>
          </p:cNvPr>
          <p:cNvSpPr/>
          <p:nvPr/>
        </p:nvSpPr>
        <p:spPr>
          <a:xfrm>
            <a:off x="3270068"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6DF431C7-9A90-8DB4-50FF-F9B5CC617621}"/>
              </a:ext>
            </a:extLst>
          </p:cNvPr>
          <p:cNvSpPr/>
          <p:nvPr/>
        </p:nvSpPr>
        <p:spPr>
          <a:xfrm>
            <a:off x="5985256"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ounded Rectangle 5">
            <a:extLst>
              <a:ext uri="{FF2B5EF4-FFF2-40B4-BE49-F238E27FC236}">
                <a16:creationId xmlns:a16="http://schemas.microsoft.com/office/drawing/2014/main" id="{0E07C9EE-8ECD-5324-0507-42D53F7E3C07}"/>
              </a:ext>
            </a:extLst>
          </p:cNvPr>
          <p:cNvSpPr/>
          <p:nvPr/>
        </p:nvSpPr>
        <p:spPr>
          <a:xfrm>
            <a:off x="8696525" y="1956390"/>
            <a:ext cx="2501392" cy="4508756"/>
          </a:xfrm>
          <a:prstGeom prst="roundRect">
            <a:avLst>
              <a:gd name="adj" fmla="val 563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52598218-A348-164A-5DEF-3ACC900AE474}"/>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69D13A2E-B498-783F-B40B-6672328F4961}"/>
              </a:ext>
            </a:extLst>
          </p:cNvPr>
          <p:cNvSpPr/>
          <p:nvPr/>
        </p:nvSpPr>
        <p:spPr>
          <a:xfrm>
            <a:off x="558800"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9" name="Freeform 8">
            <a:extLst>
              <a:ext uri="{FF2B5EF4-FFF2-40B4-BE49-F238E27FC236}">
                <a16:creationId xmlns:a16="http://schemas.microsoft.com/office/drawing/2014/main" id="{EF73949E-9B32-B3CF-ED58-FF6FF9B03681}"/>
              </a:ext>
            </a:extLst>
          </p:cNvPr>
          <p:cNvSpPr/>
          <p:nvPr/>
        </p:nvSpPr>
        <p:spPr>
          <a:xfrm>
            <a:off x="3270068"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7BD20EC6-DBDD-4596-C12E-A0AC4FBFD5BC}"/>
              </a:ext>
            </a:extLst>
          </p:cNvPr>
          <p:cNvSpPr/>
          <p:nvPr/>
        </p:nvSpPr>
        <p:spPr>
          <a:xfrm>
            <a:off x="5985256"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11" name="Freeform 10">
            <a:extLst>
              <a:ext uri="{FF2B5EF4-FFF2-40B4-BE49-F238E27FC236}">
                <a16:creationId xmlns:a16="http://schemas.microsoft.com/office/drawing/2014/main" id="{C0C82A0D-9C43-5F72-824B-B4FF30638190}"/>
              </a:ext>
            </a:extLst>
          </p:cNvPr>
          <p:cNvSpPr/>
          <p:nvPr/>
        </p:nvSpPr>
        <p:spPr>
          <a:xfrm>
            <a:off x="8696525" y="1956390"/>
            <a:ext cx="2501392" cy="406401"/>
          </a:xfrm>
          <a:custGeom>
            <a:avLst/>
            <a:gdLst>
              <a:gd name="connsiteX0" fmla="*/ 96552 w 1876044"/>
              <a:gd name="connsiteY0" fmla="*/ 0 h 304801"/>
              <a:gd name="connsiteX1" fmla="*/ 1779492 w 1876044"/>
              <a:gd name="connsiteY1" fmla="*/ 0 h 304801"/>
              <a:gd name="connsiteX2" fmla="*/ 1876044 w 1876044"/>
              <a:gd name="connsiteY2" fmla="*/ 96552 h 304801"/>
              <a:gd name="connsiteX3" fmla="*/ 1876044 w 1876044"/>
              <a:gd name="connsiteY3" fmla="*/ 148783 h 304801"/>
              <a:gd name="connsiteX4" fmla="*/ 1876044 w 1876044"/>
              <a:gd name="connsiteY4" fmla="*/ 208249 h 304801"/>
              <a:gd name="connsiteX5" fmla="*/ 1876044 w 1876044"/>
              <a:gd name="connsiteY5" fmla="*/ 304358 h 304801"/>
              <a:gd name="connsiteX6" fmla="*/ 1781686 w 1876044"/>
              <a:gd name="connsiteY6" fmla="*/ 304358 h 304801"/>
              <a:gd name="connsiteX7" fmla="*/ 1779492 w 1876044"/>
              <a:gd name="connsiteY7" fmla="*/ 304801 h 304801"/>
              <a:gd name="connsiteX8" fmla="*/ 96552 w 1876044"/>
              <a:gd name="connsiteY8" fmla="*/ 304801 h 304801"/>
              <a:gd name="connsiteX9" fmla="*/ 94358 w 1876044"/>
              <a:gd name="connsiteY9" fmla="*/ 304358 h 304801"/>
              <a:gd name="connsiteX10" fmla="*/ 0 w 1876044"/>
              <a:gd name="connsiteY10" fmla="*/ 304358 h 304801"/>
              <a:gd name="connsiteX11" fmla="*/ 0 w 1876044"/>
              <a:gd name="connsiteY11" fmla="*/ 208249 h 304801"/>
              <a:gd name="connsiteX12" fmla="*/ 0 w 1876044"/>
              <a:gd name="connsiteY12" fmla="*/ 148783 h 304801"/>
              <a:gd name="connsiteX13" fmla="*/ 0 w 1876044"/>
              <a:gd name="connsiteY13" fmla="*/ 96552 h 304801"/>
              <a:gd name="connsiteX14" fmla="*/ 96552 w 1876044"/>
              <a:gd name="connsiteY14" fmla="*/ 0 h 304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76044" h="304801">
                <a:moveTo>
                  <a:pt x="96552" y="0"/>
                </a:moveTo>
                <a:lnTo>
                  <a:pt x="1779492" y="0"/>
                </a:lnTo>
                <a:cubicBezTo>
                  <a:pt x="1832816" y="0"/>
                  <a:pt x="1876044" y="43228"/>
                  <a:pt x="1876044" y="96552"/>
                </a:cubicBezTo>
                <a:lnTo>
                  <a:pt x="1876044" y="148783"/>
                </a:lnTo>
                <a:lnTo>
                  <a:pt x="1876044" y="208249"/>
                </a:lnTo>
                <a:lnTo>
                  <a:pt x="1876044" y="304358"/>
                </a:lnTo>
                <a:lnTo>
                  <a:pt x="1781686" y="304358"/>
                </a:lnTo>
                <a:lnTo>
                  <a:pt x="1779492" y="304801"/>
                </a:lnTo>
                <a:lnTo>
                  <a:pt x="96552" y="304801"/>
                </a:lnTo>
                <a:lnTo>
                  <a:pt x="94358" y="304358"/>
                </a:lnTo>
                <a:lnTo>
                  <a:pt x="0" y="304358"/>
                </a:lnTo>
                <a:lnTo>
                  <a:pt x="0" y="208249"/>
                </a:lnTo>
                <a:lnTo>
                  <a:pt x="0" y="148783"/>
                </a:lnTo>
                <a:lnTo>
                  <a:pt x="0" y="96552"/>
                </a:lnTo>
                <a:cubicBezTo>
                  <a:pt x="0" y="43228"/>
                  <a:pt x="43228" y="0"/>
                  <a:pt x="9655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823A770-C61F-54B6-4CCD-AC272DF2E030}"/>
              </a:ext>
            </a:extLst>
          </p:cNvPr>
          <p:cNvCxnSpPr>
            <a:cxnSpLocks/>
          </p:cNvCxnSpPr>
          <p:nvPr/>
        </p:nvCxnSpPr>
        <p:spPr>
          <a:xfrm flipV="1">
            <a:off x="1809496"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8B2DD11-95B3-1FA0-D3B8-D5323FBE806A}"/>
              </a:ext>
            </a:extLst>
          </p:cNvPr>
          <p:cNvCxnSpPr>
            <a:cxnSpLocks/>
          </p:cNvCxnSpPr>
          <p:nvPr/>
        </p:nvCxnSpPr>
        <p:spPr>
          <a:xfrm flipV="1">
            <a:off x="4520764"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978A211-3E17-92EA-CE10-1772FDC9FF77}"/>
              </a:ext>
            </a:extLst>
          </p:cNvPr>
          <p:cNvCxnSpPr>
            <a:cxnSpLocks/>
          </p:cNvCxnSpPr>
          <p:nvPr/>
        </p:nvCxnSpPr>
        <p:spPr>
          <a:xfrm flipV="1">
            <a:off x="7235952"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4EF0EAE-A759-A109-3967-4842A8DA4738}"/>
              </a:ext>
            </a:extLst>
          </p:cNvPr>
          <p:cNvCxnSpPr>
            <a:cxnSpLocks/>
          </p:cNvCxnSpPr>
          <p:nvPr/>
        </p:nvCxnSpPr>
        <p:spPr>
          <a:xfrm flipV="1">
            <a:off x="9947221" y="1341445"/>
            <a:ext cx="0" cy="60959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9FF3E9B9-E035-590A-286F-B9D454B9543A}"/>
              </a:ext>
            </a:extLst>
          </p:cNvPr>
          <p:cNvSpPr/>
          <p:nvPr/>
        </p:nvSpPr>
        <p:spPr>
          <a:xfrm>
            <a:off x="172541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7" name="Oval 16">
            <a:extLst>
              <a:ext uri="{FF2B5EF4-FFF2-40B4-BE49-F238E27FC236}">
                <a16:creationId xmlns:a16="http://schemas.microsoft.com/office/drawing/2014/main" id="{73EEE728-EA7A-8600-4CF7-14692360A4C1}"/>
              </a:ext>
            </a:extLst>
          </p:cNvPr>
          <p:cNvSpPr/>
          <p:nvPr/>
        </p:nvSpPr>
        <p:spPr>
          <a:xfrm>
            <a:off x="443668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8" name="Oval 17">
            <a:extLst>
              <a:ext uri="{FF2B5EF4-FFF2-40B4-BE49-F238E27FC236}">
                <a16:creationId xmlns:a16="http://schemas.microsoft.com/office/drawing/2014/main" id="{C63C24B1-E910-58D3-C000-EF9F55F608D7}"/>
              </a:ext>
            </a:extLst>
          </p:cNvPr>
          <p:cNvSpPr/>
          <p:nvPr/>
        </p:nvSpPr>
        <p:spPr>
          <a:xfrm>
            <a:off x="715187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9" name="Oval 18">
            <a:extLst>
              <a:ext uri="{FF2B5EF4-FFF2-40B4-BE49-F238E27FC236}">
                <a16:creationId xmlns:a16="http://schemas.microsoft.com/office/drawing/2014/main" id="{AD0DC5F9-E4DC-F779-874E-E4F2726516BE}"/>
              </a:ext>
            </a:extLst>
          </p:cNvPr>
          <p:cNvSpPr/>
          <p:nvPr/>
        </p:nvSpPr>
        <p:spPr>
          <a:xfrm>
            <a:off x="98631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0" name="Text Placeholder 21">
            <a:extLst>
              <a:ext uri="{FF2B5EF4-FFF2-40B4-BE49-F238E27FC236}">
                <a16:creationId xmlns:a16="http://schemas.microsoft.com/office/drawing/2014/main" id="{253AF55E-369F-1646-05BD-8547337AE227}"/>
              </a:ext>
            </a:extLst>
          </p:cNvPr>
          <p:cNvSpPr>
            <a:spLocks noGrp="1"/>
          </p:cNvSpPr>
          <p:nvPr>
            <p:ph type="body" sz="quarter" idx="10" hasCustomPrompt="1"/>
          </p:nvPr>
        </p:nvSpPr>
        <p:spPr>
          <a:xfrm>
            <a:off x="1021038"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Q1</a:t>
            </a:r>
          </a:p>
        </p:txBody>
      </p:sp>
      <p:sp>
        <p:nvSpPr>
          <p:cNvPr id="21" name="Text Placeholder 21">
            <a:extLst>
              <a:ext uri="{FF2B5EF4-FFF2-40B4-BE49-F238E27FC236}">
                <a16:creationId xmlns:a16="http://schemas.microsoft.com/office/drawing/2014/main" id="{A4A90A5E-12AB-14C4-7363-B603C62D02AF}"/>
              </a:ext>
            </a:extLst>
          </p:cNvPr>
          <p:cNvSpPr>
            <a:spLocks noGrp="1"/>
          </p:cNvSpPr>
          <p:nvPr>
            <p:ph type="body" sz="quarter" idx="11" hasCustomPrompt="1"/>
          </p:nvPr>
        </p:nvSpPr>
        <p:spPr>
          <a:xfrm>
            <a:off x="3732306"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Q2</a:t>
            </a:r>
          </a:p>
        </p:txBody>
      </p:sp>
      <p:sp>
        <p:nvSpPr>
          <p:cNvPr id="22" name="Text Placeholder 21">
            <a:extLst>
              <a:ext uri="{FF2B5EF4-FFF2-40B4-BE49-F238E27FC236}">
                <a16:creationId xmlns:a16="http://schemas.microsoft.com/office/drawing/2014/main" id="{7B3C902A-8A73-7328-578D-9470A061A97F}"/>
              </a:ext>
            </a:extLst>
          </p:cNvPr>
          <p:cNvSpPr>
            <a:spLocks noGrp="1"/>
          </p:cNvSpPr>
          <p:nvPr>
            <p:ph type="body" sz="quarter" idx="12" hasCustomPrompt="1"/>
          </p:nvPr>
        </p:nvSpPr>
        <p:spPr>
          <a:xfrm>
            <a:off x="6447494"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Q3</a:t>
            </a:r>
          </a:p>
        </p:txBody>
      </p:sp>
      <p:sp>
        <p:nvSpPr>
          <p:cNvPr id="23" name="Text Placeholder 21">
            <a:extLst>
              <a:ext uri="{FF2B5EF4-FFF2-40B4-BE49-F238E27FC236}">
                <a16:creationId xmlns:a16="http://schemas.microsoft.com/office/drawing/2014/main" id="{B7BBEE48-A360-7F25-5635-55F240F582AE}"/>
              </a:ext>
            </a:extLst>
          </p:cNvPr>
          <p:cNvSpPr>
            <a:spLocks noGrp="1"/>
          </p:cNvSpPr>
          <p:nvPr>
            <p:ph type="body" sz="quarter" idx="13" hasCustomPrompt="1"/>
          </p:nvPr>
        </p:nvSpPr>
        <p:spPr>
          <a:xfrm>
            <a:off x="9158763" y="1985011"/>
            <a:ext cx="1576917" cy="336549"/>
          </a:xfrm>
          <a:prstGeom prst="rect">
            <a:avLst/>
          </a:prstGeom>
        </p:spPr>
        <p:txBody>
          <a:bodyPr lIns="0" rIns="0" anchor="ctr"/>
          <a:lstStyle>
            <a:lvl1pPr marL="0" indent="0" algn="ctr" defTabSz="1219170" rtl="0" eaLnBrk="1" latinLnBrk="0" hangingPunct="1">
              <a:buNone/>
              <a:defRPr lang="en-US" sz="1867" b="0" i="0" kern="1200" dirty="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pPr lvl="0"/>
            <a:r>
              <a:rPr lang="en-US"/>
              <a:t>Q4</a:t>
            </a:r>
          </a:p>
        </p:txBody>
      </p:sp>
      <p:sp>
        <p:nvSpPr>
          <p:cNvPr id="24" name="Text Placeholder 21">
            <a:extLst>
              <a:ext uri="{FF2B5EF4-FFF2-40B4-BE49-F238E27FC236}">
                <a16:creationId xmlns:a16="http://schemas.microsoft.com/office/drawing/2014/main" id="{8C005E9F-630E-A618-EDC3-68426FA557B3}"/>
              </a:ext>
            </a:extLst>
          </p:cNvPr>
          <p:cNvSpPr>
            <a:spLocks noGrp="1"/>
          </p:cNvSpPr>
          <p:nvPr>
            <p:ph type="body" sz="quarter" idx="14" hasCustomPrompt="1"/>
          </p:nvPr>
        </p:nvSpPr>
        <p:spPr>
          <a:xfrm>
            <a:off x="763904"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5" name="Text Placeholder 21">
            <a:extLst>
              <a:ext uri="{FF2B5EF4-FFF2-40B4-BE49-F238E27FC236}">
                <a16:creationId xmlns:a16="http://schemas.microsoft.com/office/drawing/2014/main" id="{14A9EFB6-7683-62C1-F578-06B47F346FB7}"/>
              </a:ext>
            </a:extLst>
          </p:cNvPr>
          <p:cNvSpPr>
            <a:spLocks noGrp="1"/>
          </p:cNvSpPr>
          <p:nvPr>
            <p:ph type="body" sz="quarter" idx="15" hasCustomPrompt="1"/>
          </p:nvPr>
        </p:nvSpPr>
        <p:spPr>
          <a:xfrm>
            <a:off x="3480096"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6" name="Text Placeholder 21">
            <a:extLst>
              <a:ext uri="{FF2B5EF4-FFF2-40B4-BE49-F238E27FC236}">
                <a16:creationId xmlns:a16="http://schemas.microsoft.com/office/drawing/2014/main" id="{95371DB0-CC43-B0C8-B7AD-853C22A997BB}"/>
              </a:ext>
            </a:extLst>
          </p:cNvPr>
          <p:cNvSpPr>
            <a:spLocks noGrp="1"/>
          </p:cNvSpPr>
          <p:nvPr>
            <p:ph type="body" sz="quarter" idx="16" hasCustomPrompt="1"/>
          </p:nvPr>
        </p:nvSpPr>
        <p:spPr>
          <a:xfrm>
            <a:off x="619628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21">
            <a:extLst>
              <a:ext uri="{FF2B5EF4-FFF2-40B4-BE49-F238E27FC236}">
                <a16:creationId xmlns:a16="http://schemas.microsoft.com/office/drawing/2014/main" id="{3668BC77-580C-4123-F6F7-61FECDDB8430}"/>
              </a:ext>
            </a:extLst>
          </p:cNvPr>
          <p:cNvSpPr>
            <a:spLocks noGrp="1"/>
          </p:cNvSpPr>
          <p:nvPr>
            <p:ph type="body" sz="quarter" idx="17" hasCustomPrompt="1"/>
          </p:nvPr>
        </p:nvSpPr>
        <p:spPr>
          <a:xfrm>
            <a:off x="8897048" y="2548459"/>
            <a:ext cx="2091184" cy="3686437"/>
          </a:xfrm>
          <a:prstGeom prst="rect">
            <a:avLst/>
          </a:prstGeom>
        </p:spPr>
        <p:txBody>
          <a:bodyPr lIns="0" rIns="0"/>
          <a:lstStyle>
            <a:lvl1pPr marL="0" indent="0" algn="ctr" defTabSz="1219170" rtl="0" eaLnBrk="1" latinLnBrk="0" hangingPunct="1">
              <a:buNone/>
              <a:defRPr lang="en-US" sz="14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Tree>
    <p:extLst>
      <p:ext uri="{BB962C8B-B14F-4D97-AF65-F5344CB8AC3E}">
        <p14:creationId xmlns:p14="http://schemas.microsoft.com/office/powerpoint/2010/main" val="2751903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imeline - Month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21">
            <a:extLst>
              <a:ext uri="{FF2B5EF4-FFF2-40B4-BE49-F238E27FC236}">
                <a16:creationId xmlns:a16="http://schemas.microsoft.com/office/drawing/2014/main" id="{F5F59272-EAB5-13DD-6C96-B06396CFDF82}"/>
              </a:ext>
            </a:extLst>
          </p:cNvPr>
          <p:cNvSpPr>
            <a:spLocks noGrp="1"/>
          </p:cNvSpPr>
          <p:nvPr>
            <p:ph type="body" sz="quarter" idx="14" hasCustomPrompt="1"/>
          </p:nvPr>
        </p:nvSpPr>
        <p:spPr>
          <a:xfrm>
            <a:off x="376373"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cxnSp>
        <p:nvCxnSpPr>
          <p:cNvPr id="29" name="Straight Arrow Connector 28">
            <a:extLst>
              <a:ext uri="{FF2B5EF4-FFF2-40B4-BE49-F238E27FC236}">
                <a16:creationId xmlns:a16="http://schemas.microsoft.com/office/drawing/2014/main" id="{79139BD4-044D-F739-D36A-F2D0E0C4AC5B}"/>
              </a:ext>
            </a:extLst>
          </p:cNvPr>
          <p:cNvCxnSpPr>
            <a:cxnSpLocks/>
          </p:cNvCxnSpPr>
          <p:nvPr/>
        </p:nvCxnSpPr>
        <p:spPr>
          <a:xfrm>
            <a:off x="0" y="1352493"/>
            <a:ext cx="114300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9381BE8-F6C8-EE06-09C9-3FA0A9A87E3D}"/>
              </a:ext>
            </a:extLst>
          </p:cNvPr>
          <p:cNvCxnSpPr>
            <a:cxnSpLocks/>
          </p:cNvCxnSpPr>
          <p:nvPr/>
        </p:nvCxnSpPr>
        <p:spPr>
          <a:xfrm flipV="1">
            <a:off x="910648"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5F6CFDF-0282-CD79-4CB4-39E57E109282}"/>
              </a:ext>
            </a:extLst>
          </p:cNvPr>
          <p:cNvCxnSpPr>
            <a:cxnSpLocks/>
          </p:cNvCxnSpPr>
          <p:nvPr/>
        </p:nvCxnSpPr>
        <p:spPr>
          <a:xfrm flipV="1">
            <a:off x="272107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1177325-A158-7A56-DF6C-AC77530FE2C8}"/>
              </a:ext>
            </a:extLst>
          </p:cNvPr>
          <p:cNvCxnSpPr>
            <a:cxnSpLocks/>
          </p:cNvCxnSpPr>
          <p:nvPr/>
        </p:nvCxnSpPr>
        <p:spPr>
          <a:xfrm flipV="1">
            <a:off x="4531507"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9B608FB5-1861-6C31-8260-3DE1766856C0}"/>
              </a:ext>
            </a:extLst>
          </p:cNvPr>
          <p:cNvCxnSpPr>
            <a:cxnSpLocks/>
          </p:cNvCxnSpPr>
          <p:nvPr/>
        </p:nvCxnSpPr>
        <p:spPr>
          <a:xfrm flipV="1">
            <a:off x="6341936"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AC84E11-66EE-343D-E36F-DE4D61515796}"/>
              </a:ext>
            </a:extLst>
          </p:cNvPr>
          <p:cNvCxnSpPr>
            <a:cxnSpLocks/>
          </p:cNvCxnSpPr>
          <p:nvPr/>
        </p:nvCxnSpPr>
        <p:spPr>
          <a:xfrm flipV="1">
            <a:off x="8152365"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D8530E2-578F-17A0-1CCC-C4F40796CD3E}"/>
              </a:ext>
            </a:extLst>
          </p:cNvPr>
          <p:cNvCxnSpPr>
            <a:cxnSpLocks/>
          </p:cNvCxnSpPr>
          <p:nvPr/>
        </p:nvCxnSpPr>
        <p:spPr>
          <a:xfrm flipV="1">
            <a:off x="9964472" y="1352493"/>
            <a:ext cx="0" cy="26142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E91246C-A153-8C1A-298C-CAB3658EA115}"/>
              </a:ext>
            </a:extLst>
          </p:cNvPr>
          <p:cNvCxnSpPr>
            <a:cxnSpLocks/>
          </p:cNvCxnSpPr>
          <p:nvPr/>
        </p:nvCxnSpPr>
        <p:spPr>
          <a:xfrm flipV="1">
            <a:off x="181586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1C316977-8E78-38A3-C6E4-6E34A1F79C50}"/>
              </a:ext>
            </a:extLst>
          </p:cNvPr>
          <p:cNvCxnSpPr>
            <a:cxnSpLocks/>
          </p:cNvCxnSpPr>
          <p:nvPr/>
        </p:nvCxnSpPr>
        <p:spPr>
          <a:xfrm flipV="1">
            <a:off x="3626293"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F5DDE6D-EBE2-D7B4-B8E4-A4DFE9BA1EC9}"/>
              </a:ext>
            </a:extLst>
          </p:cNvPr>
          <p:cNvCxnSpPr>
            <a:cxnSpLocks/>
          </p:cNvCxnSpPr>
          <p:nvPr/>
        </p:nvCxnSpPr>
        <p:spPr>
          <a:xfrm flipV="1">
            <a:off x="5436724"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3624D05-E2EA-9B6C-BA8C-A18C4E9955BD}"/>
              </a:ext>
            </a:extLst>
          </p:cNvPr>
          <p:cNvCxnSpPr>
            <a:cxnSpLocks/>
          </p:cNvCxnSpPr>
          <p:nvPr/>
        </p:nvCxnSpPr>
        <p:spPr>
          <a:xfrm flipV="1">
            <a:off x="724715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D6620-5A9B-236D-08EC-994259C9F389}"/>
              </a:ext>
            </a:extLst>
          </p:cNvPr>
          <p:cNvCxnSpPr>
            <a:cxnSpLocks/>
          </p:cNvCxnSpPr>
          <p:nvPr/>
        </p:nvCxnSpPr>
        <p:spPr>
          <a:xfrm flipV="1">
            <a:off x="9057585"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14F1EB1-0ED8-07F5-8892-434023B6D767}"/>
              </a:ext>
            </a:extLst>
          </p:cNvPr>
          <p:cNvCxnSpPr>
            <a:cxnSpLocks/>
          </p:cNvCxnSpPr>
          <p:nvPr/>
        </p:nvCxnSpPr>
        <p:spPr>
          <a:xfrm flipV="1">
            <a:off x="10868016" y="1352494"/>
            <a:ext cx="0" cy="853025"/>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E72D456B-FE7C-412C-CC47-E7DC7686F7EF}"/>
              </a:ext>
            </a:extLst>
          </p:cNvPr>
          <p:cNvSpPr/>
          <p:nvPr/>
        </p:nvSpPr>
        <p:spPr>
          <a:xfrm>
            <a:off x="826566"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3" name="Oval 42">
            <a:extLst>
              <a:ext uri="{FF2B5EF4-FFF2-40B4-BE49-F238E27FC236}">
                <a16:creationId xmlns:a16="http://schemas.microsoft.com/office/drawing/2014/main" id="{E2BFF1FA-DC43-B571-F265-8AEEEB48C5A2}"/>
              </a:ext>
            </a:extLst>
          </p:cNvPr>
          <p:cNvSpPr/>
          <p:nvPr/>
        </p:nvSpPr>
        <p:spPr>
          <a:xfrm>
            <a:off x="173178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4C4B1854-E17F-AD4E-A0B2-0E01300E2CE9}"/>
              </a:ext>
            </a:extLst>
          </p:cNvPr>
          <p:cNvSpPr/>
          <p:nvPr/>
        </p:nvSpPr>
        <p:spPr>
          <a:xfrm>
            <a:off x="2636995"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Oval 44">
            <a:extLst>
              <a:ext uri="{FF2B5EF4-FFF2-40B4-BE49-F238E27FC236}">
                <a16:creationId xmlns:a16="http://schemas.microsoft.com/office/drawing/2014/main" id="{12C9A613-EFD1-9776-C913-9509AC90EBBF}"/>
              </a:ext>
            </a:extLst>
          </p:cNvPr>
          <p:cNvSpPr/>
          <p:nvPr/>
        </p:nvSpPr>
        <p:spPr>
          <a:xfrm>
            <a:off x="3542210"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Oval 45">
            <a:extLst>
              <a:ext uri="{FF2B5EF4-FFF2-40B4-BE49-F238E27FC236}">
                <a16:creationId xmlns:a16="http://schemas.microsoft.com/office/drawing/2014/main" id="{20B7BF93-AAB5-B512-32F3-C17B30661821}"/>
              </a:ext>
            </a:extLst>
          </p:cNvPr>
          <p:cNvSpPr/>
          <p:nvPr/>
        </p:nvSpPr>
        <p:spPr>
          <a:xfrm>
            <a:off x="444742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7" name="Oval 46">
            <a:extLst>
              <a:ext uri="{FF2B5EF4-FFF2-40B4-BE49-F238E27FC236}">
                <a16:creationId xmlns:a16="http://schemas.microsoft.com/office/drawing/2014/main" id="{960FA50E-2E30-BEBD-7AB4-7214AF84FFA6}"/>
              </a:ext>
            </a:extLst>
          </p:cNvPr>
          <p:cNvSpPr/>
          <p:nvPr/>
        </p:nvSpPr>
        <p:spPr>
          <a:xfrm>
            <a:off x="5352639"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8" name="Oval 47">
            <a:extLst>
              <a:ext uri="{FF2B5EF4-FFF2-40B4-BE49-F238E27FC236}">
                <a16:creationId xmlns:a16="http://schemas.microsoft.com/office/drawing/2014/main" id="{D8980254-4C0A-D06A-B032-801C3FEB9831}"/>
              </a:ext>
            </a:extLst>
          </p:cNvPr>
          <p:cNvSpPr/>
          <p:nvPr/>
        </p:nvSpPr>
        <p:spPr>
          <a:xfrm>
            <a:off x="625785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9" name="Oval 48">
            <a:extLst>
              <a:ext uri="{FF2B5EF4-FFF2-40B4-BE49-F238E27FC236}">
                <a16:creationId xmlns:a16="http://schemas.microsoft.com/office/drawing/2014/main" id="{567EFFB2-1F3B-729D-9420-4B74C82D58DB}"/>
              </a:ext>
            </a:extLst>
          </p:cNvPr>
          <p:cNvSpPr/>
          <p:nvPr/>
        </p:nvSpPr>
        <p:spPr>
          <a:xfrm>
            <a:off x="716306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0" name="Oval 49">
            <a:extLst>
              <a:ext uri="{FF2B5EF4-FFF2-40B4-BE49-F238E27FC236}">
                <a16:creationId xmlns:a16="http://schemas.microsoft.com/office/drawing/2014/main" id="{9A5E9E9C-B22F-2AEC-3BF6-73857A6D04E9}"/>
              </a:ext>
            </a:extLst>
          </p:cNvPr>
          <p:cNvSpPr/>
          <p:nvPr/>
        </p:nvSpPr>
        <p:spPr>
          <a:xfrm>
            <a:off x="8068283"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1" name="Oval 50">
            <a:extLst>
              <a:ext uri="{FF2B5EF4-FFF2-40B4-BE49-F238E27FC236}">
                <a16:creationId xmlns:a16="http://schemas.microsoft.com/office/drawing/2014/main" id="{DE622A48-48E9-9AC8-9284-29EA0A3E9E0A}"/>
              </a:ext>
            </a:extLst>
          </p:cNvPr>
          <p:cNvSpPr/>
          <p:nvPr/>
        </p:nvSpPr>
        <p:spPr>
          <a:xfrm>
            <a:off x="8973498"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Oval 51">
            <a:extLst>
              <a:ext uri="{FF2B5EF4-FFF2-40B4-BE49-F238E27FC236}">
                <a16:creationId xmlns:a16="http://schemas.microsoft.com/office/drawing/2014/main" id="{F6BAE8C5-F17C-7A0C-4421-8F11F35A4A36}"/>
              </a:ext>
            </a:extLst>
          </p:cNvPr>
          <p:cNvSpPr/>
          <p:nvPr/>
        </p:nvSpPr>
        <p:spPr>
          <a:xfrm>
            <a:off x="9878712"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3" name="Oval 52">
            <a:extLst>
              <a:ext uri="{FF2B5EF4-FFF2-40B4-BE49-F238E27FC236}">
                <a16:creationId xmlns:a16="http://schemas.microsoft.com/office/drawing/2014/main" id="{0889E061-ECFF-C162-2CC6-CB1B6D1FC692}"/>
              </a:ext>
            </a:extLst>
          </p:cNvPr>
          <p:cNvSpPr/>
          <p:nvPr/>
        </p:nvSpPr>
        <p:spPr>
          <a:xfrm>
            <a:off x="10783934" y="1268411"/>
            <a:ext cx="168165" cy="168165"/>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Rounded Rectangle 53">
            <a:extLst>
              <a:ext uri="{FF2B5EF4-FFF2-40B4-BE49-F238E27FC236}">
                <a16:creationId xmlns:a16="http://schemas.microsoft.com/office/drawing/2014/main" id="{FBE917FB-1053-DFE1-CB47-08C27A7B6018}"/>
              </a:ext>
            </a:extLst>
          </p:cNvPr>
          <p:cNvSpPr/>
          <p:nvPr/>
        </p:nvSpPr>
        <p:spPr>
          <a:xfrm>
            <a:off x="376373"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5" name="Rounded Rectangle 54">
            <a:extLst>
              <a:ext uri="{FF2B5EF4-FFF2-40B4-BE49-F238E27FC236}">
                <a16:creationId xmlns:a16="http://schemas.microsoft.com/office/drawing/2014/main" id="{402AA166-60BC-29C0-1EE0-CF64F64B503F}"/>
              </a:ext>
            </a:extLst>
          </p:cNvPr>
          <p:cNvSpPr/>
          <p:nvPr/>
        </p:nvSpPr>
        <p:spPr>
          <a:xfrm>
            <a:off x="2187139"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6" name="Rounded Rectangle 55">
            <a:extLst>
              <a:ext uri="{FF2B5EF4-FFF2-40B4-BE49-F238E27FC236}">
                <a16:creationId xmlns:a16="http://schemas.microsoft.com/office/drawing/2014/main" id="{8D408762-0784-8750-2BE0-AFC7DCD7A544}"/>
              </a:ext>
            </a:extLst>
          </p:cNvPr>
          <p:cNvSpPr/>
          <p:nvPr/>
        </p:nvSpPr>
        <p:spPr>
          <a:xfrm>
            <a:off x="3997904"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7" name="Rounded Rectangle 56">
            <a:extLst>
              <a:ext uri="{FF2B5EF4-FFF2-40B4-BE49-F238E27FC236}">
                <a16:creationId xmlns:a16="http://schemas.microsoft.com/office/drawing/2014/main" id="{A7DAA8D5-6253-F7C5-4599-19B1847D2569}"/>
              </a:ext>
            </a:extLst>
          </p:cNvPr>
          <p:cNvSpPr/>
          <p:nvPr/>
        </p:nvSpPr>
        <p:spPr>
          <a:xfrm>
            <a:off x="5808670"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74FE234F-FB97-546C-7146-BBBF0864DD10}"/>
              </a:ext>
            </a:extLst>
          </p:cNvPr>
          <p:cNvSpPr/>
          <p:nvPr/>
        </p:nvSpPr>
        <p:spPr>
          <a:xfrm>
            <a:off x="7619435"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59" name="Rounded Rectangle 58">
            <a:extLst>
              <a:ext uri="{FF2B5EF4-FFF2-40B4-BE49-F238E27FC236}">
                <a16:creationId xmlns:a16="http://schemas.microsoft.com/office/drawing/2014/main" id="{E3FF7999-40D2-F172-74BE-0B7075D6AB09}"/>
              </a:ext>
            </a:extLst>
          </p:cNvPr>
          <p:cNvSpPr/>
          <p:nvPr/>
        </p:nvSpPr>
        <p:spPr>
          <a:xfrm>
            <a:off x="9430198" y="3856245"/>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0" name="Rounded Rectangle 59">
            <a:extLst>
              <a:ext uri="{FF2B5EF4-FFF2-40B4-BE49-F238E27FC236}">
                <a16:creationId xmlns:a16="http://schemas.microsoft.com/office/drawing/2014/main" id="{83366B70-5290-765E-860A-010EDDBC532F}"/>
              </a:ext>
            </a:extLst>
          </p:cNvPr>
          <p:cNvSpPr/>
          <p:nvPr/>
        </p:nvSpPr>
        <p:spPr>
          <a:xfrm>
            <a:off x="1281588" y="2165413"/>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1" name="Rounded Rectangle 60">
            <a:extLst>
              <a:ext uri="{FF2B5EF4-FFF2-40B4-BE49-F238E27FC236}">
                <a16:creationId xmlns:a16="http://schemas.microsoft.com/office/drawing/2014/main" id="{9CC4BF50-E96F-BBAB-8BC2-72126974F6FE}"/>
              </a:ext>
            </a:extLst>
          </p:cNvPr>
          <p:cNvSpPr/>
          <p:nvPr/>
        </p:nvSpPr>
        <p:spPr>
          <a:xfrm>
            <a:off x="309235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2" name="Rounded Rectangle 61">
            <a:extLst>
              <a:ext uri="{FF2B5EF4-FFF2-40B4-BE49-F238E27FC236}">
                <a16:creationId xmlns:a16="http://schemas.microsoft.com/office/drawing/2014/main" id="{C31C6EA0-00B0-5CF0-78F0-3E21D62729E4}"/>
              </a:ext>
            </a:extLst>
          </p:cNvPr>
          <p:cNvSpPr/>
          <p:nvPr/>
        </p:nvSpPr>
        <p:spPr>
          <a:xfrm>
            <a:off x="4903119"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3" name="Rounded Rectangle 62">
            <a:extLst>
              <a:ext uri="{FF2B5EF4-FFF2-40B4-BE49-F238E27FC236}">
                <a16:creationId xmlns:a16="http://schemas.microsoft.com/office/drawing/2014/main" id="{08ED8817-C4EF-C9BE-4E30-0DEF22BF3DD2}"/>
              </a:ext>
            </a:extLst>
          </p:cNvPr>
          <p:cNvSpPr/>
          <p:nvPr/>
        </p:nvSpPr>
        <p:spPr>
          <a:xfrm>
            <a:off x="6713884"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DA842529-4F07-5A05-70DF-3B4B4C646EDE}"/>
              </a:ext>
            </a:extLst>
          </p:cNvPr>
          <p:cNvSpPr/>
          <p:nvPr/>
        </p:nvSpPr>
        <p:spPr>
          <a:xfrm>
            <a:off x="8524650"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5" name="Rounded Rectangle 64">
            <a:extLst>
              <a:ext uri="{FF2B5EF4-FFF2-40B4-BE49-F238E27FC236}">
                <a16:creationId xmlns:a16="http://schemas.microsoft.com/office/drawing/2014/main" id="{AB73A60C-F5C8-88FA-D47D-24B76EF5134A}"/>
              </a:ext>
            </a:extLst>
          </p:cNvPr>
          <p:cNvSpPr/>
          <p:nvPr/>
        </p:nvSpPr>
        <p:spPr>
          <a:xfrm>
            <a:off x="10335412" y="2165621"/>
            <a:ext cx="1068549" cy="25434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67" b="0" i="0">
              <a:solidFill>
                <a:schemeClr val="bg1"/>
              </a:solidFill>
              <a:latin typeface="Arial" panose="020B0604020202020204" pitchFamily="34" charset="0"/>
              <a:ea typeface="Inter Medium" panose="02000503000000020004" pitchFamily="2" charset="0"/>
              <a:cs typeface="Arial" panose="020B0604020202020204" pitchFamily="34" charset="0"/>
            </a:endParaRPr>
          </a:p>
        </p:txBody>
      </p:sp>
      <p:sp>
        <p:nvSpPr>
          <p:cNvPr id="66" name="Text Placeholder 21">
            <a:extLst>
              <a:ext uri="{FF2B5EF4-FFF2-40B4-BE49-F238E27FC236}">
                <a16:creationId xmlns:a16="http://schemas.microsoft.com/office/drawing/2014/main" id="{8AF15D76-62A0-2B9D-2193-A97CBE32C6C0}"/>
              </a:ext>
            </a:extLst>
          </p:cNvPr>
          <p:cNvSpPr>
            <a:spLocks noGrp="1"/>
          </p:cNvSpPr>
          <p:nvPr>
            <p:ph type="body" sz="quarter" idx="18" hasCustomPrompt="1"/>
          </p:nvPr>
        </p:nvSpPr>
        <p:spPr>
          <a:xfrm>
            <a:off x="2179560"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7" name="Text Placeholder 21">
            <a:extLst>
              <a:ext uri="{FF2B5EF4-FFF2-40B4-BE49-F238E27FC236}">
                <a16:creationId xmlns:a16="http://schemas.microsoft.com/office/drawing/2014/main" id="{8A0EA02C-CB61-0DA6-67DA-0BE392189F8D}"/>
              </a:ext>
            </a:extLst>
          </p:cNvPr>
          <p:cNvSpPr>
            <a:spLocks noGrp="1"/>
          </p:cNvSpPr>
          <p:nvPr>
            <p:ph type="body" sz="quarter" idx="19" hasCustomPrompt="1"/>
          </p:nvPr>
        </p:nvSpPr>
        <p:spPr>
          <a:xfrm>
            <a:off x="3992992"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8" name="Text Placeholder 21">
            <a:extLst>
              <a:ext uri="{FF2B5EF4-FFF2-40B4-BE49-F238E27FC236}">
                <a16:creationId xmlns:a16="http://schemas.microsoft.com/office/drawing/2014/main" id="{FE926D96-965B-4728-AB86-D52B3380AEB4}"/>
              </a:ext>
            </a:extLst>
          </p:cNvPr>
          <p:cNvSpPr>
            <a:spLocks noGrp="1"/>
          </p:cNvSpPr>
          <p:nvPr>
            <p:ph type="body" sz="quarter" idx="20" hasCustomPrompt="1"/>
          </p:nvPr>
        </p:nvSpPr>
        <p:spPr>
          <a:xfrm>
            <a:off x="5806424"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69" name="Text Placeholder 21">
            <a:extLst>
              <a:ext uri="{FF2B5EF4-FFF2-40B4-BE49-F238E27FC236}">
                <a16:creationId xmlns:a16="http://schemas.microsoft.com/office/drawing/2014/main" id="{FD9D69FE-23F3-812C-3ACC-AE2894BD9172}"/>
              </a:ext>
            </a:extLst>
          </p:cNvPr>
          <p:cNvSpPr>
            <a:spLocks noGrp="1"/>
          </p:cNvSpPr>
          <p:nvPr>
            <p:ph type="body" sz="quarter" idx="21" hasCustomPrompt="1"/>
          </p:nvPr>
        </p:nvSpPr>
        <p:spPr>
          <a:xfrm>
            <a:off x="7619856"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0" name="Text Placeholder 21">
            <a:extLst>
              <a:ext uri="{FF2B5EF4-FFF2-40B4-BE49-F238E27FC236}">
                <a16:creationId xmlns:a16="http://schemas.microsoft.com/office/drawing/2014/main" id="{252F59B0-6151-E344-B2B2-116430B246C7}"/>
              </a:ext>
            </a:extLst>
          </p:cNvPr>
          <p:cNvSpPr>
            <a:spLocks noGrp="1"/>
          </p:cNvSpPr>
          <p:nvPr>
            <p:ph type="body" sz="quarter" idx="22" hasCustomPrompt="1"/>
          </p:nvPr>
        </p:nvSpPr>
        <p:spPr>
          <a:xfrm>
            <a:off x="9433287" y="4207367"/>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1" name="Text Placeholder 21">
            <a:extLst>
              <a:ext uri="{FF2B5EF4-FFF2-40B4-BE49-F238E27FC236}">
                <a16:creationId xmlns:a16="http://schemas.microsoft.com/office/drawing/2014/main" id="{69830D92-700A-C79C-B659-C6618BCCDB21}"/>
              </a:ext>
            </a:extLst>
          </p:cNvPr>
          <p:cNvSpPr>
            <a:spLocks noGrp="1"/>
          </p:cNvSpPr>
          <p:nvPr>
            <p:ph type="body" sz="quarter" idx="23" hasCustomPrompt="1"/>
          </p:nvPr>
        </p:nvSpPr>
        <p:spPr>
          <a:xfrm>
            <a:off x="1288236"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2" name="Text Placeholder 21">
            <a:extLst>
              <a:ext uri="{FF2B5EF4-FFF2-40B4-BE49-F238E27FC236}">
                <a16:creationId xmlns:a16="http://schemas.microsoft.com/office/drawing/2014/main" id="{D562C9B1-0C86-1031-CD9D-7DBAE2104845}"/>
              </a:ext>
            </a:extLst>
          </p:cNvPr>
          <p:cNvSpPr>
            <a:spLocks noGrp="1"/>
          </p:cNvSpPr>
          <p:nvPr>
            <p:ph type="body" sz="quarter" idx="24" hasCustomPrompt="1"/>
          </p:nvPr>
        </p:nvSpPr>
        <p:spPr>
          <a:xfrm>
            <a:off x="3091423"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3" name="Text Placeholder 21">
            <a:extLst>
              <a:ext uri="{FF2B5EF4-FFF2-40B4-BE49-F238E27FC236}">
                <a16:creationId xmlns:a16="http://schemas.microsoft.com/office/drawing/2014/main" id="{4DD69F84-832D-B98C-C3FD-FBC09E0282D5}"/>
              </a:ext>
            </a:extLst>
          </p:cNvPr>
          <p:cNvSpPr>
            <a:spLocks noGrp="1"/>
          </p:cNvSpPr>
          <p:nvPr>
            <p:ph type="body" sz="quarter" idx="25" hasCustomPrompt="1"/>
          </p:nvPr>
        </p:nvSpPr>
        <p:spPr>
          <a:xfrm>
            <a:off x="4904855"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4" name="Text Placeholder 21">
            <a:extLst>
              <a:ext uri="{FF2B5EF4-FFF2-40B4-BE49-F238E27FC236}">
                <a16:creationId xmlns:a16="http://schemas.microsoft.com/office/drawing/2014/main" id="{840B2B6B-F616-1B74-97D6-A560E85673B7}"/>
              </a:ext>
            </a:extLst>
          </p:cNvPr>
          <p:cNvSpPr>
            <a:spLocks noGrp="1"/>
          </p:cNvSpPr>
          <p:nvPr>
            <p:ph type="body" sz="quarter" idx="26" hasCustomPrompt="1"/>
          </p:nvPr>
        </p:nvSpPr>
        <p:spPr>
          <a:xfrm>
            <a:off x="6718287"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5" name="Text Placeholder 21">
            <a:extLst>
              <a:ext uri="{FF2B5EF4-FFF2-40B4-BE49-F238E27FC236}">
                <a16:creationId xmlns:a16="http://schemas.microsoft.com/office/drawing/2014/main" id="{6C6BCC3F-5DDA-BDDC-92F2-50437EFDBA59}"/>
              </a:ext>
            </a:extLst>
          </p:cNvPr>
          <p:cNvSpPr>
            <a:spLocks noGrp="1"/>
          </p:cNvSpPr>
          <p:nvPr>
            <p:ph type="body" sz="quarter" idx="27" hasCustomPrompt="1"/>
          </p:nvPr>
        </p:nvSpPr>
        <p:spPr>
          <a:xfrm>
            <a:off x="8531719"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76" name="Text Placeholder 21">
            <a:extLst>
              <a:ext uri="{FF2B5EF4-FFF2-40B4-BE49-F238E27FC236}">
                <a16:creationId xmlns:a16="http://schemas.microsoft.com/office/drawing/2014/main" id="{7D916C72-0B24-79D2-F44C-1098EC9D8ECC}"/>
              </a:ext>
            </a:extLst>
          </p:cNvPr>
          <p:cNvSpPr>
            <a:spLocks noGrp="1"/>
          </p:cNvSpPr>
          <p:nvPr>
            <p:ph type="body" sz="quarter" idx="28" hasCustomPrompt="1"/>
          </p:nvPr>
        </p:nvSpPr>
        <p:spPr>
          <a:xfrm>
            <a:off x="10345150" y="25126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2" name="Text Placeholder 21">
            <a:extLst>
              <a:ext uri="{FF2B5EF4-FFF2-40B4-BE49-F238E27FC236}">
                <a16:creationId xmlns:a16="http://schemas.microsoft.com/office/drawing/2014/main" id="{92B37E7A-997B-44CF-E224-E4DAF3F9F432}"/>
              </a:ext>
            </a:extLst>
          </p:cNvPr>
          <p:cNvSpPr>
            <a:spLocks noGrp="1"/>
          </p:cNvSpPr>
          <p:nvPr>
            <p:ph type="body" sz="quarter" idx="41" hasCustomPrompt="1"/>
          </p:nvPr>
        </p:nvSpPr>
        <p:spPr>
          <a:xfrm>
            <a:off x="376373"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4" name="Text Placeholder 21">
            <a:extLst>
              <a:ext uri="{FF2B5EF4-FFF2-40B4-BE49-F238E27FC236}">
                <a16:creationId xmlns:a16="http://schemas.microsoft.com/office/drawing/2014/main" id="{3F75A2C5-1E24-3C50-AD21-E49392F0097C}"/>
              </a:ext>
            </a:extLst>
          </p:cNvPr>
          <p:cNvSpPr>
            <a:spLocks noGrp="1"/>
          </p:cNvSpPr>
          <p:nvPr>
            <p:ph type="body" sz="quarter" idx="42" hasCustomPrompt="1"/>
          </p:nvPr>
        </p:nvSpPr>
        <p:spPr>
          <a:xfrm>
            <a:off x="1284678" y="2171303"/>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5" name="Text Placeholder 21">
            <a:extLst>
              <a:ext uri="{FF2B5EF4-FFF2-40B4-BE49-F238E27FC236}">
                <a16:creationId xmlns:a16="http://schemas.microsoft.com/office/drawing/2014/main" id="{ACD5ACCE-AD34-7E09-62CE-2344CAE32B88}"/>
              </a:ext>
            </a:extLst>
          </p:cNvPr>
          <p:cNvSpPr>
            <a:spLocks noGrp="1"/>
          </p:cNvSpPr>
          <p:nvPr>
            <p:ph type="body" sz="quarter" idx="43" hasCustomPrompt="1"/>
          </p:nvPr>
        </p:nvSpPr>
        <p:spPr>
          <a:xfrm>
            <a:off x="2192982"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6" name="Text Placeholder 21">
            <a:extLst>
              <a:ext uri="{FF2B5EF4-FFF2-40B4-BE49-F238E27FC236}">
                <a16:creationId xmlns:a16="http://schemas.microsoft.com/office/drawing/2014/main" id="{C5BE9D57-5B64-E9FD-DAC5-7D178309A45D}"/>
              </a:ext>
            </a:extLst>
          </p:cNvPr>
          <p:cNvSpPr>
            <a:spLocks noGrp="1"/>
          </p:cNvSpPr>
          <p:nvPr>
            <p:ph type="body" sz="quarter" idx="44" hasCustomPrompt="1"/>
          </p:nvPr>
        </p:nvSpPr>
        <p:spPr>
          <a:xfrm>
            <a:off x="310128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7" name="Text Placeholder 21">
            <a:extLst>
              <a:ext uri="{FF2B5EF4-FFF2-40B4-BE49-F238E27FC236}">
                <a16:creationId xmlns:a16="http://schemas.microsoft.com/office/drawing/2014/main" id="{F59B0625-4095-8B8C-AD7B-239DA0E0AED6}"/>
              </a:ext>
            </a:extLst>
          </p:cNvPr>
          <p:cNvSpPr>
            <a:spLocks noGrp="1"/>
          </p:cNvSpPr>
          <p:nvPr>
            <p:ph type="body" sz="quarter" idx="45" hasCustomPrompt="1"/>
          </p:nvPr>
        </p:nvSpPr>
        <p:spPr>
          <a:xfrm>
            <a:off x="4003494"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8" name="Text Placeholder 21">
            <a:extLst>
              <a:ext uri="{FF2B5EF4-FFF2-40B4-BE49-F238E27FC236}">
                <a16:creationId xmlns:a16="http://schemas.microsoft.com/office/drawing/2014/main" id="{AE17EEF2-EAA6-95FF-35C0-C7E5C2B1A5F9}"/>
              </a:ext>
            </a:extLst>
          </p:cNvPr>
          <p:cNvSpPr>
            <a:spLocks noGrp="1"/>
          </p:cNvSpPr>
          <p:nvPr>
            <p:ph type="body" sz="quarter" idx="46" hasCustomPrompt="1"/>
          </p:nvPr>
        </p:nvSpPr>
        <p:spPr>
          <a:xfrm>
            <a:off x="4911798"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9" name="Text Placeholder 21">
            <a:extLst>
              <a:ext uri="{FF2B5EF4-FFF2-40B4-BE49-F238E27FC236}">
                <a16:creationId xmlns:a16="http://schemas.microsoft.com/office/drawing/2014/main" id="{9D8634A4-706C-38BE-20BD-BE857ACCDCC4}"/>
              </a:ext>
            </a:extLst>
          </p:cNvPr>
          <p:cNvSpPr>
            <a:spLocks noGrp="1"/>
          </p:cNvSpPr>
          <p:nvPr>
            <p:ph type="body" sz="quarter" idx="47" hasCustomPrompt="1"/>
          </p:nvPr>
        </p:nvSpPr>
        <p:spPr>
          <a:xfrm>
            <a:off x="5814006"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0" name="Text Placeholder 21">
            <a:extLst>
              <a:ext uri="{FF2B5EF4-FFF2-40B4-BE49-F238E27FC236}">
                <a16:creationId xmlns:a16="http://schemas.microsoft.com/office/drawing/2014/main" id="{D0798637-9BCC-018F-A561-03B32F90D801}"/>
              </a:ext>
            </a:extLst>
          </p:cNvPr>
          <p:cNvSpPr>
            <a:spLocks noGrp="1"/>
          </p:cNvSpPr>
          <p:nvPr>
            <p:ph type="body" sz="quarter" idx="48" hasCustomPrompt="1"/>
          </p:nvPr>
        </p:nvSpPr>
        <p:spPr>
          <a:xfrm>
            <a:off x="6716214"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1" name="Text Placeholder 21">
            <a:extLst>
              <a:ext uri="{FF2B5EF4-FFF2-40B4-BE49-F238E27FC236}">
                <a16:creationId xmlns:a16="http://schemas.microsoft.com/office/drawing/2014/main" id="{17CF1157-ABE4-67D9-934B-57B059AB4F71}"/>
              </a:ext>
            </a:extLst>
          </p:cNvPr>
          <p:cNvSpPr>
            <a:spLocks noGrp="1"/>
          </p:cNvSpPr>
          <p:nvPr>
            <p:ph type="body" sz="quarter" idx="49" hasCustomPrompt="1"/>
          </p:nvPr>
        </p:nvSpPr>
        <p:spPr>
          <a:xfrm>
            <a:off x="8526726"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2" name="Text Placeholder 21">
            <a:extLst>
              <a:ext uri="{FF2B5EF4-FFF2-40B4-BE49-F238E27FC236}">
                <a16:creationId xmlns:a16="http://schemas.microsoft.com/office/drawing/2014/main" id="{2EADA4A5-F264-4DF0-9DFC-4FD8462A19FD}"/>
              </a:ext>
            </a:extLst>
          </p:cNvPr>
          <p:cNvSpPr>
            <a:spLocks noGrp="1"/>
          </p:cNvSpPr>
          <p:nvPr>
            <p:ph type="body" sz="quarter" idx="50" hasCustomPrompt="1"/>
          </p:nvPr>
        </p:nvSpPr>
        <p:spPr>
          <a:xfrm>
            <a:off x="762451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3" name="Text Placeholder 21">
            <a:extLst>
              <a:ext uri="{FF2B5EF4-FFF2-40B4-BE49-F238E27FC236}">
                <a16:creationId xmlns:a16="http://schemas.microsoft.com/office/drawing/2014/main" id="{219B5D8A-6AC5-6828-B561-E18114374116}"/>
              </a:ext>
            </a:extLst>
          </p:cNvPr>
          <p:cNvSpPr>
            <a:spLocks noGrp="1"/>
          </p:cNvSpPr>
          <p:nvPr>
            <p:ph type="body" sz="quarter" idx="51" hasCustomPrompt="1"/>
          </p:nvPr>
        </p:nvSpPr>
        <p:spPr>
          <a:xfrm>
            <a:off x="9422838" y="3859895"/>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
        <p:nvSpPr>
          <p:cNvPr id="14" name="Text Placeholder 21">
            <a:extLst>
              <a:ext uri="{FF2B5EF4-FFF2-40B4-BE49-F238E27FC236}">
                <a16:creationId xmlns:a16="http://schemas.microsoft.com/office/drawing/2014/main" id="{96ADF684-8F6F-0239-E44E-A6C5529DBCC1}"/>
              </a:ext>
            </a:extLst>
          </p:cNvPr>
          <p:cNvSpPr>
            <a:spLocks noGrp="1"/>
          </p:cNvSpPr>
          <p:nvPr>
            <p:ph type="body" sz="quarter" idx="52" hasCustomPrompt="1"/>
          </p:nvPr>
        </p:nvSpPr>
        <p:spPr>
          <a:xfrm>
            <a:off x="10349430" y="2170287"/>
            <a:ext cx="1068549" cy="244599"/>
          </a:xfrm>
          <a:prstGeom prst="rect">
            <a:avLst/>
          </a:prstGeom>
        </p:spPr>
        <p:txBody>
          <a:bodyPr lIns="0" rIns="0" anchor="ctr"/>
          <a:lstStyle>
            <a:lvl1pPr marL="0" indent="0" algn="ctr" defTabSz="1219170" rtl="0" eaLnBrk="1" latinLnBrk="0" hangingPunct="1">
              <a:buNone/>
              <a:defRPr lang="en-US" sz="1067" b="0" i="0" kern="1200" dirty="0">
                <a:solidFill>
                  <a:schemeClr val="bg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Q1 Year</a:t>
            </a:r>
          </a:p>
        </p:txBody>
      </p:sp>
    </p:spTree>
    <p:extLst>
      <p:ext uri="{BB962C8B-B14F-4D97-AF65-F5344CB8AC3E}">
        <p14:creationId xmlns:p14="http://schemas.microsoft.com/office/powerpoint/2010/main" val="3692941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Arrow Connector 1">
            <a:extLst>
              <a:ext uri="{FF2B5EF4-FFF2-40B4-BE49-F238E27FC236}">
                <a16:creationId xmlns:a16="http://schemas.microsoft.com/office/drawing/2014/main" id="{1B37142C-AC8C-2718-9A4A-52385ACCEF33}"/>
              </a:ext>
            </a:extLst>
          </p:cNvPr>
          <p:cNvCxnSpPr>
            <a:cxnSpLocks/>
          </p:cNvCxnSpPr>
          <p:nvPr/>
        </p:nvCxnSpPr>
        <p:spPr>
          <a:xfrm>
            <a:off x="2362445"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4" name="Diagram 3">
            <a:extLst>
              <a:ext uri="{FF2B5EF4-FFF2-40B4-BE49-F238E27FC236}">
                <a16:creationId xmlns:a16="http://schemas.microsoft.com/office/drawing/2014/main" id="{5B27ED0F-8B7C-B75B-5F49-FB69B8573E3A}"/>
              </a:ext>
            </a:extLst>
          </p:cNvPr>
          <p:cNvGraphicFramePr/>
          <p:nvPr>
            <p:extLst>
              <p:ext uri="{D42A27DB-BD31-4B8C-83A1-F6EECF244321}">
                <p14:modId xmlns:p14="http://schemas.microsoft.com/office/powerpoint/2010/main" val="3104783472"/>
              </p:ext>
            </p:extLst>
          </p:nvPr>
        </p:nvGraphicFramePr>
        <p:xfrm>
          <a:off x="558801" y="1515536"/>
          <a:ext cx="10871201" cy="501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5" name="Straight Arrow Connector 4">
            <a:extLst>
              <a:ext uri="{FF2B5EF4-FFF2-40B4-BE49-F238E27FC236}">
                <a16:creationId xmlns:a16="http://schemas.microsoft.com/office/drawing/2014/main" id="{FA011B6C-2DE8-7155-138E-0B21B81CC7C3}"/>
              </a:ext>
            </a:extLst>
          </p:cNvPr>
          <p:cNvCxnSpPr>
            <a:cxnSpLocks/>
          </p:cNvCxnSpPr>
          <p:nvPr/>
        </p:nvCxnSpPr>
        <p:spPr>
          <a:xfrm>
            <a:off x="6778328" y="1300083"/>
            <a:ext cx="2533795" cy="0"/>
          </a:xfrm>
          <a:prstGeom prst="straightConnector1">
            <a:avLst/>
          </a:prstGeom>
          <a:ln w="25400" cap="rnd">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06792FE-DA28-F021-D072-B3E6E97D9C66}"/>
              </a:ext>
            </a:extLst>
          </p:cNvPr>
          <p:cNvCxnSpPr>
            <a:cxnSpLocks/>
          </p:cNvCxnSpPr>
          <p:nvPr/>
        </p:nvCxnSpPr>
        <p:spPr>
          <a:xfrm>
            <a:off x="1425960"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B3BF8195-6A79-8D52-03C2-088A29CE0B06}"/>
              </a:ext>
            </a:extLst>
          </p:cNvPr>
          <p:cNvSpPr/>
          <p:nvPr/>
        </p:nvSpPr>
        <p:spPr>
          <a:xfrm>
            <a:off x="1078983" y="2960783"/>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1" name="Straight Connector 10">
            <a:extLst>
              <a:ext uri="{FF2B5EF4-FFF2-40B4-BE49-F238E27FC236}">
                <a16:creationId xmlns:a16="http://schemas.microsoft.com/office/drawing/2014/main" id="{684A8C8F-C30D-9147-19BC-90DCD301F2DA}"/>
              </a:ext>
            </a:extLst>
          </p:cNvPr>
          <p:cNvCxnSpPr>
            <a:cxnSpLocks/>
          </p:cNvCxnSpPr>
          <p:nvPr/>
        </p:nvCxnSpPr>
        <p:spPr>
          <a:xfrm>
            <a:off x="3334052"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ED591E7-92B7-2AB6-9CEA-313136DC21BE}"/>
              </a:ext>
            </a:extLst>
          </p:cNvPr>
          <p:cNvSpPr/>
          <p:nvPr/>
        </p:nvSpPr>
        <p:spPr>
          <a:xfrm>
            <a:off x="2987075" y="2960783"/>
            <a:ext cx="693955" cy="6939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3" name="Straight Connector 12">
            <a:extLst>
              <a:ext uri="{FF2B5EF4-FFF2-40B4-BE49-F238E27FC236}">
                <a16:creationId xmlns:a16="http://schemas.microsoft.com/office/drawing/2014/main" id="{D92F8912-9242-4388-BC6A-B5785D1D1FC2}"/>
              </a:ext>
            </a:extLst>
          </p:cNvPr>
          <p:cNvCxnSpPr>
            <a:cxnSpLocks/>
          </p:cNvCxnSpPr>
          <p:nvPr/>
        </p:nvCxnSpPr>
        <p:spPr>
          <a:xfrm>
            <a:off x="5243217"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477727C1-7004-3AC7-41E0-68DF5D0BF426}"/>
              </a:ext>
            </a:extLst>
          </p:cNvPr>
          <p:cNvSpPr/>
          <p:nvPr/>
        </p:nvSpPr>
        <p:spPr>
          <a:xfrm>
            <a:off x="4896240"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5" name="Straight Connector 14">
            <a:extLst>
              <a:ext uri="{FF2B5EF4-FFF2-40B4-BE49-F238E27FC236}">
                <a16:creationId xmlns:a16="http://schemas.microsoft.com/office/drawing/2014/main" id="{93B0DA54-6C69-C3C8-4885-28E1F1C46FF3}"/>
              </a:ext>
            </a:extLst>
          </p:cNvPr>
          <p:cNvCxnSpPr>
            <a:cxnSpLocks/>
          </p:cNvCxnSpPr>
          <p:nvPr/>
        </p:nvCxnSpPr>
        <p:spPr>
          <a:xfrm>
            <a:off x="7151309"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id="{C2EA9A0C-C583-5006-6412-574610B066E1}"/>
              </a:ext>
            </a:extLst>
          </p:cNvPr>
          <p:cNvSpPr/>
          <p:nvPr/>
        </p:nvSpPr>
        <p:spPr>
          <a:xfrm>
            <a:off x="6804332" y="2960783"/>
            <a:ext cx="693955" cy="6939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7" name="Straight Connector 16">
            <a:extLst>
              <a:ext uri="{FF2B5EF4-FFF2-40B4-BE49-F238E27FC236}">
                <a16:creationId xmlns:a16="http://schemas.microsoft.com/office/drawing/2014/main" id="{3CE8E501-BC3A-9E61-7382-E334328FD02D}"/>
              </a:ext>
            </a:extLst>
          </p:cNvPr>
          <p:cNvCxnSpPr>
            <a:cxnSpLocks/>
          </p:cNvCxnSpPr>
          <p:nvPr/>
        </p:nvCxnSpPr>
        <p:spPr>
          <a:xfrm>
            <a:off x="8886303"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6526B461-D596-9978-3BF3-2A1D82B6AA6A}"/>
              </a:ext>
            </a:extLst>
          </p:cNvPr>
          <p:cNvSpPr/>
          <p:nvPr/>
        </p:nvSpPr>
        <p:spPr>
          <a:xfrm>
            <a:off x="8539325"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cxnSp>
        <p:nvCxnSpPr>
          <p:cNvPr id="19" name="Straight Connector 18">
            <a:extLst>
              <a:ext uri="{FF2B5EF4-FFF2-40B4-BE49-F238E27FC236}">
                <a16:creationId xmlns:a16="http://schemas.microsoft.com/office/drawing/2014/main" id="{A34E34BB-0F5F-B941-6152-A02C7106C309}"/>
              </a:ext>
            </a:extLst>
          </p:cNvPr>
          <p:cNvCxnSpPr>
            <a:cxnSpLocks/>
          </p:cNvCxnSpPr>
          <p:nvPr/>
        </p:nvCxnSpPr>
        <p:spPr>
          <a:xfrm>
            <a:off x="10794395" y="2000783"/>
            <a:ext cx="0" cy="96000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787D7C30-A2A7-783D-C481-F31975B8E1E7}"/>
              </a:ext>
            </a:extLst>
          </p:cNvPr>
          <p:cNvSpPr/>
          <p:nvPr/>
        </p:nvSpPr>
        <p:spPr>
          <a:xfrm>
            <a:off x="10447417" y="2960783"/>
            <a:ext cx="693955" cy="69395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1" name="Text Placeholder 96">
            <a:extLst>
              <a:ext uri="{FF2B5EF4-FFF2-40B4-BE49-F238E27FC236}">
                <a16:creationId xmlns:a16="http://schemas.microsoft.com/office/drawing/2014/main" id="{9AB01B73-0875-8EF5-98CF-056B0D4DACC4}"/>
              </a:ext>
            </a:extLst>
          </p:cNvPr>
          <p:cNvSpPr>
            <a:spLocks noGrp="1"/>
          </p:cNvSpPr>
          <p:nvPr>
            <p:ph type="body" sz="quarter" idx="17" hasCustomPrompt="1"/>
          </p:nvPr>
        </p:nvSpPr>
        <p:spPr>
          <a:xfrm>
            <a:off x="732186"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2" name="Text Placeholder 96">
            <a:extLst>
              <a:ext uri="{FF2B5EF4-FFF2-40B4-BE49-F238E27FC236}">
                <a16:creationId xmlns:a16="http://schemas.microsoft.com/office/drawing/2014/main" id="{844A82A3-500D-DEA2-1B86-C3C751E3AE11}"/>
              </a:ext>
            </a:extLst>
          </p:cNvPr>
          <p:cNvSpPr>
            <a:spLocks noGrp="1"/>
          </p:cNvSpPr>
          <p:nvPr>
            <p:ph type="body" sz="quarter" idx="18" hasCustomPrompt="1"/>
          </p:nvPr>
        </p:nvSpPr>
        <p:spPr>
          <a:xfrm>
            <a:off x="2642685"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3" name="Text Placeholder 96">
            <a:extLst>
              <a:ext uri="{FF2B5EF4-FFF2-40B4-BE49-F238E27FC236}">
                <a16:creationId xmlns:a16="http://schemas.microsoft.com/office/drawing/2014/main" id="{BCB7D9E4-3B1F-C748-0E7A-F6BA74C986A3}"/>
              </a:ext>
            </a:extLst>
          </p:cNvPr>
          <p:cNvSpPr>
            <a:spLocks noGrp="1"/>
          </p:cNvSpPr>
          <p:nvPr>
            <p:ph type="body" sz="quarter" idx="19" hasCustomPrompt="1"/>
          </p:nvPr>
        </p:nvSpPr>
        <p:spPr>
          <a:xfrm>
            <a:off x="455318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4" name="Text Placeholder 96">
            <a:extLst>
              <a:ext uri="{FF2B5EF4-FFF2-40B4-BE49-F238E27FC236}">
                <a16:creationId xmlns:a16="http://schemas.microsoft.com/office/drawing/2014/main" id="{739D6FE7-C3BF-1436-AD50-528CC00827DA}"/>
              </a:ext>
            </a:extLst>
          </p:cNvPr>
          <p:cNvSpPr>
            <a:spLocks noGrp="1"/>
          </p:cNvSpPr>
          <p:nvPr>
            <p:ph type="body" sz="quarter" idx="20" hasCustomPrompt="1"/>
          </p:nvPr>
        </p:nvSpPr>
        <p:spPr>
          <a:xfrm>
            <a:off x="6463682"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5" name="Text Placeholder 96">
            <a:extLst>
              <a:ext uri="{FF2B5EF4-FFF2-40B4-BE49-F238E27FC236}">
                <a16:creationId xmlns:a16="http://schemas.microsoft.com/office/drawing/2014/main" id="{50C7C4EF-C88A-974A-716F-A3FBC257AA84}"/>
              </a:ext>
            </a:extLst>
          </p:cNvPr>
          <p:cNvSpPr>
            <a:spLocks noGrp="1"/>
          </p:cNvSpPr>
          <p:nvPr>
            <p:ph type="body" sz="quarter" idx="21" hasCustomPrompt="1"/>
          </p:nvPr>
        </p:nvSpPr>
        <p:spPr>
          <a:xfrm>
            <a:off x="8198214"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6" name="Text Placeholder 96">
            <a:extLst>
              <a:ext uri="{FF2B5EF4-FFF2-40B4-BE49-F238E27FC236}">
                <a16:creationId xmlns:a16="http://schemas.microsoft.com/office/drawing/2014/main" id="{C056826D-8C42-474F-6015-53CB2E9370B5}"/>
              </a:ext>
            </a:extLst>
          </p:cNvPr>
          <p:cNvSpPr>
            <a:spLocks noGrp="1"/>
          </p:cNvSpPr>
          <p:nvPr>
            <p:ph type="body" sz="quarter" idx="22" hasCustomPrompt="1"/>
          </p:nvPr>
        </p:nvSpPr>
        <p:spPr>
          <a:xfrm>
            <a:off x="10096143" y="3836853"/>
            <a:ext cx="1387548" cy="539751"/>
          </a:xfrm>
          <a:prstGeom prst="rect">
            <a:avLst/>
          </a:prstGeom>
        </p:spPr>
        <p:txBody>
          <a:bodyPr/>
          <a:lstStyle>
            <a:lvl1pPr marL="0" indent="0" algn="ctr">
              <a:buNone/>
              <a:defRPr sz="1333" b="0" i="0">
                <a:solidFill>
                  <a:schemeClr val="tx1"/>
                </a:solidFill>
                <a:latin typeface="Arial" panose="020B0604020202020204" pitchFamily="34" charset="0"/>
                <a:ea typeface="Inter Medium" panose="02000503000000020004" pitchFamily="2" charset="0"/>
              </a:defRPr>
            </a:lvl1pPr>
          </a:lstStyle>
          <a:p>
            <a:pPr lvl="0"/>
            <a:r>
              <a:rPr lang="en-US"/>
              <a:t>Lorem ipsum dolor</a:t>
            </a:r>
          </a:p>
        </p:txBody>
      </p:sp>
      <p:sp>
        <p:nvSpPr>
          <p:cNvPr id="27" name="Picture Placeholder 112">
            <a:extLst>
              <a:ext uri="{FF2B5EF4-FFF2-40B4-BE49-F238E27FC236}">
                <a16:creationId xmlns:a16="http://schemas.microsoft.com/office/drawing/2014/main" id="{4B653DE1-F4B1-BB2B-5A50-D7DD720D1FD8}"/>
              </a:ext>
            </a:extLst>
          </p:cNvPr>
          <p:cNvSpPr>
            <a:spLocks noGrp="1"/>
          </p:cNvSpPr>
          <p:nvPr>
            <p:ph type="pic" sz="quarter" idx="23" hasCustomPrompt="1"/>
          </p:nvPr>
        </p:nvSpPr>
        <p:spPr>
          <a:xfrm>
            <a:off x="1186108"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89" name="Picture Placeholder 112">
            <a:extLst>
              <a:ext uri="{FF2B5EF4-FFF2-40B4-BE49-F238E27FC236}">
                <a16:creationId xmlns:a16="http://schemas.microsoft.com/office/drawing/2014/main" id="{CBBEED20-FAD9-6D48-FD21-825518FF1D89}"/>
              </a:ext>
            </a:extLst>
          </p:cNvPr>
          <p:cNvSpPr>
            <a:spLocks noGrp="1"/>
          </p:cNvSpPr>
          <p:nvPr>
            <p:ph type="pic" sz="quarter" idx="24" hasCustomPrompt="1"/>
          </p:nvPr>
        </p:nvSpPr>
        <p:spPr>
          <a:xfrm>
            <a:off x="310325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Picture Placeholder 112">
            <a:extLst>
              <a:ext uri="{FF2B5EF4-FFF2-40B4-BE49-F238E27FC236}">
                <a16:creationId xmlns:a16="http://schemas.microsoft.com/office/drawing/2014/main" id="{643E6192-C03B-4EEC-6E4D-7B4C9CB0B43F}"/>
              </a:ext>
            </a:extLst>
          </p:cNvPr>
          <p:cNvSpPr>
            <a:spLocks noGrp="1"/>
          </p:cNvSpPr>
          <p:nvPr>
            <p:ph type="pic" sz="quarter" idx="25" hasCustomPrompt="1"/>
          </p:nvPr>
        </p:nvSpPr>
        <p:spPr>
          <a:xfrm>
            <a:off x="5002734"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1" name="Picture Placeholder 112">
            <a:extLst>
              <a:ext uri="{FF2B5EF4-FFF2-40B4-BE49-F238E27FC236}">
                <a16:creationId xmlns:a16="http://schemas.microsoft.com/office/drawing/2014/main" id="{340DE2F0-1A5F-2B50-7C3E-D059945E6C21}"/>
              </a:ext>
            </a:extLst>
          </p:cNvPr>
          <p:cNvSpPr>
            <a:spLocks noGrp="1"/>
          </p:cNvSpPr>
          <p:nvPr>
            <p:ph type="pic" sz="quarter" idx="26" hasCustomPrompt="1"/>
          </p:nvPr>
        </p:nvSpPr>
        <p:spPr>
          <a:xfrm>
            <a:off x="6919882"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Picture Placeholder 112">
            <a:extLst>
              <a:ext uri="{FF2B5EF4-FFF2-40B4-BE49-F238E27FC236}">
                <a16:creationId xmlns:a16="http://schemas.microsoft.com/office/drawing/2014/main" id="{D7F5ABD0-ED45-868D-C46B-678B758B70CE}"/>
              </a:ext>
            </a:extLst>
          </p:cNvPr>
          <p:cNvSpPr>
            <a:spLocks noGrp="1"/>
          </p:cNvSpPr>
          <p:nvPr>
            <p:ph type="pic" sz="quarter" idx="27" hasCustomPrompt="1"/>
          </p:nvPr>
        </p:nvSpPr>
        <p:spPr>
          <a:xfrm>
            <a:off x="8642665"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3" name="Picture Placeholder 112">
            <a:extLst>
              <a:ext uri="{FF2B5EF4-FFF2-40B4-BE49-F238E27FC236}">
                <a16:creationId xmlns:a16="http://schemas.microsoft.com/office/drawing/2014/main" id="{742B9DC7-ABDB-88F0-C653-EB43AB2FAB59}"/>
              </a:ext>
            </a:extLst>
          </p:cNvPr>
          <p:cNvSpPr>
            <a:spLocks noGrp="1"/>
          </p:cNvSpPr>
          <p:nvPr>
            <p:ph type="pic" sz="quarter" idx="28" hasCustomPrompt="1"/>
          </p:nvPr>
        </p:nvSpPr>
        <p:spPr>
          <a:xfrm>
            <a:off x="10551136" y="3090686"/>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33">
            <a:extLst>
              <a:ext uri="{FF2B5EF4-FFF2-40B4-BE49-F238E27FC236}">
                <a16:creationId xmlns:a16="http://schemas.microsoft.com/office/drawing/2014/main" id="{D3655C18-A36E-25B5-394F-DC9C1E74E45D}"/>
              </a:ext>
            </a:extLst>
          </p:cNvPr>
          <p:cNvSpPr>
            <a:spLocks noGrp="1"/>
          </p:cNvSpPr>
          <p:nvPr>
            <p:ph type="body" sz="quarter" idx="29" hasCustomPrompt="1"/>
          </p:nvPr>
        </p:nvSpPr>
        <p:spPr>
          <a:xfrm>
            <a:off x="558801" y="1136526"/>
            <a:ext cx="1803645" cy="287868"/>
          </a:xfrm>
          <a:prstGeom prst="rect">
            <a:avLst/>
          </a:prstGeom>
        </p:spPr>
        <p:txBody>
          <a:bodyPr lIns="0" anchor="ctr"/>
          <a:lstStyle>
            <a:lvl1pPr marL="0" indent="0">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5" name="Text Placeholder 33">
            <a:extLst>
              <a:ext uri="{FF2B5EF4-FFF2-40B4-BE49-F238E27FC236}">
                <a16:creationId xmlns:a16="http://schemas.microsoft.com/office/drawing/2014/main" id="{E1CCC394-C23C-837F-B151-AFCE3205278D}"/>
              </a:ext>
            </a:extLst>
          </p:cNvPr>
          <p:cNvSpPr>
            <a:spLocks noGrp="1"/>
          </p:cNvSpPr>
          <p:nvPr>
            <p:ph type="body" sz="quarter" idx="30" hasCustomPrompt="1"/>
          </p:nvPr>
        </p:nvSpPr>
        <p:spPr>
          <a:xfrm>
            <a:off x="4930080" y="1136526"/>
            <a:ext cx="1803645" cy="287868"/>
          </a:xfrm>
          <a:prstGeom prst="rect">
            <a:avLst/>
          </a:prstGeom>
        </p:spPr>
        <p:txBody>
          <a:bodyPr lIns="0" rIns="0" anchor="ctr"/>
          <a:lstStyle>
            <a:lvl1pPr marL="0" indent="0" algn="ctr">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
        <p:nvSpPr>
          <p:cNvPr id="36" name="Text Placeholder 33">
            <a:extLst>
              <a:ext uri="{FF2B5EF4-FFF2-40B4-BE49-F238E27FC236}">
                <a16:creationId xmlns:a16="http://schemas.microsoft.com/office/drawing/2014/main" id="{E6DE508B-1363-9C4F-A74C-095A897B2F1F}"/>
              </a:ext>
            </a:extLst>
          </p:cNvPr>
          <p:cNvSpPr>
            <a:spLocks noGrp="1"/>
          </p:cNvSpPr>
          <p:nvPr>
            <p:ph type="body" sz="quarter" idx="31" hasCustomPrompt="1"/>
          </p:nvPr>
        </p:nvSpPr>
        <p:spPr>
          <a:xfrm>
            <a:off x="9370743" y="1136526"/>
            <a:ext cx="1803645" cy="287868"/>
          </a:xfrm>
          <a:prstGeom prst="rect">
            <a:avLst/>
          </a:prstGeom>
        </p:spPr>
        <p:txBody>
          <a:bodyPr lIns="0" rIns="0" anchor="ctr"/>
          <a:lstStyle>
            <a:lvl1pPr marL="0" indent="0" algn="l">
              <a:buNone/>
              <a:defRPr sz="1333">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pPr lvl="0"/>
            <a:r>
              <a:rPr lang="en-US"/>
              <a:t>Other text can go here</a:t>
            </a:r>
          </a:p>
        </p:txBody>
      </p:sp>
    </p:spTree>
    <p:extLst>
      <p:ext uri="{BB962C8B-B14F-4D97-AF65-F5344CB8AC3E}">
        <p14:creationId xmlns:p14="http://schemas.microsoft.com/office/powerpoint/2010/main" val="198787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imeline -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Text Placeholder 96">
            <a:extLst>
              <a:ext uri="{FF2B5EF4-FFF2-40B4-BE49-F238E27FC236}">
                <a16:creationId xmlns:a16="http://schemas.microsoft.com/office/drawing/2014/main" id="{CF0DB405-A069-CEB3-55AF-1FDA66786D5C}"/>
              </a:ext>
            </a:extLst>
          </p:cNvPr>
          <p:cNvSpPr>
            <a:spLocks noGrp="1"/>
          </p:cNvSpPr>
          <p:nvPr>
            <p:ph type="body" sz="quarter" idx="17" hasCustomPrompt="1"/>
          </p:nvPr>
        </p:nvSpPr>
        <p:spPr>
          <a:xfrm>
            <a:off x="68101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grpSp>
        <p:nvGrpSpPr>
          <p:cNvPr id="29" name="Group 28">
            <a:extLst>
              <a:ext uri="{FF2B5EF4-FFF2-40B4-BE49-F238E27FC236}">
                <a16:creationId xmlns:a16="http://schemas.microsoft.com/office/drawing/2014/main" id="{F57926C0-8DE1-91BA-1101-24569F95DADA}"/>
              </a:ext>
            </a:extLst>
          </p:cNvPr>
          <p:cNvGrpSpPr/>
          <p:nvPr/>
        </p:nvGrpSpPr>
        <p:grpSpPr>
          <a:xfrm>
            <a:off x="557347" y="1301345"/>
            <a:ext cx="10749924" cy="435315"/>
            <a:chOff x="418010" y="1004341"/>
            <a:chExt cx="8098410" cy="269823"/>
          </a:xfrm>
        </p:grpSpPr>
        <p:sp>
          <p:nvSpPr>
            <p:cNvPr id="30" name="Rectangle 29">
              <a:extLst>
                <a:ext uri="{FF2B5EF4-FFF2-40B4-BE49-F238E27FC236}">
                  <a16:creationId xmlns:a16="http://schemas.microsoft.com/office/drawing/2014/main" id="{4B1E0674-2A1E-3F02-B832-EE60708E1D78}"/>
                </a:ext>
              </a:extLst>
            </p:cNvPr>
            <p:cNvSpPr/>
            <p:nvPr/>
          </p:nvSpPr>
          <p:spPr>
            <a:xfrm>
              <a:off x="418010" y="1004341"/>
              <a:ext cx="2729924" cy="26982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Rectangle 30">
              <a:extLst>
                <a:ext uri="{FF2B5EF4-FFF2-40B4-BE49-F238E27FC236}">
                  <a16:creationId xmlns:a16="http://schemas.microsoft.com/office/drawing/2014/main" id="{DFEDB199-4183-EFFF-B09C-8A7BFFE50026}"/>
                </a:ext>
              </a:extLst>
            </p:cNvPr>
            <p:cNvSpPr/>
            <p:nvPr/>
          </p:nvSpPr>
          <p:spPr>
            <a:xfrm>
              <a:off x="3147936" y="1004341"/>
              <a:ext cx="2729924" cy="269823"/>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ectangle 31">
              <a:extLst>
                <a:ext uri="{FF2B5EF4-FFF2-40B4-BE49-F238E27FC236}">
                  <a16:creationId xmlns:a16="http://schemas.microsoft.com/office/drawing/2014/main" id="{E1E7EEF0-5914-1675-4243-E3FC76840B8B}"/>
                </a:ext>
              </a:extLst>
            </p:cNvPr>
            <p:cNvSpPr/>
            <p:nvPr/>
          </p:nvSpPr>
          <p:spPr>
            <a:xfrm>
              <a:off x="5877860" y="1004341"/>
              <a:ext cx="2638560" cy="269823"/>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33" name="Straight Arrow Connector 32">
            <a:extLst>
              <a:ext uri="{FF2B5EF4-FFF2-40B4-BE49-F238E27FC236}">
                <a16:creationId xmlns:a16="http://schemas.microsoft.com/office/drawing/2014/main" id="{222BD7E7-9ED7-D4F6-4751-C2AEE641EE65}"/>
              </a:ext>
            </a:extLst>
          </p:cNvPr>
          <p:cNvCxnSpPr>
            <a:cxnSpLocks/>
          </p:cNvCxnSpPr>
          <p:nvPr/>
        </p:nvCxnSpPr>
        <p:spPr>
          <a:xfrm>
            <a:off x="0" y="1736660"/>
            <a:ext cx="11534453"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grpSp>
        <p:nvGrpSpPr>
          <p:cNvPr id="34" name="Group 33">
            <a:extLst>
              <a:ext uri="{FF2B5EF4-FFF2-40B4-BE49-F238E27FC236}">
                <a16:creationId xmlns:a16="http://schemas.microsoft.com/office/drawing/2014/main" id="{D2C21026-3558-22AE-64D8-54B0E38E6B8E}"/>
              </a:ext>
            </a:extLst>
          </p:cNvPr>
          <p:cNvGrpSpPr/>
          <p:nvPr/>
        </p:nvGrpSpPr>
        <p:grpSpPr>
          <a:xfrm>
            <a:off x="1166593" y="1736661"/>
            <a:ext cx="9652707" cy="3165577"/>
            <a:chOff x="873282" y="1302495"/>
            <a:chExt cx="7239530" cy="2374183"/>
          </a:xfrm>
        </p:grpSpPr>
        <p:cxnSp>
          <p:nvCxnSpPr>
            <p:cNvPr id="35" name="Straight Connector 34">
              <a:extLst>
                <a:ext uri="{FF2B5EF4-FFF2-40B4-BE49-F238E27FC236}">
                  <a16:creationId xmlns:a16="http://schemas.microsoft.com/office/drawing/2014/main" id="{47542096-C7C7-C0D8-16AF-18325C070BAB}"/>
                </a:ext>
              </a:extLst>
            </p:cNvPr>
            <p:cNvCxnSpPr>
              <a:cxnSpLocks/>
            </p:cNvCxnSpPr>
            <p:nvPr/>
          </p:nvCxnSpPr>
          <p:spPr>
            <a:xfrm>
              <a:off x="87328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23B901DC-C631-278E-2C11-1B6A20504B5C}"/>
                </a:ext>
              </a:extLst>
            </p:cNvPr>
            <p:cNvCxnSpPr>
              <a:cxnSpLocks/>
            </p:cNvCxnSpPr>
            <p:nvPr/>
          </p:nvCxnSpPr>
          <p:spPr>
            <a:xfrm>
              <a:off x="215084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7D7D5B4C-E74E-5115-C1C6-BA8763E9B4A1}"/>
                </a:ext>
              </a:extLst>
            </p:cNvPr>
            <p:cNvCxnSpPr>
              <a:cxnSpLocks/>
            </p:cNvCxnSpPr>
            <p:nvPr/>
          </p:nvCxnSpPr>
          <p:spPr>
            <a:xfrm>
              <a:off x="342841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913373FF-2F8B-5F38-838A-097DD5C300F3}"/>
                </a:ext>
              </a:extLst>
            </p:cNvPr>
            <p:cNvCxnSpPr>
              <a:cxnSpLocks/>
            </p:cNvCxnSpPr>
            <p:nvPr/>
          </p:nvCxnSpPr>
          <p:spPr>
            <a:xfrm>
              <a:off x="470597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DD933D21-1314-08ED-3D0E-CB97A549C413}"/>
                </a:ext>
              </a:extLst>
            </p:cNvPr>
            <p:cNvCxnSpPr>
              <a:cxnSpLocks/>
            </p:cNvCxnSpPr>
            <p:nvPr/>
          </p:nvCxnSpPr>
          <p:spPr>
            <a:xfrm>
              <a:off x="5983542"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AE04ED39-FB2E-CFEE-73B3-094DE5C625BA}"/>
                </a:ext>
              </a:extLst>
            </p:cNvPr>
            <p:cNvCxnSpPr>
              <a:cxnSpLocks/>
            </p:cNvCxnSpPr>
            <p:nvPr/>
          </p:nvCxnSpPr>
          <p:spPr>
            <a:xfrm>
              <a:off x="7261107" y="1302495"/>
              <a:ext cx="0" cy="144835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49FF939-B661-215F-2975-8466BBF88248}"/>
                </a:ext>
              </a:extLst>
            </p:cNvPr>
            <p:cNvCxnSpPr>
              <a:cxnSpLocks/>
            </p:cNvCxnSpPr>
            <p:nvPr/>
          </p:nvCxnSpPr>
          <p:spPr>
            <a:xfrm>
              <a:off x="768696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4A1F906-0B4D-A39A-9A9D-339CCE75C1FF}"/>
                </a:ext>
              </a:extLst>
            </p:cNvPr>
            <p:cNvCxnSpPr>
              <a:cxnSpLocks/>
            </p:cNvCxnSpPr>
            <p:nvPr/>
          </p:nvCxnSpPr>
          <p:spPr>
            <a:xfrm>
              <a:off x="640939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873EE5C-27B0-2AC7-FEDC-9D22C786D868}"/>
                </a:ext>
              </a:extLst>
            </p:cNvPr>
            <p:cNvCxnSpPr>
              <a:cxnSpLocks/>
            </p:cNvCxnSpPr>
            <p:nvPr/>
          </p:nvCxnSpPr>
          <p:spPr>
            <a:xfrm>
              <a:off x="513183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64875550-ADE3-38B8-8085-D5751A9882C5}"/>
                </a:ext>
              </a:extLst>
            </p:cNvPr>
            <p:cNvCxnSpPr>
              <a:cxnSpLocks/>
            </p:cNvCxnSpPr>
            <p:nvPr/>
          </p:nvCxnSpPr>
          <p:spPr>
            <a:xfrm>
              <a:off x="385426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B80A3F7-0612-304B-31D3-5EFCD0975735}"/>
                </a:ext>
              </a:extLst>
            </p:cNvPr>
            <p:cNvCxnSpPr>
              <a:cxnSpLocks/>
            </p:cNvCxnSpPr>
            <p:nvPr/>
          </p:nvCxnSpPr>
          <p:spPr>
            <a:xfrm>
              <a:off x="2576702"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F78D7A68-C395-BF0F-9D62-4E337534CF96}"/>
                </a:ext>
              </a:extLst>
            </p:cNvPr>
            <p:cNvCxnSpPr>
              <a:cxnSpLocks/>
            </p:cNvCxnSpPr>
            <p:nvPr/>
          </p:nvCxnSpPr>
          <p:spPr>
            <a:xfrm>
              <a:off x="1299137" y="1302495"/>
              <a:ext cx="0" cy="237418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A8BC6A0A-A9A4-846C-2EB0-4678E5ED6568}"/>
                </a:ext>
              </a:extLst>
            </p:cNvPr>
            <p:cNvCxnSpPr>
              <a:cxnSpLocks/>
            </p:cNvCxnSpPr>
            <p:nvPr/>
          </p:nvCxnSpPr>
          <p:spPr>
            <a:xfrm>
              <a:off x="172499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64EA321-4893-A381-D5E1-34AA0A899C69}"/>
                </a:ext>
              </a:extLst>
            </p:cNvPr>
            <p:cNvCxnSpPr>
              <a:cxnSpLocks/>
            </p:cNvCxnSpPr>
            <p:nvPr/>
          </p:nvCxnSpPr>
          <p:spPr>
            <a:xfrm>
              <a:off x="300255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2F09CEA-691C-0B5A-85D5-DCAD2D6D07F1}"/>
                </a:ext>
              </a:extLst>
            </p:cNvPr>
            <p:cNvCxnSpPr>
              <a:cxnSpLocks/>
            </p:cNvCxnSpPr>
            <p:nvPr/>
          </p:nvCxnSpPr>
          <p:spPr>
            <a:xfrm>
              <a:off x="428012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7C56ACF3-85AF-934C-D041-453D0F5B498F}"/>
                </a:ext>
              </a:extLst>
            </p:cNvPr>
            <p:cNvCxnSpPr>
              <a:cxnSpLocks/>
            </p:cNvCxnSpPr>
            <p:nvPr/>
          </p:nvCxnSpPr>
          <p:spPr>
            <a:xfrm>
              <a:off x="5557687"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9B4321C1-ADE0-ADB9-53CF-84650F7235EE}"/>
                </a:ext>
              </a:extLst>
            </p:cNvPr>
            <p:cNvCxnSpPr>
              <a:cxnSpLocks/>
            </p:cNvCxnSpPr>
            <p:nvPr/>
          </p:nvCxnSpPr>
          <p:spPr>
            <a:xfrm>
              <a:off x="683525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338AE4DA-05BE-E43F-CBE6-1CBE09A21D7E}"/>
                </a:ext>
              </a:extLst>
            </p:cNvPr>
            <p:cNvCxnSpPr>
              <a:cxnSpLocks/>
            </p:cNvCxnSpPr>
            <p:nvPr/>
          </p:nvCxnSpPr>
          <p:spPr>
            <a:xfrm>
              <a:off x="8112812" y="1302495"/>
              <a:ext cx="0" cy="591103"/>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sp>
        <p:nvSpPr>
          <p:cNvPr id="53" name="Text Placeholder 44">
            <a:extLst>
              <a:ext uri="{FF2B5EF4-FFF2-40B4-BE49-F238E27FC236}">
                <a16:creationId xmlns:a16="http://schemas.microsoft.com/office/drawing/2014/main" id="{E51C347F-D63A-4EFC-276B-CB1C1675F238}"/>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54" name="Text Placeholder 44">
            <a:extLst>
              <a:ext uri="{FF2B5EF4-FFF2-40B4-BE49-F238E27FC236}">
                <a16:creationId xmlns:a16="http://schemas.microsoft.com/office/drawing/2014/main" id="{8B46A046-AC8C-02AD-2557-29FD14976016}"/>
              </a:ext>
            </a:extLst>
          </p:cNvPr>
          <p:cNvSpPr>
            <a:spLocks noGrp="1"/>
          </p:cNvSpPr>
          <p:nvPr>
            <p:ph type="body" sz="quarter" idx="30" hasCustomPrompt="1"/>
          </p:nvPr>
        </p:nvSpPr>
        <p:spPr>
          <a:xfrm>
            <a:off x="425355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55" name="Text Placeholder 44">
            <a:extLst>
              <a:ext uri="{FF2B5EF4-FFF2-40B4-BE49-F238E27FC236}">
                <a16:creationId xmlns:a16="http://schemas.microsoft.com/office/drawing/2014/main" id="{F97A28E6-A04D-8C11-0773-2C5D6BCBAF9F}"/>
              </a:ext>
            </a:extLst>
          </p:cNvPr>
          <p:cNvSpPr>
            <a:spLocks noGrp="1"/>
          </p:cNvSpPr>
          <p:nvPr>
            <p:ph type="body" sz="quarter" idx="31" hasCustomPrompt="1"/>
          </p:nvPr>
        </p:nvSpPr>
        <p:spPr>
          <a:xfrm>
            <a:off x="786729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sp>
        <p:nvSpPr>
          <p:cNvPr id="56" name="Text Placeholder 96">
            <a:extLst>
              <a:ext uri="{FF2B5EF4-FFF2-40B4-BE49-F238E27FC236}">
                <a16:creationId xmlns:a16="http://schemas.microsoft.com/office/drawing/2014/main" id="{74030C49-4C03-FC32-D318-9FD796BE2009}"/>
              </a:ext>
            </a:extLst>
          </p:cNvPr>
          <p:cNvSpPr>
            <a:spLocks noGrp="1"/>
          </p:cNvSpPr>
          <p:nvPr>
            <p:ph type="body" sz="quarter" idx="32" hasCustomPrompt="1"/>
          </p:nvPr>
        </p:nvSpPr>
        <p:spPr>
          <a:xfrm>
            <a:off x="68101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7" name="Text Placeholder 96">
            <a:extLst>
              <a:ext uri="{FF2B5EF4-FFF2-40B4-BE49-F238E27FC236}">
                <a16:creationId xmlns:a16="http://schemas.microsoft.com/office/drawing/2014/main" id="{98B7230F-BA2B-FC74-7665-E4464DDBF2E5}"/>
              </a:ext>
            </a:extLst>
          </p:cNvPr>
          <p:cNvSpPr>
            <a:spLocks noGrp="1"/>
          </p:cNvSpPr>
          <p:nvPr>
            <p:ph type="body" sz="quarter" idx="33" hasCustomPrompt="1"/>
          </p:nvPr>
        </p:nvSpPr>
        <p:spPr>
          <a:xfrm>
            <a:off x="2382984"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58" name="Text Placeholder 96">
            <a:extLst>
              <a:ext uri="{FF2B5EF4-FFF2-40B4-BE49-F238E27FC236}">
                <a16:creationId xmlns:a16="http://schemas.microsoft.com/office/drawing/2014/main" id="{4C643076-DA4B-956D-0DF8-B83787FD17C2}"/>
              </a:ext>
            </a:extLst>
          </p:cNvPr>
          <p:cNvSpPr>
            <a:spLocks noGrp="1"/>
          </p:cNvSpPr>
          <p:nvPr>
            <p:ph type="body" sz="quarter" idx="34" hasCustomPrompt="1"/>
          </p:nvPr>
        </p:nvSpPr>
        <p:spPr>
          <a:xfrm>
            <a:off x="2382984"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59" name="Text Placeholder 96">
            <a:extLst>
              <a:ext uri="{FF2B5EF4-FFF2-40B4-BE49-F238E27FC236}">
                <a16:creationId xmlns:a16="http://schemas.microsoft.com/office/drawing/2014/main" id="{EE5477A7-223C-7236-FBFA-14179A92597C}"/>
              </a:ext>
            </a:extLst>
          </p:cNvPr>
          <p:cNvSpPr>
            <a:spLocks noGrp="1"/>
          </p:cNvSpPr>
          <p:nvPr>
            <p:ph type="body" sz="quarter" idx="35" hasCustomPrompt="1"/>
          </p:nvPr>
        </p:nvSpPr>
        <p:spPr>
          <a:xfrm>
            <a:off x="409313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0" name="Text Placeholder 96">
            <a:extLst>
              <a:ext uri="{FF2B5EF4-FFF2-40B4-BE49-F238E27FC236}">
                <a16:creationId xmlns:a16="http://schemas.microsoft.com/office/drawing/2014/main" id="{169A8A63-202F-21E1-A407-4EED4C83A27A}"/>
              </a:ext>
            </a:extLst>
          </p:cNvPr>
          <p:cNvSpPr>
            <a:spLocks noGrp="1"/>
          </p:cNvSpPr>
          <p:nvPr>
            <p:ph type="body" sz="quarter" idx="36" hasCustomPrompt="1"/>
          </p:nvPr>
        </p:nvSpPr>
        <p:spPr>
          <a:xfrm>
            <a:off x="409313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1" name="Text Placeholder 96">
            <a:extLst>
              <a:ext uri="{FF2B5EF4-FFF2-40B4-BE49-F238E27FC236}">
                <a16:creationId xmlns:a16="http://schemas.microsoft.com/office/drawing/2014/main" id="{7483EC62-B3A9-DF4C-F472-32308C193328}"/>
              </a:ext>
            </a:extLst>
          </p:cNvPr>
          <p:cNvSpPr>
            <a:spLocks noGrp="1"/>
          </p:cNvSpPr>
          <p:nvPr>
            <p:ph type="body" sz="quarter" idx="37" hasCustomPrompt="1"/>
          </p:nvPr>
        </p:nvSpPr>
        <p:spPr>
          <a:xfrm>
            <a:off x="5786923"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2" name="Text Placeholder 96">
            <a:extLst>
              <a:ext uri="{FF2B5EF4-FFF2-40B4-BE49-F238E27FC236}">
                <a16:creationId xmlns:a16="http://schemas.microsoft.com/office/drawing/2014/main" id="{F2FB357A-9C78-AF3E-BD4C-C4543B36CC94}"/>
              </a:ext>
            </a:extLst>
          </p:cNvPr>
          <p:cNvSpPr>
            <a:spLocks noGrp="1"/>
          </p:cNvSpPr>
          <p:nvPr>
            <p:ph type="body" sz="quarter" idx="38" hasCustomPrompt="1"/>
          </p:nvPr>
        </p:nvSpPr>
        <p:spPr>
          <a:xfrm>
            <a:off x="5786923"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3" name="Text Placeholder 96">
            <a:extLst>
              <a:ext uri="{FF2B5EF4-FFF2-40B4-BE49-F238E27FC236}">
                <a16:creationId xmlns:a16="http://schemas.microsoft.com/office/drawing/2014/main" id="{3AC7CB2A-7532-49F8-2930-1C7984507F56}"/>
              </a:ext>
            </a:extLst>
          </p:cNvPr>
          <p:cNvSpPr>
            <a:spLocks noGrp="1"/>
          </p:cNvSpPr>
          <p:nvPr>
            <p:ph type="body" sz="quarter" idx="39" hasCustomPrompt="1"/>
          </p:nvPr>
        </p:nvSpPr>
        <p:spPr>
          <a:xfrm>
            <a:off x="7497077"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4" name="Text Placeholder 96">
            <a:extLst>
              <a:ext uri="{FF2B5EF4-FFF2-40B4-BE49-F238E27FC236}">
                <a16:creationId xmlns:a16="http://schemas.microsoft.com/office/drawing/2014/main" id="{F84ACECC-C641-E277-127D-7BFA11BB1F31}"/>
              </a:ext>
            </a:extLst>
          </p:cNvPr>
          <p:cNvSpPr>
            <a:spLocks noGrp="1"/>
          </p:cNvSpPr>
          <p:nvPr>
            <p:ph type="body" sz="quarter" idx="40" hasCustomPrompt="1"/>
          </p:nvPr>
        </p:nvSpPr>
        <p:spPr>
          <a:xfrm>
            <a:off x="7497077"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5" name="Text Placeholder 96">
            <a:extLst>
              <a:ext uri="{FF2B5EF4-FFF2-40B4-BE49-F238E27FC236}">
                <a16:creationId xmlns:a16="http://schemas.microsoft.com/office/drawing/2014/main" id="{DD0CC851-C132-8DF1-318B-DA4AD1BFE2CD}"/>
              </a:ext>
            </a:extLst>
          </p:cNvPr>
          <p:cNvSpPr>
            <a:spLocks noGrp="1"/>
          </p:cNvSpPr>
          <p:nvPr>
            <p:ph type="body" sz="quarter" idx="41" hasCustomPrompt="1"/>
          </p:nvPr>
        </p:nvSpPr>
        <p:spPr>
          <a:xfrm>
            <a:off x="9199046" y="398933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6" name="Text Placeholder 96">
            <a:extLst>
              <a:ext uri="{FF2B5EF4-FFF2-40B4-BE49-F238E27FC236}">
                <a16:creationId xmlns:a16="http://schemas.microsoft.com/office/drawing/2014/main" id="{B03622B1-B59D-4ED4-74C8-1FB587C203E4}"/>
              </a:ext>
            </a:extLst>
          </p:cNvPr>
          <p:cNvSpPr>
            <a:spLocks noGrp="1"/>
          </p:cNvSpPr>
          <p:nvPr>
            <p:ph type="body" sz="quarter" idx="42" hasCustomPrompt="1"/>
          </p:nvPr>
        </p:nvSpPr>
        <p:spPr>
          <a:xfrm>
            <a:off x="9199046" y="3778764"/>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7" name="Text Placeholder 96">
            <a:extLst>
              <a:ext uri="{FF2B5EF4-FFF2-40B4-BE49-F238E27FC236}">
                <a16:creationId xmlns:a16="http://schemas.microsoft.com/office/drawing/2014/main" id="{476DD573-D5AB-3B3A-E7F8-B9A3390137EC}"/>
              </a:ext>
            </a:extLst>
          </p:cNvPr>
          <p:cNvSpPr>
            <a:spLocks noGrp="1"/>
          </p:cNvSpPr>
          <p:nvPr>
            <p:ph type="body" sz="quarter" idx="43" hasCustomPrompt="1"/>
          </p:nvPr>
        </p:nvSpPr>
        <p:spPr>
          <a:xfrm>
            <a:off x="1818075"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68" name="Text Placeholder 96">
            <a:extLst>
              <a:ext uri="{FF2B5EF4-FFF2-40B4-BE49-F238E27FC236}">
                <a16:creationId xmlns:a16="http://schemas.microsoft.com/office/drawing/2014/main" id="{D848EA30-DE3C-412F-E0B1-485E41A24333}"/>
              </a:ext>
            </a:extLst>
          </p:cNvPr>
          <p:cNvSpPr>
            <a:spLocks noGrp="1"/>
          </p:cNvSpPr>
          <p:nvPr>
            <p:ph type="body" sz="quarter" idx="44" hasCustomPrompt="1"/>
          </p:nvPr>
        </p:nvSpPr>
        <p:spPr>
          <a:xfrm>
            <a:off x="1818075"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69" name="Text Placeholder 96">
            <a:extLst>
              <a:ext uri="{FF2B5EF4-FFF2-40B4-BE49-F238E27FC236}">
                <a16:creationId xmlns:a16="http://schemas.microsoft.com/office/drawing/2014/main" id="{7FC70D6A-51D3-9DF1-C7C9-172BD606A1EA}"/>
              </a:ext>
            </a:extLst>
          </p:cNvPr>
          <p:cNvSpPr>
            <a:spLocks noGrp="1"/>
          </p:cNvSpPr>
          <p:nvPr>
            <p:ph type="body" sz="quarter" idx="45" hasCustomPrompt="1"/>
          </p:nvPr>
        </p:nvSpPr>
        <p:spPr>
          <a:xfrm>
            <a:off x="352004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0" name="Text Placeholder 96">
            <a:extLst>
              <a:ext uri="{FF2B5EF4-FFF2-40B4-BE49-F238E27FC236}">
                <a16:creationId xmlns:a16="http://schemas.microsoft.com/office/drawing/2014/main" id="{03868819-F031-82B3-6D61-9A8B971792E4}"/>
              </a:ext>
            </a:extLst>
          </p:cNvPr>
          <p:cNvSpPr>
            <a:spLocks noGrp="1"/>
          </p:cNvSpPr>
          <p:nvPr>
            <p:ph type="body" sz="quarter" idx="46" hasCustomPrompt="1"/>
          </p:nvPr>
        </p:nvSpPr>
        <p:spPr>
          <a:xfrm>
            <a:off x="352004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1" name="Text Placeholder 96">
            <a:extLst>
              <a:ext uri="{FF2B5EF4-FFF2-40B4-BE49-F238E27FC236}">
                <a16:creationId xmlns:a16="http://schemas.microsoft.com/office/drawing/2014/main" id="{5D7BA919-67C0-97F0-DE57-D4D567FEE8B5}"/>
              </a:ext>
            </a:extLst>
          </p:cNvPr>
          <p:cNvSpPr>
            <a:spLocks noGrp="1"/>
          </p:cNvSpPr>
          <p:nvPr>
            <p:ph type="body" sz="quarter" idx="47" hasCustomPrompt="1"/>
          </p:nvPr>
        </p:nvSpPr>
        <p:spPr>
          <a:xfrm>
            <a:off x="523020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2" name="Text Placeholder 96">
            <a:extLst>
              <a:ext uri="{FF2B5EF4-FFF2-40B4-BE49-F238E27FC236}">
                <a16:creationId xmlns:a16="http://schemas.microsoft.com/office/drawing/2014/main" id="{566BD96F-C667-0AB2-7C97-3A5943CA4FE1}"/>
              </a:ext>
            </a:extLst>
          </p:cNvPr>
          <p:cNvSpPr>
            <a:spLocks noGrp="1"/>
          </p:cNvSpPr>
          <p:nvPr>
            <p:ph type="body" sz="quarter" idx="48" hasCustomPrompt="1"/>
          </p:nvPr>
        </p:nvSpPr>
        <p:spPr>
          <a:xfrm>
            <a:off x="523020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3" name="Text Placeholder 96">
            <a:extLst>
              <a:ext uri="{FF2B5EF4-FFF2-40B4-BE49-F238E27FC236}">
                <a16:creationId xmlns:a16="http://schemas.microsoft.com/office/drawing/2014/main" id="{A641BCD7-7D2B-53D2-CE84-3C6864162589}"/>
              </a:ext>
            </a:extLst>
          </p:cNvPr>
          <p:cNvSpPr>
            <a:spLocks noGrp="1"/>
          </p:cNvSpPr>
          <p:nvPr>
            <p:ph type="body" sz="quarter" idx="49" hasCustomPrompt="1"/>
          </p:nvPr>
        </p:nvSpPr>
        <p:spPr>
          <a:xfrm>
            <a:off x="6923986"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4" name="Text Placeholder 96">
            <a:extLst>
              <a:ext uri="{FF2B5EF4-FFF2-40B4-BE49-F238E27FC236}">
                <a16:creationId xmlns:a16="http://schemas.microsoft.com/office/drawing/2014/main" id="{2910FB5E-919F-0EC5-05A0-EAC342F16F2F}"/>
              </a:ext>
            </a:extLst>
          </p:cNvPr>
          <p:cNvSpPr>
            <a:spLocks noGrp="1"/>
          </p:cNvSpPr>
          <p:nvPr>
            <p:ph type="body" sz="quarter" idx="50" hasCustomPrompt="1"/>
          </p:nvPr>
        </p:nvSpPr>
        <p:spPr>
          <a:xfrm>
            <a:off x="6923986"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5" name="Text Placeholder 96">
            <a:extLst>
              <a:ext uri="{FF2B5EF4-FFF2-40B4-BE49-F238E27FC236}">
                <a16:creationId xmlns:a16="http://schemas.microsoft.com/office/drawing/2014/main" id="{1820A3BC-D41C-B6C8-3772-21FC09AA5A3D}"/>
              </a:ext>
            </a:extLst>
          </p:cNvPr>
          <p:cNvSpPr>
            <a:spLocks noGrp="1"/>
          </p:cNvSpPr>
          <p:nvPr>
            <p:ph type="body" sz="quarter" idx="51" hasCustomPrompt="1"/>
          </p:nvPr>
        </p:nvSpPr>
        <p:spPr>
          <a:xfrm>
            <a:off x="8634140"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6" name="Text Placeholder 96">
            <a:extLst>
              <a:ext uri="{FF2B5EF4-FFF2-40B4-BE49-F238E27FC236}">
                <a16:creationId xmlns:a16="http://schemas.microsoft.com/office/drawing/2014/main" id="{23180EA2-0F54-F938-E81A-B2BFE107258D}"/>
              </a:ext>
            </a:extLst>
          </p:cNvPr>
          <p:cNvSpPr>
            <a:spLocks noGrp="1"/>
          </p:cNvSpPr>
          <p:nvPr>
            <p:ph type="body" sz="quarter" idx="52" hasCustomPrompt="1"/>
          </p:nvPr>
        </p:nvSpPr>
        <p:spPr>
          <a:xfrm>
            <a:off x="8634140"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7" name="Text Placeholder 96">
            <a:extLst>
              <a:ext uri="{FF2B5EF4-FFF2-40B4-BE49-F238E27FC236}">
                <a16:creationId xmlns:a16="http://schemas.microsoft.com/office/drawing/2014/main" id="{82571EFB-CD16-0B19-305A-ECB87CFEC4AF}"/>
              </a:ext>
            </a:extLst>
          </p:cNvPr>
          <p:cNvSpPr>
            <a:spLocks noGrp="1"/>
          </p:cNvSpPr>
          <p:nvPr>
            <p:ph type="body" sz="quarter" idx="53" hasCustomPrompt="1"/>
          </p:nvPr>
        </p:nvSpPr>
        <p:spPr>
          <a:xfrm>
            <a:off x="10336109" y="2834873"/>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78" name="Text Placeholder 96">
            <a:extLst>
              <a:ext uri="{FF2B5EF4-FFF2-40B4-BE49-F238E27FC236}">
                <a16:creationId xmlns:a16="http://schemas.microsoft.com/office/drawing/2014/main" id="{61CD34A3-92F8-5FBB-D9ED-F075032105D7}"/>
              </a:ext>
            </a:extLst>
          </p:cNvPr>
          <p:cNvSpPr>
            <a:spLocks noGrp="1"/>
          </p:cNvSpPr>
          <p:nvPr>
            <p:ph type="body" sz="quarter" idx="54" hasCustomPrompt="1"/>
          </p:nvPr>
        </p:nvSpPr>
        <p:spPr>
          <a:xfrm>
            <a:off x="10336109" y="2624300"/>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79" name="Text Placeholder 96">
            <a:extLst>
              <a:ext uri="{FF2B5EF4-FFF2-40B4-BE49-F238E27FC236}">
                <a16:creationId xmlns:a16="http://schemas.microsoft.com/office/drawing/2014/main" id="{60C67698-A7AE-623D-6247-1088472213DC}"/>
              </a:ext>
            </a:extLst>
          </p:cNvPr>
          <p:cNvSpPr>
            <a:spLocks noGrp="1"/>
          </p:cNvSpPr>
          <p:nvPr>
            <p:ph type="body" sz="quarter" idx="55" hasCustomPrompt="1"/>
          </p:nvPr>
        </p:nvSpPr>
        <p:spPr>
          <a:xfrm>
            <a:off x="125054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0" name="Text Placeholder 96">
            <a:extLst>
              <a:ext uri="{FF2B5EF4-FFF2-40B4-BE49-F238E27FC236}">
                <a16:creationId xmlns:a16="http://schemas.microsoft.com/office/drawing/2014/main" id="{BC95A9E9-D2BA-FCF2-41D0-85EA1199574B}"/>
              </a:ext>
            </a:extLst>
          </p:cNvPr>
          <p:cNvSpPr>
            <a:spLocks noGrp="1"/>
          </p:cNvSpPr>
          <p:nvPr>
            <p:ph type="body" sz="quarter" idx="56" hasCustomPrompt="1"/>
          </p:nvPr>
        </p:nvSpPr>
        <p:spPr>
          <a:xfrm>
            <a:off x="125054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1" name="Text Placeholder 96">
            <a:extLst>
              <a:ext uri="{FF2B5EF4-FFF2-40B4-BE49-F238E27FC236}">
                <a16:creationId xmlns:a16="http://schemas.microsoft.com/office/drawing/2014/main" id="{5028209C-B348-A1E8-C247-C259D418FC81}"/>
              </a:ext>
            </a:extLst>
          </p:cNvPr>
          <p:cNvSpPr>
            <a:spLocks noGrp="1"/>
          </p:cNvSpPr>
          <p:nvPr>
            <p:ph type="body" sz="quarter" idx="57" hasCustomPrompt="1"/>
          </p:nvPr>
        </p:nvSpPr>
        <p:spPr>
          <a:xfrm>
            <a:off x="295251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2" name="Text Placeholder 96">
            <a:extLst>
              <a:ext uri="{FF2B5EF4-FFF2-40B4-BE49-F238E27FC236}">
                <a16:creationId xmlns:a16="http://schemas.microsoft.com/office/drawing/2014/main" id="{50B87DD6-7A1F-AE75-9E14-D126426C6307}"/>
              </a:ext>
            </a:extLst>
          </p:cNvPr>
          <p:cNvSpPr>
            <a:spLocks noGrp="1"/>
          </p:cNvSpPr>
          <p:nvPr>
            <p:ph type="body" sz="quarter" idx="58" hasCustomPrompt="1"/>
          </p:nvPr>
        </p:nvSpPr>
        <p:spPr>
          <a:xfrm>
            <a:off x="295251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3" name="Text Placeholder 96">
            <a:extLst>
              <a:ext uri="{FF2B5EF4-FFF2-40B4-BE49-F238E27FC236}">
                <a16:creationId xmlns:a16="http://schemas.microsoft.com/office/drawing/2014/main" id="{70AA3CB1-DA88-56B6-55A0-13E210136AF2}"/>
              </a:ext>
            </a:extLst>
          </p:cNvPr>
          <p:cNvSpPr>
            <a:spLocks noGrp="1"/>
          </p:cNvSpPr>
          <p:nvPr>
            <p:ph type="body" sz="quarter" idx="59" hasCustomPrompt="1"/>
          </p:nvPr>
        </p:nvSpPr>
        <p:spPr>
          <a:xfrm>
            <a:off x="466266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4" name="Text Placeholder 96">
            <a:extLst>
              <a:ext uri="{FF2B5EF4-FFF2-40B4-BE49-F238E27FC236}">
                <a16:creationId xmlns:a16="http://schemas.microsoft.com/office/drawing/2014/main" id="{0425BDD6-5338-BE68-3737-2D176416E5DB}"/>
              </a:ext>
            </a:extLst>
          </p:cNvPr>
          <p:cNvSpPr>
            <a:spLocks noGrp="1"/>
          </p:cNvSpPr>
          <p:nvPr>
            <p:ph type="body" sz="quarter" idx="60" hasCustomPrompt="1"/>
          </p:nvPr>
        </p:nvSpPr>
        <p:spPr>
          <a:xfrm>
            <a:off x="466266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5" name="Text Placeholder 96">
            <a:extLst>
              <a:ext uri="{FF2B5EF4-FFF2-40B4-BE49-F238E27FC236}">
                <a16:creationId xmlns:a16="http://schemas.microsoft.com/office/drawing/2014/main" id="{FAD30B2C-BE6B-9F08-4C15-EDE97BEE65E9}"/>
              </a:ext>
            </a:extLst>
          </p:cNvPr>
          <p:cNvSpPr>
            <a:spLocks noGrp="1"/>
          </p:cNvSpPr>
          <p:nvPr>
            <p:ph type="body" sz="quarter" idx="61" hasCustomPrompt="1"/>
          </p:nvPr>
        </p:nvSpPr>
        <p:spPr>
          <a:xfrm>
            <a:off x="6356450"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6" name="Text Placeholder 96">
            <a:extLst>
              <a:ext uri="{FF2B5EF4-FFF2-40B4-BE49-F238E27FC236}">
                <a16:creationId xmlns:a16="http://schemas.microsoft.com/office/drawing/2014/main" id="{3361EBB6-5199-1A90-D549-1C2185FC818F}"/>
              </a:ext>
            </a:extLst>
          </p:cNvPr>
          <p:cNvSpPr>
            <a:spLocks noGrp="1"/>
          </p:cNvSpPr>
          <p:nvPr>
            <p:ph type="body" sz="quarter" idx="62" hasCustomPrompt="1"/>
          </p:nvPr>
        </p:nvSpPr>
        <p:spPr>
          <a:xfrm>
            <a:off x="6356450"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87" name="Text Placeholder 96">
            <a:extLst>
              <a:ext uri="{FF2B5EF4-FFF2-40B4-BE49-F238E27FC236}">
                <a16:creationId xmlns:a16="http://schemas.microsoft.com/office/drawing/2014/main" id="{4596A3E0-295B-471A-072C-D8E53257F0A9}"/>
              </a:ext>
            </a:extLst>
          </p:cNvPr>
          <p:cNvSpPr>
            <a:spLocks noGrp="1"/>
          </p:cNvSpPr>
          <p:nvPr>
            <p:ph type="body" sz="quarter" idx="63" hasCustomPrompt="1"/>
          </p:nvPr>
        </p:nvSpPr>
        <p:spPr>
          <a:xfrm>
            <a:off x="8066604"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88" name="Text Placeholder 96">
            <a:extLst>
              <a:ext uri="{FF2B5EF4-FFF2-40B4-BE49-F238E27FC236}">
                <a16:creationId xmlns:a16="http://schemas.microsoft.com/office/drawing/2014/main" id="{0ED1B4A9-B2B1-C63E-38B0-602083F5DE1F}"/>
              </a:ext>
            </a:extLst>
          </p:cNvPr>
          <p:cNvSpPr>
            <a:spLocks noGrp="1"/>
          </p:cNvSpPr>
          <p:nvPr>
            <p:ph type="body" sz="quarter" idx="64" hasCustomPrompt="1"/>
          </p:nvPr>
        </p:nvSpPr>
        <p:spPr>
          <a:xfrm>
            <a:off x="8066604"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
        <p:nvSpPr>
          <p:cNvPr id="94" name="Text Placeholder 96">
            <a:extLst>
              <a:ext uri="{FF2B5EF4-FFF2-40B4-BE49-F238E27FC236}">
                <a16:creationId xmlns:a16="http://schemas.microsoft.com/office/drawing/2014/main" id="{69AEAB01-CFD5-28A9-5BB9-5B82E3186E68}"/>
              </a:ext>
            </a:extLst>
          </p:cNvPr>
          <p:cNvSpPr>
            <a:spLocks noGrp="1"/>
          </p:cNvSpPr>
          <p:nvPr>
            <p:ph type="body" sz="quarter" idx="65" hasCustomPrompt="1"/>
          </p:nvPr>
        </p:nvSpPr>
        <p:spPr>
          <a:xfrm>
            <a:off x="9768573" y="5197747"/>
            <a:ext cx="971161" cy="392364"/>
          </a:xfrm>
          <a:prstGeom prst="rect">
            <a:avLst/>
          </a:prstGeom>
        </p:spPr>
        <p:txBody>
          <a:bodyPr lIns="0" rIns="0" anchor="t"/>
          <a:lstStyle>
            <a:lvl1pPr marL="0" indent="0" algn="ctr">
              <a:buNone/>
              <a:defRPr sz="1067" b="0" i="0">
                <a:solidFill>
                  <a:schemeClr val="tx1"/>
                </a:solidFill>
                <a:latin typeface="Arial" panose="020B0604020202020204" pitchFamily="34" charset="0"/>
                <a:ea typeface="Inter Light" panose="02000503000000020004" pitchFamily="2" charset="0"/>
              </a:defRPr>
            </a:lvl1pPr>
          </a:lstStyle>
          <a:p>
            <a:pPr lvl="0"/>
            <a:r>
              <a:rPr lang="en-US"/>
              <a:t>Lorem ipsum dolor</a:t>
            </a:r>
          </a:p>
        </p:txBody>
      </p:sp>
      <p:sp>
        <p:nvSpPr>
          <p:cNvPr id="95" name="Text Placeholder 96">
            <a:extLst>
              <a:ext uri="{FF2B5EF4-FFF2-40B4-BE49-F238E27FC236}">
                <a16:creationId xmlns:a16="http://schemas.microsoft.com/office/drawing/2014/main" id="{CAC69FCE-4169-2689-4CD6-7E94037C7FDA}"/>
              </a:ext>
            </a:extLst>
          </p:cNvPr>
          <p:cNvSpPr>
            <a:spLocks noGrp="1"/>
          </p:cNvSpPr>
          <p:nvPr>
            <p:ph type="body" sz="quarter" idx="66" hasCustomPrompt="1"/>
          </p:nvPr>
        </p:nvSpPr>
        <p:spPr>
          <a:xfrm>
            <a:off x="9768573" y="4987175"/>
            <a:ext cx="971161" cy="229869"/>
          </a:xfrm>
          <a:prstGeom prst="rect">
            <a:avLst/>
          </a:prstGeom>
        </p:spPr>
        <p:txBody>
          <a:bodyPr lIns="0" rIns="0" anchor="ctr"/>
          <a:lstStyle>
            <a:lvl1pPr marL="0" indent="0" algn="ctr">
              <a:buNone/>
              <a:defRPr sz="1067" b="0" i="0">
                <a:solidFill>
                  <a:schemeClr val="tx1"/>
                </a:solidFill>
                <a:latin typeface="Arial" panose="020B0604020202020204" pitchFamily="34" charset="0"/>
                <a:ea typeface="Inter Medium" panose="02000503000000020004" pitchFamily="2" charset="0"/>
              </a:defRPr>
            </a:lvl1pPr>
          </a:lstStyle>
          <a:p>
            <a:pPr lvl="0"/>
            <a:r>
              <a:rPr lang="en-US"/>
              <a:t>Month</a:t>
            </a:r>
          </a:p>
        </p:txBody>
      </p:sp>
    </p:spTree>
    <p:extLst>
      <p:ext uri="{BB962C8B-B14F-4D97-AF65-F5344CB8AC3E}">
        <p14:creationId xmlns:p14="http://schemas.microsoft.com/office/powerpoint/2010/main" val="1390292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Timeline - Multiple year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grpSp>
        <p:nvGrpSpPr>
          <p:cNvPr id="2" name="Group 1">
            <a:extLst>
              <a:ext uri="{FF2B5EF4-FFF2-40B4-BE49-F238E27FC236}">
                <a16:creationId xmlns:a16="http://schemas.microsoft.com/office/drawing/2014/main" id="{E217F946-351D-E98C-D001-8F13151DCF52}"/>
              </a:ext>
            </a:extLst>
          </p:cNvPr>
          <p:cNvGrpSpPr/>
          <p:nvPr/>
        </p:nvGrpSpPr>
        <p:grpSpPr>
          <a:xfrm>
            <a:off x="557347" y="1301345"/>
            <a:ext cx="10871201" cy="435315"/>
            <a:chOff x="418010" y="976009"/>
            <a:chExt cx="8923953" cy="326486"/>
          </a:xfrm>
        </p:grpSpPr>
        <p:sp>
          <p:nvSpPr>
            <p:cNvPr id="4" name="Rectangle 3">
              <a:extLst>
                <a:ext uri="{FF2B5EF4-FFF2-40B4-BE49-F238E27FC236}">
                  <a16:creationId xmlns:a16="http://schemas.microsoft.com/office/drawing/2014/main" id="{01AA5AFE-B4E3-FA58-6A6B-AA637E579EA8}"/>
                </a:ext>
              </a:extLst>
            </p:cNvPr>
            <p:cNvSpPr/>
            <p:nvPr/>
          </p:nvSpPr>
          <p:spPr>
            <a:xfrm>
              <a:off x="41801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563565AE-5604-E954-7997-E7995878FF05}"/>
                </a:ext>
              </a:extLst>
            </p:cNvPr>
            <p:cNvSpPr/>
            <p:nvPr/>
          </p:nvSpPr>
          <p:spPr>
            <a:xfrm>
              <a:off x="220228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60CE0E30-3201-43F6-9B95-1AF1A4720B69}"/>
                </a:ext>
              </a:extLst>
            </p:cNvPr>
            <p:cNvSpPr/>
            <p:nvPr/>
          </p:nvSpPr>
          <p:spPr>
            <a:xfrm>
              <a:off x="398655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1A6CD8B-CF00-AF9F-66AD-DD38D295ED50}"/>
                </a:ext>
              </a:extLst>
            </p:cNvPr>
            <p:cNvSpPr/>
            <p:nvPr userDrawn="1"/>
          </p:nvSpPr>
          <p:spPr>
            <a:xfrm>
              <a:off x="577082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F147DCD7-B9EF-DF4E-FCE8-C179E488766C}"/>
                </a:ext>
              </a:extLst>
            </p:cNvPr>
            <p:cNvSpPr/>
            <p:nvPr userDrawn="1"/>
          </p:nvSpPr>
          <p:spPr>
            <a:xfrm>
              <a:off x="7555090" y="976009"/>
              <a:ext cx="1786873" cy="326486"/>
            </a:xfrm>
            <a:prstGeom prst="rect">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cxnSp>
        <p:nvCxnSpPr>
          <p:cNvPr id="9" name="Straight Arrow Connector 8">
            <a:extLst>
              <a:ext uri="{FF2B5EF4-FFF2-40B4-BE49-F238E27FC236}">
                <a16:creationId xmlns:a16="http://schemas.microsoft.com/office/drawing/2014/main" id="{55AC158C-BFD7-5594-335C-634802E98C8E}"/>
              </a:ext>
            </a:extLst>
          </p:cNvPr>
          <p:cNvCxnSpPr>
            <a:cxnSpLocks/>
          </p:cNvCxnSpPr>
          <p:nvPr/>
        </p:nvCxnSpPr>
        <p:spPr>
          <a:xfrm>
            <a:off x="0" y="1736660"/>
            <a:ext cx="11607800" cy="0"/>
          </a:xfrm>
          <a:prstGeom prst="straightConnector1">
            <a:avLst/>
          </a:prstGeom>
          <a:ln w="25400">
            <a:solidFill>
              <a:schemeClr val="tx1"/>
            </a:solidFill>
            <a:headEnd type="none"/>
            <a:tailEnd type="triangle"/>
          </a:ln>
          <a:effectLst/>
        </p:spPr>
        <p:style>
          <a:lnRef idx="2">
            <a:schemeClr val="accent1"/>
          </a:lnRef>
          <a:fillRef idx="0">
            <a:schemeClr val="accent1"/>
          </a:fillRef>
          <a:effectRef idx="1">
            <a:schemeClr val="accent1"/>
          </a:effectRef>
          <a:fontRef idx="minor">
            <a:schemeClr val="tx1"/>
          </a:fontRef>
        </p:style>
      </p:cxnSp>
      <p:sp>
        <p:nvSpPr>
          <p:cNvPr id="10" name="Text Placeholder 44">
            <a:extLst>
              <a:ext uri="{FF2B5EF4-FFF2-40B4-BE49-F238E27FC236}">
                <a16:creationId xmlns:a16="http://schemas.microsoft.com/office/drawing/2014/main" id="{42DB6E49-1A1B-80E2-10D6-9C540CBA4579}"/>
              </a:ext>
            </a:extLst>
          </p:cNvPr>
          <p:cNvSpPr>
            <a:spLocks noGrp="1"/>
          </p:cNvSpPr>
          <p:nvPr>
            <p:ph type="body" sz="quarter" idx="29" hasCustomPrompt="1"/>
          </p:nvPr>
        </p:nvSpPr>
        <p:spPr>
          <a:xfrm>
            <a:off x="622268"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2020</a:t>
            </a:r>
          </a:p>
        </p:txBody>
      </p:sp>
      <p:sp>
        <p:nvSpPr>
          <p:cNvPr id="11" name="Text Placeholder 44">
            <a:extLst>
              <a:ext uri="{FF2B5EF4-FFF2-40B4-BE49-F238E27FC236}">
                <a16:creationId xmlns:a16="http://schemas.microsoft.com/office/drawing/2014/main" id="{A0BC7B27-DFF7-6570-6DC5-7F54D7DBF95E}"/>
              </a:ext>
            </a:extLst>
          </p:cNvPr>
          <p:cNvSpPr>
            <a:spLocks noGrp="1"/>
          </p:cNvSpPr>
          <p:nvPr>
            <p:ph type="body" sz="quarter" idx="30" hasCustomPrompt="1"/>
          </p:nvPr>
        </p:nvSpPr>
        <p:spPr>
          <a:xfrm>
            <a:off x="2792703"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2021</a:t>
            </a:r>
          </a:p>
        </p:txBody>
      </p:sp>
      <p:sp>
        <p:nvSpPr>
          <p:cNvPr id="12" name="Text Placeholder 44">
            <a:extLst>
              <a:ext uri="{FF2B5EF4-FFF2-40B4-BE49-F238E27FC236}">
                <a16:creationId xmlns:a16="http://schemas.microsoft.com/office/drawing/2014/main" id="{6B5FF4DE-191C-32D1-6C2A-CC5D80F4D9D0}"/>
              </a:ext>
            </a:extLst>
          </p:cNvPr>
          <p:cNvSpPr>
            <a:spLocks noGrp="1"/>
          </p:cNvSpPr>
          <p:nvPr>
            <p:ph type="body" sz="quarter" idx="31" hasCustomPrompt="1"/>
          </p:nvPr>
        </p:nvSpPr>
        <p:spPr>
          <a:xfrm>
            <a:off x="713758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2023</a:t>
            </a:r>
          </a:p>
        </p:txBody>
      </p:sp>
      <p:sp>
        <p:nvSpPr>
          <p:cNvPr id="13" name="Text Placeholder 44">
            <a:extLst>
              <a:ext uri="{FF2B5EF4-FFF2-40B4-BE49-F238E27FC236}">
                <a16:creationId xmlns:a16="http://schemas.microsoft.com/office/drawing/2014/main" id="{3068FEA3-4CEE-E399-31B6-C1CB4B3E4DB0}"/>
              </a:ext>
            </a:extLst>
          </p:cNvPr>
          <p:cNvSpPr>
            <a:spLocks noGrp="1"/>
          </p:cNvSpPr>
          <p:nvPr>
            <p:ph type="body" sz="quarter" idx="32" hasCustomPrompt="1"/>
          </p:nvPr>
        </p:nvSpPr>
        <p:spPr>
          <a:xfrm>
            <a:off x="4967152"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2022</a:t>
            </a:r>
          </a:p>
        </p:txBody>
      </p:sp>
      <p:sp>
        <p:nvSpPr>
          <p:cNvPr id="14" name="Text Placeholder 44">
            <a:extLst>
              <a:ext uri="{FF2B5EF4-FFF2-40B4-BE49-F238E27FC236}">
                <a16:creationId xmlns:a16="http://schemas.microsoft.com/office/drawing/2014/main" id="{C95472CA-F4A0-D735-1107-16159614AEF8}"/>
              </a:ext>
            </a:extLst>
          </p:cNvPr>
          <p:cNvSpPr>
            <a:spLocks noGrp="1"/>
          </p:cNvSpPr>
          <p:nvPr>
            <p:ph type="body" sz="quarter" idx="33" hasCustomPrompt="1"/>
          </p:nvPr>
        </p:nvSpPr>
        <p:spPr>
          <a:xfrm>
            <a:off x="9312037" y="1361591"/>
            <a:ext cx="1041400" cy="320608"/>
          </a:xfrm>
          <a:prstGeom prst="rect">
            <a:avLst/>
          </a:prstGeom>
        </p:spPr>
        <p:txBody>
          <a:bodyPr anchor="ctr"/>
          <a:lstStyle>
            <a:lvl1pPr marL="0" indent="0">
              <a:buNone/>
              <a:defRPr sz="1467" b="0" i="0">
                <a:solidFill>
                  <a:schemeClr val="bg1"/>
                </a:solidFill>
                <a:latin typeface="Arial" panose="020B0604020202020204" pitchFamily="34" charset="0"/>
                <a:ea typeface="Inter Medium" panose="02000503000000020004" pitchFamily="2" charset="0"/>
              </a:defRPr>
            </a:lvl1pPr>
          </a:lstStyle>
          <a:p>
            <a:pPr lvl="0"/>
            <a:r>
              <a:rPr lang="en-US"/>
              <a:t>2024</a:t>
            </a:r>
          </a:p>
        </p:txBody>
      </p:sp>
      <p:cxnSp>
        <p:nvCxnSpPr>
          <p:cNvPr id="15" name="Straight Connector 14">
            <a:extLst>
              <a:ext uri="{FF2B5EF4-FFF2-40B4-BE49-F238E27FC236}">
                <a16:creationId xmlns:a16="http://schemas.microsoft.com/office/drawing/2014/main" id="{594320A0-4B97-B38F-82F9-7CD48690E4A4}"/>
              </a:ext>
            </a:extLst>
          </p:cNvPr>
          <p:cNvCxnSpPr>
            <a:cxnSpLocks/>
          </p:cNvCxnSpPr>
          <p:nvPr/>
        </p:nvCxnSpPr>
        <p:spPr>
          <a:xfrm>
            <a:off x="2057356"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590B680-A590-7392-41D4-5D1471CF0B7C}"/>
              </a:ext>
            </a:extLst>
          </p:cNvPr>
          <p:cNvCxnSpPr>
            <a:cxnSpLocks/>
          </p:cNvCxnSpPr>
          <p:nvPr/>
        </p:nvCxnSpPr>
        <p:spPr>
          <a:xfrm>
            <a:off x="116562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E4B6701-BBE3-6850-FDAD-ECFA9DBC99FC}"/>
              </a:ext>
            </a:extLst>
          </p:cNvPr>
          <p:cNvCxnSpPr>
            <a:cxnSpLocks/>
          </p:cNvCxnSpPr>
          <p:nvPr/>
        </p:nvCxnSpPr>
        <p:spPr>
          <a:xfrm>
            <a:off x="2949092"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901F6AB-8848-4184-A26C-E42F34463E1E}"/>
              </a:ext>
            </a:extLst>
          </p:cNvPr>
          <p:cNvCxnSpPr>
            <a:cxnSpLocks/>
          </p:cNvCxnSpPr>
          <p:nvPr/>
        </p:nvCxnSpPr>
        <p:spPr>
          <a:xfrm>
            <a:off x="4732564"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C968C7D-8A40-1037-DCE0-74882BECDDBD}"/>
              </a:ext>
            </a:extLst>
          </p:cNvPr>
          <p:cNvCxnSpPr>
            <a:cxnSpLocks/>
          </p:cNvCxnSpPr>
          <p:nvPr/>
        </p:nvCxnSpPr>
        <p:spPr>
          <a:xfrm>
            <a:off x="6516036"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5344096-7AAD-0678-9547-11329ECF85A5}"/>
              </a:ext>
            </a:extLst>
          </p:cNvPr>
          <p:cNvCxnSpPr>
            <a:cxnSpLocks/>
          </p:cNvCxnSpPr>
          <p:nvPr/>
        </p:nvCxnSpPr>
        <p:spPr>
          <a:xfrm>
            <a:off x="8299508"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5927C4A3-F3C8-7722-5C10-033F79D5CB3C}"/>
              </a:ext>
            </a:extLst>
          </p:cNvPr>
          <p:cNvCxnSpPr>
            <a:cxnSpLocks/>
          </p:cNvCxnSpPr>
          <p:nvPr/>
        </p:nvCxnSpPr>
        <p:spPr>
          <a:xfrm>
            <a:off x="10082980" y="1736661"/>
            <a:ext cx="0" cy="2616180"/>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DB8F5CC0-9CF9-C223-08A9-800D1CD1A2AF}"/>
              </a:ext>
            </a:extLst>
          </p:cNvPr>
          <p:cNvCxnSpPr>
            <a:cxnSpLocks/>
          </p:cNvCxnSpPr>
          <p:nvPr/>
        </p:nvCxnSpPr>
        <p:spPr>
          <a:xfrm>
            <a:off x="3857755"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69E6D1D-9AFD-28E3-1F16-B437372C5FF8}"/>
              </a:ext>
            </a:extLst>
          </p:cNvPr>
          <p:cNvCxnSpPr>
            <a:cxnSpLocks/>
          </p:cNvCxnSpPr>
          <p:nvPr/>
        </p:nvCxnSpPr>
        <p:spPr>
          <a:xfrm>
            <a:off x="562486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C2349FDF-4C48-82E5-BCF9-760A22B987CC}"/>
              </a:ext>
            </a:extLst>
          </p:cNvPr>
          <p:cNvCxnSpPr>
            <a:cxnSpLocks/>
          </p:cNvCxnSpPr>
          <p:nvPr/>
        </p:nvCxnSpPr>
        <p:spPr>
          <a:xfrm>
            <a:off x="7400327"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6C1D3174-0ED8-4914-60F6-42DB3BD2A80E}"/>
              </a:ext>
            </a:extLst>
          </p:cNvPr>
          <p:cNvCxnSpPr>
            <a:cxnSpLocks/>
          </p:cNvCxnSpPr>
          <p:nvPr/>
        </p:nvCxnSpPr>
        <p:spPr>
          <a:xfrm>
            <a:off x="921304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1D2F075E-9644-A0FD-964C-10D2D550CDF4}"/>
              </a:ext>
            </a:extLst>
          </p:cNvPr>
          <p:cNvCxnSpPr>
            <a:cxnSpLocks/>
          </p:cNvCxnSpPr>
          <p:nvPr/>
        </p:nvCxnSpPr>
        <p:spPr>
          <a:xfrm>
            <a:off x="10925000" y="1736660"/>
            <a:ext cx="0" cy="744539"/>
          </a:xfrm>
          <a:prstGeom prst="line">
            <a:avLst/>
          </a:prstGeom>
          <a:ln w="25400">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4E4E007A-2CB1-3361-91F2-8C3960867CF5}"/>
              </a:ext>
            </a:extLst>
          </p:cNvPr>
          <p:cNvSpPr/>
          <p:nvPr/>
        </p:nvSpPr>
        <p:spPr>
          <a:xfrm>
            <a:off x="819714"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9" name="Picture Placeholder 112">
            <a:extLst>
              <a:ext uri="{FF2B5EF4-FFF2-40B4-BE49-F238E27FC236}">
                <a16:creationId xmlns:a16="http://schemas.microsoft.com/office/drawing/2014/main" id="{AD77ADF5-2457-D5DE-C6B2-90E1DAF8E8D1}"/>
              </a:ext>
            </a:extLst>
          </p:cNvPr>
          <p:cNvSpPr>
            <a:spLocks noGrp="1"/>
          </p:cNvSpPr>
          <p:nvPr>
            <p:ph type="pic" sz="quarter" idx="23" hasCustomPrompt="1"/>
          </p:nvPr>
        </p:nvSpPr>
        <p:spPr>
          <a:xfrm>
            <a:off x="926840"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0" name="Oval 89">
            <a:extLst>
              <a:ext uri="{FF2B5EF4-FFF2-40B4-BE49-F238E27FC236}">
                <a16:creationId xmlns:a16="http://schemas.microsoft.com/office/drawing/2014/main" id="{674BB915-68FB-B3F0-5F08-1ACEF999FABB}"/>
              </a:ext>
            </a:extLst>
          </p:cNvPr>
          <p:cNvSpPr/>
          <p:nvPr/>
        </p:nvSpPr>
        <p:spPr>
          <a:xfrm>
            <a:off x="2611001"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1" name="Picture Placeholder 112">
            <a:extLst>
              <a:ext uri="{FF2B5EF4-FFF2-40B4-BE49-F238E27FC236}">
                <a16:creationId xmlns:a16="http://schemas.microsoft.com/office/drawing/2014/main" id="{39061554-9CA5-D0D4-1A42-7A0AAB5BF98E}"/>
              </a:ext>
            </a:extLst>
          </p:cNvPr>
          <p:cNvSpPr>
            <a:spLocks noGrp="1"/>
          </p:cNvSpPr>
          <p:nvPr>
            <p:ph type="pic" sz="quarter" idx="34" hasCustomPrompt="1"/>
          </p:nvPr>
        </p:nvSpPr>
        <p:spPr>
          <a:xfrm>
            <a:off x="2718126"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2" name="Oval 91">
            <a:extLst>
              <a:ext uri="{FF2B5EF4-FFF2-40B4-BE49-F238E27FC236}">
                <a16:creationId xmlns:a16="http://schemas.microsoft.com/office/drawing/2014/main" id="{6C7BECD7-5744-85FF-4C6A-03E1125CFF05}"/>
              </a:ext>
            </a:extLst>
          </p:cNvPr>
          <p:cNvSpPr/>
          <p:nvPr/>
        </p:nvSpPr>
        <p:spPr>
          <a:xfrm>
            <a:off x="4402287"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3" name="Picture Placeholder 112">
            <a:extLst>
              <a:ext uri="{FF2B5EF4-FFF2-40B4-BE49-F238E27FC236}">
                <a16:creationId xmlns:a16="http://schemas.microsoft.com/office/drawing/2014/main" id="{7E76F2F9-5B3A-D8EA-A0E7-2672B55C3627}"/>
              </a:ext>
            </a:extLst>
          </p:cNvPr>
          <p:cNvSpPr>
            <a:spLocks noGrp="1"/>
          </p:cNvSpPr>
          <p:nvPr>
            <p:ph type="pic" sz="quarter" idx="35" hasCustomPrompt="1"/>
          </p:nvPr>
        </p:nvSpPr>
        <p:spPr>
          <a:xfrm>
            <a:off x="4509412"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6" name="Oval 95">
            <a:extLst>
              <a:ext uri="{FF2B5EF4-FFF2-40B4-BE49-F238E27FC236}">
                <a16:creationId xmlns:a16="http://schemas.microsoft.com/office/drawing/2014/main" id="{8334407A-7215-66E3-285D-102E956179A6}"/>
              </a:ext>
            </a:extLst>
          </p:cNvPr>
          <p:cNvSpPr/>
          <p:nvPr/>
        </p:nvSpPr>
        <p:spPr>
          <a:xfrm>
            <a:off x="6184193"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7" name="Picture Placeholder 112">
            <a:extLst>
              <a:ext uri="{FF2B5EF4-FFF2-40B4-BE49-F238E27FC236}">
                <a16:creationId xmlns:a16="http://schemas.microsoft.com/office/drawing/2014/main" id="{7FFE2024-53C8-3C4F-8423-F64CEB149FEF}"/>
              </a:ext>
            </a:extLst>
          </p:cNvPr>
          <p:cNvSpPr>
            <a:spLocks noGrp="1"/>
          </p:cNvSpPr>
          <p:nvPr>
            <p:ph type="pic" sz="quarter" idx="36" hasCustomPrompt="1"/>
          </p:nvPr>
        </p:nvSpPr>
        <p:spPr>
          <a:xfrm>
            <a:off x="6291318"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98" name="Oval 97">
            <a:extLst>
              <a:ext uri="{FF2B5EF4-FFF2-40B4-BE49-F238E27FC236}">
                <a16:creationId xmlns:a16="http://schemas.microsoft.com/office/drawing/2014/main" id="{B0F518F1-4D32-1851-9FC1-9B8786D5CB00}"/>
              </a:ext>
            </a:extLst>
          </p:cNvPr>
          <p:cNvSpPr/>
          <p:nvPr/>
        </p:nvSpPr>
        <p:spPr>
          <a:xfrm>
            <a:off x="7966100"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9" name="Picture Placeholder 112">
            <a:extLst>
              <a:ext uri="{FF2B5EF4-FFF2-40B4-BE49-F238E27FC236}">
                <a16:creationId xmlns:a16="http://schemas.microsoft.com/office/drawing/2014/main" id="{729E32A2-15C1-E541-A937-0C2A05F6F69C}"/>
              </a:ext>
            </a:extLst>
          </p:cNvPr>
          <p:cNvSpPr>
            <a:spLocks noGrp="1"/>
          </p:cNvSpPr>
          <p:nvPr>
            <p:ph type="pic" sz="quarter" idx="37" hasCustomPrompt="1"/>
          </p:nvPr>
        </p:nvSpPr>
        <p:spPr>
          <a:xfrm>
            <a:off x="8073225"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0" name="Oval 99">
            <a:extLst>
              <a:ext uri="{FF2B5EF4-FFF2-40B4-BE49-F238E27FC236}">
                <a16:creationId xmlns:a16="http://schemas.microsoft.com/office/drawing/2014/main" id="{700AD206-B7E7-450E-054D-B61E629B029A}"/>
              </a:ext>
            </a:extLst>
          </p:cNvPr>
          <p:cNvSpPr/>
          <p:nvPr/>
        </p:nvSpPr>
        <p:spPr>
          <a:xfrm>
            <a:off x="9748008" y="4310504"/>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1" name="Picture Placeholder 112">
            <a:extLst>
              <a:ext uri="{FF2B5EF4-FFF2-40B4-BE49-F238E27FC236}">
                <a16:creationId xmlns:a16="http://schemas.microsoft.com/office/drawing/2014/main" id="{CEFBB143-9BD6-C854-E804-6190118DA429}"/>
              </a:ext>
            </a:extLst>
          </p:cNvPr>
          <p:cNvSpPr>
            <a:spLocks noGrp="1"/>
          </p:cNvSpPr>
          <p:nvPr>
            <p:ph type="pic" sz="quarter" idx="38" hasCustomPrompt="1"/>
          </p:nvPr>
        </p:nvSpPr>
        <p:spPr>
          <a:xfrm>
            <a:off x="9855133" y="4440407"/>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2" name="Oval 101">
            <a:extLst>
              <a:ext uri="{FF2B5EF4-FFF2-40B4-BE49-F238E27FC236}">
                <a16:creationId xmlns:a16="http://schemas.microsoft.com/office/drawing/2014/main" id="{09F6BB9A-8DCB-515C-2574-72EF60033195}"/>
              </a:ext>
            </a:extLst>
          </p:cNvPr>
          <p:cNvSpPr/>
          <p:nvPr/>
        </p:nvSpPr>
        <p:spPr>
          <a:xfrm>
            <a:off x="1717232"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3" name="Picture Placeholder 112">
            <a:extLst>
              <a:ext uri="{FF2B5EF4-FFF2-40B4-BE49-F238E27FC236}">
                <a16:creationId xmlns:a16="http://schemas.microsoft.com/office/drawing/2014/main" id="{01A91198-FD8B-68EC-0471-819C9DEB9526}"/>
              </a:ext>
            </a:extLst>
          </p:cNvPr>
          <p:cNvSpPr>
            <a:spLocks noGrp="1"/>
          </p:cNvSpPr>
          <p:nvPr>
            <p:ph type="pic" sz="quarter" idx="39" hasCustomPrompt="1"/>
          </p:nvPr>
        </p:nvSpPr>
        <p:spPr>
          <a:xfrm>
            <a:off x="1824357"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4" name="Oval 103">
            <a:extLst>
              <a:ext uri="{FF2B5EF4-FFF2-40B4-BE49-F238E27FC236}">
                <a16:creationId xmlns:a16="http://schemas.microsoft.com/office/drawing/2014/main" id="{654F30B1-DF81-0DE7-8E03-5F2F2384CDF2}"/>
              </a:ext>
            </a:extLst>
          </p:cNvPr>
          <p:cNvSpPr/>
          <p:nvPr/>
        </p:nvSpPr>
        <p:spPr>
          <a:xfrm>
            <a:off x="3510777"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5" name="Picture Placeholder 112">
            <a:extLst>
              <a:ext uri="{FF2B5EF4-FFF2-40B4-BE49-F238E27FC236}">
                <a16:creationId xmlns:a16="http://schemas.microsoft.com/office/drawing/2014/main" id="{24F056BC-2105-BD82-4610-5B9B4AD21B57}"/>
              </a:ext>
            </a:extLst>
          </p:cNvPr>
          <p:cNvSpPr>
            <a:spLocks noGrp="1"/>
          </p:cNvSpPr>
          <p:nvPr>
            <p:ph type="pic" sz="quarter" idx="40" hasCustomPrompt="1"/>
          </p:nvPr>
        </p:nvSpPr>
        <p:spPr>
          <a:xfrm>
            <a:off x="3618976"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6" name="Oval 105">
            <a:extLst>
              <a:ext uri="{FF2B5EF4-FFF2-40B4-BE49-F238E27FC236}">
                <a16:creationId xmlns:a16="http://schemas.microsoft.com/office/drawing/2014/main" id="{7CB9E795-5BD9-17D7-ACAC-31DED4C428F6}"/>
              </a:ext>
            </a:extLst>
          </p:cNvPr>
          <p:cNvSpPr/>
          <p:nvPr/>
        </p:nvSpPr>
        <p:spPr>
          <a:xfrm>
            <a:off x="527788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7" name="Picture Placeholder 112">
            <a:extLst>
              <a:ext uri="{FF2B5EF4-FFF2-40B4-BE49-F238E27FC236}">
                <a16:creationId xmlns:a16="http://schemas.microsoft.com/office/drawing/2014/main" id="{DC0859B9-F840-79A9-5E8F-14E8FA3AFB8A}"/>
              </a:ext>
            </a:extLst>
          </p:cNvPr>
          <p:cNvSpPr>
            <a:spLocks noGrp="1"/>
          </p:cNvSpPr>
          <p:nvPr>
            <p:ph type="pic" sz="quarter" idx="41" hasCustomPrompt="1"/>
          </p:nvPr>
        </p:nvSpPr>
        <p:spPr>
          <a:xfrm>
            <a:off x="538608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08" name="Oval 107">
            <a:extLst>
              <a:ext uri="{FF2B5EF4-FFF2-40B4-BE49-F238E27FC236}">
                <a16:creationId xmlns:a16="http://schemas.microsoft.com/office/drawing/2014/main" id="{F36A2AE7-8725-FAD0-E312-F4BCEDF1AD88}"/>
              </a:ext>
            </a:extLst>
          </p:cNvPr>
          <p:cNvSpPr/>
          <p:nvPr/>
        </p:nvSpPr>
        <p:spPr>
          <a:xfrm>
            <a:off x="7053349"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9" name="Picture Placeholder 112">
            <a:extLst>
              <a:ext uri="{FF2B5EF4-FFF2-40B4-BE49-F238E27FC236}">
                <a16:creationId xmlns:a16="http://schemas.microsoft.com/office/drawing/2014/main" id="{5AC118CB-0EE6-1233-126C-6A1FBB338B81}"/>
              </a:ext>
            </a:extLst>
          </p:cNvPr>
          <p:cNvSpPr>
            <a:spLocks noGrp="1"/>
          </p:cNvSpPr>
          <p:nvPr>
            <p:ph type="pic" sz="quarter" idx="42" hasCustomPrompt="1"/>
          </p:nvPr>
        </p:nvSpPr>
        <p:spPr>
          <a:xfrm>
            <a:off x="7161548"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0" name="Oval 109">
            <a:extLst>
              <a:ext uri="{FF2B5EF4-FFF2-40B4-BE49-F238E27FC236}">
                <a16:creationId xmlns:a16="http://schemas.microsoft.com/office/drawing/2014/main" id="{05C21DFC-C967-3C4B-FE99-06BA9D56107E}"/>
              </a:ext>
            </a:extLst>
          </p:cNvPr>
          <p:cNvSpPr/>
          <p:nvPr/>
        </p:nvSpPr>
        <p:spPr>
          <a:xfrm>
            <a:off x="886606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1" name="Picture Placeholder 112">
            <a:extLst>
              <a:ext uri="{FF2B5EF4-FFF2-40B4-BE49-F238E27FC236}">
                <a16:creationId xmlns:a16="http://schemas.microsoft.com/office/drawing/2014/main" id="{24BED7DE-2E57-0F7D-843D-FAA5AB82B785}"/>
              </a:ext>
            </a:extLst>
          </p:cNvPr>
          <p:cNvSpPr>
            <a:spLocks noGrp="1"/>
          </p:cNvSpPr>
          <p:nvPr>
            <p:ph type="pic" sz="quarter" idx="43" hasCustomPrompt="1"/>
          </p:nvPr>
        </p:nvSpPr>
        <p:spPr>
          <a:xfrm>
            <a:off x="897426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2" name="Oval 111">
            <a:extLst>
              <a:ext uri="{FF2B5EF4-FFF2-40B4-BE49-F238E27FC236}">
                <a16:creationId xmlns:a16="http://schemas.microsoft.com/office/drawing/2014/main" id="{B6233094-BCFD-7F1A-717A-94F840558A22}"/>
              </a:ext>
            </a:extLst>
          </p:cNvPr>
          <p:cNvSpPr/>
          <p:nvPr/>
        </p:nvSpPr>
        <p:spPr>
          <a:xfrm>
            <a:off x="10578023" y="2169321"/>
            <a:ext cx="693955" cy="69395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3" name="Picture Placeholder 112">
            <a:extLst>
              <a:ext uri="{FF2B5EF4-FFF2-40B4-BE49-F238E27FC236}">
                <a16:creationId xmlns:a16="http://schemas.microsoft.com/office/drawing/2014/main" id="{150C1F21-1F4C-3CC8-1830-88135D78D317}"/>
              </a:ext>
            </a:extLst>
          </p:cNvPr>
          <p:cNvSpPr>
            <a:spLocks noGrp="1"/>
          </p:cNvSpPr>
          <p:nvPr>
            <p:ph type="pic" sz="quarter" idx="44" hasCustomPrompt="1"/>
          </p:nvPr>
        </p:nvSpPr>
        <p:spPr>
          <a:xfrm>
            <a:off x="10686221" y="2299225"/>
            <a:ext cx="477561" cy="434148"/>
          </a:xfrm>
          <a:prstGeom prst="rect">
            <a:avLst/>
          </a:prstGeom>
        </p:spPr>
        <p:txBody>
          <a:bodyPr lIns="0" rIns="0"/>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14" name="Text Placeholder 21">
            <a:extLst>
              <a:ext uri="{FF2B5EF4-FFF2-40B4-BE49-F238E27FC236}">
                <a16:creationId xmlns:a16="http://schemas.microsoft.com/office/drawing/2014/main" id="{915E0BD2-B21A-45B4-698D-D5FD2D50334D}"/>
              </a:ext>
            </a:extLst>
          </p:cNvPr>
          <p:cNvSpPr>
            <a:spLocks noGrp="1"/>
          </p:cNvSpPr>
          <p:nvPr>
            <p:ph type="body" sz="quarter" idx="14" hasCustomPrompt="1"/>
          </p:nvPr>
        </p:nvSpPr>
        <p:spPr>
          <a:xfrm>
            <a:off x="63134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5" name="Text Placeholder 21">
            <a:extLst>
              <a:ext uri="{FF2B5EF4-FFF2-40B4-BE49-F238E27FC236}">
                <a16:creationId xmlns:a16="http://schemas.microsoft.com/office/drawing/2014/main" id="{7F1C88D4-DA2E-14D7-8E6F-3A75C54B6835}"/>
              </a:ext>
            </a:extLst>
          </p:cNvPr>
          <p:cNvSpPr>
            <a:spLocks noGrp="1"/>
          </p:cNvSpPr>
          <p:nvPr>
            <p:ph type="body" sz="quarter" idx="45" hasCustomPrompt="1"/>
          </p:nvPr>
        </p:nvSpPr>
        <p:spPr>
          <a:xfrm>
            <a:off x="2419504"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6" name="Text Placeholder 21">
            <a:extLst>
              <a:ext uri="{FF2B5EF4-FFF2-40B4-BE49-F238E27FC236}">
                <a16:creationId xmlns:a16="http://schemas.microsoft.com/office/drawing/2014/main" id="{3EA7CB82-46F9-5C06-AC60-0EA768A49CE2}"/>
              </a:ext>
            </a:extLst>
          </p:cNvPr>
          <p:cNvSpPr>
            <a:spLocks noGrp="1"/>
          </p:cNvSpPr>
          <p:nvPr>
            <p:ph type="body" sz="quarter" idx="46" hasCustomPrompt="1"/>
          </p:nvPr>
        </p:nvSpPr>
        <p:spPr>
          <a:xfrm>
            <a:off x="419411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7" name="Text Placeholder 21">
            <a:extLst>
              <a:ext uri="{FF2B5EF4-FFF2-40B4-BE49-F238E27FC236}">
                <a16:creationId xmlns:a16="http://schemas.microsoft.com/office/drawing/2014/main" id="{778F26AA-A48D-3D14-5A8B-3A29A91826AD}"/>
              </a:ext>
            </a:extLst>
          </p:cNvPr>
          <p:cNvSpPr>
            <a:spLocks noGrp="1"/>
          </p:cNvSpPr>
          <p:nvPr>
            <p:ph type="body" sz="quarter" idx="47" hasCustomPrompt="1"/>
          </p:nvPr>
        </p:nvSpPr>
        <p:spPr>
          <a:xfrm>
            <a:off x="5982278"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8" name="Text Placeholder 21">
            <a:extLst>
              <a:ext uri="{FF2B5EF4-FFF2-40B4-BE49-F238E27FC236}">
                <a16:creationId xmlns:a16="http://schemas.microsoft.com/office/drawing/2014/main" id="{3D8FB248-2FBF-645D-F014-57FFEA67198C}"/>
              </a:ext>
            </a:extLst>
          </p:cNvPr>
          <p:cNvSpPr>
            <a:spLocks noGrp="1"/>
          </p:cNvSpPr>
          <p:nvPr>
            <p:ph type="body" sz="quarter" idx="48" hasCustomPrompt="1"/>
          </p:nvPr>
        </p:nvSpPr>
        <p:spPr>
          <a:xfrm>
            <a:off x="775689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19" name="Text Placeholder 21">
            <a:extLst>
              <a:ext uri="{FF2B5EF4-FFF2-40B4-BE49-F238E27FC236}">
                <a16:creationId xmlns:a16="http://schemas.microsoft.com/office/drawing/2014/main" id="{3CCBA4CC-4DF0-B742-8AF1-2C8986593D76}"/>
              </a:ext>
            </a:extLst>
          </p:cNvPr>
          <p:cNvSpPr>
            <a:spLocks noGrp="1"/>
          </p:cNvSpPr>
          <p:nvPr>
            <p:ph type="body" sz="quarter" idx="49" hasCustomPrompt="1"/>
          </p:nvPr>
        </p:nvSpPr>
        <p:spPr>
          <a:xfrm>
            <a:off x="9545051" y="511353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0" name="Text Placeholder 21">
            <a:extLst>
              <a:ext uri="{FF2B5EF4-FFF2-40B4-BE49-F238E27FC236}">
                <a16:creationId xmlns:a16="http://schemas.microsoft.com/office/drawing/2014/main" id="{1C025A2A-1842-05D9-753A-C607E008C41F}"/>
              </a:ext>
            </a:extLst>
          </p:cNvPr>
          <p:cNvSpPr>
            <a:spLocks noGrp="1"/>
          </p:cNvSpPr>
          <p:nvPr>
            <p:ph type="body" sz="quarter" idx="50" hasCustomPrompt="1"/>
          </p:nvPr>
        </p:nvSpPr>
        <p:spPr>
          <a:xfrm>
            <a:off x="151531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1" name="Text Placeholder 21">
            <a:extLst>
              <a:ext uri="{FF2B5EF4-FFF2-40B4-BE49-F238E27FC236}">
                <a16:creationId xmlns:a16="http://schemas.microsoft.com/office/drawing/2014/main" id="{3F8536C6-543F-53A6-4B45-D678F0437A26}"/>
              </a:ext>
            </a:extLst>
          </p:cNvPr>
          <p:cNvSpPr>
            <a:spLocks noGrp="1"/>
          </p:cNvSpPr>
          <p:nvPr>
            <p:ph type="body" sz="quarter" idx="51" hasCustomPrompt="1"/>
          </p:nvPr>
        </p:nvSpPr>
        <p:spPr>
          <a:xfrm>
            <a:off x="3323480"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2" name="Text Placeholder 21">
            <a:extLst>
              <a:ext uri="{FF2B5EF4-FFF2-40B4-BE49-F238E27FC236}">
                <a16:creationId xmlns:a16="http://schemas.microsoft.com/office/drawing/2014/main" id="{E5B91446-6980-C600-B81D-AD372C9E2880}"/>
              </a:ext>
            </a:extLst>
          </p:cNvPr>
          <p:cNvSpPr>
            <a:spLocks noGrp="1"/>
          </p:cNvSpPr>
          <p:nvPr>
            <p:ph type="body" sz="quarter" idx="52" hasCustomPrompt="1"/>
          </p:nvPr>
        </p:nvSpPr>
        <p:spPr>
          <a:xfrm>
            <a:off x="509059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3" name="Text Placeholder 21">
            <a:extLst>
              <a:ext uri="{FF2B5EF4-FFF2-40B4-BE49-F238E27FC236}">
                <a16:creationId xmlns:a16="http://schemas.microsoft.com/office/drawing/2014/main" id="{585448E6-C2A6-7F51-4427-F554FCD763D3}"/>
              </a:ext>
            </a:extLst>
          </p:cNvPr>
          <p:cNvSpPr>
            <a:spLocks noGrp="1"/>
          </p:cNvSpPr>
          <p:nvPr>
            <p:ph type="body" sz="quarter" idx="53" hasCustomPrompt="1"/>
          </p:nvPr>
        </p:nvSpPr>
        <p:spPr>
          <a:xfrm>
            <a:off x="6866052"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4" name="Text Placeholder 21">
            <a:extLst>
              <a:ext uri="{FF2B5EF4-FFF2-40B4-BE49-F238E27FC236}">
                <a16:creationId xmlns:a16="http://schemas.microsoft.com/office/drawing/2014/main" id="{BE47FD56-40A6-D577-75D2-AD5586A0CD94}"/>
              </a:ext>
            </a:extLst>
          </p:cNvPr>
          <p:cNvSpPr>
            <a:spLocks noGrp="1"/>
          </p:cNvSpPr>
          <p:nvPr>
            <p:ph type="body" sz="quarter" idx="54" hasCustomPrompt="1"/>
          </p:nvPr>
        </p:nvSpPr>
        <p:spPr>
          <a:xfrm>
            <a:off x="867876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125" name="Text Placeholder 21">
            <a:extLst>
              <a:ext uri="{FF2B5EF4-FFF2-40B4-BE49-F238E27FC236}">
                <a16:creationId xmlns:a16="http://schemas.microsoft.com/office/drawing/2014/main" id="{C1699048-5A33-3984-AFC4-42ED8197D93B}"/>
              </a:ext>
            </a:extLst>
          </p:cNvPr>
          <p:cNvSpPr>
            <a:spLocks noGrp="1"/>
          </p:cNvSpPr>
          <p:nvPr>
            <p:ph type="body" sz="quarter" idx="55" hasCustomPrompt="1"/>
          </p:nvPr>
        </p:nvSpPr>
        <p:spPr>
          <a:xfrm>
            <a:off x="10390726" y="2958803"/>
            <a:ext cx="1068549" cy="1084423"/>
          </a:xfrm>
          <a:prstGeom prst="rect">
            <a:avLst/>
          </a:prstGeom>
        </p:spPr>
        <p:txBody>
          <a:bodyPr lIns="0" rIns="0"/>
          <a:lstStyle>
            <a:lvl1pPr marL="0" indent="0" algn="ctr" defTabSz="1219170" rtl="0" eaLnBrk="1" latinLnBrk="0" hangingPunct="1">
              <a:buNone/>
              <a:defRPr lang="en-US" sz="1067" b="0" i="0" kern="1200" dirty="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895658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3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Oval 1">
            <a:extLst>
              <a:ext uri="{FF2B5EF4-FFF2-40B4-BE49-F238E27FC236}">
                <a16:creationId xmlns:a16="http://schemas.microsoft.com/office/drawing/2014/main" id="{60864772-A5BB-E608-73A1-E0E4AD50EBEB}"/>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 name="Text Placeholder 47">
            <a:extLst>
              <a:ext uri="{FF2B5EF4-FFF2-40B4-BE49-F238E27FC236}">
                <a16:creationId xmlns:a16="http://schemas.microsoft.com/office/drawing/2014/main" id="{CA8383BB-E2D8-09AA-9AFF-A240158D91C6}"/>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grpSp>
        <p:nvGrpSpPr>
          <p:cNvPr id="5" name="Group 4">
            <a:extLst>
              <a:ext uri="{FF2B5EF4-FFF2-40B4-BE49-F238E27FC236}">
                <a16:creationId xmlns:a16="http://schemas.microsoft.com/office/drawing/2014/main" id="{E7A6EFF4-48A6-836A-66E0-27282A1CFF71}"/>
              </a:ext>
            </a:extLst>
          </p:cNvPr>
          <p:cNvGrpSpPr/>
          <p:nvPr/>
        </p:nvGrpSpPr>
        <p:grpSpPr>
          <a:xfrm>
            <a:off x="4104959" y="1617551"/>
            <a:ext cx="6998469" cy="1240565"/>
            <a:chOff x="3078719" y="1178657"/>
            <a:chExt cx="5248852" cy="930424"/>
          </a:xfrm>
        </p:grpSpPr>
        <p:sp>
          <p:nvSpPr>
            <p:cNvPr id="6" name="Rounded Rectangle 5">
              <a:extLst>
                <a:ext uri="{FF2B5EF4-FFF2-40B4-BE49-F238E27FC236}">
                  <a16:creationId xmlns:a16="http://schemas.microsoft.com/office/drawing/2014/main" id="{8B8A33A1-4888-BBC1-5D3B-2C003F96FCC3}"/>
                </a:ext>
              </a:extLst>
            </p:cNvPr>
            <p:cNvSpPr/>
            <p:nvPr userDrawn="1"/>
          </p:nvSpPr>
          <p:spPr>
            <a:xfrm>
              <a:off x="3380014" y="1178657"/>
              <a:ext cx="4947557" cy="930424"/>
            </a:xfrm>
            <a:prstGeom prst="roundRect">
              <a:avLst>
                <a:gd name="adj" fmla="val 1185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Oval 6">
              <a:extLst>
                <a:ext uri="{FF2B5EF4-FFF2-40B4-BE49-F238E27FC236}">
                  <a16:creationId xmlns:a16="http://schemas.microsoft.com/office/drawing/2014/main" id="{DD66BA0C-7D9F-589A-A1B7-9DF0CE48C73B}"/>
                </a:ext>
              </a:extLst>
            </p:cNvPr>
            <p:cNvSpPr/>
            <p:nvPr userDrawn="1"/>
          </p:nvSpPr>
          <p:spPr>
            <a:xfrm>
              <a:off x="3078719" y="1342574"/>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8" name="Group 7">
            <a:extLst>
              <a:ext uri="{FF2B5EF4-FFF2-40B4-BE49-F238E27FC236}">
                <a16:creationId xmlns:a16="http://schemas.microsoft.com/office/drawing/2014/main" id="{5B03C084-48F9-543B-F784-049AC8D7B5CA}"/>
              </a:ext>
            </a:extLst>
          </p:cNvPr>
          <p:cNvGrpSpPr/>
          <p:nvPr/>
        </p:nvGrpSpPr>
        <p:grpSpPr>
          <a:xfrm>
            <a:off x="4104959" y="3124299"/>
            <a:ext cx="6998469" cy="1240565"/>
            <a:chOff x="3078719" y="2196574"/>
            <a:chExt cx="5248852" cy="930424"/>
          </a:xfrm>
        </p:grpSpPr>
        <p:sp>
          <p:nvSpPr>
            <p:cNvPr id="9" name="Rounded Rectangle 8">
              <a:extLst>
                <a:ext uri="{FF2B5EF4-FFF2-40B4-BE49-F238E27FC236}">
                  <a16:creationId xmlns:a16="http://schemas.microsoft.com/office/drawing/2014/main" id="{A07B7A37-DA60-DF33-FC34-90AC5F947E75}"/>
                </a:ext>
              </a:extLst>
            </p:cNvPr>
            <p:cNvSpPr/>
            <p:nvPr userDrawn="1"/>
          </p:nvSpPr>
          <p:spPr>
            <a:xfrm>
              <a:off x="3380014" y="2196574"/>
              <a:ext cx="4947557" cy="930424"/>
            </a:xfrm>
            <a:prstGeom prst="roundRect">
              <a:avLst>
                <a:gd name="adj" fmla="val 1066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85088039-68F9-B909-4DC4-20BD5F9528FC}"/>
                </a:ext>
              </a:extLst>
            </p:cNvPr>
            <p:cNvSpPr/>
            <p:nvPr userDrawn="1"/>
          </p:nvSpPr>
          <p:spPr>
            <a:xfrm>
              <a:off x="3078719" y="2360491"/>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grpSp>
        <p:nvGrpSpPr>
          <p:cNvPr id="11" name="Group 10">
            <a:extLst>
              <a:ext uri="{FF2B5EF4-FFF2-40B4-BE49-F238E27FC236}">
                <a16:creationId xmlns:a16="http://schemas.microsoft.com/office/drawing/2014/main" id="{EF6AF551-C32F-A7FF-1DA7-0AF52905B959}"/>
              </a:ext>
            </a:extLst>
          </p:cNvPr>
          <p:cNvGrpSpPr/>
          <p:nvPr/>
        </p:nvGrpSpPr>
        <p:grpSpPr>
          <a:xfrm>
            <a:off x="4104959" y="4631046"/>
            <a:ext cx="6998469" cy="1240565"/>
            <a:chOff x="3078719" y="3438778"/>
            <a:chExt cx="5248852" cy="930424"/>
          </a:xfrm>
        </p:grpSpPr>
        <p:sp>
          <p:nvSpPr>
            <p:cNvPr id="12" name="Rounded Rectangle 11">
              <a:extLst>
                <a:ext uri="{FF2B5EF4-FFF2-40B4-BE49-F238E27FC236}">
                  <a16:creationId xmlns:a16="http://schemas.microsoft.com/office/drawing/2014/main" id="{5E064E92-75BA-DE5F-5BBF-04DF13994CA8}"/>
                </a:ext>
              </a:extLst>
            </p:cNvPr>
            <p:cNvSpPr/>
            <p:nvPr userDrawn="1"/>
          </p:nvSpPr>
          <p:spPr>
            <a:xfrm>
              <a:off x="3380014" y="3438778"/>
              <a:ext cx="4947557" cy="930424"/>
            </a:xfrm>
            <a:prstGeom prst="roundRect">
              <a:avLst>
                <a:gd name="adj" fmla="val 11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3" name="Oval 12">
              <a:extLst>
                <a:ext uri="{FF2B5EF4-FFF2-40B4-BE49-F238E27FC236}">
                  <a16:creationId xmlns:a16="http://schemas.microsoft.com/office/drawing/2014/main" id="{7C4F1CB0-9AA0-4BC1-0EF4-C5DA90E0D1AE}"/>
                </a:ext>
              </a:extLst>
            </p:cNvPr>
            <p:cNvSpPr/>
            <p:nvPr userDrawn="1"/>
          </p:nvSpPr>
          <p:spPr>
            <a:xfrm>
              <a:off x="3078719" y="3602695"/>
              <a:ext cx="602590" cy="6025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4" name="Picture Placeholder 112">
            <a:extLst>
              <a:ext uri="{FF2B5EF4-FFF2-40B4-BE49-F238E27FC236}">
                <a16:creationId xmlns:a16="http://schemas.microsoft.com/office/drawing/2014/main" id="{BB46F375-219E-288F-E198-DD678BA4F541}"/>
              </a:ext>
            </a:extLst>
          </p:cNvPr>
          <p:cNvSpPr>
            <a:spLocks noGrp="1"/>
          </p:cNvSpPr>
          <p:nvPr>
            <p:ph type="pic" sz="quarter" idx="31" hasCustomPrompt="1"/>
          </p:nvPr>
        </p:nvSpPr>
        <p:spPr>
          <a:xfrm>
            <a:off x="4267905" y="202210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AD0968D-9A06-F37F-85C3-A08568D050C3}"/>
              </a:ext>
            </a:extLst>
          </p:cNvPr>
          <p:cNvSpPr>
            <a:spLocks noGrp="1"/>
          </p:cNvSpPr>
          <p:nvPr>
            <p:ph type="pic" sz="quarter" idx="32" hasCustomPrompt="1"/>
          </p:nvPr>
        </p:nvSpPr>
        <p:spPr>
          <a:xfrm>
            <a:off x="4267905" y="3527506"/>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92412BA2-A9AB-994C-F5F1-9101F208E42A}"/>
              </a:ext>
            </a:extLst>
          </p:cNvPr>
          <p:cNvSpPr>
            <a:spLocks noGrp="1"/>
          </p:cNvSpPr>
          <p:nvPr>
            <p:ph type="pic" sz="quarter" idx="33" hasCustomPrompt="1"/>
          </p:nvPr>
        </p:nvSpPr>
        <p:spPr>
          <a:xfrm>
            <a:off x="4267905" y="5033185"/>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17" name="Straight Connector 16">
            <a:extLst>
              <a:ext uri="{FF2B5EF4-FFF2-40B4-BE49-F238E27FC236}">
                <a16:creationId xmlns:a16="http://schemas.microsoft.com/office/drawing/2014/main" id="{8576D1FD-2951-69A3-99E9-C31554989843}"/>
              </a:ext>
            </a:extLst>
          </p:cNvPr>
          <p:cNvCxnSpPr>
            <a:stCxn id="2" idx="7"/>
            <a:endCxn id="7" idx="2"/>
          </p:cNvCxnSpPr>
          <p:nvPr/>
        </p:nvCxnSpPr>
        <p:spPr>
          <a:xfrm flipV="1">
            <a:off x="2799907" y="223783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A6F89F6A-C1B4-4B80-70D3-0293202BF2CD}"/>
              </a:ext>
            </a:extLst>
          </p:cNvPr>
          <p:cNvCxnSpPr>
            <a:stCxn id="2" idx="6"/>
            <a:endCxn id="10" idx="2"/>
          </p:cNvCxnSpPr>
          <p:nvPr/>
        </p:nvCxnSpPr>
        <p:spPr>
          <a:xfrm>
            <a:off x="3196243" y="3744581"/>
            <a:ext cx="908716"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73F5278-761A-2CBF-5BBE-E0243C4D0ABC}"/>
              </a:ext>
            </a:extLst>
          </p:cNvPr>
          <p:cNvCxnSpPr>
            <a:stCxn id="2" idx="5"/>
            <a:endCxn id="13" idx="2"/>
          </p:cNvCxnSpPr>
          <p:nvPr/>
        </p:nvCxnSpPr>
        <p:spPr>
          <a:xfrm>
            <a:off x="2799907" y="4707714"/>
            <a:ext cx="1305052" cy="54361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1" name="Text Placeholder 49">
            <a:extLst>
              <a:ext uri="{FF2B5EF4-FFF2-40B4-BE49-F238E27FC236}">
                <a16:creationId xmlns:a16="http://schemas.microsoft.com/office/drawing/2014/main" id="{9AAA800B-70FD-3F30-652D-B94DA3B87D37}"/>
              </a:ext>
            </a:extLst>
          </p:cNvPr>
          <p:cNvSpPr>
            <a:spLocks noGrp="1"/>
          </p:cNvSpPr>
          <p:nvPr>
            <p:ph type="body" sz="quarter" idx="36" hasCustomPrompt="1"/>
          </p:nvPr>
        </p:nvSpPr>
        <p:spPr>
          <a:xfrm>
            <a:off x="5157259" y="1732298"/>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6" name="Text Placeholder 49">
            <a:extLst>
              <a:ext uri="{FF2B5EF4-FFF2-40B4-BE49-F238E27FC236}">
                <a16:creationId xmlns:a16="http://schemas.microsoft.com/office/drawing/2014/main" id="{FBD4647F-EEAD-38A0-E1A4-7A88196A9B5B}"/>
              </a:ext>
            </a:extLst>
          </p:cNvPr>
          <p:cNvSpPr>
            <a:spLocks noGrp="1"/>
          </p:cNvSpPr>
          <p:nvPr>
            <p:ph type="body" sz="quarter" idx="37" hasCustomPrompt="1"/>
          </p:nvPr>
        </p:nvSpPr>
        <p:spPr>
          <a:xfrm>
            <a:off x="5157259" y="3250322"/>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7" name="Text Placeholder 49">
            <a:extLst>
              <a:ext uri="{FF2B5EF4-FFF2-40B4-BE49-F238E27FC236}">
                <a16:creationId xmlns:a16="http://schemas.microsoft.com/office/drawing/2014/main" id="{1F47350C-8781-9C0C-2BBD-39F008F81336}"/>
              </a:ext>
            </a:extLst>
          </p:cNvPr>
          <p:cNvSpPr>
            <a:spLocks noGrp="1"/>
          </p:cNvSpPr>
          <p:nvPr>
            <p:ph type="body" sz="quarter" idx="38" hasCustomPrompt="1"/>
          </p:nvPr>
        </p:nvSpPr>
        <p:spPr>
          <a:xfrm>
            <a:off x="5157259" y="4744440"/>
            <a:ext cx="5441653" cy="1005353"/>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7666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4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 name="Straight Connector 1">
            <a:extLst>
              <a:ext uri="{FF2B5EF4-FFF2-40B4-BE49-F238E27FC236}">
                <a16:creationId xmlns:a16="http://schemas.microsoft.com/office/drawing/2014/main" id="{EC3EE3F2-FDC1-F6FC-83DE-567DD30CCED0}"/>
              </a:ext>
            </a:extLst>
          </p:cNvPr>
          <p:cNvCxnSpPr>
            <a:stCxn id="7" idx="3"/>
            <a:endCxn id="9" idx="1"/>
          </p:cNvCxnSpPr>
          <p:nvPr/>
        </p:nvCxnSpPr>
        <p:spPr>
          <a:xfrm flipV="1">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4" name="Group 3">
            <a:extLst>
              <a:ext uri="{FF2B5EF4-FFF2-40B4-BE49-F238E27FC236}">
                <a16:creationId xmlns:a16="http://schemas.microsoft.com/office/drawing/2014/main" id="{E113AB58-B0DC-A362-F4AD-1E160529E39E}"/>
              </a:ext>
            </a:extLst>
          </p:cNvPr>
          <p:cNvGrpSpPr/>
          <p:nvPr/>
        </p:nvGrpSpPr>
        <p:grpSpPr>
          <a:xfrm>
            <a:off x="1083734" y="1445108"/>
            <a:ext cx="10005180" cy="4324957"/>
            <a:chOff x="812800" y="1069746"/>
            <a:chExt cx="7503885" cy="3243718"/>
          </a:xfrm>
        </p:grpSpPr>
        <p:sp>
          <p:nvSpPr>
            <p:cNvPr id="5" name="Rounded Rectangle 4">
              <a:extLst>
                <a:ext uri="{FF2B5EF4-FFF2-40B4-BE49-F238E27FC236}">
                  <a16:creationId xmlns:a16="http://schemas.microsoft.com/office/drawing/2014/main" id="{1854F206-B653-86B9-C9FA-B32A10F8F855}"/>
                </a:ext>
              </a:extLst>
            </p:cNvPr>
            <p:cNvSpPr/>
            <p:nvPr userDrawn="1"/>
          </p:nvSpPr>
          <p:spPr>
            <a:xfrm>
              <a:off x="812800" y="1329979"/>
              <a:ext cx="2206170" cy="1241771"/>
            </a:xfrm>
            <a:prstGeom prst="roundRect">
              <a:avLst>
                <a:gd name="adj" fmla="val 76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 name="Oval 5">
              <a:extLst>
                <a:ext uri="{FF2B5EF4-FFF2-40B4-BE49-F238E27FC236}">
                  <a16:creationId xmlns:a16="http://schemas.microsoft.com/office/drawing/2014/main" id="{B0711EF4-7B66-929B-6044-34780BC81C96}"/>
                </a:ext>
              </a:extLst>
            </p:cNvPr>
            <p:cNvSpPr/>
            <p:nvPr userDrawn="1"/>
          </p:nvSpPr>
          <p:spPr>
            <a:xfrm>
              <a:off x="934100"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7" name="Rounded Rectangle 6">
              <a:extLst>
                <a:ext uri="{FF2B5EF4-FFF2-40B4-BE49-F238E27FC236}">
                  <a16:creationId xmlns:a16="http://schemas.microsoft.com/office/drawing/2014/main" id="{C9467417-DCB3-BDE0-C255-054F3AA95FEA}"/>
                </a:ext>
              </a:extLst>
            </p:cNvPr>
            <p:cNvSpPr/>
            <p:nvPr userDrawn="1"/>
          </p:nvSpPr>
          <p:spPr>
            <a:xfrm>
              <a:off x="812800" y="3071693"/>
              <a:ext cx="2206170" cy="1241771"/>
            </a:xfrm>
            <a:prstGeom prst="roundRect">
              <a:avLst>
                <a:gd name="adj" fmla="val 76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8" name="Oval 7">
              <a:extLst>
                <a:ext uri="{FF2B5EF4-FFF2-40B4-BE49-F238E27FC236}">
                  <a16:creationId xmlns:a16="http://schemas.microsoft.com/office/drawing/2014/main" id="{39C3BFCA-BDF1-3898-D072-395C7E7CC6C0}"/>
                </a:ext>
              </a:extLst>
            </p:cNvPr>
            <p:cNvSpPr/>
            <p:nvPr userDrawn="1"/>
          </p:nvSpPr>
          <p:spPr>
            <a:xfrm>
              <a:off x="934100"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Rounded Rectangle 8">
              <a:extLst>
                <a:ext uri="{FF2B5EF4-FFF2-40B4-BE49-F238E27FC236}">
                  <a16:creationId xmlns:a16="http://schemas.microsoft.com/office/drawing/2014/main" id="{BD588C71-B6D2-AA81-4A27-08FC9B73654B}"/>
                </a:ext>
              </a:extLst>
            </p:cNvPr>
            <p:cNvSpPr/>
            <p:nvPr userDrawn="1"/>
          </p:nvSpPr>
          <p:spPr>
            <a:xfrm>
              <a:off x="6110515" y="1329979"/>
              <a:ext cx="2206170" cy="1241771"/>
            </a:xfrm>
            <a:prstGeom prst="roundRect">
              <a:avLst>
                <a:gd name="adj" fmla="val 735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0" name="Oval 9">
              <a:extLst>
                <a:ext uri="{FF2B5EF4-FFF2-40B4-BE49-F238E27FC236}">
                  <a16:creationId xmlns:a16="http://schemas.microsoft.com/office/drawing/2014/main" id="{3780E5A6-21CC-D0C7-90D8-EE66F0366B2E}"/>
                </a:ext>
              </a:extLst>
            </p:cNvPr>
            <p:cNvSpPr/>
            <p:nvPr userDrawn="1"/>
          </p:nvSpPr>
          <p:spPr>
            <a:xfrm>
              <a:off x="6231815" y="1069746"/>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1" name="Rounded Rectangle 10">
              <a:extLst>
                <a:ext uri="{FF2B5EF4-FFF2-40B4-BE49-F238E27FC236}">
                  <a16:creationId xmlns:a16="http://schemas.microsoft.com/office/drawing/2014/main" id="{CE234EB5-BE30-EFB0-0A0D-26E62BEA90FD}"/>
                </a:ext>
              </a:extLst>
            </p:cNvPr>
            <p:cNvSpPr/>
            <p:nvPr userDrawn="1"/>
          </p:nvSpPr>
          <p:spPr>
            <a:xfrm>
              <a:off x="6110515" y="3071693"/>
              <a:ext cx="2206170" cy="1241771"/>
            </a:xfrm>
            <a:prstGeom prst="roundRect">
              <a:avLst>
                <a:gd name="adj" fmla="val 70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12" name="Oval 11">
              <a:extLst>
                <a:ext uri="{FF2B5EF4-FFF2-40B4-BE49-F238E27FC236}">
                  <a16:creationId xmlns:a16="http://schemas.microsoft.com/office/drawing/2014/main" id="{3BAF2344-1791-C65F-B634-470157418F87}"/>
                </a:ext>
              </a:extLst>
            </p:cNvPr>
            <p:cNvSpPr/>
            <p:nvPr userDrawn="1"/>
          </p:nvSpPr>
          <p:spPr>
            <a:xfrm>
              <a:off x="6231815" y="2811460"/>
              <a:ext cx="520466" cy="52046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grpSp>
      <p:sp>
        <p:nvSpPr>
          <p:cNvPr id="13" name="Picture Placeholder 112">
            <a:extLst>
              <a:ext uri="{FF2B5EF4-FFF2-40B4-BE49-F238E27FC236}">
                <a16:creationId xmlns:a16="http://schemas.microsoft.com/office/drawing/2014/main" id="{E791F1EA-A284-7C46-005F-B40A00DE54B2}"/>
              </a:ext>
            </a:extLst>
          </p:cNvPr>
          <p:cNvSpPr>
            <a:spLocks noGrp="1"/>
          </p:cNvSpPr>
          <p:nvPr>
            <p:ph type="pic" sz="quarter" idx="31" hasCustomPrompt="1"/>
          </p:nvPr>
        </p:nvSpPr>
        <p:spPr>
          <a:xfrm>
            <a:off x="8420586"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4" name="Picture Placeholder 112">
            <a:extLst>
              <a:ext uri="{FF2B5EF4-FFF2-40B4-BE49-F238E27FC236}">
                <a16:creationId xmlns:a16="http://schemas.microsoft.com/office/drawing/2014/main" id="{C85F7658-3C28-91BF-4193-CB4CAE960EEB}"/>
              </a:ext>
            </a:extLst>
          </p:cNvPr>
          <p:cNvSpPr>
            <a:spLocks noGrp="1"/>
          </p:cNvSpPr>
          <p:nvPr>
            <p:ph type="pic" sz="quarter" idx="32" hasCustomPrompt="1"/>
          </p:nvPr>
        </p:nvSpPr>
        <p:spPr>
          <a:xfrm>
            <a:off x="8420586"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5" name="Picture Placeholder 112">
            <a:extLst>
              <a:ext uri="{FF2B5EF4-FFF2-40B4-BE49-F238E27FC236}">
                <a16:creationId xmlns:a16="http://schemas.microsoft.com/office/drawing/2014/main" id="{26084C2F-CF9C-8205-849E-6F339F603E4F}"/>
              </a:ext>
            </a:extLst>
          </p:cNvPr>
          <p:cNvSpPr>
            <a:spLocks noGrp="1"/>
          </p:cNvSpPr>
          <p:nvPr>
            <p:ph type="pic" sz="quarter" idx="33" hasCustomPrompt="1"/>
          </p:nvPr>
        </p:nvSpPr>
        <p:spPr>
          <a:xfrm>
            <a:off x="1354912" y="1565907"/>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6" name="Picture Placeholder 112">
            <a:extLst>
              <a:ext uri="{FF2B5EF4-FFF2-40B4-BE49-F238E27FC236}">
                <a16:creationId xmlns:a16="http://schemas.microsoft.com/office/drawing/2014/main" id="{1191AA48-75FE-6A2B-1C30-28ED3C3598EC}"/>
              </a:ext>
            </a:extLst>
          </p:cNvPr>
          <p:cNvSpPr>
            <a:spLocks noGrp="1"/>
          </p:cNvSpPr>
          <p:nvPr>
            <p:ph type="pic" sz="quarter" idx="34" hasCustomPrompt="1"/>
          </p:nvPr>
        </p:nvSpPr>
        <p:spPr>
          <a:xfrm>
            <a:off x="1354912" y="3888193"/>
            <a:ext cx="477561" cy="434148"/>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18" name="Text Placeholder 49">
            <a:extLst>
              <a:ext uri="{FF2B5EF4-FFF2-40B4-BE49-F238E27FC236}">
                <a16:creationId xmlns:a16="http://schemas.microsoft.com/office/drawing/2014/main" id="{A30432BE-6C6F-9207-800C-9521B847CDCD}"/>
              </a:ext>
            </a:extLst>
          </p:cNvPr>
          <p:cNvSpPr>
            <a:spLocks noGrp="1"/>
          </p:cNvSpPr>
          <p:nvPr>
            <p:ph type="body" sz="quarter" idx="36" hasCustomPrompt="1"/>
          </p:nvPr>
        </p:nvSpPr>
        <p:spPr>
          <a:xfrm>
            <a:off x="1252250"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0" name="Text Placeholder 49">
            <a:extLst>
              <a:ext uri="{FF2B5EF4-FFF2-40B4-BE49-F238E27FC236}">
                <a16:creationId xmlns:a16="http://schemas.microsoft.com/office/drawing/2014/main" id="{6ACE6CE3-4029-2818-12F0-7A429F34B85A}"/>
              </a:ext>
            </a:extLst>
          </p:cNvPr>
          <p:cNvSpPr>
            <a:spLocks noGrp="1"/>
          </p:cNvSpPr>
          <p:nvPr>
            <p:ph type="body" sz="quarter" idx="38" hasCustomPrompt="1"/>
          </p:nvPr>
        </p:nvSpPr>
        <p:spPr>
          <a:xfrm>
            <a:off x="8312891" y="2226235"/>
            <a:ext cx="2603677" cy="1062771"/>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2" name="Text Placeholder 49">
            <a:extLst>
              <a:ext uri="{FF2B5EF4-FFF2-40B4-BE49-F238E27FC236}">
                <a16:creationId xmlns:a16="http://schemas.microsoft.com/office/drawing/2014/main" id="{FC73B977-C5AF-3CE3-2EF7-C757E31BC62D}"/>
              </a:ext>
            </a:extLst>
          </p:cNvPr>
          <p:cNvSpPr>
            <a:spLocks noGrp="1"/>
          </p:cNvSpPr>
          <p:nvPr>
            <p:ph type="body" sz="quarter" idx="40" hasCustomPrompt="1"/>
          </p:nvPr>
        </p:nvSpPr>
        <p:spPr>
          <a:xfrm>
            <a:off x="1252250"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24" name="Text Placeholder 49">
            <a:extLst>
              <a:ext uri="{FF2B5EF4-FFF2-40B4-BE49-F238E27FC236}">
                <a16:creationId xmlns:a16="http://schemas.microsoft.com/office/drawing/2014/main" id="{B61191D8-51DE-4956-DAF8-4B114CA84CDE}"/>
              </a:ext>
            </a:extLst>
          </p:cNvPr>
          <p:cNvSpPr>
            <a:spLocks noGrp="1"/>
          </p:cNvSpPr>
          <p:nvPr>
            <p:ph type="body" sz="quarter" idx="42" hasCustomPrompt="1"/>
          </p:nvPr>
        </p:nvSpPr>
        <p:spPr>
          <a:xfrm>
            <a:off x="8312891" y="4548520"/>
            <a:ext cx="2603677" cy="1058305"/>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cxnSp>
        <p:nvCxnSpPr>
          <p:cNvPr id="25" name="Straight Connector 24">
            <a:extLst>
              <a:ext uri="{FF2B5EF4-FFF2-40B4-BE49-F238E27FC236}">
                <a16:creationId xmlns:a16="http://schemas.microsoft.com/office/drawing/2014/main" id="{43BD0149-82C3-7F67-D9EC-004B6E1E1401}"/>
              </a:ext>
            </a:extLst>
          </p:cNvPr>
          <p:cNvCxnSpPr>
            <a:stCxn id="5" idx="3"/>
            <a:endCxn id="11" idx="1"/>
          </p:cNvCxnSpPr>
          <p:nvPr/>
        </p:nvCxnSpPr>
        <p:spPr>
          <a:xfrm>
            <a:off x="4025294" y="2619934"/>
            <a:ext cx="4122060" cy="23222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Oval 25">
            <a:extLst>
              <a:ext uri="{FF2B5EF4-FFF2-40B4-BE49-F238E27FC236}">
                <a16:creationId xmlns:a16="http://schemas.microsoft.com/office/drawing/2014/main" id="{0B58E4D1-6B03-7949-8339-ED676564FECC}"/>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1D6B2748-2723-A4E6-C355-4A37E507D75D}"/>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Tree>
    <p:extLst>
      <p:ext uri="{BB962C8B-B14F-4D97-AF65-F5344CB8AC3E}">
        <p14:creationId xmlns:p14="http://schemas.microsoft.com/office/powerpoint/2010/main" val="2989831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5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6" name="Oval 25">
            <a:extLst>
              <a:ext uri="{FF2B5EF4-FFF2-40B4-BE49-F238E27FC236}">
                <a16:creationId xmlns:a16="http://schemas.microsoft.com/office/drawing/2014/main" id="{DD868983-0DBA-76D8-2D75-3BFC18666464}"/>
              </a:ext>
            </a:extLst>
          </p:cNvPr>
          <p:cNvSpPr/>
          <p:nvPr/>
        </p:nvSpPr>
        <p:spPr>
          <a:xfrm>
            <a:off x="489888" y="2382506"/>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7" name="Text Placeholder 47">
            <a:extLst>
              <a:ext uri="{FF2B5EF4-FFF2-40B4-BE49-F238E27FC236}">
                <a16:creationId xmlns:a16="http://schemas.microsoft.com/office/drawing/2014/main" id="{B51D72D5-B537-3254-523C-0533576282D9}"/>
              </a:ext>
            </a:extLst>
          </p:cNvPr>
          <p:cNvSpPr>
            <a:spLocks noGrp="1"/>
          </p:cNvSpPr>
          <p:nvPr>
            <p:ph type="body" sz="quarter" idx="29" hasCustomPrompt="1"/>
          </p:nvPr>
        </p:nvSpPr>
        <p:spPr>
          <a:xfrm>
            <a:off x="761449" y="3037881"/>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28" name="Rounded Rectangle 27">
            <a:extLst>
              <a:ext uri="{FF2B5EF4-FFF2-40B4-BE49-F238E27FC236}">
                <a16:creationId xmlns:a16="http://schemas.microsoft.com/office/drawing/2014/main" id="{2C4F0960-5646-78D8-F20B-264D24F08A45}"/>
              </a:ext>
            </a:extLst>
          </p:cNvPr>
          <p:cNvSpPr/>
          <p:nvPr/>
        </p:nvSpPr>
        <p:spPr>
          <a:xfrm>
            <a:off x="4506686" y="1429165"/>
            <a:ext cx="6596743" cy="847323"/>
          </a:xfrm>
          <a:prstGeom prst="roundRect">
            <a:avLst>
              <a:gd name="adj" fmla="val 146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0E7DE37B-98B0-75FA-F13F-A76FA801D9EC}"/>
              </a:ext>
            </a:extLst>
          </p:cNvPr>
          <p:cNvSpPr/>
          <p:nvPr/>
        </p:nvSpPr>
        <p:spPr>
          <a:xfrm>
            <a:off x="4215932" y="156207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Rounded Rectangle 29">
            <a:extLst>
              <a:ext uri="{FF2B5EF4-FFF2-40B4-BE49-F238E27FC236}">
                <a16:creationId xmlns:a16="http://schemas.microsoft.com/office/drawing/2014/main" id="{77ABACCB-6006-EC2A-D212-B39FFC6A28A7}"/>
              </a:ext>
            </a:extLst>
          </p:cNvPr>
          <p:cNvSpPr/>
          <p:nvPr/>
        </p:nvSpPr>
        <p:spPr>
          <a:xfrm>
            <a:off x="4506686" y="2373383"/>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C108E87-9074-C6C3-BC79-537A351D0552}"/>
              </a:ext>
            </a:extLst>
          </p:cNvPr>
          <p:cNvSpPr/>
          <p:nvPr/>
        </p:nvSpPr>
        <p:spPr>
          <a:xfrm>
            <a:off x="4215932" y="2506291"/>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Rounded Rectangle 31">
            <a:extLst>
              <a:ext uri="{FF2B5EF4-FFF2-40B4-BE49-F238E27FC236}">
                <a16:creationId xmlns:a16="http://schemas.microsoft.com/office/drawing/2014/main" id="{99658E0D-5146-0258-FE92-EAEFB83824C6}"/>
              </a:ext>
            </a:extLst>
          </p:cNvPr>
          <p:cNvSpPr/>
          <p:nvPr/>
        </p:nvSpPr>
        <p:spPr>
          <a:xfrm>
            <a:off x="4506686" y="3317600"/>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F7CFBA8B-9AE9-EFA3-0BEE-955E8C3F70BC}"/>
              </a:ext>
            </a:extLst>
          </p:cNvPr>
          <p:cNvSpPr/>
          <p:nvPr/>
        </p:nvSpPr>
        <p:spPr>
          <a:xfrm>
            <a:off x="4215932" y="3450508"/>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Rounded Rectangle 33">
            <a:extLst>
              <a:ext uri="{FF2B5EF4-FFF2-40B4-BE49-F238E27FC236}">
                <a16:creationId xmlns:a16="http://schemas.microsoft.com/office/drawing/2014/main" id="{4F1B447D-F6B3-2815-7ADD-C494652047C6}"/>
              </a:ext>
            </a:extLst>
          </p:cNvPr>
          <p:cNvSpPr/>
          <p:nvPr/>
        </p:nvSpPr>
        <p:spPr>
          <a:xfrm>
            <a:off x="4506686" y="4261817"/>
            <a:ext cx="6596743" cy="847323"/>
          </a:xfrm>
          <a:prstGeom prst="roundRect">
            <a:avLst>
              <a:gd name="adj" fmla="val 151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F812B193-29D8-4763-6A4D-C640CE5ADF81}"/>
              </a:ext>
            </a:extLst>
          </p:cNvPr>
          <p:cNvSpPr/>
          <p:nvPr/>
        </p:nvSpPr>
        <p:spPr>
          <a:xfrm>
            <a:off x="4215932" y="4394725"/>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Rounded Rectangle 35">
            <a:extLst>
              <a:ext uri="{FF2B5EF4-FFF2-40B4-BE49-F238E27FC236}">
                <a16:creationId xmlns:a16="http://schemas.microsoft.com/office/drawing/2014/main" id="{A56791AD-AE31-62EF-200A-C35ED1A6FDF9}"/>
              </a:ext>
            </a:extLst>
          </p:cNvPr>
          <p:cNvSpPr/>
          <p:nvPr/>
        </p:nvSpPr>
        <p:spPr>
          <a:xfrm>
            <a:off x="4506686" y="5206035"/>
            <a:ext cx="6596743" cy="847323"/>
          </a:xfrm>
          <a:prstGeom prst="roundRect">
            <a:avLst>
              <a:gd name="adj" fmla="val 1565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7" name="Oval 36">
            <a:extLst>
              <a:ext uri="{FF2B5EF4-FFF2-40B4-BE49-F238E27FC236}">
                <a16:creationId xmlns:a16="http://schemas.microsoft.com/office/drawing/2014/main" id="{9CC8141F-A731-EDC5-BDB0-1417C7AEC6FA}"/>
              </a:ext>
            </a:extLst>
          </p:cNvPr>
          <p:cNvSpPr/>
          <p:nvPr/>
        </p:nvSpPr>
        <p:spPr>
          <a:xfrm>
            <a:off x="4215932" y="5338943"/>
            <a:ext cx="581507" cy="58150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8" name="Picture Placeholder 112">
            <a:extLst>
              <a:ext uri="{FF2B5EF4-FFF2-40B4-BE49-F238E27FC236}">
                <a16:creationId xmlns:a16="http://schemas.microsoft.com/office/drawing/2014/main" id="{B946A00E-86B1-EEE2-51D1-99471F894045}"/>
              </a:ext>
            </a:extLst>
          </p:cNvPr>
          <p:cNvSpPr>
            <a:spLocks noGrp="1"/>
          </p:cNvSpPr>
          <p:nvPr>
            <p:ph type="pic" sz="quarter" idx="31" hasCustomPrompt="1"/>
          </p:nvPr>
        </p:nvSpPr>
        <p:spPr>
          <a:xfrm>
            <a:off x="4255771" y="1619045"/>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D0BB46C6-EA86-35DB-BA54-0F8443EA52F2}"/>
              </a:ext>
            </a:extLst>
          </p:cNvPr>
          <p:cNvSpPr>
            <a:spLocks noGrp="1"/>
          </p:cNvSpPr>
          <p:nvPr>
            <p:ph type="pic" sz="quarter" idx="37" hasCustomPrompt="1"/>
          </p:nvPr>
        </p:nvSpPr>
        <p:spPr>
          <a:xfrm>
            <a:off x="4262987" y="2570283"/>
            <a:ext cx="487397" cy="44308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20E949C0-887F-76F4-84E4-9F52A431E3F9}"/>
              </a:ext>
            </a:extLst>
          </p:cNvPr>
          <p:cNvSpPr>
            <a:spLocks noGrp="1"/>
          </p:cNvSpPr>
          <p:nvPr>
            <p:ph type="pic" sz="quarter" idx="40" hasCustomPrompt="1"/>
          </p:nvPr>
        </p:nvSpPr>
        <p:spPr>
          <a:xfrm>
            <a:off x="4270312" y="3529693"/>
            <a:ext cx="472747" cy="429771"/>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7" name="Picture Placeholder 112">
            <a:extLst>
              <a:ext uri="{FF2B5EF4-FFF2-40B4-BE49-F238E27FC236}">
                <a16:creationId xmlns:a16="http://schemas.microsoft.com/office/drawing/2014/main" id="{08E5A5B9-8F8F-58A4-61DF-8C94DB3171F1}"/>
              </a:ext>
            </a:extLst>
          </p:cNvPr>
          <p:cNvSpPr>
            <a:spLocks noGrp="1"/>
          </p:cNvSpPr>
          <p:nvPr>
            <p:ph type="pic" sz="quarter" idx="43" hasCustomPrompt="1"/>
          </p:nvPr>
        </p:nvSpPr>
        <p:spPr>
          <a:xfrm>
            <a:off x="4253788" y="4451276"/>
            <a:ext cx="505795" cy="459813"/>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0" name="Picture Placeholder 112">
            <a:extLst>
              <a:ext uri="{FF2B5EF4-FFF2-40B4-BE49-F238E27FC236}">
                <a16:creationId xmlns:a16="http://schemas.microsoft.com/office/drawing/2014/main" id="{57ACD88E-FF60-AAE6-A2CB-77D4AF2592F3}"/>
              </a:ext>
            </a:extLst>
          </p:cNvPr>
          <p:cNvSpPr>
            <a:spLocks noGrp="1"/>
          </p:cNvSpPr>
          <p:nvPr>
            <p:ph type="pic" sz="quarter" idx="46" hasCustomPrompt="1"/>
          </p:nvPr>
        </p:nvSpPr>
        <p:spPr>
          <a:xfrm>
            <a:off x="4255771" y="5397756"/>
            <a:ext cx="501829" cy="456208"/>
          </a:xfrm>
          <a:prstGeom prst="rect">
            <a:avLst/>
          </a:prstGeom>
        </p:spPr>
        <p:txBody>
          <a:bodyPr lIns="0" rIns="0" anchor="ctr"/>
          <a:lstStyle>
            <a:lvl1pPr marL="0" indent="0" algn="ctr">
              <a:buNone/>
              <a:defRPr sz="800" b="0" i="0">
                <a:solidFill>
                  <a:schemeClr val="bg1"/>
                </a:solidFill>
                <a:latin typeface="Arial" panose="020B0604020202020204" pitchFamily="34" charset="0"/>
                <a:ea typeface="Inter Light" panose="02000503000000020004" pitchFamily="2" charset="0"/>
              </a:defRPr>
            </a:lvl1pPr>
          </a:lstStyle>
          <a:p>
            <a:r>
              <a:rPr lang="en-US"/>
              <a:t>Icon here</a:t>
            </a:r>
          </a:p>
        </p:txBody>
      </p:sp>
      <p:cxnSp>
        <p:nvCxnSpPr>
          <p:cNvPr id="53" name="Straight Connector 52">
            <a:extLst>
              <a:ext uri="{FF2B5EF4-FFF2-40B4-BE49-F238E27FC236}">
                <a16:creationId xmlns:a16="http://schemas.microsoft.com/office/drawing/2014/main" id="{F3AE4483-30A7-2F45-23D2-546F7673D748}"/>
              </a:ext>
            </a:extLst>
          </p:cNvPr>
          <p:cNvCxnSpPr>
            <a:stCxn id="26" idx="7"/>
            <a:endCxn id="29" idx="2"/>
          </p:cNvCxnSpPr>
          <p:nvPr/>
        </p:nvCxnSpPr>
        <p:spPr>
          <a:xfrm flipV="1">
            <a:off x="2799907" y="1852827"/>
            <a:ext cx="1416025" cy="928621"/>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50BED66B-EB91-46DA-D1F6-42EC597C1BFE}"/>
              </a:ext>
            </a:extLst>
          </p:cNvPr>
          <p:cNvCxnSpPr>
            <a:endCxn id="31" idx="2"/>
          </p:cNvCxnSpPr>
          <p:nvPr/>
        </p:nvCxnSpPr>
        <p:spPr>
          <a:xfrm flipV="1">
            <a:off x="3140359" y="2797045"/>
            <a:ext cx="1075573" cy="462476"/>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BA92BB7-53DA-E638-41FB-8C0EED61C82E}"/>
              </a:ext>
            </a:extLst>
          </p:cNvPr>
          <p:cNvCxnSpPr>
            <a:stCxn id="26" idx="6"/>
            <a:endCxn id="33" idx="2"/>
          </p:cNvCxnSpPr>
          <p:nvPr/>
        </p:nvCxnSpPr>
        <p:spPr>
          <a:xfrm flipV="1">
            <a:off x="3196244" y="3741261"/>
            <a:ext cx="1019689" cy="332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389645CF-AFE9-509A-C935-536ED1F9AB05}"/>
              </a:ext>
            </a:extLst>
          </p:cNvPr>
          <p:cNvCxnSpPr/>
          <p:nvPr/>
        </p:nvCxnSpPr>
        <p:spPr>
          <a:xfrm>
            <a:off x="3097500" y="4278164"/>
            <a:ext cx="1118432" cy="403019"/>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713B37C-4F88-FAE7-A31A-36982F00DA89}"/>
              </a:ext>
            </a:extLst>
          </p:cNvPr>
          <p:cNvCxnSpPr>
            <a:stCxn id="26" idx="5"/>
            <a:endCxn id="37" idx="2"/>
          </p:cNvCxnSpPr>
          <p:nvPr/>
        </p:nvCxnSpPr>
        <p:spPr>
          <a:xfrm>
            <a:off x="2799907" y="4707714"/>
            <a:ext cx="1416025" cy="921983"/>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 name="Text Placeholder 49">
            <a:extLst>
              <a:ext uri="{FF2B5EF4-FFF2-40B4-BE49-F238E27FC236}">
                <a16:creationId xmlns:a16="http://schemas.microsoft.com/office/drawing/2014/main" id="{E7BB3057-5EEC-F8C3-3746-97AD5DE00C26}"/>
              </a:ext>
            </a:extLst>
          </p:cNvPr>
          <p:cNvSpPr>
            <a:spLocks noGrp="1"/>
          </p:cNvSpPr>
          <p:nvPr>
            <p:ph type="body" sz="quarter" idx="36" hasCustomPrompt="1"/>
          </p:nvPr>
        </p:nvSpPr>
        <p:spPr>
          <a:xfrm>
            <a:off x="5039707" y="14515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AF3B0929-63C1-B242-D61A-3358860CD8EA}"/>
              </a:ext>
            </a:extLst>
          </p:cNvPr>
          <p:cNvSpPr>
            <a:spLocks noGrp="1"/>
          </p:cNvSpPr>
          <p:nvPr>
            <p:ph type="body" sz="quarter" idx="47" hasCustomPrompt="1"/>
          </p:nvPr>
        </p:nvSpPr>
        <p:spPr>
          <a:xfrm>
            <a:off x="5039707" y="2402726"/>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6F181143-A049-6514-B067-964DB781C888}"/>
              </a:ext>
            </a:extLst>
          </p:cNvPr>
          <p:cNvSpPr>
            <a:spLocks noGrp="1"/>
          </p:cNvSpPr>
          <p:nvPr>
            <p:ph type="body" sz="quarter" idx="48" hasCustomPrompt="1"/>
          </p:nvPr>
        </p:nvSpPr>
        <p:spPr>
          <a:xfrm>
            <a:off x="5039707" y="3353874"/>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6" name="Text Placeholder 49">
            <a:extLst>
              <a:ext uri="{FF2B5EF4-FFF2-40B4-BE49-F238E27FC236}">
                <a16:creationId xmlns:a16="http://schemas.microsoft.com/office/drawing/2014/main" id="{73C7821A-AEEB-F8F1-0C61-ACDF2B2389BB}"/>
              </a:ext>
            </a:extLst>
          </p:cNvPr>
          <p:cNvSpPr>
            <a:spLocks noGrp="1"/>
          </p:cNvSpPr>
          <p:nvPr>
            <p:ph type="body" sz="quarter" idx="49" hasCustomPrompt="1"/>
          </p:nvPr>
        </p:nvSpPr>
        <p:spPr>
          <a:xfrm>
            <a:off x="5039707" y="4296377"/>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7" name="Text Placeholder 49">
            <a:extLst>
              <a:ext uri="{FF2B5EF4-FFF2-40B4-BE49-F238E27FC236}">
                <a16:creationId xmlns:a16="http://schemas.microsoft.com/office/drawing/2014/main" id="{92D2336A-BE5A-F78E-A094-52D5F09DC0D3}"/>
              </a:ext>
            </a:extLst>
          </p:cNvPr>
          <p:cNvSpPr>
            <a:spLocks noGrp="1"/>
          </p:cNvSpPr>
          <p:nvPr>
            <p:ph type="body" sz="quarter" idx="50" hasCustomPrompt="1"/>
          </p:nvPr>
        </p:nvSpPr>
        <p:spPr>
          <a:xfrm>
            <a:off x="5039707" y="5238880"/>
            <a:ext cx="5441653" cy="791145"/>
          </a:xfrm>
          <a:prstGeom prst="rect">
            <a:avLst/>
          </a:prstGeom>
        </p:spPr>
        <p:txBody>
          <a:bodyPr lIns="0" anchor="ctr"/>
          <a:lstStyle>
            <a:lvl1pPr marL="0" indent="0" algn="l">
              <a:buNone/>
              <a:defRPr sz="1333"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673577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6 Section Chart - Round">
    <p:spTree>
      <p:nvGrpSpPr>
        <p:cNvPr id="1" name=""/>
        <p:cNvGrpSpPr/>
        <p:nvPr/>
      </p:nvGrpSpPr>
      <p:grpSpPr>
        <a:xfrm>
          <a:off x="0" y="0"/>
          <a:ext cx="0" cy="0"/>
          <a:chOff x="0" y="0"/>
          <a:chExt cx="0" cy="0"/>
        </a:xfrm>
      </p:grpSpPr>
      <p:sp>
        <p:nvSpPr>
          <p:cNvPr id="31" name="Oval 30">
            <a:extLst>
              <a:ext uri="{FF2B5EF4-FFF2-40B4-BE49-F238E27FC236}">
                <a16:creationId xmlns:a16="http://schemas.microsoft.com/office/drawing/2014/main" id="{987FAF58-821C-43FB-7EBF-2F1F542F9A74}"/>
              </a:ext>
            </a:extLst>
          </p:cNvPr>
          <p:cNvSpPr/>
          <p:nvPr/>
        </p:nvSpPr>
        <p:spPr>
          <a:xfrm>
            <a:off x="4030661" y="1680345"/>
            <a:ext cx="4103691" cy="4130676"/>
          </a:xfrm>
          <a:prstGeom prst="ellipse">
            <a:avLst/>
          </a:prstGeom>
          <a:noFill/>
          <a:ln w="25400" cap="rnd">
            <a:solidFill>
              <a:schemeClr val="accent1"/>
            </a:solid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Oval 27">
            <a:extLst>
              <a:ext uri="{FF2B5EF4-FFF2-40B4-BE49-F238E27FC236}">
                <a16:creationId xmlns:a16="http://schemas.microsoft.com/office/drawing/2014/main" id="{364B36E0-4E7B-63AC-D6FD-A581AF6339D8}"/>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9" name="Oval 28">
            <a:extLst>
              <a:ext uri="{FF2B5EF4-FFF2-40B4-BE49-F238E27FC236}">
                <a16:creationId xmlns:a16="http://schemas.microsoft.com/office/drawing/2014/main" id="{9CDFEFB6-A37D-9D81-E277-3E68832F07C0}"/>
              </a:ext>
            </a:extLst>
          </p:cNvPr>
          <p:cNvSpPr/>
          <p:nvPr/>
        </p:nvSpPr>
        <p:spPr>
          <a:xfrm>
            <a:off x="7732625"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0" name="Oval 29">
            <a:extLst>
              <a:ext uri="{FF2B5EF4-FFF2-40B4-BE49-F238E27FC236}">
                <a16:creationId xmlns:a16="http://schemas.microsoft.com/office/drawing/2014/main" id="{D073236A-4CC6-1B72-2CBF-9F7E03B33CF4}"/>
              </a:ext>
            </a:extLst>
          </p:cNvPr>
          <p:cNvSpPr/>
          <p:nvPr/>
        </p:nvSpPr>
        <p:spPr>
          <a:xfrm>
            <a:off x="3649992" y="3343955"/>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2D58490A-35A7-3F8B-FA3D-B1486F97383F}"/>
              </a:ext>
            </a:extLst>
          </p:cNvPr>
          <p:cNvSpPr/>
          <p:nvPr/>
        </p:nvSpPr>
        <p:spPr>
          <a:xfrm>
            <a:off x="6799772"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EE7E3C90-48DB-3FD2-5A38-C9820A4FF01E}"/>
              </a:ext>
            </a:extLst>
          </p:cNvPr>
          <p:cNvSpPr/>
          <p:nvPr/>
        </p:nvSpPr>
        <p:spPr>
          <a:xfrm>
            <a:off x="6799772"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E90400D9-AF16-61C1-B556-7A0D35B96E75}"/>
              </a:ext>
            </a:extLst>
          </p:cNvPr>
          <p:cNvSpPr/>
          <p:nvPr/>
        </p:nvSpPr>
        <p:spPr>
          <a:xfrm>
            <a:off x="4561790" y="1604032"/>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5" name="Oval 34">
            <a:extLst>
              <a:ext uri="{FF2B5EF4-FFF2-40B4-BE49-F238E27FC236}">
                <a16:creationId xmlns:a16="http://schemas.microsoft.com/office/drawing/2014/main" id="{073E7D17-0597-816C-58A0-D18A85E90318}"/>
              </a:ext>
            </a:extLst>
          </p:cNvPr>
          <p:cNvSpPr/>
          <p:nvPr/>
        </p:nvSpPr>
        <p:spPr>
          <a:xfrm>
            <a:off x="4561790" y="5083879"/>
            <a:ext cx="803453" cy="80345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6" name="Picture Placeholder 112">
            <a:extLst>
              <a:ext uri="{FF2B5EF4-FFF2-40B4-BE49-F238E27FC236}">
                <a16:creationId xmlns:a16="http://schemas.microsoft.com/office/drawing/2014/main" id="{B9F53933-6C7E-AE8C-AD53-9AC85D6B5F68}"/>
              </a:ext>
            </a:extLst>
          </p:cNvPr>
          <p:cNvSpPr>
            <a:spLocks noGrp="1"/>
          </p:cNvSpPr>
          <p:nvPr>
            <p:ph type="pic" sz="quarter" idx="23" hasCustomPrompt="1"/>
          </p:nvPr>
        </p:nvSpPr>
        <p:spPr>
          <a:xfrm>
            <a:off x="4679186"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7" name="Picture Placeholder 112">
            <a:extLst>
              <a:ext uri="{FF2B5EF4-FFF2-40B4-BE49-F238E27FC236}">
                <a16:creationId xmlns:a16="http://schemas.microsoft.com/office/drawing/2014/main" id="{864A8056-F05D-BAB3-B0FA-29404105A266}"/>
              </a:ext>
            </a:extLst>
          </p:cNvPr>
          <p:cNvSpPr>
            <a:spLocks noGrp="1"/>
          </p:cNvSpPr>
          <p:nvPr>
            <p:ph type="pic" sz="quarter" idx="24" hasCustomPrompt="1"/>
          </p:nvPr>
        </p:nvSpPr>
        <p:spPr>
          <a:xfrm>
            <a:off x="6920192" y="17410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8" name="Picture Placeholder 112">
            <a:extLst>
              <a:ext uri="{FF2B5EF4-FFF2-40B4-BE49-F238E27FC236}">
                <a16:creationId xmlns:a16="http://schemas.microsoft.com/office/drawing/2014/main" id="{9B633580-2898-314F-DF65-2E4B0B108102}"/>
              </a:ext>
            </a:extLst>
          </p:cNvPr>
          <p:cNvSpPr>
            <a:spLocks noGrp="1"/>
          </p:cNvSpPr>
          <p:nvPr>
            <p:ph type="pic" sz="quarter" idx="25" hasCustomPrompt="1"/>
          </p:nvPr>
        </p:nvSpPr>
        <p:spPr>
          <a:xfrm>
            <a:off x="4679186"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Picture Placeholder 112">
            <a:extLst>
              <a:ext uri="{FF2B5EF4-FFF2-40B4-BE49-F238E27FC236}">
                <a16:creationId xmlns:a16="http://schemas.microsoft.com/office/drawing/2014/main" id="{050186F7-5853-723B-88CB-7A1C9C367C2A}"/>
              </a:ext>
            </a:extLst>
          </p:cNvPr>
          <p:cNvSpPr>
            <a:spLocks noGrp="1"/>
          </p:cNvSpPr>
          <p:nvPr>
            <p:ph type="pic" sz="quarter" idx="26" hasCustomPrompt="1"/>
          </p:nvPr>
        </p:nvSpPr>
        <p:spPr>
          <a:xfrm>
            <a:off x="6920192" y="522868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Picture Placeholder 112">
            <a:extLst>
              <a:ext uri="{FF2B5EF4-FFF2-40B4-BE49-F238E27FC236}">
                <a16:creationId xmlns:a16="http://schemas.microsoft.com/office/drawing/2014/main" id="{E388B6B1-0F4C-0CBC-F4BC-C454682431C0}"/>
              </a:ext>
            </a:extLst>
          </p:cNvPr>
          <p:cNvSpPr>
            <a:spLocks noGrp="1"/>
          </p:cNvSpPr>
          <p:nvPr>
            <p:ph type="pic" sz="quarter" idx="27" hasCustomPrompt="1"/>
          </p:nvPr>
        </p:nvSpPr>
        <p:spPr>
          <a:xfrm>
            <a:off x="3756078"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1" name="Picture Placeholder 112">
            <a:extLst>
              <a:ext uri="{FF2B5EF4-FFF2-40B4-BE49-F238E27FC236}">
                <a16:creationId xmlns:a16="http://schemas.microsoft.com/office/drawing/2014/main" id="{A1074A0C-0447-29F9-8CF5-E6F6D12E0159}"/>
              </a:ext>
            </a:extLst>
          </p:cNvPr>
          <p:cNvSpPr>
            <a:spLocks noGrp="1"/>
          </p:cNvSpPr>
          <p:nvPr>
            <p:ph type="pic" sz="quarter" idx="28" hasCustomPrompt="1"/>
          </p:nvPr>
        </p:nvSpPr>
        <p:spPr>
          <a:xfrm>
            <a:off x="7849106" y="3481162"/>
            <a:ext cx="577849" cy="525319"/>
          </a:xfrm>
          <a:prstGeom prst="rect">
            <a:avLst/>
          </a:prstGeom>
        </p:spPr>
        <p:txBody>
          <a:bodyPr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2" name="Text Placeholder 47">
            <a:extLst>
              <a:ext uri="{FF2B5EF4-FFF2-40B4-BE49-F238E27FC236}">
                <a16:creationId xmlns:a16="http://schemas.microsoft.com/office/drawing/2014/main" id="{2B91D76A-0AB5-A68C-2FB5-48215A1543BC}"/>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3" name="Text Placeholder 49">
            <a:extLst>
              <a:ext uri="{FF2B5EF4-FFF2-40B4-BE49-F238E27FC236}">
                <a16:creationId xmlns:a16="http://schemas.microsoft.com/office/drawing/2014/main" id="{4A87F7BD-2761-9217-34D4-BAAFB52F7E4C}"/>
              </a:ext>
            </a:extLst>
          </p:cNvPr>
          <p:cNvSpPr>
            <a:spLocks noGrp="1"/>
          </p:cNvSpPr>
          <p:nvPr>
            <p:ph type="body" sz="quarter" idx="30" hasCustomPrompt="1"/>
          </p:nvPr>
        </p:nvSpPr>
        <p:spPr>
          <a:xfrm>
            <a:off x="7773789" y="1830154"/>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4" name="Text Placeholder 49">
            <a:extLst>
              <a:ext uri="{FF2B5EF4-FFF2-40B4-BE49-F238E27FC236}">
                <a16:creationId xmlns:a16="http://schemas.microsoft.com/office/drawing/2014/main" id="{F0961C56-F826-92A8-1277-FA7B4E987C6F}"/>
              </a:ext>
            </a:extLst>
          </p:cNvPr>
          <p:cNvSpPr>
            <a:spLocks noGrp="1"/>
          </p:cNvSpPr>
          <p:nvPr>
            <p:ph type="body" sz="quarter" idx="31" hasCustomPrompt="1"/>
          </p:nvPr>
        </p:nvSpPr>
        <p:spPr>
          <a:xfrm>
            <a:off x="8702704" y="3574700"/>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5" name="Text Placeholder 49">
            <a:extLst>
              <a:ext uri="{FF2B5EF4-FFF2-40B4-BE49-F238E27FC236}">
                <a16:creationId xmlns:a16="http://schemas.microsoft.com/office/drawing/2014/main" id="{66AE5F31-E71A-E32C-755A-CF275C791B43}"/>
              </a:ext>
            </a:extLst>
          </p:cNvPr>
          <p:cNvSpPr>
            <a:spLocks noGrp="1"/>
          </p:cNvSpPr>
          <p:nvPr>
            <p:ph type="body" sz="quarter" idx="32" hasCustomPrompt="1"/>
          </p:nvPr>
        </p:nvSpPr>
        <p:spPr>
          <a:xfrm>
            <a:off x="7773789" y="5319247"/>
            <a:ext cx="2227689" cy="347133"/>
          </a:xfrm>
          <a:prstGeom prst="rect">
            <a:avLst/>
          </a:prstGeom>
        </p:spPr>
        <p:txBody>
          <a:bodyPr anchor="ctr"/>
          <a:lstStyle>
            <a:lvl1pPr marL="0" indent="0">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6" name="Text Placeholder 49">
            <a:extLst>
              <a:ext uri="{FF2B5EF4-FFF2-40B4-BE49-F238E27FC236}">
                <a16:creationId xmlns:a16="http://schemas.microsoft.com/office/drawing/2014/main" id="{7E583640-AC98-31D5-58B3-02BE0C259E21}"/>
              </a:ext>
            </a:extLst>
          </p:cNvPr>
          <p:cNvSpPr>
            <a:spLocks noGrp="1"/>
          </p:cNvSpPr>
          <p:nvPr>
            <p:ph type="body" sz="quarter" idx="33" hasCustomPrompt="1"/>
          </p:nvPr>
        </p:nvSpPr>
        <p:spPr>
          <a:xfrm>
            <a:off x="2167952" y="1830154"/>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7" name="Text Placeholder 49">
            <a:extLst>
              <a:ext uri="{FF2B5EF4-FFF2-40B4-BE49-F238E27FC236}">
                <a16:creationId xmlns:a16="http://schemas.microsoft.com/office/drawing/2014/main" id="{6418E038-AB91-2E9A-E4EE-188EC2DCFFA0}"/>
              </a:ext>
            </a:extLst>
          </p:cNvPr>
          <p:cNvSpPr>
            <a:spLocks noGrp="1"/>
          </p:cNvSpPr>
          <p:nvPr>
            <p:ph type="body" sz="quarter" idx="34" hasCustomPrompt="1"/>
          </p:nvPr>
        </p:nvSpPr>
        <p:spPr>
          <a:xfrm>
            <a:off x="1261608" y="3574700"/>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
        <p:nvSpPr>
          <p:cNvPr id="48" name="Text Placeholder 49">
            <a:extLst>
              <a:ext uri="{FF2B5EF4-FFF2-40B4-BE49-F238E27FC236}">
                <a16:creationId xmlns:a16="http://schemas.microsoft.com/office/drawing/2014/main" id="{1110B798-5778-8B43-3A69-AC5E16C46AC0}"/>
              </a:ext>
            </a:extLst>
          </p:cNvPr>
          <p:cNvSpPr>
            <a:spLocks noGrp="1"/>
          </p:cNvSpPr>
          <p:nvPr>
            <p:ph type="body" sz="quarter" idx="35" hasCustomPrompt="1"/>
          </p:nvPr>
        </p:nvSpPr>
        <p:spPr>
          <a:xfrm>
            <a:off x="2167952" y="5319247"/>
            <a:ext cx="2229117" cy="347133"/>
          </a:xfrm>
          <a:prstGeom prst="rect">
            <a:avLst/>
          </a:prstGeom>
        </p:spPr>
        <p:txBody>
          <a:bodyPr anchor="ctr"/>
          <a:lstStyle>
            <a:lvl1pPr marL="0" indent="0" algn="r">
              <a:buNone/>
              <a:defRPr sz="1467" b="0" i="0">
                <a:solidFill>
                  <a:schemeClr val="tx2"/>
                </a:solidFill>
                <a:latin typeface="Arial" panose="020B0604020202020204" pitchFamily="34" charset="0"/>
                <a:ea typeface="Inter Medium"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p:txBody>
      </p:sp>
    </p:spTree>
    <p:extLst>
      <p:ext uri="{BB962C8B-B14F-4D97-AF65-F5344CB8AC3E}">
        <p14:creationId xmlns:p14="http://schemas.microsoft.com/office/powerpoint/2010/main" val="181331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6 Section Char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D61EB70-DA2E-3E8C-60CB-EB98907C768C}"/>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8" name="Straight Connector 27">
            <a:extLst>
              <a:ext uri="{FF2B5EF4-FFF2-40B4-BE49-F238E27FC236}">
                <a16:creationId xmlns:a16="http://schemas.microsoft.com/office/drawing/2014/main" id="{35DA1889-D839-44DD-F9A5-388A5C9FBE7C}"/>
              </a:ext>
            </a:extLst>
          </p:cNvPr>
          <p:cNvCxnSpPr>
            <a:stCxn id="53" idx="3"/>
            <a:endCxn id="33" idx="1"/>
          </p:cNvCxnSpPr>
          <p:nvPr/>
        </p:nvCxnSpPr>
        <p:spPr>
          <a:xfrm flipV="1">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1C59C9A-100C-C6A3-0CAC-5E70E37A167D}"/>
              </a:ext>
            </a:extLst>
          </p:cNvPr>
          <p:cNvCxnSpPr>
            <a:stCxn id="31" idx="3"/>
            <a:endCxn id="55" idx="1"/>
          </p:cNvCxnSpPr>
          <p:nvPr/>
        </p:nvCxnSpPr>
        <p:spPr>
          <a:xfrm>
            <a:off x="4025294" y="2191826"/>
            <a:ext cx="4122060" cy="3135085"/>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9CA057-37FB-2C2F-DAA6-1A5C2641E71E}"/>
              </a:ext>
            </a:extLst>
          </p:cNvPr>
          <p:cNvCxnSpPr>
            <a:stCxn id="43" idx="3"/>
            <a:endCxn id="45" idx="1"/>
          </p:cNvCxnSpPr>
          <p:nvPr/>
        </p:nvCxnSpPr>
        <p:spPr>
          <a:xfrm>
            <a:off x="4025294" y="3745971"/>
            <a:ext cx="4122060" cy="0"/>
          </a:xfrm>
          <a:prstGeom prst="line">
            <a:avLst/>
          </a:prstGeom>
          <a:ln w="25400" cap="rnd">
            <a:solidFill>
              <a:schemeClr val="accent1"/>
            </a:solidFill>
            <a:prstDash val="sysDot"/>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1" name="Rounded Rectangle 30">
            <a:extLst>
              <a:ext uri="{FF2B5EF4-FFF2-40B4-BE49-F238E27FC236}">
                <a16:creationId xmlns:a16="http://schemas.microsoft.com/office/drawing/2014/main" id="{6AEE7404-1234-AC48-01F7-D37B8FB0004A}"/>
              </a:ext>
            </a:extLst>
          </p:cNvPr>
          <p:cNvSpPr/>
          <p:nvPr/>
        </p:nvSpPr>
        <p:spPr>
          <a:xfrm>
            <a:off x="1083733" y="1571543"/>
            <a:ext cx="2941560" cy="1240565"/>
          </a:xfrm>
          <a:prstGeom prst="roundRect">
            <a:avLst>
              <a:gd name="adj" fmla="val 973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0E18FACF-7F83-1F09-0B56-C8A200583E1B}"/>
              </a:ext>
            </a:extLst>
          </p:cNvPr>
          <p:cNvSpPr/>
          <p:nvPr/>
        </p:nvSpPr>
        <p:spPr>
          <a:xfrm>
            <a:off x="1245468"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Rounded Rectangle 32">
            <a:extLst>
              <a:ext uri="{FF2B5EF4-FFF2-40B4-BE49-F238E27FC236}">
                <a16:creationId xmlns:a16="http://schemas.microsoft.com/office/drawing/2014/main" id="{C637D6BF-CF0C-5826-C171-CFA73D159A1E}"/>
              </a:ext>
            </a:extLst>
          </p:cNvPr>
          <p:cNvSpPr/>
          <p:nvPr/>
        </p:nvSpPr>
        <p:spPr>
          <a:xfrm>
            <a:off x="8147353" y="1571543"/>
            <a:ext cx="2941560" cy="1240565"/>
          </a:xfrm>
          <a:prstGeom prst="roundRect">
            <a:avLst>
              <a:gd name="adj" fmla="val 1143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Picture Placeholder 112">
            <a:extLst>
              <a:ext uri="{FF2B5EF4-FFF2-40B4-BE49-F238E27FC236}">
                <a16:creationId xmlns:a16="http://schemas.microsoft.com/office/drawing/2014/main" id="{858658D9-972D-0F97-69B4-1A823F81AC19}"/>
              </a:ext>
            </a:extLst>
          </p:cNvPr>
          <p:cNvSpPr>
            <a:spLocks noGrp="1"/>
          </p:cNvSpPr>
          <p:nvPr>
            <p:ph type="pic" sz="quarter" idx="33" hasCustomPrompt="1"/>
          </p:nvPr>
        </p:nvSpPr>
        <p:spPr>
          <a:xfrm>
            <a:off x="1285418" y="1395700"/>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9" name="Oval 38">
            <a:extLst>
              <a:ext uri="{FF2B5EF4-FFF2-40B4-BE49-F238E27FC236}">
                <a16:creationId xmlns:a16="http://schemas.microsoft.com/office/drawing/2014/main" id="{1BBD9747-61E4-D6AB-8073-9A3FA5620570}"/>
              </a:ext>
            </a:extLst>
          </p:cNvPr>
          <p:cNvSpPr/>
          <p:nvPr/>
        </p:nvSpPr>
        <p:spPr>
          <a:xfrm>
            <a:off x="4729329" y="2383607"/>
            <a:ext cx="2706355" cy="272415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0" name="Text Placeholder 47">
            <a:extLst>
              <a:ext uri="{FF2B5EF4-FFF2-40B4-BE49-F238E27FC236}">
                <a16:creationId xmlns:a16="http://schemas.microsoft.com/office/drawing/2014/main" id="{B586C14D-08A7-6635-AA43-5F457142F072}"/>
              </a:ext>
            </a:extLst>
          </p:cNvPr>
          <p:cNvSpPr>
            <a:spLocks noGrp="1"/>
          </p:cNvSpPr>
          <p:nvPr>
            <p:ph type="body" sz="quarter" idx="29" hasCustomPrompt="1"/>
          </p:nvPr>
        </p:nvSpPr>
        <p:spPr>
          <a:xfrm>
            <a:off x="5000890" y="3037123"/>
            <a:ext cx="2163233" cy="1413395"/>
          </a:xfrm>
          <a:prstGeom prst="rect">
            <a:avLst/>
          </a:prstGeom>
        </p:spPr>
        <p:txBody>
          <a:bodyPr anchor="ctr"/>
          <a:lstStyle>
            <a:lvl1pPr marL="0" indent="0" algn="ctr">
              <a:buNone/>
              <a:defRPr b="0" i="0">
                <a:solidFill>
                  <a:schemeClr val="tx2"/>
                </a:solidFill>
                <a:latin typeface="Arial" panose="020B0604020202020204" pitchFamily="34" charset="0"/>
                <a:ea typeface="Inter Medium" panose="02000503000000020004" pitchFamily="2" charset="0"/>
              </a:defRPr>
            </a:lvl1pPr>
          </a:lstStyle>
          <a:p>
            <a:pPr lvl="0"/>
            <a:r>
              <a:rPr lang="en-US"/>
              <a:t>Subhead graphic title</a:t>
            </a:r>
          </a:p>
        </p:txBody>
      </p:sp>
      <p:sp>
        <p:nvSpPr>
          <p:cNvPr id="41" name="Oval 40">
            <a:extLst>
              <a:ext uri="{FF2B5EF4-FFF2-40B4-BE49-F238E27FC236}">
                <a16:creationId xmlns:a16="http://schemas.microsoft.com/office/drawing/2014/main" id="{FAC34EE7-71EE-5E6C-DF0F-D27418B86F14}"/>
              </a:ext>
            </a:extLst>
          </p:cNvPr>
          <p:cNvSpPr/>
          <p:nvPr/>
        </p:nvSpPr>
        <p:spPr>
          <a:xfrm>
            <a:off x="8312696" y="1335688"/>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C69FB88-5741-6D7A-1C94-5413D7F3B9DC}"/>
              </a:ext>
            </a:extLst>
          </p:cNvPr>
          <p:cNvSpPr>
            <a:spLocks noGrp="1"/>
          </p:cNvSpPr>
          <p:nvPr>
            <p:ph type="pic" sz="quarter" idx="39" hasCustomPrompt="1"/>
          </p:nvPr>
        </p:nvSpPr>
        <p:spPr>
          <a:xfrm>
            <a:off x="8352646" y="1386281"/>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3" name="Rounded Rectangle 42">
            <a:extLst>
              <a:ext uri="{FF2B5EF4-FFF2-40B4-BE49-F238E27FC236}">
                <a16:creationId xmlns:a16="http://schemas.microsoft.com/office/drawing/2014/main" id="{DF0F745A-37C9-CB69-170A-6CF84A40DC20}"/>
              </a:ext>
            </a:extLst>
          </p:cNvPr>
          <p:cNvSpPr/>
          <p:nvPr/>
        </p:nvSpPr>
        <p:spPr>
          <a:xfrm>
            <a:off x="1083733" y="3125688"/>
            <a:ext cx="2941560" cy="1240565"/>
          </a:xfrm>
          <a:prstGeom prst="roundRect">
            <a:avLst>
              <a:gd name="adj" fmla="val 938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4" name="Oval 43">
            <a:extLst>
              <a:ext uri="{FF2B5EF4-FFF2-40B4-BE49-F238E27FC236}">
                <a16:creationId xmlns:a16="http://schemas.microsoft.com/office/drawing/2014/main" id="{945B3042-F175-CB8D-8B80-EC1BE5896573}"/>
              </a:ext>
            </a:extLst>
          </p:cNvPr>
          <p:cNvSpPr/>
          <p:nvPr/>
        </p:nvSpPr>
        <p:spPr>
          <a:xfrm>
            <a:off x="1245468"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5" name="Rounded Rectangle 44">
            <a:extLst>
              <a:ext uri="{FF2B5EF4-FFF2-40B4-BE49-F238E27FC236}">
                <a16:creationId xmlns:a16="http://schemas.microsoft.com/office/drawing/2014/main" id="{CF2F3333-5937-7AE7-9E89-9A3F014429D8}"/>
              </a:ext>
            </a:extLst>
          </p:cNvPr>
          <p:cNvSpPr/>
          <p:nvPr/>
        </p:nvSpPr>
        <p:spPr>
          <a:xfrm>
            <a:off x="8147353" y="3125688"/>
            <a:ext cx="2941560" cy="1240565"/>
          </a:xfrm>
          <a:prstGeom prst="roundRect">
            <a:avLst>
              <a:gd name="adj" fmla="val 1075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46" name="Picture Placeholder 112">
            <a:extLst>
              <a:ext uri="{FF2B5EF4-FFF2-40B4-BE49-F238E27FC236}">
                <a16:creationId xmlns:a16="http://schemas.microsoft.com/office/drawing/2014/main" id="{0FF5A5AC-B449-0EBB-94D7-62ACADCD853F}"/>
              </a:ext>
            </a:extLst>
          </p:cNvPr>
          <p:cNvSpPr>
            <a:spLocks noGrp="1"/>
          </p:cNvSpPr>
          <p:nvPr>
            <p:ph type="pic" sz="quarter" idx="40" hasCustomPrompt="1"/>
          </p:nvPr>
        </p:nvSpPr>
        <p:spPr>
          <a:xfrm>
            <a:off x="1285418" y="294984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1" name="Oval 50">
            <a:extLst>
              <a:ext uri="{FF2B5EF4-FFF2-40B4-BE49-F238E27FC236}">
                <a16:creationId xmlns:a16="http://schemas.microsoft.com/office/drawing/2014/main" id="{365441C8-E596-1CD8-0365-04FFE0FEFDCE}"/>
              </a:ext>
            </a:extLst>
          </p:cNvPr>
          <p:cNvSpPr/>
          <p:nvPr/>
        </p:nvSpPr>
        <p:spPr>
          <a:xfrm>
            <a:off x="8312696" y="288983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2" name="Picture Placeholder 112">
            <a:extLst>
              <a:ext uri="{FF2B5EF4-FFF2-40B4-BE49-F238E27FC236}">
                <a16:creationId xmlns:a16="http://schemas.microsoft.com/office/drawing/2014/main" id="{BB400EB7-B818-CE92-E397-BD564EB4F2BC}"/>
              </a:ext>
            </a:extLst>
          </p:cNvPr>
          <p:cNvSpPr>
            <a:spLocks noGrp="1"/>
          </p:cNvSpPr>
          <p:nvPr>
            <p:ph type="pic" sz="quarter" idx="45" hasCustomPrompt="1"/>
          </p:nvPr>
        </p:nvSpPr>
        <p:spPr>
          <a:xfrm>
            <a:off x="8352646" y="294042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3" name="Rounded Rectangle 52">
            <a:extLst>
              <a:ext uri="{FF2B5EF4-FFF2-40B4-BE49-F238E27FC236}">
                <a16:creationId xmlns:a16="http://schemas.microsoft.com/office/drawing/2014/main" id="{38E120ED-B620-D687-77A0-B7092665A331}"/>
              </a:ext>
            </a:extLst>
          </p:cNvPr>
          <p:cNvSpPr/>
          <p:nvPr/>
        </p:nvSpPr>
        <p:spPr>
          <a:xfrm>
            <a:off x="1083733" y="4706628"/>
            <a:ext cx="2941560" cy="1240565"/>
          </a:xfrm>
          <a:prstGeom prst="roundRect">
            <a:avLst>
              <a:gd name="adj" fmla="val 104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4" name="Oval 53">
            <a:extLst>
              <a:ext uri="{FF2B5EF4-FFF2-40B4-BE49-F238E27FC236}">
                <a16:creationId xmlns:a16="http://schemas.microsoft.com/office/drawing/2014/main" id="{CEB04FD7-950C-6B2D-1AD5-FB18FD52C74D}"/>
              </a:ext>
            </a:extLst>
          </p:cNvPr>
          <p:cNvSpPr/>
          <p:nvPr/>
        </p:nvSpPr>
        <p:spPr>
          <a:xfrm>
            <a:off x="1245468"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5" name="Rounded Rectangle 54">
            <a:extLst>
              <a:ext uri="{FF2B5EF4-FFF2-40B4-BE49-F238E27FC236}">
                <a16:creationId xmlns:a16="http://schemas.microsoft.com/office/drawing/2014/main" id="{D12B1679-5F2B-615F-8048-7679CECFC144}"/>
              </a:ext>
            </a:extLst>
          </p:cNvPr>
          <p:cNvSpPr/>
          <p:nvPr/>
        </p:nvSpPr>
        <p:spPr>
          <a:xfrm>
            <a:off x="8147353" y="4706628"/>
            <a:ext cx="2941560" cy="1240565"/>
          </a:xfrm>
          <a:prstGeom prst="roundRect">
            <a:avLst>
              <a:gd name="adj" fmla="val 1007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6" name="Picture Placeholder 112">
            <a:extLst>
              <a:ext uri="{FF2B5EF4-FFF2-40B4-BE49-F238E27FC236}">
                <a16:creationId xmlns:a16="http://schemas.microsoft.com/office/drawing/2014/main" id="{3409346C-A306-DD22-8CEF-6FEACDA08507}"/>
              </a:ext>
            </a:extLst>
          </p:cNvPr>
          <p:cNvSpPr>
            <a:spLocks noGrp="1"/>
          </p:cNvSpPr>
          <p:nvPr>
            <p:ph type="pic" sz="quarter" idx="46" hasCustomPrompt="1"/>
          </p:nvPr>
        </p:nvSpPr>
        <p:spPr>
          <a:xfrm>
            <a:off x="1285418" y="4530785"/>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1" name="Oval 60">
            <a:extLst>
              <a:ext uri="{FF2B5EF4-FFF2-40B4-BE49-F238E27FC236}">
                <a16:creationId xmlns:a16="http://schemas.microsoft.com/office/drawing/2014/main" id="{BB111611-2E59-3833-899E-DCFB76991CD1}"/>
              </a:ext>
            </a:extLst>
          </p:cNvPr>
          <p:cNvSpPr/>
          <p:nvPr/>
        </p:nvSpPr>
        <p:spPr>
          <a:xfrm>
            <a:off x="8312696" y="4470773"/>
            <a:ext cx="477561" cy="4775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62" name="Picture Placeholder 112">
            <a:extLst>
              <a:ext uri="{FF2B5EF4-FFF2-40B4-BE49-F238E27FC236}">
                <a16:creationId xmlns:a16="http://schemas.microsoft.com/office/drawing/2014/main" id="{46B8A9EC-E38A-B675-ACCA-023FD37C9955}"/>
              </a:ext>
            </a:extLst>
          </p:cNvPr>
          <p:cNvSpPr>
            <a:spLocks noGrp="1"/>
          </p:cNvSpPr>
          <p:nvPr>
            <p:ph type="pic" sz="quarter" idx="51" hasCustomPrompt="1"/>
          </p:nvPr>
        </p:nvSpPr>
        <p:spPr>
          <a:xfrm>
            <a:off x="8352646" y="4521367"/>
            <a:ext cx="397660" cy="361512"/>
          </a:xfrm>
          <a:prstGeom prst="rect">
            <a:avLst/>
          </a:prstGeom>
        </p:spPr>
        <p:txBody>
          <a:bodyPr lIns="0" tIns="0" rIns="0" b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2" name="Text Placeholder 49">
            <a:extLst>
              <a:ext uri="{FF2B5EF4-FFF2-40B4-BE49-F238E27FC236}">
                <a16:creationId xmlns:a16="http://schemas.microsoft.com/office/drawing/2014/main" id="{0DA5660B-3A0D-2EB8-F8D0-BEE1FA960206}"/>
              </a:ext>
            </a:extLst>
          </p:cNvPr>
          <p:cNvSpPr>
            <a:spLocks noGrp="1"/>
          </p:cNvSpPr>
          <p:nvPr>
            <p:ph type="body" sz="quarter" idx="36" hasCustomPrompt="1"/>
          </p:nvPr>
        </p:nvSpPr>
        <p:spPr>
          <a:xfrm>
            <a:off x="1252250"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42FAF749-992E-8470-434D-0ABEF1A4FF9E}"/>
              </a:ext>
            </a:extLst>
          </p:cNvPr>
          <p:cNvSpPr>
            <a:spLocks noGrp="1"/>
          </p:cNvSpPr>
          <p:nvPr>
            <p:ph type="body" sz="quarter" idx="52" hasCustomPrompt="1"/>
          </p:nvPr>
        </p:nvSpPr>
        <p:spPr>
          <a:xfrm>
            <a:off x="1252250"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8084E2F4-B06E-3E69-3975-DAB78E520476}"/>
              </a:ext>
            </a:extLst>
          </p:cNvPr>
          <p:cNvSpPr>
            <a:spLocks noGrp="1"/>
          </p:cNvSpPr>
          <p:nvPr>
            <p:ph type="body" sz="quarter" idx="53" hasCustomPrompt="1"/>
          </p:nvPr>
        </p:nvSpPr>
        <p:spPr>
          <a:xfrm>
            <a:off x="1252250"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9" name="Text Placeholder 49">
            <a:extLst>
              <a:ext uri="{FF2B5EF4-FFF2-40B4-BE49-F238E27FC236}">
                <a16:creationId xmlns:a16="http://schemas.microsoft.com/office/drawing/2014/main" id="{8D69717D-DC15-5D97-77FE-DD8090227E80}"/>
              </a:ext>
            </a:extLst>
          </p:cNvPr>
          <p:cNvSpPr>
            <a:spLocks noGrp="1"/>
          </p:cNvSpPr>
          <p:nvPr>
            <p:ph type="body" sz="quarter" idx="54" hasCustomPrompt="1"/>
          </p:nvPr>
        </p:nvSpPr>
        <p:spPr>
          <a:xfrm>
            <a:off x="8313008" y="1906427"/>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0" name="Text Placeholder 49">
            <a:extLst>
              <a:ext uri="{FF2B5EF4-FFF2-40B4-BE49-F238E27FC236}">
                <a16:creationId xmlns:a16="http://schemas.microsoft.com/office/drawing/2014/main" id="{A7087F67-143A-C183-6928-E2669EEB834C}"/>
              </a:ext>
            </a:extLst>
          </p:cNvPr>
          <p:cNvSpPr>
            <a:spLocks noGrp="1"/>
          </p:cNvSpPr>
          <p:nvPr>
            <p:ph type="body" sz="quarter" idx="55" hasCustomPrompt="1"/>
          </p:nvPr>
        </p:nvSpPr>
        <p:spPr>
          <a:xfrm>
            <a:off x="8313008" y="3486086"/>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
        <p:nvSpPr>
          <p:cNvPr id="11" name="Text Placeholder 49">
            <a:extLst>
              <a:ext uri="{FF2B5EF4-FFF2-40B4-BE49-F238E27FC236}">
                <a16:creationId xmlns:a16="http://schemas.microsoft.com/office/drawing/2014/main" id="{D622B7B9-BFE6-82BC-A352-3254D070CFFA}"/>
              </a:ext>
            </a:extLst>
          </p:cNvPr>
          <p:cNvSpPr>
            <a:spLocks noGrp="1"/>
          </p:cNvSpPr>
          <p:nvPr>
            <p:ph type="body" sz="quarter" idx="56" hasCustomPrompt="1"/>
          </p:nvPr>
        </p:nvSpPr>
        <p:spPr>
          <a:xfrm>
            <a:off x="8313008" y="5055143"/>
            <a:ext cx="2603677" cy="878887"/>
          </a:xfrm>
          <a:prstGeom prst="rect">
            <a:avLst/>
          </a:prstGeom>
        </p:spPr>
        <p:txBody>
          <a:bodyPr lIns="0" anchor="t"/>
          <a:lstStyle>
            <a:lvl1pPr marL="0" indent="0" algn="l">
              <a:buNone/>
              <a:defRPr sz="1067"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br>
              <a:rPr lang="en-US"/>
            </a:br>
            <a:r>
              <a:rPr lang="en-US"/>
              <a:t>sed diam </a:t>
            </a:r>
            <a:r>
              <a:rPr lang="en-US" err="1"/>
              <a:t>nonummy</a:t>
            </a:r>
            <a:r>
              <a:rPr lang="en-US"/>
              <a:t> </a:t>
            </a:r>
            <a:r>
              <a:rPr lang="en-US" err="1"/>
              <a:t>nibh</a:t>
            </a:r>
            <a:endParaRPr lang="en-US"/>
          </a:p>
        </p:txBody>
      </p:sp>
    </p:spTree>
    <p:extLst>
      <p:ext uri="{BB962C8B-B14F-4D97-AF65-F5344CB8AC3E}">
        <p14:creationId xmlns:p14="http://schemas.microsoft.com/office/powerpoint/2010/main" val="2057447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Pyramid Chart - 5 Layers">
    <p:spTree>
      <p:nvGrpSpPr>
        <p:cNvPr id="1" name=""/>
        <p:cNvGrpSpPr/>
        <p:nvPr/>
      </p:nvGrpSpPr>
      <p:grpSpPr>
        <a:xfrm>
          <a:off x="0" y="0"/>
          <a:ext cx="0" cy="0"/>
          <a:chOff x="0" y="0"/>
          <a:chExt cx="0" cy="0"/>
        </a:xfrm>
      </p:grpSpPr>
      <p:sp>
        <p:nvSpPr>
          <p:cNvPr id="7" name="Round Same Side Corner Rectangle 6">
            <a:extLst>
              <a:ext uri="{FF2B5EF4-FFF2-40B4-BE49-F238E27FC236}">
                <a16:creationId xmlns:a16="http://schemas.microsoft.com/office/drawing/2014/main" id="{3DC764D8-0F58-2E6B-B1B2-E072DD67707B}"/>
              </a:ext>
            </a:extLst>
          </p:cNvPr>
          <p:cNvSpPr/>
          <p:nvPr/>
        </p:nvSpPr>
        <p:spPr>
          <a:xfrm rot="5400000">
            <a:off x="4065131" y="3747447"/>
            <a:ext cx="862672" cy="3199067"/>
          </a:xfrm>
          <a:prstGeom prst="round2SameRect">
            <a:avLst>
              <a:gd name="adj1" fmla="val 50000"/>
              <a:gd name="adj2" fmla="val 0"/>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3813829" y="3125459"/>
            <a:ext cx="873288"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 name="Round Same Side Corner Rectangle 2">
            <a:extLst>
              <a:ext uri="{FF2B5EF4-FFF2-40B4-BE49-F238E27FC236}">
                <a16:creationId xmlns:a16="http://schemas.microsoft.com/office/drawing/2014/main" id="{C5F7FE41-CAAD-EB3E-19F2-B8694F665032}"/>
              </a:ext>
            </a:extLst>
          </p:cNvPr>
          <p:cNvSpPr/>
          <p:nvPr/>
        </p:nvSpPr>
        <p:spPr>
          <a:xfrm rot="5400000">
            <a:off x="3096405" y="1230949"/>
            <a:ext cx="865528" cy="1264468"/>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 Same Side Corner Rectangle 3">
            <a:extLst>
              <a:ext uri="{FF2B5EF4-FFF2-40B4-BE49-F238E27FC236}">
                <a16:creationId xmlns:a16="http://schemas.microsoft.com/office/drawing/2014/main" id="{7B5DB766-9E52-1193-B8EB-A8658F544074}"/>
              </a:ext>
            </a:extLst>
          </p:cNvPr>
          <p:cNvSpPr/>
          <p:nvPr/>
        </p:nvSpPr>
        <p:spPr>
          <a:xfrm rot="5400000">
            <a:off x="3321839" y="1871041"/>
            <a:ext cx="873291" cy="1723101"/>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 Same Side Corner Rectangle 4">
            <a:extLst>
              <a:ext uri="{FF2B5EF4-FFF2-40B4-BE49-F238E27FC236}">
                <a16:creationId xmlns:a16="http://schemas.microsoft.com/office/drawing/2014/main" id="{5DFD063A-DC23-EF19-EE34-F1B66418ADA8}"/>
              </a:ext>
            </a:extLst>
          </p:cNvPr>
          <p:cNvSpPr/>
          <p:nvPr/>
        </p:nvSpPr>
        <p:spPr>
          <a:xfrm rot="5400000">
            <a:off x="3582720" y="2479696"/>
            <a:ext cx="876872" cy="2248445"/>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44465381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893" y="162449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893" y="2431630"/>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893" y="330010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3" name="Picture Placeholder 112">
            <a:extLst>
              <a:ext uri="{FF2B5EF4-FFF2-40B4-BE49-F238E27FC236}">
                <a16:creationId xmlns:a16="http://schemas.microsoft.com/office/drawing/2014/main" id="{E9F93245-7FDC-7C16-7995-54104943A58C}"/>
              </a:ext>
            </a:extLst>
          </p:cNvPr>
          <p:cNvSpPr>
            <a:spLocks noGrp="1"/>
          </p:cNvSpPr>
          <p:nvPr>
            <p:ph type="pic" sz="quarter" idx="34" hasCustomPrompt="1"/>
          </p:nvPr>
        </p:nvSpPr>
        <p:spPr>
          <a:xfrm>
            <a:off x="2586893" y="4160222"/>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893" y="503977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5" name="Text Placeholder 69">
            <a:extLst>
              <a:ext uri="{FF2B5EF4-FFF2-40B4-BE49-F238E27FC236}">
                <a16:creationId xmlns:a16="http://schemas.microsoft.com/office/drawing/2014/main" id="{E4D75360-DFCB-C0BE-E9ED-115D736BA17D}"/>
              </a:ext>
            </a:extLst>
          </p:cNvPr>
          <p:cNvSpPr>
            <a:spLocks noGrp="1"/>
          </p:cNvSpPr>
          <p:nvPr>
            <p:ph type="body" sz="quarter" idx="36" hasCustomPrompt="1"/>
          </p:nvPr>
        </p:nvSpPr>
        <p:spPr>
          <a:xfrm>
            <a:off x="3330987" y="1602647"/>
            <a:ext cx="8304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16" name="Text Placeholder 69">
            <a:extLst>
              <a:ext uri="{FF2B5EF4-FFF2-40B4-BE49-F238E27FC236}">
                <a16:creationId xmlns:a16="http://schemas.microsoft.com/office/drawing/2014/main" id="{8AC9C18A-7BEC-05AE-C0FF-A0CAF4C503F2}"/>
              </a:ext>
            </a:extLst>
          </p:cNvPr>
          <p:cNvSpPr>
            <a:spLocks noGrp="1"/>
          </p:cNvSpPr>
          <p:nvPr>
            <p:ph type="body" sz="quarter" idx="37" hasCustomPrompt="1"/>
          </p:nvPr>
        </p:nvSpPr>
        <p:spPr>
          <a:xfrm>
            <a:off x="3804690" y="2441333"/>
            <a:ext cx="815345"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17" name="Text Placeholder 69">
            <a:extLst>
              <a:ext uri="{FF2B5EF4-FFF2-40B4-BE49-F238E27FC236}">
                <a16:creationId xmlns:a16="http://schemas.microsoft.com/office/drawing/2014/main" id="{FA1E1EDA-F8C3-90B3-B0D0-07C8A1D11614}"/>
              </a:ext>
            </a:extLst>
          </p:cNvPr>
          <p:cNvSpPr>
            <a:spLocks noGrp="1"/>
          </p:cNvSpPr>
          <p:nvPr>
            <p:ph type="body" sz="quarter" idx="38" hasCustomPrompt="1"/>
          </p:nvPr>
        </p:nvSpPr>
        <p:spPr>
          <a:xfrm>
            <a:off x="4262861" y="3334378"/>
            <a:ext cx="88251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4767626" y="4188596"/>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19" name="Text Placeholder 69">
            <a:extLst>
              <a:ext uri="{FF2B5EF4-FFF2-40B4-BE49-F238E27FC236}">
                <a16:creationId xmlns:a16="http://schemas.microsoft.com/office/drawing/2014/main" id="{B38B50AF-0886-122B-F165-D9306CD5B155}"/>
              </a:ext>
            </a:extLst>
          </p:cNvPr>
          <p:cNvSpPr>
            <a:spLocks noGrp="1"/>
          </p:cNvSpPr>
          <p:nvPr>
            <p:ph type="body" sz="quarter" idx="40" hasCustomPrompt="1"/>
          </p:nvPr>
        </p:nvSpPr>
        <p:spPr>
          <a:xfrm>
            <a:off x="5272389" y="5097172"/>
            <a:ext cx="823612"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05</a:t>
            </a:r>
          </a:p>
        </p:txBody>
      </p:sp>
      <p:sp>
        <p:nvSpPr>
          <p:cNvPr id="30" name="Oval 29">
            <a:extLst>
              <a:ext uri="{FF2B5EF4-FFF2-40B4-BE49-F238E27FC236}">
                <a16:creationId xmlns:a16="http://schemas.microsoft.com/office/drawing/2014/main" id="{913FDFF3-D385-0BAF-CF8E-2DDC03FAA324}"/>
              </a:ext>
            </a:extLst>
          </p:cNvPr>
          <p:cNvSpPr/>
          <p:nvPr/>
        </p:nvSpPr>
        <p:spPr>
          <a:xfrm>
            <a:off x="7009951" y="1254935"/>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205911"/>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160951"/>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110224"/>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4" name="Oval 33">
            <a:extLst>
              <a:ext uri="{FF2B5EF4-FFF2-40B4-BE49-F238E27FC236}">
                <a16:creationId xmlns:a16="http://schemas.microsoft.com/office/drawing/2014/main" id="{46F763D6-4B8A-2495-52CB-F9CE7456F1BE}"/>
              </a:ext>
            </a:extLst>
          </p:cNvPr>
          <p:cNvSpPr/>
          <p:nvPr/>
        </p:nvSpPr>
        <p:spPr>
          <a:xfrm>
            <a:off x="7009951" y="5051922"/>
            <a:ext cx="270933" cy="27093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49">
            <a:extLst>
              <a:ext uri="{FF2B5EF4-FFF2-40B4-BE49-F238E27FC236}">
                <a16:creationId xmlns:a16="http://schemas.microsoft.com/office/drawing/2014/main" id="{546FAC1E-7203-C93D-3217-5A0D441C5565}"/>
              </a:ext>
            </a:extLst>
          </p:cNvPr>
          <p:cNvSpPr>
            <a:spLocks noGrp="1"/>
          </p:cNvSpPr>
          <p:nvPr>
            <p:ph type="body" sz="quarter" idx="51" hasCustomPrompt="1"/>
          </p:nvPr>
        </p:nvSpPr>
        <p:spPr>
          <a:xfrm>
            <a:off x="7419356" y="125493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5" name="Text Placeholder 49">
            <a:extLst>
              <a:ext uri="{FF2B5EF4-FFF2-40B4-BE49-F238E27FC236}">
                <a16:creationId xmlns:a16="http://schemas.microsoft.com/office/drawing/2014/main" id="{DB1CEDBE-7742-3C59-56A2-785DED413545}"/>
              </a:ext>
            </a:extLst>
          </p:cNvPr>
          <p:cNvSpPr>
            <a:spLocks noGrp="1"/>
          </p:cNvSpPr>
          <p:nvPr>
            <p:ph type="body" sz="quarter" idx="52" hasCustomPrompt="1"/>
          </p:nvPr>
        </p:nvSpPr>
        <p:spPr>
          <a:xfrm>
            <a:off x="7419356" y="220591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6" name="Text Placeholder 49">
            <a:extLst>
              <a:ext uri="{FF2B5EF4-FFF2-40B4-BE49-F238E27FC236}">
                <a16:creationId xmlns:a16="http://schemas.microsoft.com/office/drawing/2014/main" id="{ACA8101E-6387-15AB-491B-84B2C1F85F4E}"/>
              </a:ext>
            </a:extLst>
          </p:cNvPr>
          <p:cNvSpPr>
            <a:spLocks noGrp="1"/>
          </p:cNvSpPr>
          <p:nvPr>
            <p:ph type="body" sz="quarter" idx="53" hasCustomPrompt="1"/>
          </p:nvPr>
        </p:nvSpPr>
        <p:spPr>
          <a:xfrm>
            <a:off x="7419356" y="316095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7" name="Text Placeholder 49">
            <a:extLst>
              <a:ext uri="{FF2B5EF4-FFF2-40B4-BE49-F238E27FC236}">
                <a16:creationId xmlns:a16="http://schemas.microsoft.com/office/drawing/2014/main" id="{DD176776-A448-EB6F-6846-ABA0217B95FF}"/>
              </a:ext>
            </a:extLst>
          </p:cNvPr>
          <p:cNvSpPr>
            <a:spLocks noGrp="1"/>
          </p:cNvSpPr>
          <p:nvPr>
            <p:ph type="body" sz="quarter" idx="54" hasCustomPrompt="1"/>
          </p:nvPr>
        </p:nvSpPr>
        <p:spPr>
          <a:xfrm>
            <a:off x="7419356" y="411022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38" name="Text Placeholder 49">
            <a:extLst>
              <a:ext uri="{FF2B5EF4-FFF2-40B4-BE49-F238E27FC236}">
                <a16:creationId xmlns:a16="http://schemas.microsoft.com/office/drawing/2014/main" id="{BC4B52E6-6F0E-6B59-4F8B-2BFA7A1900BE}"/>
              </a:ext>
            </a:extLst>
          </p:cNvPr>
          <p:cNvSpPr>
            <a:spLocks noGrp="1"/>
          </p:cNvSpPr>
          <p:nvPr>
            <p:ph type="body" sz="quarter" idx="55" hasCustomPrompt="1"/>
          </p:nvPr>
        </p:nvSpPr>
        <p:spPr>
          <a:xfrm>
            <a:off x="7419356" y="505192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3118430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Pyramid Chart - 4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107416" y="1198527"/>
            <a:ext cx="1098815" cy="1543576"/>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126991" y="1712926"/>
            <a:ext cx="1098816"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135535" y="276763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3865029" y="2916326"/>
            <a:ext cx="106188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4735303" y="3852849"/>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sp>
        <p:nvSpPr>
          <p:cNvPr id="6" name="Round Same Side Corner Rectangle 5">
            <a:extLst>
              <a:ext uri="{FF2B5EF4-FFF2-40B4-BE49-F238E27FC236}">
                <a16:creationId xmlns:a16="http://schemas.microsoft.com/office/drawing/2014/main" id="{0975A115-E665-9F4B-A513-29606520A81F}"/>
              </a:ext>
            </a:extLst>
          </p:cNvPr>
          <p:cNvSpPr/>
          <p:nvPr/>
        </p:nvSpPr>
        <p:spPr>
          <a:xfrm rot="5400000">
            <a:off x="4336361" y="3876023"/>
            <a:ext cx="1098815" cy="2707079"/>
          </a:xfrm>
          <a:prstGeom prst="round2SameRect">
            <a:avLst>
              <a:gd name="adj1" fmla="val 50000"/>
              <a:gd name="adj2" fmla="val 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3504026701"/>
              </p:ext>
            </p:extLst>
          </p:nvPr>
        </p:nvGraphicFramePr>
        <p:xfrm>
          <a:off x="442526"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586585" y="1809219"/>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1" name="Picture Placeholder 112">
            <a:extLst>
              <a:ext uri="{FF2B5EF4-FFF2-40B4-BE49-F238E27FC236}">
                <a16:creationId xmlns:a16="http://schemas.microsoft.com/office/drawing/2014/main" id="{BC226FD0-BA64-6BCF-0D54-509EB0CEE890}"/>
              </a:ext>
            </a:extLst>
          </p:cNvPr>
          <p:cNvSpPr>
            <a:spLocks noGrp="1"/>
          </p:cNvSpPr>
          <p:nvPr>
            <p:ph type="pic" sz="quarter" idx="32" hasCustomPrompt="1"/>
          </p:nvPr>
        </p:nvSpPr>
        <p:spPr>
          <a:xfrm>
            <a:off x="2586585" y="275427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586585" y="385672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586585" y="4932637"/>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8" name="Text Placeholder 69">
            <a:extLst>
              <a:ext uri="{FF2B5EF4-FFF2-40B4-BE49-F238E27FC236}">
                <a16:creationId xmlns:a16="http://schemas.microsoft.com/office/drawing/2014/main" id="{44587C5F-A6FF-A5E0-8D72-56F88746821B}"/>
              </a:ext>
            </a:extLst>
          </p:cNvPr>
          <p:cNvSpPr>
            <a:spLocks noGrp="1"/>
          </p:cNvSpPr>
          <p:nvPr>
            <p:ph type="body" sz="quarter" idx="39" hasCustomPrompt="1"/>
          </p:nvPr>
        </p:nvSpPr>
        <p:spPr>
          <a:xfrm>
            <a:off x="5344903" y="493073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04</a:t>
            </a:r>
          </a:p>
        </p:txBody>
      </p:sp>
      <p:sp>
        <p:nvSpPr>
          <p:cNvPr id="30" name="Oval 29">
            <a:extLst>
              <a:ext uri="{FF2B5EF4-FFF2-40B4-BE49-F238E27FC236}">
                <a16:creationId xmlns:a16="http://schemas.microsoft.com/office/drawing/2014/main" id="{913FDFF3-D385-0BAF-CF8E-2DDC03FAA324}"/>
              </a:ext>
            </a:extLst>
          </p:cNvPr>
          <p:cNvSpPr/>
          <p:nvPr/>
        </p:nvSpPr>
        <p:spPr>
          <a:xfrm>
            <a:off x="7009951" y="1686072"/>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2760195"/>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3838382"/>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3" name="Oval 32">
            <a:extLst>
              <a:ext uri="{FF2B5EF4-FFF2-40B4-BE49-F238E27FC236}">
                <a16:creationId xmlns:a16="http://schemas.microsoft.com/office/drawing/2014/main" id="{0C30A53C-2128-F163-ECBB-AE372706EE5E}"/>
              </a:ext>
            </a:extLst>
          </p:cNvPr>
          <p:cNvSpPr/>
          <p:nvPr/>
        </p:nvSpPr>
        <p:spPr>
          <a:xfrm>
            <a:off x="7009951" y="4886172"/>
            <a:ext cx="270933" cy="27093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534210" y="1671484"/>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40" name="Text Placeholder 49">
            <a:extLst>
              <a:ext uri="{FF2B5EF4-FFF2-40B4-BE49-F238E27FC236}">
                <a16:creationId xmlns:a16="http://schemas.microsoft.com/office/drawing/2014/main" id="{9EAB3734-568B-15A4-0C22-D6443687EC4B}"/>
              </a:ext>
            </a:extLst>
          </p:cNvPr>
          <p:cNvSpPr>
            <a:spLocks noGrp="1"/>
          </p:cNvSpPr>
          <p:nvPr>
            <p:ph type="body" sz="quarter" idx="54" hasCustomPrompt="1"/>
          </p:nvPr>
        </p:nvSpPr>
        <p:spPr>
          <a:xfrm>
            <a:off x="7419356" y="16860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1" name="Text Placeholder 49">
            <a:extLst>
              <a:ext uri="{FF2B5EF4-FFF2-40B4-BE49-F238E27FC236}">
                <a16:creationId xmlns:a16="http://schemas.microsoft.com/office/drawing/2014/main" id="{0DEE0EED-FEDF-B8F2-9E80-34BE131434EA}"/>
              </a:ext>
            </a:extLst>
          </p:cNvPr>
          <p:cNvSpPr>
            <a:spLocks noGrp="1"/>
          </p:cNvSpPr>
          <p:nvPr>
            <p:ph type="body" sz="quarter" idx="55" hasCustomPrompt="1"/>
          </p:nvPr>
        </p:nvSpPr>
        <p:spPr>
          <a:xfrm>
            <a:off x="7419356" y="2760196"/>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2" name="Text Placeholder 49">
            <a:extLst>
              <a:ext uri="{FF2B5EF4-FFF2-40B4-BE49-F238E27FC236}">
                <a16:creationId xmlns:a16="http://schemas.microsoft.com/office/drawing/2014/main" id="{A72C9693-A527-A08E-15D3-188F76CED080}"/>
              </a:ext>
            </a:extLst>
          </p:cNvPr>
          <p:cNvSpPr>
            <a:spLocks noGrp="1"/>
          </p:cNvSpPr>
          <p:nvPr>
            <p:ph type="body" sz="quarter" idx="56" hasCustomPrompt="1"/>
          </p:nvPr>
        </p:nvSpPr>
        <p:spPr>
          <a:xfrm>
            <a:off x="7419356" y="3838382"/>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3" name="Text Placeholder 49">
            <a:extLst>
              <a:ext uri="{FF2B5EF4-FFF2-40B4-BE49-F238E27FC236}">
                <a16:creationId xmlns:a16="http://schemas.microsoft.com/office/drawing/2014/main" id="{FE7848A3-638E-A561-71DD-B903BDE347EC}"/>
              </a:ext>
            </a:extLst>
          </p:cNvPr>
          <p:cNvSpPr>
            <a:spLocks noGrp="1"/>
          </p:cNvSpPr>
          <p:nvPr>
            <p:ph type="body" sz="quarter" idx="57" hasCustomPrompt="1"/>
          </p:nvPr>
        </p:nvSpPr>
        <p:spPr>
          <a:xfrm>
            <a:off x="7419356" y="4886173"/>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2571525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Pyramid Chart - 3 Layers">
    <p:spTree>
      <p:nvGrpSpPr>
        <p:cNvPr id="1" name=""/>
        <p:cNvGrpSpPr/>
        <p:nvPr/>
      </p:nvGrpSpPr>
      <p:grpSpPr>
        <a:xfrm>
          <a:off x="0" y="0"/>
          <a:ext cx="0" cy="0"/>
          <a:chOff x="0" y="0"/>
          <a:chExt cx="0" cy="0"/>
        </a:xfrm>
      </p:grpSpPr>
      <p:sp>
        <p:nvSpPr>
          <p:cNvPr id="38" name="Round Same Side Corner Rectangle 37">
            <a:extLst>
              <a:ext uri="{FF2B5EF4-FFF2-40B4-BE49-F238E27FC236}">
                <a16:creationId xmlns:a16="http://schemas.microsoft.com/office/drawing/2014/main" id="{FFB3A058-3007-EDB6-3A8F-233204230A8E}"/>
              </a:ext>
            </a:extLst>
          </p:cNvPr>
          <p:cNvSpPr/>
          <p:nvPr/>
        </p:nvSpPr>
        <p:spPr>
          <a:xfrm rot="5400000">
            <a:off x="3072384" y="1277852"/>
            <a:ext cx="1451097" cy="1756219"/>
          </a:xfrm>
          <a:prstGeom prst="round2SameRect">
            <a:avLst>
              <a:gd name="adj1" fmla="val 50000"/>
              <a:gd name="adj2" fmla="val 0"/>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6" name="Round Same Side Corner Rectangle 35">
            <a:extLst>
              <a:ext uri="{FF2B5EF4-FFF2-40B4-BE49-F238E27FC236}">
                <a16:creationId xmlns:a16="http://schemas.microsoft.com/office/drawing/2014/main" id="{F210FF32-E4DC-363F-00EF-1B856F00F881}"/>
              </a:ext>
            </a:extLst>
          </p:cNvPr>
          <p:cNvSpPr/>
          <p:nvPr/>
        </p:nvSpPr>
        <p:spPr>
          <a:xfrm rot="5400000">
            <a:off x="3413056" y="2246966"/>
            <a:ext cx="1437989" cy="2707079"/>
          </a:xfrm>
          <a:prstGeom prst="round2SameRect">
            <a:avLst>
              <a:gd name="adj1" fmla="val 50000"/>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7" name="Text Placeholder 69">
            <a:extLst>
              <a:ext uri="{FF2B5EF4-FFF2-40B4-BE49-F238E27FC236}">
                <a16:creationId xmlns:a16="http://schemas.microsoft.com/office/drawing/2014/main" id="{FADEE2CB-0CB4-5729-1F62-159307E27B61}"/>
              </a:ext>
            </a:extLst>
          </p:cNvPr>
          <p:cNvSpPr>
            <a:spLocks noGrp="1"/>
          </p:cNvSpPr>
          <p:nvPr>
            <p:ph type="body" sz="quarter" idx="52" hasCustomPrompt="1"/>
          </p:nvPr>
        </p:nvSpPr>
        <p:spPr>
          <a:xfrm>
            <a:off x="4431068" y="3290292"/>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02</a:t>
            </a:r>
          </a:p>
        </p:txBody>
      </p:sp>
      <p:sp>
        <p:nvSpPr>
          <p:cNvPr id="2" name="Round Same Side Corner Rectangle 1">
            <a:extLst>
              <a:ext uri="{FF2B5EF4-FFF2-40B4-BE49-F238E27FC236}">
                <a16:creationId xmlns:a16="http://schemas.microsoft.com/office/drawing/2014/main" id="{7EB8E96B-0205-E5FE-D68C-CDD94DF65EE7}"/>
              </a:ext>
            </a:extLst>
          </p:cNvPr>
          <p:cNvSpPr/>
          <p:nvPr/>
        </p:nvSpPr>
        <p:spPr>
          <a:xfrm rot="5400000">
            <a:off x="4291627" y="3817525"/>
            <a:ext cx="1460603" cy="2460980"/>
          </a:xfrm>
          <a:prstGeom prst="round2SameRect">
            <a:avLst>
              <a:gd name="adj1" fmla="val 50000"/>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en-US" sz="2133" b="0" i="0">
              <a:solidFill>
                <a:sysClr val="windowText" lastClr="000000"/>
              </a:solidFill>
              <a:latin typeface="Arial" panose="020B0604020202020204" pitchFamily="34" charset="0"/>
              <a:ea typeface="Inter Light" panose="02000503000000020004" pitchFamily="2" charset="0"/>
              <a:cs typeface="Arial" panose="020B0604020202020204" pitchFamily="34" charset="0"/>
            </a:endParaRPr>
          </a:p>
        </p:txBody>
      </p:sp>
      <p:sp>
        <p:nvSpPr>
          <p:cNvPr id="35" name="Text Placeholder 69">
            <a:extLst>
              <a:ext uri="{FF2B5EF4-FFF2-40B4-BE49-F238E27FC236}">
                <a16:creationId xmlns:a16="http://schemas.microsoft.com/office/drawing/2014/main" id="{F09956A3-99F3-D44A-E1CA-CCDD43D2AE2E}"/>
              </a:ext>
            </a:extLst>
          </p:cNvPr>
          <p:cNvSpPr>
            <a:spLocks noGrp="1"/>
          </p:cNvSpPr>
          <p:nvPr>
            <p:ph type="body" sz="quarter" idx="51" hasCustomPrompt="1"/>
          </p:nvPr>
        </p:nvSpPr>
        <p:spPr>
          <a:xfrm>
            <a:off x="5223342" y="4750372"/>
            <a:ext cx="836389" cy="466648"/>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03</a:t>
            </a:r>
          </a:p>
        </p:txBody>
      </p:sp>
      <p:graphicFrame>
        <p:nvGraphicFramePr>
          <p:cNvPr id="8" name="Diagram 7">
            <a:extLst>
              <a:ext uri="{FF2B5EF4-FFF2-40B4-BE49-F238E27FC236}">
                <a16:creationId xmlns:a16="http://schemas.microsoft.com/office/drawing/2014/main" id="{82C35E0F-54C5-1CEB-ED79-9915EB086968}"/>
              </a:ext>
            </a:extLst>
          </p:cNvPr>
          <p:cNvGraphicFramePr>
            <a:graphicFrameLocks/>
          </p:cNvGraphicFramePr>
          <p:nvPr>
            <p:extLst>
              <p:ext uri="{D42A27DB-BD31-4B8C-83A1-F6EECF244321}">
                <p14:modId xmlns:p14="http://schemas.microsoft.com/office/powerpoint/2010/main" val="1801236256"/>
              </p:ext>
            </p:extLst>
          </p:nvPr>
        </p:nvGraphicFramePr>
        <p:xfrm>
          <a:off x="467157" y="1430414"/>
          <a:ext cx="4902377" cy="4347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0" name="Picture Placeholder 112">
            <a:extLst>
              <a:ext uri="{FF2B5EF4-FFF2-40B4-BE49-F238E27FC236}">
                <a16:creationId xmlns:a16="http://schemas.microsoft.com/office/drawing/2014/main" id="{FB30D14B-7C14-ADB8-1D41-B965BA0FCA75}"/>
              </a:ext>
            </a:extLst>
          </p:cNvPr>
          <p:cNvSpPr>
            <a:spLocks noGrp="1"/>
          </p:cNvSpPr>
          <p:nvPr>
            <p:ph type="pic" sz="quarter" idx="31" hasCustomPrompt="1"/>
          </p:nvPr>
        </p:nvSpPr>
        <p:spPr>
          <a:xfrm>
            <a:off x="2624501" y="1993945"/>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2" name="Picture Placeholder 112">
            <a:extLst>
              <a:ext uri="{FF2B5EF4-FFF2-40B4-BE49-F238E27FC236}">
                <a16:creationId xmlns:a16="http://schemas.microsoft.com/office/drawing/2014/main" id="{8B35B1B7-DAB5-20D9-B5E2-86A35B3F6CBA}"/>
              </a:ext>
            </a:extLst>
          </p:cNvPr>
          <p:cNvSpPr>
            <a:spLocks noGrp="1"/>
          </p:cNvSpPr>
          <p:nvPr>
            <p:ph type="pic" sz="quarter" idx="33" hasCustomPrompt="1"/>
          </p:nvPr>
        </p:nvSpPr>
        <p:spPr>
          <a:xfrm>
            <a:off x="2624501" y="3314878"/>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14" name="Picture Placeholder 112">
            <a:extLst>
              <a:ext uri="{FF2B5EF4-FFF2-40B4-BE49-F238E27FC236}">
                <a16:creationId xmlns:a16="http://schemas.microsoft.com/office/drawing/2014/main" id="{4A386C6E-15A9-E53F-C8EE-5972F6B9E00A}"/>
              </a:ext>
            </a:extLst>
          </p:cNvPr>
          <p:cNvSpPr>
            <a:spLocks noGrp="1"/>
          </p:cNvSpPr>
          <p:nvPr>
            <p:ph type="pic" sz="quarter" idx="35" hasCustomPrompt="1"/>
          </p:nvPr>
        </p:nvSpPr>
        <p:spPr>
          <a:xfrm>
            <a:off x="2624501" y="4772543"/>
            <a:ext cx="609600" cy="612319"/>
          </a:xfrm>
          <a:prstGeom prst="rect">
            <a:avLst/>
          </a:prstGeom>
        </p:spPr>
        <p:txBody>
          <a:bodyPr lIns="0" rIns="0" anchor="ctr"/>
          <a:lstStyle>
            <a:lvl1pPr marL="0" indent="0" algn="ctr">
              <a:buNone/>
              <a:defRPr sz="1067" b="0" i="0">
                <a:solidFill>
                  <a:schemeClr val="bg1"/>
                </a:solidFill>
                <a:latin typeface="Arial" panose="020B0604020202020204" pitchFamily="34" charset="0"/>
                <a:ea typeface="Inter Light" panose="02000503000000020004" pitchFamily="2" charset="0"/>
              </a:defRPr>
            </a:lvl1pPr>
          </a:lstStyle>
          <a:p>
            <a:r>
              <a:rPr lang="en-US"/>
              <a:t>Icon </a:t>
            </a:r>
            <a:br>
              <a:rPr lang="en-US"/>
            </a:br>
            <a:r>
              <a:rPr lang="en-US"/>
              <a:t>here</a:t>
            </a:r>
          </a:p>
        </p:txBody>
      </p:sp>
      <p:sp>
        <p:nvSpPr>
          <p:cNvPr id="30" name="Oval 29">
            <a:extLst>
              <a:ext uri="{FF2B5EF4-FFF2-40B4-BE49-F238E27FC236}">
                <a16:creationId xmlns:a16="http://schemas.microsoft.com/office/drawing/2014/main" id="{913FDFF3-D385-0BAF-CF8E-2DDC03FAA324}"/>
              </a:ext>
            </a:extLst>
          </p:cNvPr>
          <p:cNvSpPr/>
          <p:nvPr/>
        </p:nvSpPr>
        <p:spPr>
          <a:xfrm>
            <a:off x="7009951" y="1993944"/>
            <a:ext cx="270933" cy="27093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1" name="Oval 30">
            <a:extLst>
              <a:ext uri="{FF2B5EF4-FFF2-40B4-BE49-F238E27FC236}">
                <a16:creationId xmlns:a16="http://schemas.microsoft.com/office/drawing/2014/main" id="{22716D5C-B50D-7C12-5A03-A52CFF9183B8}"/>
              </a:ext>
            </a:extLst>
          </p:cNvPr>
          <p:cNvSpPr/>
          <p:nvPr/>
        </p:nvSpPr>
        <p:spPr>
          <a:xfrm>
            <a:off x="7009951" y="3191214"/>
            <a:ext cx="270933" cy="27093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2" name="Oval 31">
            <a:extLst>
              <a:ext uri="{FF2B5EF4-FFF2-40B4-BE49-F238E27FC236}">
                <a16:creationId xmlns:a16="http://schemas.microsoft.com/office/drawing/2014/main" id="{412C7B6F-4E24-5340-54BF-4E887F6145B2}"/>
              </a:ext>
            </a:extLst>
          </p:cNvPr>
          <p:cNvSpPr/>
          <p:nvPr/>
        </p:nvSpPr>
        <p:spPr>
          <a:xfrm>
            <a:off x="7009951" y="4392547"/>
            <a:ext cx="270933" cy="270933"/>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39" name="Text Placeholder 69">
            <a:extLst>
              <a:ext uri="{FF2B5EF4-FFF2-40B4-BE49-F238E27FC236}">
                <a16:creationId xmlns:a16="http://schemas.microsoft.com/office/drawing/2014/main" id="{4430F61C-8361-7E5A-C4AA-92CFBD8A5AFF}"/>
              </a:ext>
            </a:extLst>
          </p:cNvPr>
          <p:cNvSpPr>
            <a:spLocks noGrp="1"/>
          </p:cNvSpPr>
          <p:nvPr>
            <p:ph type="body" sz="quarter" idx="53" hasCustomPrompt="1"/>
          </p:nvPr>
        </p:nvSpPr>
        <p:spPr>
          <a:xfrm>
            <a:off x="3620412" y="1843890"/>
            <a:ext cx="836389" cy="513313"/>
          </a:xfrm>
          <a:prstGeom prst="rect">
            <a:avLst/>
          </a:prstGeom>
        </p:spPr>
        <p:txBody>
          <a:bodyPr/>
          <a:lstStyle>
            <a:lvl1pPr marL="0" indent="0" algn="l">
              <a:buNone/>
              <a:defRPr sz="2667" b="0" i="0">
                <a:solidFill>
                  <a:schemeClr val="tx1"/>
                </a:solidFill>
                <a:latin typeface="Arial" panose="020B0604020202020204" pitchFamily="34" charset="0"/>
                <a:ea typeface="Inter Light" panose="02000503000000020004" pitchFamily="2" charset="0"/>
              </a:defRPr>
            </a:lvl1pPr>
          </a:lstStyle>
          <a:p>
            <a:pPr lvl="0"/>
            <a:r>
              <a:rPr lang="en-US"/>
              <a:t>01</a:t>
            </a:r>
          </a:p>
        </p:txBody>
      </p:sp>
      <p:sp>
        <p:nvSpPr>
          <p:cNvPr id="3" name="Text Placeholder 49">
            <a:extLst>
              <a:ext uri="{FF2B5EF4-FFF2-40B4-BE49-F238E27FC236}">
                <a16:creationId xmlns:a16="http://schemas.microsoft.com/office/drawing/2014/main" id="{D9D71BD7-B715-83AE-15F1-51E731120525}"/>
              </a:ext>
            </a:extLst>
          </p:cNvPr>
          <p:cNvSpPr>
            <a:spLocks noGrp="1"/>
          </p:cNvSpPr>
          <p:nvPr>
            <p:ph type="body" sz="quarter" idx="54" hasCustomPrompt="1"/>
          </p:nvPr>
        </p:nvSpPr>
        <p:spPr>
          <a:xfrm>
            <a:off x="7419356" y="1993945"/>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4" name="Text Placeholder 49">
            <a:extLst>
              <a:ext uri="{FF2B5EF4-FFF2-40B4-BE49-F238E27FC236}">
                <a16:creationId xmlns:a16="http://schemas.microsoft.com/office/drawing/2014/main" id="{FFCDB67B-7D32-4DCE-3A5C-1FF4492BC323}"/>
              </a:ext>
            </a:extLst>
          </p:cNvPr>
          <p:cNvSpPr>
            <a:spLocks noGrp="1"/>
          </p:cNvSpPr>
          <p:nvPr>
            <p:ph type="body" sz="quarter" idx="55" hasCustomPrompt="1"/>
          </p:nvPr>
        </p:nvSpPr>
        <p:spPr>
          <a:xfrm>
            <a:off x="7419356" y="3191214"/>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
        <p:nvSpPr>
          <p:cNvPr id="5" name="Text Placeholder 49">
            <a:extLst>
              <a:ext uri="{FF2B5EF4-FFF2-40B4-BE49-F238E27FC236}">
                <a16:creationId xmlns:a16="http://schemas.microsoft.com/office/drawing/2014/main" id="{F253C854-6850-99A7-4211-CED18D7662C6}"/>
              </a:ext>
            </a:extLst>
          </p:cNvPr>
          <p:cNvSpPr>
            <a:spLocks noGrp="1"/>
          </p:cNvSpPr>
          <p:nvPr>
            <p:ph type="body" sz="quarter" idx="56" hasCustomPrompt="1"/>
          </p:nvPr>
        </p:nvSpPr>
        <p:spPr>
          <a:xfrm>
            <a:off x="7419356" y="4392548"/>
            <a:ext cx="4004361" cy="791145"/>
          </a:xfrm>
          <a:prstGeom prst="rect">
            <a:avLst/>
          </a:prstGeom>
        </p:spPr>
        <p:txBody>
          <a:bodyPr lIns="0" tIns="0" anchor="t"/>
          <a:lstStyle>
            <a:lvl1pPr marL="0" indent="0" algn="l">
              <a:buNone/>
              <a:defRPr sz="1200" b="0" i="0">
                <a:solidFill>
                  <a:schemeClr val="tx2"/>
                </a:solidFill>
                <a:latin typeface="Arial" panose="020B0604020202020204" pitchFamily="34" charset="0"/>
                <a:ea typeface="Inter Light" panose="02000503000000020004" pitchFamily="2" charset="0"/>
              </a:defRPr>
            </a:lvl1pPr>
            <a:lvl2pPr marL="609585" indent="0">
              <a:buNone/>
              <a:defRPr/>
            </a:lvl2pPr>
            <a:lvl3pPr marL="1219170" indent="0">
              <a:buNone/>
              <a:defRPr/>
            </a:lvl3pPr>
            <a:lvl4pPr marL="1828754" indent="0">
              <a:buNone/>
              <a:defRPr/>
            </a:lvl4pPr>
            <a:lvl5pPr marL="2438339" indent="0">
              <a:buNone/>
              <a:defRPr/>
            </a:lvl5pPr>
          </a:lstStyle>
          <a:p>
            <a:pPr lvl="0"/>
            <a:r>
              <a:rPr lang="en-US"/>
              <a:t>Title here</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endParaRPr lang="en-US"/>
          </a:p>
        </p:txBody>
      </p:sp>
    </p:spTree>
    <p:extLst>
      <p:ext uri="{BB962C8B-B14F-4D97-AF65-F5344CB8AC3E}">
        <p14:creationId xmlns:p14="http://schemas.microsoft.com/office/powerpoint/2010/main" val="4176707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itle + 2 Content Boxes + Icon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2603559"/>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2603559"/>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C57D88D3-F9B0-9041-0D9F-B726503E8A28}"/>
              </a:ext>
            </a:extLst>
          </p:cNvPr>
          <p:cNvSpPr>
            <a:spLocks noGrp="1"/>
          </p:cNvSpPr>
          <p:nvPr>
            <p:ph type="pic" sz="quarter" idx="37" hasCustomPrompt="1"/>
          </p:nvPr>
        </p:nvSpPr>
        <p:spPr>
          <a:xfrm>
            <a:off x="852719"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Picture Placeholder 112">
            <a:extLst>
              <a:ext uri="{FF2B5EF4-FFF2-40B4-BE49-F238E27FC236}">
                <a16:creationId xmlns:a16="http://schemas.microsoft.com/office/drawing/2014/main" id="{5C284CF1-E621-37E0-BF9F-D593A56CA357}"/>
              </a:ext>
            </a:extLst>
          </p:cNvPr>
          <p:cNvSpPr>
            <a:spLocks noGrp="1"/>
          </p:cNvSpPr>
          <p:nvPr>
            <p:ph type="pic" sz="quarter" idx="38" hasCustomPrompt="1"/>
          </p:nvPr>
        </p:nvSpPr>
        <p:spPr>
          <a:xfrm>
            <a:off x="6284411" y="1521643"/>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2270546"/>
            <a:ext cx="4518705" cy="287847"/>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2270546"/>
            <a:ext cx="4502069" cy="287833"/>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11" name="Text Placeholder 10">
            <a:extLst>
              <a:ext uri="{FF2B5EF4-FFF2-40B4-BE49-F238E27FC236}">
                <a16:creationId xmlns:a16="http://schemas.microsoft.com/office/drawing/2014/main" id="{E01A7AFE-C939-72F3-1B20-FDF6DDBD1685}"/>
              </a:ext>
            </a:extLst>
          </p:cNvPr>
          <p:cNvSpPr>
            <a:spLocks noGrp="1"/>
          </p:cNvSpPr>
          <p:nvPr>
            <p:ph type="body" sz="quarter" idx="47" hasCustomPrompt="1"/>
          </p:nvPr>
        </p:nvSpPr>
        <p:spPr>
          <a:xfrm>
            <a:off x="875323"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2" name="Text Placeholder 10">
            <a:extLst>
              <a:ext uri="{FF2B5EF4-FFF2-40B4-BE49-F238E27FC236}">
                <a16:creationId xmlns:a16="http://schemas.microsoft.com/office/drawing/2014/main" id="{9C21CDE7-5AC4-66AF-6F80-47F66E99B967}"/>
              </a:ext>
            </a:extLst>
          </p:cNvPr>
          <p:cNvSpPr>
            <a:spLocks noGrp="1"/>
          </p:cNvSpPr>
          <p:nvPr>
            <p:ph type="body" sz="quarter" idx="48" hasCustomPrompt="1"/>
          </p:nvPr>
        </p:nvSpPr>
        <p:spPr>
          <a:xfrm>
            <a:off x="6276035" y="2729281"/>
            <a:ext cx="4519004" cy="307154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638725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itle + 2 Content Boxes">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89A1285D-81C6-8DB7-5FCC-116A1B7ED611}"/>
              </a:ext>
            </a:extLst>
          </p:cNvPr>
          <p:cNvSpPr/>
          <p:nvPr/>
        </p:nvSpPr>
        <p:spPr>
          <a:xfrm>
            <a:off x="5588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867" b="0" i="0">
              <a:solidFill>
                <a:schemeClr val="tx1"/>
              </a:solidFill>
              <a:latin typeface="Arial" panose="020B0604020202020204" pitchFamily="34" charset="0"/>
              <a:ea typeface="Inter Medium" panose="02000503000000020004" pitchFamily="2" charset="0"/>
              <a:cs typeface="Arial" panose="020B0604020202020204" pitchFamily="34" charset="0"/>
            </a:endParaRPr>
          </a:p>
        </p:txBody>
      </p:sp>
      <p:cxnSp>
        <p:nvCxnSpPr>
          <p:cNvPr id="36" name="Straight Connector 35">
            <a:extLst>
              <a:ext uri="{FF2B5EF4-FFF2-40B4-BE49-F238E27FC236}">
                <a16:creationId xmlns:a16="http://schemas.microsoft.com/office/drawing/2014/main" id="{B63DC168-3D4F-DBB1-CC50-BEE341F7D0F6}"/>
              </a:ext>
            </a:extLst>
          </p:cNvPr>
          <p:cNvCxnSpPr>
            <a:cxnSpLocks/>
          </p:cNvCxnSpPr>
          <p:nvPr/>
        </p:nvCxnSpPr>
        <p:spPr>
          <a:xfrm>
            <a:off x="852720" y="1972136"/>
            <a:ext cx="4519003"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8" name="Rounded Rectangle 37">
            <a:extLst>
              <a:ext uri="{FF2B5EF4-FFF2-40B4-BE49-F238E27FC236}">
                <a16:creationId xmlns:a16="http://schemas.microsoft.com/office/drawing/2014/main" id="{5A0E2592-A8F0-9D43-1B3B-A592D546D69D}"/>
              </a:ext>
            </a:extLst>
          </p:cNvPr>
          <p:cNvSpPr/>
          <p:nvPr/>
        </p:nvSpPr>
        <p:spPr>
          <a:xfrm>
            <a:off x="5994400" y="1338578"/>
            <a:ext cx="5082275" cy="4874967"/>
          </a:xfrm>
          <a:prstGeom prst="roundRect">
            <a:avLst>
              <a:gd name="adj" fmla="val 309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9" name="Straight Connector 38">
            <a:extLst>
              <a:ext uri="{FF2B5EF4-FFF2-40B4-BE49-F238E27FC236}">
                <a16:creationId xmlns:a16="http://schemas.microsoft.com/office/drawing/2014/main" id="{B9E783A4-1348-38F0-7A77-FA95C58112B4}"/>
              </a:ext>
            </a:extLst>
          </p:cNvPr>
          <p:cNvCxnSpPr>
            <a:cxnSpLocks/>
          </p:cNvCxnSpPr>
          <p:nvPr/>
        </p:nvCxnSpPr>
        <p:spPr>
          <a:xfrm>
            <a:off x="6252109" y="1972136"/>
            <a:ext cx="4503409"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5C8727F7-70CC-4917-D4ED-71897F90C89D}"/>
              </a:ext>
            </a:extLst>
          </p:cNvPr>
          <p:cNvSpPr>
            <a:spLocks noGrp="1"/>
          </p:cNvSpPr>
          <p:nvPr>
            <p:ph type="body" sz="quarter" idx="43" hasCustomPrompt="1"/>
          </p:nvPr>
        </p:nvSpPr>
        <p:spPr>
          <a:xfrm>
            <a:off x="853018" y="1639123"/>
            <a:ext cx="4518705" cy="276660"/>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50" name="Text Placeholder 47">
            <a:extLst>
              <a:ext uri="{FF2B5EF4-FFF2-40B4-BE49-F238E27FC236}">
                <a16:creationId xmlns:a16="http://schemas.microsoft.com/office/drawing/2014/main" id="{59BA32E6-B490-3B32-F228-631ECAD631C6}"/>
              </a:ext>
            </a:extLst>
          </p:cNvPr>
          <p:cNvSpPr>
            <a:spLocks noGrp="1"/>
          </p:cNvSpPr>
          <p:nvPr>
            <p:ph type="body" sz="quarter" idx="45" hasCustomPrompt="1"/>
          </p:nvPr>
        </p:nvSpPr>
        <p:spPr>
          <a:xfrm>
            <a:off x="6253448" y="1639123"/>
            <a:ext cx="4502069" cy="276652"/>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 Silos</a:t>
            </a:r>
          </a:p>
        </p:txBody>
      </p:sp>
      <p:sp>
        <p:nvSpPr>
          <p:cNvPr id="3" name="Freeform 2">
            <a:extLst>
              <a:ext uri="{FF2B5EF4-FFF2-40B4-BE49-F238E27FC236}">
                <a16:creationId xmlns:a16="http://schemas.microsoft.com/office/drawing/2014/main" id="{186CD6C5-62E7-401A-5037-94705952F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6AF42471-0CD7-9CE5-59E2-BF4F35D7190F}"/>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8" name="Text Placeholder 10">
            <a:extLst>
              <a:ext uri="{FF2B5EF4-FFF2-40B4-BE49-F238E27FC236}">
                <a16:creationId xmlns:a16="http://schemas.microsoft.com/office/drawing/2014/main" id="{844F2C10-DF54-CFBA-C8BE-10B380463612}"/>
              </a:ext>
            </a:extLst>
          </p:cNvPr>
          <p:cNvSpPr>
            <a:spLocks noGrp="1"/>
          </p:cNvSpPr>
          <p:nvPr>
            <p:ph type="body" sz="quarter" idx="47" hasCustomPrompt="1"/>
          </p:nvPr>
        </p:nvSpPr>
        <p:spPr>
          <a:xfrm>
            <a:off x="875323"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10">
            <a:extLst>
              <a:ext uri="{FF2B5EF4-FFF2-40B4-BE49-F238E27FC236}">
                <a16:creationId xmlns:a16="http://schemas.microsoft.com/office/drawing/2014/main" id="{9E5AAB9F-F789-F4AE-CF65-30D5C055EB43}"/>
              </a:ext>
            </a:extLst>
          </p:cNvPr>
          <p:cNvSpPr>
            <a:spLocks noGrp="1"/>
          </p:cNvSpPr>
          <p:nvPr>
            <p:ph type="body" sz="quarter" idx="48" hasCustomPrompt="1"/>
          </p:nvPr>
        </p:nvSpPr>
        <p:spPr>
          <a:xfrm>
            <a:off x="6276035" y="2083168"/>
            <a:ext cx="4519004" cy="3858823"/>
          </a:xfrm>
          <a:prstGeom prst="rect">
            <a:avLst/>
          </a:prstGeom>
        </p:spPr>
        <p:txBody>
          <a:bodyPr lIns="0"/>
          <a:lstStyle>
            <a:lvl1pPr marL="0" indent="0">
              <a:buNone/>
              <a:defRPr sz="1867" b="0" i="0">
                <a:solidFill>
                  <a:schemeClr val="tx1"/>
                </a:solidFill>
                <a:latin typeface="Arial" panose="020B0604020202020204" pitchFamily="34" charset="0"/>
                <a:cs typeface="Arial" panose="020B0604020202020204" pitchFamily="34" charset="0"/>
              </a:defRPr>
            </a:lvl1pPr>
            <a:lvl2pPr marL="609585" indent="0">
              <a:buNone/>
              <a:defRPr sz="1867">
                <a:solidFill>
                  <a:schemeClr val="tx1"/>
                </a:solidFill>
                <a:latin typeface="Arial" panose="020B0604020202020204" pitchFamily="34" charset="0"/>
                <a:cs typeface="Arial" panose="020B0604020202020204" pitchFamily="34" charset="0"/>
              </a:defRPr>
            </a:lvl2pPr>
            <a:lvl3pPr marL="1219170" indent="0">
              <a:buNone/>
              <a:defRPr sz="1867">
                <a:solidFill>
                  <a:schemeClr val="tx1"/>
                </a:solidFill>
                <a:latin typeface="Arial" panose="020B0604020202020204" pitchFamily="34" charset="0"/>
                <a:cs typeface="Arial" panose="020B0604020202020204" pitchFamily="34" charset="0"/>
              </a:defRPr>
            </a:lvl3pPr>
            <a:lvl4pPr marL="1828754" indent="0">
              <a:buNone/>
              <a:defRPr sz="1867">
                <a:solidFill>
                  <a:schemeClr val="tx1"/>
                </a:solidFill>
                <a:latin typeface="Arial" panose="020B0604020202020204" pitchFamily="34" charset="0"/>
                <a:cs typeface="Arial" panose="020B0604020202020204" pitchFamily="34" charset="0"/>
              </a:defRPr>
            </a:lvl4pPr>
            <a:lvl5pPr marL="2438339" indent="0">
              <a:buNone/>
              <a:defRPr sz="1867">
                <a:solidFill>
                  <a:schemeClr val="tx1"/>
                </a:solidFill>
                <a:latin typeface="Arial" panose="020B0604020202020204" pitchFamily="34" charset="0"/>
                <a:cs typeface="Arial" panose="020B0604020202020204" pitchFamily="34" charset="0"/>
              </a:defRPr>
            </a:lvl5pPr>
          </a:lstStyle>
          <a:p>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867"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867">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60024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2 Content Boxes Small + Icon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599F3567-D2C1-179C-B324-04E95AC6B71A}"/>
              </a:ext>
            </a:extLst>
          </p:cNvPr>
          <p:cNvSpPr/>
          <p:nvPr/>
        </p:nvSpPr>
        <p:spPr>
          <a:xfrm>
            <a:off x="6197603" y="1113134"/>
            <a:ext cx="2493108" cy="4874967"/>
          </a:xfrm>
          <a:prstGeom prst="roundRect">
            <a:avLst>
              <a:gd name="adj" fmla="val 546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Text Placeholder 9">
            <a:extLst>
              <a:ext uri="{FF2B5EF4-FFF2-40B4-BE49-F238E27FC236}">
                <a16:creationId xmlns:a16="http://schemas.microsoft.com/office/drawing/2014/main" id="{F00037E9-5075-2CE5-54C6-8E23AADADF4D}"/>
              </a:ext>
            </a:extLst>
          </p:cNvPr>
          <p:cNvSpPr>
            <a:spLocks noGrp="1"/>
          </p:cNvSpPr>
          <p:nvPr>
            <p:ph type="body" sz="quarter" idx="47" hasCustomPrompt="1"/>
          </p:nvPr>
        </p:nvSpPr>
        <p:spPr>
          <a:xfrm>
            <a:off x="6425404"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1" name="Rounded Rectangle 20">
            <a:extLst>
              <a:ext uri="{FF2B5EF4-FFF2-40B4-BE49-F238E27FC236}">
                <a16:creationId xmlns:a16="http://schemas.microsoft.com/office/drawing/2014/main" id="{6CDDE0F8-2684-1A17-8114-95EB2EFE0ACE}"/>
              </a:ext>
            </a:extLst>
          </p:cNvPr>
          <p:cNvSpPr/>
          <p:nvPr/>
        </p:nvSpPr>
        <p:spPr>
          <a:xfrm>
            <a:off x="8937661" y="1113134"/>
            <a:ext cx="2493108"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cxnSp>
        <p:nvCxnSpPr>
          <p:cNvPr id="14" name="Straight Connector 13">
            <a:extLst>
              <a:ext uri="{FF2B5EF4-FFF2-40B4-BE49-F238E27FC236}">
                <a16:creationId xmlns:a16="http://schemas.microsoft.com/office/drawing/2014/main" id="{B901800F-DA31-8BC8-272B-745B1F18EDA4}"/>
              </a:ext>
            </a:extLst>
          </p:cNvPr>
          <p:cNvCxnSpPr>
            <a:cxnSpLocks/>
          </p:cNvCxnSpPr>
          <p:nvPr/>
        </p:nvCxnSpPr>
        <p:spPr>
          <a:xfrm>
            <a:off x="6431209"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5" name="Picture Placeholder 112">
            <a:extLst>
              <a:ext uri="{FF2B5EF4-FFF2-40B4-BE49-F238E27FC236}">
                <a16:creationId xmlns:a16="http://schemas.microsoft.com/office/drawing/2014/main" id="{3AD6C9D3-5703-B713-0F1F-CA4810CA1AC1}"/>
              </a:ext>
            </a:extLst>
          </p:cNvPr>
          <p:cNvSpPr>
            <a:spLocks noGrp="1"/>
          </p:cNvSpPr>
          <p:nvPr>
            <p:ph type="pic" sz="quarter" idx="37" hasCustomPrompt="1"/>
          </p:nvPr>
        </p:nvSpPr>
        <p:spPr>
          <a:xfrm>
            <a:off x="643120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6" name="Text Placeholder 47">
            <a:extLst>
              <a:ext uri="{FF2B5EF4-FFF2-40B4-BE49-F238E27FC236}">
                <a16:creationId xmlns:a16="http://schemas.microsoft.com/office/drawing/2014/main" id="{D78F0D9A-E6BD-03B4-9F3A-6B1C197A1A58}"/>
              </a:ext>
            </a:extLst>
          </p:cNvPr>
          <p:cNvSpPr>
            <a:spLocks noGrp="1"/>
          </p:cNvSpPr>
          <p:nvPr>
            <p:ph type="body" sz="quarter" idx="43" hasCustomPrompt="1"/>
          </p:nvPr>
        </p:nvSpPr>
        <p:spPr>
          <a:xfrm>
            <a:off x="6431508" y="2061349"/>
            <a:ext cx="2021673"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cxnSp>
        <p:nvCxnSpPr>
          <p:cNvPr id="22" name="Straight Connector 21">
            <a:extLst>
              <a:ext uri="{FF2B5EF4-FFF2-40B4-BE49-F238E27FC236}">
                <a16:creationId xmlns:a16="http://schemas.microsoft.com/office/drawing/2014/main" id="{D29707CE-C247-3F32-C9B3-85D2D1D9B526}"/>
              </a:ext>
            </a:extLst>
          </p:cNvPr>
          <p:cNvCxnSpPr>
            <a:cxnSpLocks/>
          </p:cNvCxnSpPr>
          <p:nvPr/>
        </p:nvCxnSpPr>
        <p:spPr>
          <a:xfrm>
            <a:off x="9171267" y="2664295"/>
            <a:ext cx="20277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E6CA77E-AF95-449F-E81D-216990823B42}"/>
              </a:ext>
            </a:extLst>
          </p:cNvPr>
          <p:cNvSpPr>
            <a:spLocks noGrp="1"/>
          </p:cNvSpPr>
          <p:nvPr>
            <p:ph type="pic" sz="quarter" idx="45" hasCustomPrompt="1"/>
          </p:nvPr>
        </p:nvSpPr>
        <p:spPr>
          <a:xfrm>
            <a:off x="91712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A1C35894-4964-EBC5-ED5D-B86E137638BA}"/>
              </a:ext>
            </a:extLst>
          </p:cNvPr>
          <p:cNvSpPr>
            <a:spLocks noGrp="1"/>
          </p:cNvSpPr>
          <p:nvPr>
            <p:ph type="body" sz="quarter" idx="46" hasCustomPrompt="1"/>
          </p:nvPr>
        </p:nvSpPr>
        <p:spPr>
          <a:xfrm>
            <a:off x="9171565" y="2061349"/>
            <a:ext cx="202747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goes here like this</a:t>
            </a:r>
          </a:p>
        </p:txBody>
      </p:sp>
      <p:sp>
        <p:nvSpPr>
          <p:cNvPr id="11" name="Text Placeholder 9">
            <a:extLst>
              <a:ext uri="{FF2B5EF4-FFF2-40B4-BE49-F238E27FC236}">
                <a16:creationId xmlns:a16="http://schemas.microsoft.com/office/drawing/2014/main" id="{53AB7FC0-BFFA-C717-31C0-D616C4C2B290}"/>
              </a:ext>
            </a:extLst>
          </p:cNvPr>
          <p:cNvSpPr>
            <a:spLocks noGrp="1"/>
          </p:cNvSpPr>
          <p:nvPr>
            <p:ph type="body" sz="quarter" idx="48" hasCustomPrompt="1"/>
          </p:nvPr>
        </p:nvSpPr>
        <p:spPr>
          <a:xfrm>
            <a:off x="9171267" y="2790391"/>
            <a:ext cx="2027776" cy="3124200"/>
          </a:xfrm>
          <a:prstGeom prst="rect">
            <a:avLst/>
          </a:prstGeom>
        </p:spPr>
        <p:txBody>
          <a:bodyPr lIns="0"/>
          <a:lstStyle>
            <a:lvl1pPr marL="0" indent="0">
              <a:buNone/>
              <a:defRPr sz="1600" b="0" i="0">
                <a:solidFill>
                  <a:schemeClr val="tx2"/>
                </a:solidFill>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a:defRPr sz="16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101301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itle + Content + 2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871201"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lvl="0"/>
            <a:r>
              <a:rPr lang="en-US"/>
              <a:t>Content goes here like this and can be multiple lines </a:t>
            </a:r>
            <a:r>
              <a:rPr lang="en-US" err="1"/>
              <a:t>longClick</a:t>
            </a:r>
            <a:r>
              <a:rPr lang="en-US"/>
              <a:t> to edit master text styles</a:t>
            </a:r>
          </a:p>
          <a:p>
            <a:pPr lvl="0"/>
            <a:endParaRPr lang="en-US"/>
          </a:p>
        </p:txBody>
      </p:sp>
      <p:sp>
        <p:nvSpPr>
          <p:cNvPr id="2" name="Rounded Rectangle 1">
            <a:extLst>
              <a:ext uri="{FF2B5EF4-FFF2-40B4-BE49-F238E27FC236}">
                <a16:creationId xmlns:a16="http://schemas.microsoft.com/office/drawing/2014/main" id="{EB19954C-EE86-A796-E7BF-5ABA379EEF47}"/>
              </a:ext>
            </a:extLst>
          </p:cNvPr>
          <p:cNvSpPr/>
          <p:nvPr/>
        </p:nvSpPr>
        <p:spPr>
          <a:xfrm>
            <a:off x="6936158" y="3769667"/>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E6B94025-FC03-7905-D4CA-40CBC3FBF950}"/>
              </a:ext>
            </a:extLst>
          </p:cNvPr>
          <p:cNvSpPr/>
          <p:nvPr/>
        </p:nvSpPr>
        <p:spPr>
          <a:xfrm>
            <a:off x="6439878" y="1113135"/>
            <a:ext cx="4493844" cy="2315867"/>
          </a:xfrm>
          <a:prstGeom prst="roundRect">
            <a:avLst>
              <a:gd name="adj" fmla="val 566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Freeform 6">
            <a:extLst>
              <a:ext uri="{FF2B5EF4-FFF2-40B4-BE49-F238E27FC236}">
                <a16:creationId xmlns:a16="http://schemas.microsoft.com/office/drawing/2014/main" id="{95CB0596-DA27-B581-A1EB-4FFC53A7BB7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6EF92C0A-FAB9-49A8-1437-DCBA5D28DBA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446429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itle + Content + 2 Callouts">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3" name="Content Placeholder 2">
            <a:extLst>
              <a:ext uri="{FF2B5EF4-FFF2-40B4-BE49-F238E27FC236}">
                <a16:creationId xmlns:a16="http://schemas.microsoft.com/office/drawing/2014/main" id="{E1F48025-96AA-6A24-61CC-07B099A17B04}"/>
              </a:ext>
            </a:extLst>
          </p:cNvPr>
          <p:cNvSpPr>
            <a:spLocks noGrp="1"/>
          </p:cNvSpPr>
          <p:nvPr>
            <p:ph idx="14" hasCustomPrompt="1"/>
          </p:nvPr>
        </p:nvSpPr>
        <p:spPr>
          <a:xfrm>
            <a:off x="542419" y="1113133"/>
            <a:ext cx="5451980" cy="5313067"/>
          </a:xfrm>
          <a:prstGeom prst="rect">
            <a:avLst/>
          </a:prstGeom>
        </p:spPr>
        <p:txBody>
          <a:bodyPr lIns="0" rIns="0"/>
          <a:lstStyle>
            <a:lvl1pPr marL="0" indent="0">
              <a:spcBef>
                <a:spcPts val="0"/>
              </a:spcBef>
              <a:spcAft>
                <a:spcPts val="800"/>
              </a:spcAft>
              <a:buClrTx/>
              <a:buFont typeface="Arial" panose="020B0604020202020204" pitchFamily="34" charset="0"/>
              <a:buNone/>
              <a:tabLst/>
              <a:defRPr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b="0" i="0">
                <a:solidFill>
                  <a:schemeClr val="tx1"/>
                </a:solidFill>
                <a:latin typeface="Inter Light" panose="02000503000000020004" pitchFamily="2" charset="0"/>
                <a:ea typeface="Inter Light" panose="02000503000000020004" pitchFamily="2" charset="0"/>
                <a:cs typeface="Gotham Book" pitchFamily="2" charset="0"/>
              </a:defRPr>
            </a:lvl3pPr>
            <a:lvl4pPr>
              <a:defRPr>
                <a:solidFill>
                  <a:srgbClr val="7F7F7F"/>
                </a:solidFill>
              </a:defRPr>
            </a:lvl4pPr>
            <a:lvl5pPr>
              <a:defRPr>
                <a:solidFill>
                  <a:srgbClr val="7F7F7F"/>
                </a:solidFill>
              </a:defRPr>
            </a:lvl5pPr>
          </a:lstStyle>
          <a:p>
            <a:pPr marL="0" indent="0">
              <a:spcBef>
                <a:spcPts val="0"/>
              </a:spcBef>
              <a:spcAft>
                <a:spcPts val="600"/>
              </a:spcAft>
              <a:buNone/>
            </a:pPr>
            <a:r>
              <a:rPr lang="en-US"/>
              <a:t>Content goes here like this and can be multiple lines long Content goes here like this and can be multiple lines long Content goes here like this and can be multiple lines long</a:t>
            </a:r>
          </a:p>
          <a:p>
            <a:pPr marL="0" indent="0">
              <a:spcBef>
                <a:spcPts val="0"/>
              </a:spcBef>
              <a:spcAft>
                <a:spcPts val="600"/>
              </a:spcAft>
              <a:buNone/>
            </a:pPr>
            <a:endParaRPr lang="en-US"/>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a:p>
            <a:pPr>
              <a:spcBef>
                <a:spcPts val="0"/>
              </a:spcBef>
              <a:spcAft>
                <a:spcPts val="600"/>
              </a:spcAft>
            </a:pPr>
            <a:r>
              <a:rPr lang="en-US"/>
              <a:t>Content goes here like this and can be multiple lines long</a:t>
            </a:r>
          </a:p>
        </p:txBody>
      </p:sp>
      <p:sp>
        <p:nvSpPr>
          <p:cNvPr id="5" name="Rounded Rectangle 4">
            <a:extLst>
              <a:ext uri="{FF2B5EF4-FFF2-40B4-BE49-F238E27FC236}">
                <a16:creationId xmlns:a16="http://schemas.microsoft.com/office/drawing/2014/main" id="{27A98A44-1DBB-BC89-2192-83F2535A7FC9}"/>
              </a:ext>
            </a:extLst>
          </p:cNvPr>
          <p:cNvSpPr/>
          <p:nvPr/>
        </p:nvSpPr>
        <p:spPr>
          <a:xfrm>
            <a:off x="6936157" y="3769667"/>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Rounded Rectangle 5">
            <a:extLst>
              <a:ext uri="{FF2B5EF4-FFF2-40B4-BE49-F238E27FC236}">
                <a16:creationId xmlns:a16="http://schemas.microsoft.com/office/drawing/2014/main" id="{24CF3FB0-DAE8-F216-CF32-9CED9D437181}"/>
              </a:ext>
            </a:extLst>
          </p:cNvPr>
          <p:cNvSpPr/>
          <p:nvPr/>
        </p:nvSpPr>
        <p:spPr>
          <a:xfrm>
            <a:off x="6439878" y="1113135"/>
            <a:ext cx="4493844" cy="2315867"/>
          </a:xfrm>
          <a:prstGeom prst="roundRect">
            <a:avLst>
              <a:gd name="adj" fmla="val 566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Freeform 7">
            <a:extLst>
              <a:ext uri="{FF2B5EF4-FFF2-40B4-BE49-F238E27FC236}">
                <a16:creationId xmlns:a16="http://schemas.microsoft.com/office/drawing/2014/main" id="{2037E194-E355-1C91-67FA-E35F6D0C082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0" name="Picture 9">
            <a:extLst>
              <a:ext uri="{FF2B5EF4-FFF2-40B4-BE49-F238E27FC236}">
                <a16:creationId xmlns:a16="http://schemas.microsoft.com/office/drawing/2014/main" id="{06BD058D-9722-D455-1F3D-A9B154B8CF7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42731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6_Two content">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CDE6B1-58DC-0756-D705-D703E4864CD8}"/>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5" name="Rounded Rectangle 4">
            <a:extLst>
              <a:ext uri="{FF2B5EF4-FFF2-40B4-BE49-F238E27FC236}">
                <a16:creationId xmlns:a16="http://schemas.microsoft.com/office/drawing/2014/main" id="{565FE909-3A35-C000-6280-67B30573FBB6}"/>
              </a:ext>
            </a:extLst>
          </p:cNvPr>
          <p:cNvSpPr/>
          <p:nvPr/>
        </p:nvSpPr>
        <p:spPr>
          <a:xfrm>
            <a:off x="7823200" y="1113134"/>
            <a:ext cx="3606800" cy="4631732"/>
          </a:xfrm>
          <a:prstGeom prst="roundRect">
            <a:avLst>
              <a:gd name="adj" fmla="val 394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 name="Text Placeholder 10">
            <a:extLst>
              <a:ext uri="{FF2B5EF4-FFF2-40B4-BE49-F238E27FC236}">
                <a16:creationId xmlns:a16="http://schemas.microsoft.com/office/drawing/2014/main" id="{C89227AD-36FD-5971-3DFE-26E26A99C46D}"/>
              </a:ext>
            </a:extLst>
          </p:cNvPr>
          <p:cNvSpPr>
            <a:spLocks noGrp="1"/>
          </p:cNvSpPr>
          <p:nvPr>
            <p:ph type="body" sz="quarter" idx="16" hasCustomPrompt="1"/>
          </p:nvPr>
        </p:nvSpPr>
        <p:spPr>
          <a:xfrm>
            <a:off x="8132925" y="4223005"/>
            <a:ext cx="3007439" cy="1090084"/>
          </a:xfrm>
          <a:prstGeom prst="rect">
            <a:avLst/>
          </a:prstGeom>
        </p:spPr>
        <p:txBody>
          <a:bodyPr lIns="0" rIns="0"/>
          <a:lstStyle>
            <a:lvl1pPr marL="0" indent="0">
              <a:buNone/>
              <a:defRPr b="0" i="0">
                <a:solidFill>
                  <a:schemeClr val="tx1"/>
                </a:solidFill>
                <a:latin typeface="Arial" panose="020B0604020202020204" pitchFamily="34" charset="0"/>
                <a:cs typeface="Arial" panose="020B0604020202020204" pitchFamily="34" charset="0"/>
              </a:defRPr>
            </a:lvl1pPr>
            <a:lvl2pPr marL="609585" indent="0">
              <a:buNone/>
              <a:defRPr>
                <a:solidFill>
                  <a:schemeClr val="tx1"/>
                </a:solidFill>
                <a:latin typeface="Arial" panose="020B0604020202020204" pitchFamily="34" charset="0"/>
                <a:cs typeface="Arial" panose="020B0604020202020204" pitchFamily="34" charset="0"/>
              </a:defRPr>
            </a:lvl2pPr>
            <a:lvl3pPr marL="1219170" indent="0">
              <a:buNone/>
              <a:defRPr>
                <a:solidFill>
                  <a:schemeClr val="tx1"/>
                </a:solidFill>
                <a:latin typeface="Arial" panose="020B0604020202020204" pitchFamily="34" charset="0"/>
                <a:cs typeface="Arial" panose="020B0604020202020204" pitchFamily="34" charset="0"/>
              </a:defRPr>
            </a:lvl3pPr>
            <a:lvl4pPr marL="1828754" indent="0">
              <a:buNone/>
              <a:defRPr>
                <a:solidFill>
                  <a:schemeClr val="tx1"/>
                </a:solidFill>
                <a:latin typeface="Arial" panose="020B0604020202020204" pitchFamily="34" charset="0"/>
                <a:cs typeface="Arial" panose="020B0604020202020204" pitchFamily="34" charset="0"/>
              </a:defRPr>
            </a:lvl4pPr>
            <a:lvl5pPr marL="2438339" indent="0">
              <a:buNone/>
              <a:defRPr>
                <a:solidFill>
                  <a:schemeClr val="tx1"/>
                </a:solidFill>
                <a:latin typeface="Arial" panose="020B0604020202020204" pitchFamily="34" charset="0"/>
                <a:cs typeface="Arial" panose="020B0604020202020204" pitchFamily="34" charset="0"/>
              </a:defRPr>
            </a:lvl5pPr>
          </a:lstStyle>
          <a:p>
            <a:pPr algn="ctr"/>
            <a:r>
              <a:rPr lang="en-US" sz="2133">
                <a:solidFill>
                  <a:schemeClr val="bg1"/>
                </a:solidFill>
                <a:latin typeface="Arial" panose="020B0604020202020204" pitchFamily="34" charset="0"/>
                <a:ea typeface="Inter Light" panose="02000503000000020004" pitchFamily="2" charset="0"/>
                <a:cs typeface="Arial" panose="020B0604020202020204" pitchFamily="34" charset="0"/>
              </a:rPr>
              <a:t>Explanation of stat goes here and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D2FC49B2-82A5-9522-A638-D1BF0E83C219}"/>
              </a:ext>
            </a:extLst>
          </p:cNvPr>
          <p:cNvSpPr>
            <a:spLocks noGrp="1"/>
          </p:cNvSpPr>
          <p:nvPr>
            <p:ph idx="14" hasCustomPrompt="1"/>
          </p:nvPr>
        </p:nvSpPr>
        <p:spPr>
          <a:xfrm>
            <a:off x="542419" y="1113133"/>
            <a:ext cx="6694017" cy="5313067"/>
          </a:xfrm>
          <a:prstGeom prst="rect">
            <a:avLst/>
          </a:prstGeom>
        </p:spPr>
        <p:txBody>
          <a:bodyPr lIns="0" rIns="0"/>
          <a:lstStyle>
            <a:lvl1pPr marL="380990" indent="-380990">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6" name="Chart Placeholder 14">
            <a:extLst>
              <a:ext uri="{FF2B5EF4-FFF2-40B4-BE49-F238E27FC236}">
                <a16:creationId xmlns:a16="http://schemas.microsoft.com/office/drawing/2014/main" id="{41F5AF4F-913D-397E-60F9-712262AD3612}"/>
              </a:ext>
            </a:extLst>
          </p:cNvPr>
          <p:cNvSpPr>
            <a:spLocks noGrp="1"/>
          </p:cNvSpPr>
          <p:nvPr>
            <p:ph type="chart" sz="quarter" idx="15"/>
          </p:nvPr>
        </p:nvSpPr>
        <p:spPr>
          <a:xfrm>
            <a:off x="8132579" y="1660626"/>
            <a:ext cx="3007784" cy="2334684"/>
          </a:xfrm>
          <a:prstGeom prst="rect">
            <a:avLst/>
          </a:prstGeom>
        </p:spPr>
        <p:txBody>
          <a:bodyPr/>
          <a:lstStyle>
            <a:lvl1pPr marL="0" indent="0">
              <a:buNone/>
              <a:defRPr b="1" i="0">
                <a:solidFill>
                  <a:schemeClr val="bg1"/>
                </a:solidFill>
                <a:latin typeface="Arial" panose="020B0604020202020204" pitchFamily="34" charset="0"/>
              </a:defRPr>
            </a:lvl1pPr>
          </a:lstStyle>
          <a:p>
            <a:r>
              <a:rPr lang="en-US"/>
              <a:t>Click icon to add chart</a:t>
            </a:r>
          </a:p>
        </p:txBody>
      </p:sp>
      <p:sp>
        <p:nvSpPr>
          <p:cNvPr id="4" name="Freeform 3">
            <a:extLst>
              <a:ext uri="{FF2B5EF4-FFF2-40B4-BE49-F238E27FC236}">
                <a16:creationId xmlns:a16="http://schemas.microsoft.com/office/drawing/2014/main" id="{A9FF3EF5-2524-8A6E-36C7-35490108D9B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482AADE-A53B-F6FD-EF4F-4A7E2DB7184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99174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 3 Content Boxes + Icons">
    <p:bg>
      <p:bgPr>
        <a:solidFill>
          <a:schemeClr val="bg1"/>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35D0C338-BF06-3E87-E85F-29C44CFE30F1}"/>
              </a:ext>
            </a:extLst>
          </p:cNvPr>
          <p:cNvSpPr>
            <a:spLocks noGrp="1"/>
          </p:cNvSpPr>
          <p:nvPr>
            <p:ph type="body" sz="quarter" idx="55" hasCustomPrompt="1"/>
          </p:nvPr>
        </p:nvSpPr>
        <p:spPr>
          <a:xfrm>
            <a:off x="789856"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3" name="Picture Placeholder 112">
            <a:extLst>
              <a:ext uri="{FF2B5EF4-FFF2-40B4-BE49-F238E27FC236}">
                <a16:creationId xmlns:a16="http://schemas.microsoft.com/office/drawing/2014/main" id="{02E1770D-01E6-EACF-EFDD-2706A0FD6A35}"/>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3" name="Picture Placeholder 112">
            <a:extLst>
              <a:ext uri="{FF2B5EF4-FFF2-40B4-BE49-F238E27FC236}">
                <a16:creationId xmlns:a16="http://schemas.microsoft.com/office/drawing/2014/main" id="{D7ED30AD-1957-6012-D4FA-E1D2CE004BFE}"/>
              </a:ext>
            </a:extLst>
          </p:cNvPr>
          <p:cNvSpPr>
            <a:spLocks noGrp="1"/>
          </p:cNvSpPr>
          <p:nvPr>
            <p:ph type="pic" sz="quarter" idx="48" hasCustomPrompt="1"/>
          </p:nvPr>
        </p:nvSpPr>
        <p:spPr>
          <a:xfrm>
            <a:off x="4413397"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26463" y="1353452"/>
            <a:ext cx="3382335"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60069" y="2904613"/>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3" name="Picture Placeholder 112">
            <a:extLst>
              <a:ext uri="{FF2B5EF4-FFF2-40B4-BE49-F238E27FC236}">
                <a16:creationId xmlns:a16="http://schemas.microsoft.com/office/drawing/2014/main" id="{5B0D06A4-78AB-0856-ECA9-E24BF546566E}"/>
              </a:ext>
            </a:extLst>
          </p:cNvPr>
          <p:cNvSpPr>
            <a:spLocks noGrp="1"/>
          </p:cNvSpPr>
          <p:nvPr>
            <p:ph type="pic" sz="quarter" idx="51" hasCustomPrompt="1"/>
          </p:nvPr>
        </p:nvSpPr>
        <p:spPr>
          <a:xfrm>
            <a:off x="8060069"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60367" y="2291335"/>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8" name="Text Placeholder 5">
            <a:extLst>
              <a:ext uri="{FF2B5EF4-FFF2-40B4-BE49-F238E27FC236}">
                <a16:creationId xmlns:a16="http://schemas.microsoft.com/office/drawing/2014/main" id="{E3B909D9-23BA-D3EE-781E-FBD661D2020A}"/>
              </a:ext>
            </a:extLst>
          </p:cNvPr>
          <p:cNvSpPr>
            <a:spLocks noGrp="1"/>
          </p:cNvSpPr>
          <p:nvPr>
            <p:ph type="body" sz="quarter" idx="56" hasCustomPrompt="1"/>
          </p:nvPr>
        </p:nvSpPr>
        <p:spPr>
          <a:xfrm>
            <a:off x="4396121"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10" name="Text Placeholder 5">
            <a:extLst>
              <a:ext uri="{FF2B5EF4-FFF2-40B4-BE49-F238E27FC236}">
                <a16:creationId xmlns:a16="http://schemas.microsoft.com/office/drawing/2014/main" id="{CA2CADF2-5093-3303-E241-3A0CA2613375}"/>
              </a:ext>
            </a:extLst>
          </p:cNvPr>
          <p:cNvSpPr>
            <a:spLocks noGrp="1"/>
          </p:cNvSpPr>
          <p:nvPr>
            <p:ph type="body" sz="quarter" idx="57" hasCustomPrompt="1"/>
          </p:nvPr>
        </p:nvSpPr>
        <p:spPr>
          <a:xfrm>
            <a:off x="8060069" y="3037438"/>
            <a:ext cx="2951467" cy="2935817"/>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2087531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 3 Content Boxes">
    <p:bg>
      <p:bgPr>
        <a:solidFill>
          <a:schemeClr val="bg2"/>
        </a:solidFill>
        <a:effectLst/>
      </p:bgPr>
    </p:bg>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1A5D0528-5EAA-9278-830F-CBE8396139C1}"/>
              </a:ext>
            </a:extLst>
          </p:cNvPr>
          <p:cNvSpPr/>
          <p:nvPr/>
        </p:nvSpPr>
        <p:spPr>
          <a:xfrm>
            <a:off x="557026"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1" name="Rounded Rectangle 30">
            <a:extLst>
              <a:ext uri="{FF2B5EF4-FFF2-40B4-BE49-F238E27FC236}">
                <a16:creationId xmlns:a16="http://schemas.microsoft.com/office/drawing/2014/main" id="{021DCA13-FCC4-B135-57D1-3CFD81C599F6}"/>
              </a:ext>
            </a:extLst>
          </p:cNvPr>
          <p:cNvSpPr/>
          <p:nvPr/>
        </p:nvSpPr>
        <p:spPr>
          <a:xfrm>
            <a:off x="4179791"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1" name="Rounded Rectangle 40">
            <a:extLst>
              <a:ext uri="{FF2B5EF4-FFF2-40B4-BE49-F238E27FC236}">
                <a16:creationId xmlns:a16="http://schemas.microsoft.com/office/drawing/2014/main" id="{9E8E9AC0-5448-8477-99BC-DC97D140D2B1}"/>
              </a:ext>
            </a:extLst>
          </p:cNvPr>
          <p:cNvSpPr/>
          <p:nvPr/>
        </p:nvSpPr>
        <p:spPr>
          <a:xfrm>
            <a:off x="7838417" y="1353452"/>
            <a:ext cx="3382335"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7756AF6-186D-83D2-2670-8375163A8E15}"/>
              </a:ext>
            </a:extLst>
          </p:cNvPr>
          <p:cNvCxnSpPr>
            <a:cxnSpLocks/>
          </p:cNvCxnSpPr>
          <p:nvPr/>
        </p:nvCxnSpPr>
        <p:spPr>
          <a:xfrm>
            <a:off x="807202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4" name="Text Placeholder 47">
            <a:extLst>
              <a:ext uri="{FF2B5EF4-FFF2-40B4-BE49-F238E27FC236}">
                <a16:creationId xmlns:a16="http://schemas.microsoft.com/office/drawing/2014/main" id="{5E7593D9-58D9-DC64-99A0-9A61ED89EE97}"/>
              </a:ext>
            </a:extLst>
          </p:cNvPr>
          <p:cNvSpPr>
            <a:spLocks noGrp="1"/>
          </p:cNvSpPr>
          <p:nvPr>
            <p:ph type="body" sz="quarter" idx="52" hasCustomPrompt="1"/>
          </p:nvPr>
        </p:nvSpPr>
        <p:spPr>
          <a:xfrm>
            <a:off x="8072321"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2" name="Straight Connector 21">
            <a:extLst>
              <a:ext uri="{FF2B5EF4-FFF2-40B4-BE49-F238E27FC236}">
                <a16:creationId xmlns:a16="http://schemas.microsoft.com/office/drawing/2014/main" id="{51DEB308-A73B-9A58-A1AA-FB487AE064D7}"/>
              </a:ext>
            </a:extLst>
          </p:cNvPr>
          <p:cNvCxnSpPr>
            <a:cxnSpLocks/>
          </p:cNvCxnSpPr>
          <p:nvPr/>
        </p:nvCxnSpPr>
        <p:spPr>
          <a:xfrm>
            <a:off x="790632"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4" name="Text Placeholder 47">
            <a:extLst>
              <a:ext uri="{FF2B5EF4-FFF2-40B4-BE49-F238E27FC236}">
                <a16:creationId xmlns:a16="http://schemas.microsoft.com/office/drawing/2014/main" id="{3B5BB2A8-4E82-07E0-D516-52798E504EF5}"/>
              </a:ext>
            </a:extLst>
          </p:cNvPr>
          <p:cNvSpPr>
            <a:spLocks noGrp="1"/>
          </p:cNvSpPr>
          <p:nvPr>
            <p:ph type="body" sz="quarter" idx="46" hasCustomPrompt="1"/>
          </p:nvPr>
        </p:nvSpPr>
        <p:spPr>
          <a:xfrm>
            <a:off x="790930"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cxnSp>
        <p:nvCxnSpPr>
          <p:cNvPr id="32" name="Straight Connector 31">
            <a:extLst>
              <a:ext uri="{FF2B5EF4-FFF2-40B4-BE49-F238E27FC236}">
                <a16:creationId xmlns:a16="http://schemas.microsoft.com/office/drawing/2014/main" id="{BAE5ADD6-EA4F-40A0-6599-D8AAE90F3BCF}"/>
              </a:ext>
            </a:extLst>
          </p:cNvPr>
          <p:cNvCxnSpPr>
            <a:cxnSpLocks/>
          </p:cNvCxnSpPr>
          <p:nvPr/>
        </p:nvCxnSpPr>
        <p:spPr>
          <a:xfrm>
            <a:off x="4413397" y="2296901"/>
            <a:ext cx="2951467"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6E373CFE-82AC-6E81-1157-29088139DC24}"/>
              </a:ext>
            </a:extLst>
          </p:cNvPr>
          <p:cNvSpPr>
            <a:spLocks noGrp="1"/>
          </p:cNvSpPr>
          <p:nvPr>
            <p:ph type="body" sz="quarter" idx="49" hasCustomPrompt="1"/>
          </p:nvPr>
        </p:nvSpPr>
        <p:spPr>
          <a:xfrm>
            <a:off x="4413695" y="1683623"/>
            <a:ext cx="2936588"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Removes Barriers &amp; Connects Silos</a:t>
            </a:r>
          </a:p>
        </p:txBody>
      </p:sp>
      <p:sp>
        <p:nvSpPr>
          <p:cNvPr id="7" name="Freeform 6">
            <a:extLst>
              <a:ext uri="{FF2B5EF4-FFF2-40B4-BE49-F238E27FC236}">
                <a16:creationId xmlns:a16="http://schemas.microsoft.com/office/drawing/2014/main" id="{A8C20146-6E8F-7E6A-9287-94103CDC7810}"/>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8" name="Picture 7">
            <a:extLst>
              <a:ext uri="{FF2B5EF4-FFF2-40B4-BE49-F238E27FC236}">
                <a16:creationId xmlns:a16="http://schemas.microsoft.com/office/drawing/2014/main" id="{A63C5BA8-6E0A-C596-4D72-E3150AC16516}"/>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D491EEEC-9D94-37B6-8994-495E7FCE1B0C}"/>
              </a:ext>
            </a:extLst>
          </p:cNvPr>
          <p:cNvSpPr>
            <a:spLocks noGrp="1"/>
          </p:cNvSpPr>
          <p:nvPr>
            <p:ph type="body" sz="quarter" idx="55" hasCustomPrompt="1"/>
          </p:nvPr>
        </p:nvSpPr>
        <p:spPr>
          <a:xfrm>
            <a:off x="789856"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3" name="Text Placeholder 5">
            <a:extLst>
              <a:ext uri="{FF2B5EF4-FFF2-40B4-BE49-F238E27FC236}">
                <a16:creationId xmlns:a16="http://schemas.microsoft.com/office/drawing/2014/main" id="{F680D6CE-9BFF-D6B3-6E6B-9750A42CA944}"/>
              </a:ext>
            </a:extLst>
          </p:cNvPr>
          <p:cNvSpPr>
            <a:spLocks noGrp="1"/>
          </p:cNvSpPr>
          <p:nvPr>
            <p:ph type="body" sz="quarter" idx="56" hasCustomPrompt="1"/>
          </p:nvPr>
        </p:nvSpPr>
        <p:spPr>
          <a:xfrm>
            <a:off x="4396121"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
        <p:nvSpPr>
          <p:cNvPr id="4" name="Text Placeholder 5">
            <a:extLst>
              <a:ext uri="{FF2B5EF4-FFF2-40B4-BE49-F238E27FC236}">
                <a16:creationId xmlns:a16="http://schemas.microsoft.com/office/drawing/2014/main" id="{E978D0F7-475E-C0E2-EFC2-185A0812A392}"/>
              </a:ext>
            </a:extLst>
          </p:cNvPr>
          <p:cNvSpPr>
            <a:spLocks noGrp="1"/>
          </p:cNvSpPr>
          <p:nvPr>
            <p:ph type="body" sz="quarter" idx="57" hasCustomPrompt="1"/>
          </p:nvPr>
        </p:nvSpPr>
        <p:spPr>
          <a:xfrm>
            <a:off x="8060069" y="2427565"/>
            <a:ext cx="2951467" cy="34502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tation</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ullamcorper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suscipit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lobortis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nisl</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aliquip</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ex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ea</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commodo</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consequat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a:t>
            </a:r>
          </a:p>
        </p:txBody>
      </p:sp>
    </p:spTree>
    <p:extLst>
      <p:ext uri="{BB962C8B-B14F-4D97-AF65-F5344CB8AC3E}">
        <p14:creationId xmlns:p14="http://schemas.microsoft.com/office/powerpoint/2010/main" val="1250944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3 Content Boxes Small + Icons">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0" name="Rounded Rectangle 19">
            <a:extLst>
              <a:ext uri="{FF2B5EF4-FFF2-40B4-BE49-F238E27FC236}">
                <a16:creationId xmlns:a16="http://schemas.microsoft.com/office/drawing/2014/main" id="{51FCE25D-6EA9-6FE8-5A83-F4F3AC28925D}"/>
              </a:ext>
            </a:extLst>
          </p:cNvPr>
          <p:cNvSpPr/>
          <p:nvPr/>
        </p:nvSpPr>
        <p:spPr>
          <a:xfrm>
            <a:off x="6197603" y="1113134"/>
            <a:ext cx="1631460" cy="4874967"/>
          </a:xfrm>
          <a:prstGeom prst="roundRect">
            <a:avLst>
              <a:gd name="adj" fmla="val 78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6" name="Straight Connector 25">
            <a:extLst>
              <a:ext uri="{FF2B5EF4-FFF2-40B4-BE49-F238E27FC236}">
                <a16:creationId xmlns:a16="http://schemas.microsoft.com/office/drawing/2014/main" id="{C39FE13D-51D9-2DE6-712D-37A3171AB6DF}"/>
              </a:ext>
            </a:extLst>
          </p:cNvPr>
          <p:cNvCxnSpPr>
            <a:cxnSpLocks/>
          </p:cNvCxnSpPr>
          <p:nvPr/>
        </p:nvCxnSpPr>
        <p:spPr>
          <a:xfrm>
            <a:off x="6349151"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7" name="Picture Placeholder 112">
            <a:extLst>
              <a:ext uri="{FF2B5EF4-FFF2-40B4-BE49-F238E27FC236}">
                <a16:creationId xmlns:a16="http://schemas.microsoft.com/office/drawing/2014/main" id="{BF30AE5D-3BC2-2201-1FAE-7DBC984D9FFE}"/>
              </a:ext>
            </a:extLst>
          </p:cNvPr>
          <p:cNvSpPr>
            <a:spLocks noGrp="1"/>
          </p:cNvSpPr>
          <p:nvPr>
            <p:ph type="pic" sz="quarter" idx="37" hasCustomPrompt="1"/>
          </p:nvPr>
        </p:nvSpPr>
        <p:spPr>
          <a:xfrm>
            <a:off x="6349150"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28" name="Text Placeholder 47">
            <a:extLst>
              <a:ext uri="{FF2B5EF4-FFF2-40B4-BE49-F238E27FC236}">
                <a16:creationId xmlns:a16="http://schemas.microsoft.com/office/drawing/2014/main" id="{77CF59DC-585C-EED8-807C-2A84E42FF4A8}"/>
              </a:ext>
            </a:extLst>
          </p:cNvPr>
          <p:cNvSpPr>
            <a:spLocks noGrp="1"/>
          </p:cNvSpPr>
          <p:nvPr>
            <p:ph type="body" sz="quarter" idx="43" hasCustomPrompt="1"/>
          </p:nvPr>
        </p:nvSpPr>
        <p:spPr>
          <a:xfrm>
            <a:off x="6349448"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40" name="Rounded Rectangle 39">
            <a:extLst>
              <a:ext uri="{FF2B5EF4-FFF2-40B4-BE49-F238E27FC236}">
                <a16:creationId xmlns:a16="http://schemas.microsoft.com/office/drawing/2014/main" id="{C04E3E6A-296C-1333-FE61-8CF5869C3766}"/>
              </a:ext>
            </a:extLst>
          </p:cNvPr>
          <p:cNvSpPr/>
          <p:nvPr/>
        </p:nvSpPr>
        <p:spPr>
          <a:xfrm>
            <a:off x="9773142" y="1113134"/>
            <a:ext cx="1631460" cy="4874967"/>
          </a:xfrm>
          <a:prstGeom prst="roundRect">
            <a:avLst>
              <a:gd name="adj" fmla="val 72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6" name="Straight Connector 45">
            <a:extLst>
              <a:ext uri="{FF2B5EF4-FFF2-40B4-BE49-F238E27FC236}">
                <a16:creationId xmlns:a16="http://schemas.microsoft.com/office/drawing/2014/main" id="{B1F2BDBA-6790-4A12-8212-A670E4E46F87}"/>
              </a:ext>
            </a:extLst>
          </p:cNvPr>
          <p:cNvCxnSpPr>
            <a:cxnSpLocks/>
          </p:cNvCxnSpPr>
          <p:nvPr/>
        </p:nvCxnSpPr>
        <p:spPr>
          <a:xfrm>
            <a:off x="992468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7" name="Picture Placeholder 112">
            <a:extLst>
              <a:ext uri="{FF2B5EF4-FFF2-40B4-BE49-F238E27FC236}">
                <a16:creationId xmlns:a16="http://schemas.microsoft.com/office/drawing/2014/main" id="{C7695E3D-95B0-3427-D2F9-C4849E03A95D}"/>
              </a:ext>
            </a:extLst>
          </p:cNvPr>
          <p:cNvSpPr>
            <a:spLocks noGrp="1"/>
          </p:cNvSpPr>
          <p:nvPr>
            <p:ph type="pic" sz="quarter" idx="45" hasCustomPrompt="1"/>
          </p:nvPr>
        </p:nvSpPr>
        <p:spPr>
          <a:xfrm>
            <a:off x="9924689"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48" name="Text Placeholder 47">
            <a:extLst>
              <a:ext uri="{FF2B5EF4-FFF2-40B4-BE49-F238E27FC236}">
                <a16:creationId xmlns:a16="http://schemas.microsoft.com/office/drawing/2014/main" id="{C0235E3E-B748-A967-A993-713F60EA28BF}"/>
              </a:ext>
            </a:extLst>
          </p:cNvPr>
          <p:cNvSpPr>
            <a:spLocks noGrp="1"/>
          </p:cNvSpPr>
          <p:nvPr>
            <p:ph type="body" sz="quarter" idx="46" hasCustomPrompt="1"/>
          </p:nvPr>
        </p:nvSpPr>
        <p:spPr>
          <a:xfrm>
            <a:off x="9924987"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56" name="Rounded Rectangle 55">
            <a:extLst>
              <a:ext uri="{FF2B5EF4-FFF2-40B4-BE49-F238E27FC236}">
                <a16:creationId xmlns:a16="http://schemas.microsoft.com/office/drawing/2014/main" id="{031FE680-A696-717C-1D97-D76134ED1B31}"/>
              </a:ext>
            </a:extLst>
          </p:cNvPr>
          <p:cNvSpPr/>
          <p:nvPr/>
        </p:nvSpPr>
        <p:spPr>
          <a:xfrm>
            <a:off x="7979511" y="1113134"/>
            <a:ext cx="1631460" cy="4874967"/>
          </a:xfrm>
          <a:prstGeom prst="roundRect">
            <a:avLst>
              <a:gd name="adj" fmla="val 83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463FF884-8C69-F9A3-45DA-3CEAFE20DBE3}"/>
              </a:ext>
            </a:extLst>
          </p:cNvPr>
          <p:cNvCxnSpPr>
            <a:cxnSpLocks/>
          </p:cNvCxnSpPr>
          <p:nvPr/>
        </p:nvCxnSpPr>
        <p:spPr>
          <a:xfrm>
            <a:off x="8131059" y="2664295"/>
            <a:ext cx="1339088"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ABB76DFC-A923-22C3-273F-12A18384F444}"/>
              </a:ext>
            </a:extLst>
          </p:cNvPr>
          <p:cNvSpPr>
            <a:spLocks noGrp="1"/>
          </p:cNvSpPr>
          <p:nvPr>
            <p:ph type="pic" sz="quarter" idx="48" hasCustomPrompt="1"/>
          </p:nvPr>
        </p:nvSpPr>
        <p:spPr>
          <a:xfrm>
            <a:off x="813105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stStyle>
          <a:p>
            <a:r>
              <a:rPr lang="en-US"/>
              <a:t>Icon here</a:t>
            </a:r>
          </a:p>
        </p:txBody>
      </p:sp>
      <p:sp>
        <p:nvSpPr>
          <p:cNvPr id="59" name="Text Placeholder 47">
            <a:extLst>
              <a:ext uri="{FF2B5EF4-FFF2-40B4-BE49-F238E27FC236}">
                <a16:creationId xmlns:a16="http://schemas.microsoft.com/office/drawing/2014/main" id="{051F8636-9654-498D-C54F-845B6BEFA1DB}"/>
              </a:ext>
            </a:extLst>
          </p:cNvPr>
          <p:cNvSpPr>
            <a:spLocks noGrp="1"/>
          </p:cNvSpPr>
          <p:nvPr>
            <p:ph type="body" sz="quarter" idx="49" hasCustomPrompt="1"/>
          </p:nvPr>
        </p:nvSpPr>
        <p:spPr>
          <a:xfrm>
            <a:off x="8131356" y="2044597"/>
            <a:ext cx="134009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cs typeface="Arial" panose="020B0604020202020204" pitchFamily="34"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Content here</a:t>
            </a:r>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5" name="Text Placeholder 4">
            <a:extLst>
              <a:ext uri="{FF2B5EF4-FFF2-40B4-BE49-F238E27FC236}">
                <a16:creationId xmlns:a16="http://schemas.microsoft.com/office/drawing/2014/main" id="{7546D8BB-8A6F-EE16-0E4C-A6BCB1C31A99}"/>
              </a:ext>
            </a:extLst>
          </p:cNvPr>
          <p:cNvSpPr>
            <a:spLocks noGrp="1"/>
          </p:cNvSpPr>
          <p:nvPr>
            <p:ph type="body" sz="quarter" idx="51" hasCustomPrompt="1"/>
          </p:nvPr>
        </p:nvSpPr>
        <p:spPr>
          <a:xfrm>
            <a:off x="8131059"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6" name="Text Placeholder 4">
            <a:extLst>
              <a:ext uri="{FF2B5EF4-FFF2-40B4-BE49-F238E27FC236}">
                <a16:creationId xmlns:a16="http://schemas.microsoft.com/office/drawing/2014/main" id="{F5B3859A-CEA3-AAF5-1E85-BFFF391B44BD}"/>
              </a:ext>
            </a:extLst>
          </p:cNvPr>
          <p:cNvSpPr>
            <a:spLocks noGrp="1"/>
          </p:cNvSpPr>
          <p:nvPr>
            <p:ph type="body" sz="quarter" idx="52" hasCustomPrompt="1"/>
          </p:nvPr>
        </p:nvSpPr>
        <p:spPr>
          <a:xfrm>
            <a:off x="6334343"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
        <p:nvSpPr>
          <p:cNvPr id="7" name="Text Placeholder 4">
            <a:extLst>
              <a:ext uri="{FF2B5EF4-FFF2-40B4-BE49-F238E27FC236}">
                <a16:creationId xmlns:a16="http://schemas.microsoft.com/office/drawing/2014/main" id="{C4CDFD09-0700-A49C-5539-971D044AF113}"/>
              </a:ext>
            </a:extLst>
          </p:cNvPr>
          <p:cNvSpPr>
            <a:spLocks noGrp="1"/>
          </p:cNvSpPr>
          <p:nvPr>
            <p:ph type="body" sz="quarter" idx="53" hasCustomPrompt="1"/>
          </p:nvPr>
        </p:nvSpPr>
        <p:spPr>
          <a:xfrm>
            <a:off x="9914941" y="2779160"/>
            <a:ext cx="1339088" cy="2952875"/>
          </a:xfrm>
          <a:prstGeom prst="rect">
            <a:avLst/>
          </a:prstGeom>
        </p:spPr>
        <p:txBody>
          <a:bodyPr lIns="0"/>
          <a:lstStyle>
            <a:lvl1pPr marL="0" indent="0">
              <a:buNone/>
              <a:defRPr sz="1333" b="0" i="0">
                <a:solidFill>
                  <a:schemeClr val="tx1"/>
                </a:solidFill>
                <a:latin typeface="Arial" panose="020B0604020202020204" pitchFamily="34" charset="0"/>
                <a:cs typeface="Arial" panose="020B0604020202020204" pitchFamily="34" charset="0"/>
              </a:defRPr>
            </a:lvl1pPr>
            <a:lvl2pPr marL="609585" indent="0">
              <a:buNone/>
              <a:defRPr sz="1333">
                <a:solidFill>
                  <a:schemeClr val="tx1"/>
                </a:solidFill>
                <a:latin typeface="Arial" panose="020B0604020202020204" pitchFamily="34" charset="0"/>
                <a:cs typeface="Arial" panose="020B0604020202020204" pitchFamily="34" charset="0"/>
              </a:defRPr>
            </a:lvl2pPr>
            <a:lvl3pPr marL="1219170" indent="0">
              <a:buNone/>
              <a:defRPr sz="1333">
                <a:solidFill>
                  <a:schemeClr val="tx1"/>
                </a:solidFill>
                <a:latin typeface="Arial" panose="020B0604020202020204" pitchFamily="34" charset="0"/>
                <a:cs typeface="Arial" panose="020B0604020202020204" pitchFamily="34" charset="0"/>
              </a:defRPr>
            </a:lvl3pPr>
            <a:lvl4pPr marL="1828754" indent="0">
              <a:buNone/>
              <a:defRPr sz="1333">
                <a:solidFill>
                  <a:schemeClr val="tx1"/>
                </a:solidFill>
                <a:latin typeface="Arial" panose="020B0604020202020204" pitchFamily="34" charset="0"/>
                <a:cs typeface="Arial" panose="020B0604020202020204" pitchFamily="34" charset="0"/>
              </a:defRPr>
            </a:lvl4pPr>
            <a:lvl5pPr marL="2438339" indent="0">
              <a:buNone/>
              <a:defRPr sz="1333">
                <a:solidFill>
                  <a:schemeClr val="tx1"/>
                </a:solidFill>
                <a:latin typeface="Arial" panose="020B0604020202020204" pitchFamily="34" charset="0"/>
                <a:cs typeface="Arial" panose="020B0604020202020204" pitchFamily="34" charset="0"/>
              </a:defRPr>
            </a:lvl5pPr>
          </a:lstStyle>
          <a:p>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consectuer</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333"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333">
                <a:solidFill>
                  <a:schemeClr val="tx1"/>
                </a:solidFill>
                <a:latin typeface="Arial" panose="020B0604020202020204" pitchFamily="34" charset="0"/>
                <a:ea typeface="Inter Light" panose="02000503000000020004" pitchFamily="2" charset="0"/>
                <a:cs typeface="Arial" panose="020B0604020202020204" pitchFamily="34" charset="0"/>
              </a:rPr>
              <a:t> dolore magna</a:t>
            </a:r>
          </a:p>
        </p:txBody>
      </p:sp>
    </p:spTree>
    <p:extLst>
      <p:ext uri="{BB962C8B-B14F-4D97-AF65-F5344CB8AC3E}">
        <p14:creationId xmlns:p14="http://schemas.microsoft.com/office/powerpoint/2010/main" val="1787831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 Content + 3 Callouts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vl8pPr marL="4267093" indent="0">
              <a:buNone/>
              <a:defRPr/>
            </a:lvl8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6" name="Rounded Rectangle 5">
            <a:extLst>
              <a:ext uri="{FF2B5EF4-FFF2-40B4-BE49-F238E27FC236}">
                <a16:creationId xmlns:a16="http://schemas.microsoft.com/office/drawing/2014/main" id="{4D78C1E2-16C1-44D3-709E-C6A74A908D1A}"/>
              </a:ext>
            </a:extLst>
          </p:cNvPr>
          <p:cNvSpPr/>
          <p:nvPr/>
        </p:nvSpPr>
        <p:spPr>
          <a:xfrm>
            <a:off x="6439877" y="1113135"/>
            <a:ext cx="4990123" cy="1443403"/>
          </a:xfrm>
          <a:prstGeom prst="roundRect">
            <a:avLst>
              <a:gd name="adj" fmla="val 883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Rounded Rectangle 6">
            <a:extLst>
              <a:ext uri="{FF2B5EF4-FFF2-40B4-BE49-F238E27FC236}">
                <a16:creationId xmlns:a16="http://schemas.microsoft.com/office/drawing/2014/main" id="{6AC4D9A5-7175-5C8A-4C9A-C5C7F00F1B07}"/>
              </a:ext>
            </a:extLst>
          </p:cNvPr>
          <p:cNvSpPr/>
          <p:nvPr/>
        </p:nvSpPr>
        <p:spPr>
          <a:xfrm>
            <a:off x="6439877" y="2817553"/>
            <a:ext cx="4990123" cy="1443403"/>
          </a:xfrm>
          <a:prstGeom prst="roundRect">
            <a:avLst>
              <a:gd name="adj" fmla="val 914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 name="Rounded Rectangle 7">
            <a:extLst>
              <a:ext uri="{FF2B5EF4-FFF2-40B4-BE49-F238E27FC236}">
                <a16:creationId xmlns:a16="http://schemas.microsoft.com/office/drawing/2014/main" id="{40BCE237-3BF0-39F2-5D9B-4A9287FCE15E}"/>
              </a:ext>
            </a:extLst>
          </p:cNvPr>
          <p:cNvSpPr/>
          <p:nvPr/>
        </p:nvSpPr>
        <p:spPr>
          <a:xfrm>
            <a:off x="6439877" y="4521969"/>
            <a:ext cx="4990123" cy="1443403"/>
          </a:xfrm>
          <a:prstGeom prst="roundRect">
            <a:avLst>
              <a:gd name="adj" fmla="val 889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Freeform 3">
            <a:extLst>
              <a:ext uri="{FF2B5EF4-FFF2-40B4-BE49-F238E27FC236}">
                <a16:creationId xmlns:a16="http://schemas.microsoft.com/office/drawing/2014/main" id="{20AB394A-28B5-97DD-CB3A-9A85F394EF8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4">
            <a:extLst>
              <a:ext uri="{FF2B5EF4-FFF2-40B4-BE49-F238E27FC236}">
                <a16:creationId xmlns:a16="http://schemas.microsoft.com/office/drawing/2014/main" id="{95FDB111-FAA0-90FE-7AFC-DDBE0731345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16834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itle + Content + 3 Callouts">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09E348-6FC2-69F6-351E-22BA620348CE}"/>
              </a:ext>
            </a:extLst>
          </p:cNvPr>
          <p:cNvSpPr/>
          <p:nvPr/>
        </p:nvSpPr>
        <p:spPr>
          <a:xfrm>
            <a:off x="0" y="0"/>
            <a:ext cx="8686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783734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61" name="Content Placeholder 2">
            <a:extLst>
              <a:ext uri="{FF2B5EF4-FFF2-40B4-BE49-F238E27FC236}">
                <a16:creationId xmlns:a16="http://schemas.microsoft.com/office/drawing/2014/main" id="{0F40C0C9-4AF9-5909-AE20-39BC49508453}"/>
              </a:ext>
            </a:extLst>
          </p:cNvPr>
          <p:cNvSpPr>
            <a:spLocks noGrp="1"/>
          </p:cNvSpPr>
          <p:nvPr>
            <p:ph idx="14" hasCustomPrompt="1"/>
          </p:nvPr>
        </p:nvSpPr>
        <p:spPr>
          <a:xfrm>
            <a:off x="542419" y="1113133"/>
            <a:ext cx="545198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3" name="Rounded Rectangle 2">
            <a:extLst>
              <a:ext uri="{FF2B5EF4-FFF2-40B4-BE49-F238E27FC236}">
                <a16:creationId xmlns:a16="http://schemas.microsoft.com/office/drawing/2014/main" id="{2B2009B1-0FC3-C76C-F01C-79E2DF338E30}"/>
              </a:ext>
            </a:extLst>
          </p:cNvPr>
          <p:cNvSpPr/>
          <p:nvPr/>
        </p:nvSpPr>
        <p:spPr>
          <a:xfrm>
            <a:off x="6439877" y="1113135"/>
            <a:ext cx="4990123" cy="1443403"/>
          </a:xfrm>
          <a:prstGeom prst="roundRect">
            <a:avLst>
              <a:gd name="adj" fmla="val 883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Rounded Rectangle 3">
            <a:extLst>
              <a:ext uri="{FF2B5EF4-FFF2-40B4-BE49-F238E27FC236}">
                <a16:creationId xmlns:a16="http://schemas.microsoft.com/office/drawing/2014/main" id="{075CD5AB-792D-7FE6-A79A-3D3311062459}"/>
              </a:ext>
            </a:extLst>
          </p:cNvPr>
          <p:cNvSpPr/>
          <p:nvPr/>
        </p:nvSpPr>
        <p:spPr>
          <a:xfrm>
            <a:off x="6439877" y="2817553"/>
            <a:ext cx="4990123" cy="1443403"/>
          </a:xfrm>
          <a:prstGeom prst="roundRect">
            <a:avLst>
              <a:gd name="adj" fmla="val 91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Rounded Rectangle 4">
            <a:extLst>
              <a:ext uri="{FF2B5EF4-FFF2-40B4-BE49-F238E27FC236}">
                <a16:creationId xmlns:a16="http://schemas.microsoft.com/office/drawing/2014/main" id="{9A097985-48C9-ECA8-9621-A7E93BE7DC52}"/>
              </a:ext>
            </a:extLst>
          </p:cNvPr>
          <p:cNvSpPr/>
          <p:nvPr/>
        </p:nvSpPr>
        <p:spPr>
          <a:xfrm>
            <a:off x="6439877" y="4521969"/>
            <a:ext cx="4990123" cy="1443403"/>
          </a:xfrm>
          <a:prstGeom prst="roundRect">
            <a:avLst>
              <a:gd name="adj" fmla="val 889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 name="Freeform 9">
            <a:extLst>
              <a:ext uri="{FF2B5EF4-FFF2-40B4-BE49-F238E27FC236}">
                <a16:creationId xmlns:a16="http://schemas.microsoft.com/office/drawing/2014/main" id="{66CA1ECC-B2EA-4A57-142B-746F5B957AF4}"/>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11" name="Picture 10">
            <a:extLst>
              <a:ext uri="{FF2B5EF4-FFF2-40B4-BE49-F238E27FC236}">
                <a16:creationId xmlns:a16="http://schemas.microsoft.com/office/drawing/2014/main" id="{FE4D4F63-0570-AAE4-8E1F-B8A9880198A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582159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itle + 3 Amount Content">
    <p:bg>
      <p:bgPr>
        <a:solidFill>
          <a:schemeClr val="bg2"/>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741D8A1-0C8D-70B5-A88A-CE3FE85499C1}"/>
              </a:ext>
            </a:extLst>
          </p:cNvPr>
          <p:cNvSpPr>
            <a:spLocks noGrp="1"/>
          </p:cNvSpPr>
          <p:nvPr>
            <p:ph type="body" sz="quarter" idx="16" hasCustomPrompt="1"/>
          </p:nvPr>
        </p:nvSpPr>
        <p:spPr>
          <a:xfrm>
            <a:off x="728134"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5DF582A7-6447-3607-753A-46CCB69FB2C7}"/>
              </a:ext>
            </a:extLst>
          </p:cNvPr>
          <p:cNvCxnSpPr>
            <a:cxnSpLocks/>
          </p:cNvCxnSpPr>
          <p:nvPr/>
        </p:nvCxnSpPr>
        <p:spPr>
          <a:xfrm>
            <a:off x="830464"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266F4267-22F7-0C6F-D9CB-A27ABA4BF45A}"/>
              </a:ext>
            </a:extLst>
          </p:cNvPr>
          <p:cNvSpPr>
            <a:spLocks noGrp="1"/>
          </p:cNvSpPr>
          <p:nvPr>
            <p:ph type="body" sz="quarter" idx="10" hasCustomPrompt="1"/>
          </p:nvPr>
        </p:nvSpPr>
        <p:spPr>
          <a:xfrm>
            <a:off x="728134"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25" name="Straight Connector 24">
            <a:extLst>
              <a:ext uri="{FF2B5EF4-FFF2-40B4-BE49-F238E27FC236}">
                <a16:creationId xmlns:a16="http://schemas.microsoft.com/office/drawing/2014/main" id="{75594396-617D-0799-C34F-CC6C860554F5}"/>
              </a:ext>
            </a:extLst>
          </p:cNvPr>
          <p:cNvCxnSpPr>
            <a:cxnSpLocks/>
          </p:cNvCxnSpPr>
          <p:nvPr/>
        </p:nvCxnSpPr>
        <p:spPr>
          <a:xfrm>
            <a:off x="8110495"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6" name="Text Placeholder 16">
            <a:extLst>
              <a:ext uri="{FF2B5EF4-FFF2-40B4-BE49-F238E27FC236}">
                <a16:creationId xmlns:a16="http://schemas.microsoft.com/office/drawing/2014/main" id="{1B4CA5E4-8C6F-94C1-436D-610C28555F87}"/>
              </a:ext>
            </a:extLst>
          </p:cNvPr>
          <p:cNvSpPr>
            <a:spLocks noGrp="1"/>
          </p:cNvSpPr>
          <p:nvPr>
            <p:ph type="body" sz="quarter" idx="12" hasCustomPrompt="1"/>
          </p:nvPr>
        </p:nvSpPr>
        <p:spPr>
          <a:xfrm>
            <a:off x="8008165"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cxnSp>
        <p:nvCxnSpPr>
          <p:cNvPr id="31" name="Straight Connector 30">
            <a:extLst>
              <a:ext uri="{FF2B5EF4-FFF2-40B4-BE49-F238E27FC236}">
                <a16:creationId xmlns:a16="http://schemas.microsoft.com/office/drawing/2014/main" id="{2304CC8D-4D52-E612-8565-DA9C1A63C6D9}"/>
              </a:ext>
            </a:extLst>
          </p:cNvPr>
          <p:cNvCxnSpPr>
            <a:cxnSpLocks/>
          </p:cNvCxnSpPr>
          <p:nvPr/>
        </p:nvCxnSpPr>
        <p:spPr>
          <a:xfrm>
            <a:off x="4476340" y="3112547"/>
            <a:ext cx="3044421" cy="0"/>
          </a:xfrm>
          <a:prstGeom prst="line">
            <a:avLst/>
          </a:prstGeom>
          <a:ln w="254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16">
            <a:extLst>
              <a:ext uri="{FF2B5EF4-FFF2-40B4-BE49-F238E27FC236}">
                <a16:creationId xmlns:a16="http://schemas.microsoft.com/office/drawing/2014/main" id="{474D4C94-064D-57DC-0ECF-FFFB1561A1EF}"/>
              </a:ext>
            </a:extLst>
          </p:cNvPr>
          <p:cNvSpPr>
            <a:spLocks noGrp="1"/>
          </p:cNvSpPr>
          <p:nvPr>
            <p:ph type="body" sz="quarter" idx="14" hasCustomPrompt="1"/>
          </p:nvPr>
        </p:nvSpPr>
        <p:spPr>
          <a:xfrm>
            <a:off x="4374010" y="2114551"/>
            <a:ext cx="3249084" cy="778933"/>
          </a:xfrm>
          <a:prstGeom prst="rect">
            <a:avLst/>
          </a:prstGeom>
        </p:spPr>
        <p:txBody>
          <a:bodyPr anchor="b"/>
          <a:lstStyle>
            <a:lvl1pPr marL="0" indent="0" algn="ctr">
              <a:buNone/>
              <a:defRPr sz="4267" b="0" i="0">
                <a:solidFill>
                  <a:schemeClr val="tx2"/>
                </a:solidFill>
                <a:latin typeface="Arial" panose="020B0604020202020204" pitchFamily="34" charset="0"/>
              </a:defRPr>
            </a:lvl1pPr>
            <a:lvl2pPr>
              <a:defRPr sz="4267"/>
            </a:lvl2pPr>
            <a:lvl3pPr>
              <a:defRPr sz="4267"/>
            </a:lvl3pPr>
            <a:lvl4pPr>
              <a:defRPr sz="4267"/>
            </a:lvl4pPr>
            <a:lvl5pPr>
              <a:defRPr sz="4267"/>
            </a:lvl5pPr>
          </a:lstStyle>
          <a:p>
            <a:pPr lvl="0"/>
            <a:r>
              <a:rPr lang="en-US"/>
              <a:t>$0,000</a:t>
            </a:r>
          </a:p>
        </p:txBody>
      </p:sp>
      <p:sp>
        <p:nvSpPr>
          <p:cNvPr id="2" name="Freeform 1">
            <a:extLst>
              <a:ext uri="{FF2B5EF4-FFF2-40B4-BE49-F238E27FC236}">
                <a16:creationId xmlns:a16="http://schemas.microsoft.com/office/drawing/2014/main" id="{86A1EFA8-67D8-7745-6A8B-7A9CBC21206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639B3958-E5A5-9CB1-4D8B-9F9585A37C5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7" name="Text Placeholder 5">
            <a:extLst>
              <a:ext uri="{FF2B5EF4-FFF2-40B4-BE49-F238E27FC236}">
                <a16:creationId xmlns:a16="http://schemas.microsoft.com/office/drawing/2014/main" id="{3563270B-116D-DED0-25B5-C758317DD981}"/>
              </a:ext>
            </a:extLst>
          </p:cNvPr>
          <p:cNvSpPr>
            <a:spLocks noGrp="1"/>
          </p:cNvSpPr>
          <p:nvPr>
            <p:ph type="body" sz="quarter" idx="17" hasCustomPrompt="1"/>
          </p:nvPr>
        </p:nvSpPr>
        <p:spPr>
          <a:xfrm>
            <a:off x="4398567"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8" name="Text Placeholder 5">
            <a:extLst>
              <a:ext uri="{FF2B5EF4-FFF2-40B4-BE49-F238E27FC236}">
                <a16:creationId xmlns:a16="http://schemas.microsoft.com/office/drawing/2014/main" id="{1E8D8581-41F1-5196-5D3A-4710873C8583}"/>
              </a:ext>
            </a:extLst>
          </p:cNvPr>
          <p:cNvSpPr>
            <a:spLocks noGrp="1"/>
          </p:cNvSpPr>
          <p:nvPr>
            <p:ph type="body" sz="quarter" idx="18" hasCustomPrompt="1"/>
          </p:nvPr>
        </p:nvSpPr>
        <p:spPr>
          <a:xfrm>
            <a:off x="8004833" y="3416167"/>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281747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7_Three content">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4" name="Chart Placeholder 33">
            <a:extLst>
              <a:ext uri="{FF2B5EF4-FFF2-40B4-BE49-F238E27FC236}">
                <a16:creationId xmlns:a16="http://schemas.microsoft.com/office/drawing/2014/main" id="{BFCEA124-EB7E-CF0A-9E07-6F3A8FE1A639}"/>
              </a:ext>
            </a:extLst>
          </p:cNvPr>
          <p:cNvSpPr>
            <a:spLocks noGrp="1"/>
          </p:cNvSpPr>
          <p:nvPr>
            <p:ph type="chart" sz="quarter" idx="16"/>
          </p:nvPr>
        </p:nvSpPr>
        <p:spPr>
          <a:xfrm>
            <a:off x="859021"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5" name="Chart Placeholder 33">
            <a:extLst>
              <a:ext uri="{FF2B5EF4-FFF2-40B4-BE49-F238E27FC236}">
                <a16:creationId xmlns:a16="http://schemas.microsoft.com/office/drawing/2014/main" id="{FA4D44BF-ADC0-6EE1-76ED-CFEE24F8D868}"/>
              </a:ext>
            </a:extLst>
          </p:cNvPr>
          <p:cNvSpPr>
            <a:spLocks noGrp="1"/>
          </p:cNvSpPr>
          <p:nvPr>
            <p:ph type="chart" sz="quarter" idx="17"/>
          </p:nvPr>
        </p:nvSpPr>
        <p:spPr>
          <a:xfrm>
            <a:off x="4504429"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36" name="Chart Placeholder 33">
            <a:extLst>
              <a:ext uri="{FF2B5EF4-FFF2-40B4-BE49-F238E27FC236}">
                <a16:creationId xmlns:a16="http://schemas.microsoft.com/office/drawing/2014/main" id="{6E776D9F-C4D1-3AB0-B558-3F286E912F25}"/>
              </a:ext>
            </a:extLst>
          </p:cNvPr>
          <p:cNvSpPr>
            <a:spLocks noGrp="1"/>
          </p:cNvSpPr>
          <p:nvPr>
            <p:ph type="chart" sz="quarter" idx="18"/>
          </p:nvPr>
        </p:nvSpPr>
        <p:spPr>
          <a:xfrm>
            <a:off x="8139397" y="1705742"/>
            <a:ext cx="2986617" cy="2292349"/>
          </a:xfrm>
          <a:prstGeom prst="rect">
            <a:avLst/>
          </a:prstGeom>
        </p:spPr>
        <p:txBody>
          <a:bodyPr/>
          <a:lstStyle>
            <a:lvl1pPr marL="0" indent="0">
              <a:buNone/>
              <a:defRPr b="1" i="0">
                <a:solidFill>
                  <a:schemeClr val="tx2"/>
                </a:solidFill>
                <a:latin typeface="Arial" panose="020B0604020202020204" pitchFamily="34" charset="0"/>
              </a:defRPr>
            </a:lvl1pPr>
          </a:lstStyle>
          <a:p>
            <a:r>
              <a:rPr lang="en-US"/>
              <a:t>Click icon to add chart</a:t>
            </a:r>
          </a:p>
        </p:txBody>
      </p:sp>
      <p:sp>
        <p:nvSpPr>
          <p:cNvPr id="2" name="Text Placeholder 5">
            <a:extLst>
              <a:ext uri="{FF2B5EF4-FFF2-40B4-BE49-F238E27FC236}">
                <a16:creationId xmlns:a16="http://schemas.microsoft.com/office/drawing/2014/main" id="{7534708B-C505-BB86-41F4-27A3C788A3B3}"/>
              </a:ext>
            </a:extLst>
          </p:cNvPr>
          <p:cNvSpPr>
            <a:spLocks noGrp="1"/>
          </p:cNvSpPr>
          <p:nvPr>
            <p:ph type="body" sz="quarter" idx="19" hasCustomPrompt="1"/>
          </p:nvPr>
        </p:nvSpPr>
        <p:spPr>
          <a:xfrm>
            <a:off x="728134"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3" name="Text Placeholder 5">
            <a:extLst>
              <a:ext uri="{FF2B5EF4-FFF2-40B4-BE49-F238E27FC236}">
                <a16:creationId xmlns:a16="http://schemas.microsoft.com/office/drawing/2014/main" id="{CC4BAE7B-97AA-08AC-D03B-5ACAB8FAB17B}"/>
              </a:ext>
            </a:extLst>
          </p:cNvPr>
          <p:cNvSpPr>
            <a:spLocks noGrp="1"/>
          </p:cNvSpPr>
          <p:nvPr>
            <p:ph type="body" sz="quarter" idx="20" hasCustomPrompt="1"/>
          </p:nvPr>
        </p:nvSpPr>
        <p:spPr>
          <a:xfrm>
            <a:off x="4398567"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
        <p:nvSpPr>
          <p:cNvPr id="4" name="Text Placeholder 5">
            <a:extLst>
              <a:ext uri="{FF2B5EF4-FFF2-40B4-BE49-F238E27FC236}">
                <a16:creationId xmlns:a16="http://schemas.microsoft.com/office/drawing/2014/main" id="{65BD283C-747A-C4A6-158F-3C2E9CD52D13}"/>
              </a:ext>
            </a:extLst>
          </p:cNvPr>
          <p:cNvSpPr>
            <a:spLocks noGrp="1"/>
          </p:cNvSpPr>
          <p:nvPr>
            <p:ph type="body" sz="quarter" idx="21" hasCustomPrompt="1"/>
          </p:nvPr>
        </p:nvSpPr>
        <p:spPr>
          <a:xfrm>
            <a:off x="8004833" y="4353025"/>
            <a:ext cx="3249084" cy="1310216"/>
          </a:xfrm>
          <a:prstGeom prst="rect">
            <a:avLst/>
          </a:prstGeom>
        </p:spPr>
        <p:txBody>
          <a:bodyPr lIns="0" rIns="0"/>
          <a:lstStyle>
            <a:lvl1pPr marL="0" indent="0" algn="ctr">
              <a:buNone/>
              <a:defRPr>
                <a:solidFill>
                  <a:schemeClr val="tx1"/>
                </a:solidFill>
                <a:latin typeface="Arial" panose="020B0604020202020204" pitchFamily="34" charset="0"/>
                <a:cs typeface="Arial" panose="020B0604020202020204" pitchFamily="34" charset="0"/>
              </a:defRPr>
            </a:lvl1pPr>
            <a:lvl2pPr marL="609585" indent="0" algn="ctr">
              <a:buNone/>
              <a:defRPr>
                <a:solidFill>
                  <a:schemeClr val="tx1"/>
                </a:solidFill>
                <a:latin typeface="Arial" panose="020B0604020202020204" pitchFamily="34" charset="0"/>
                <a:cs typeface="Arial" panose="020B0604020202020204" pitchFamily="34" charset="0"/>
              </a:defRPr>
            </a:lvl2pPr>
            <a:lvl3pPr marL="1219170" indent="0" algn="ctr">
              <a:buNone/>
              <a:defRPr>
                <a:solidFill>
                  <a:schemeClr val="tx1"/>
                </a:solidFill>
                <a:latin typeface="Arial" panose="020B0604020202020204" pitchFamily="34" charset="0"/>
                <a:cs typeface="Arial" panose="020B0604020202020204" pitchFamily="34" charset="0"/>
              </a:defRPr>
            </a:lvl3pPr>
            <a:lvl4pPr marL="1828754" indent="0" algn="ctr">
              <a:buNone/>
              <a:defRPr>
                <a:solidFill>
                  <a:schemeClr val="tx1"/>
                </a:solidFill>
                <a:latin typeface="Arial" panose="020B0604020202020204" pitchFamily="34" charset="0"/>
                <a:cs typeface="Arial" panose="020B0604020202020204" pitchFamily="34" charset="0"/>
              </a:defRPr>
            </a:lvl4pPr>
            <a:lvl5pPr marL="2438339" indent="0" algn="ctr">
              <a:buNone/>
              <a:defRPr>
                <a:solidFill>
                  <a:schemeClr val="tx1"/>
                </a:solidFill>
                <a:latin typeface="Arial" panose="020B0604020202020204" pitchFamily="34" charset="0"/>
                <a:cs typeface="Arial" panose="020B0604020202020204" pitchFamily="34" charset="0"/>
              </a:defRPr>
            </a:lvl5pPr>
          </a:lstStyle>
          <a:p>
            <a:pPr lvl="0"/>
            <a:r>
              <a:rPr lang="en-US"/>
              <a:t>Explanation of stat goes here can can be a few lines long</a:t>
            </a:r>
          </a:p>
        </p:txBody>
      </p:sp>
    </p:spTree>
    <p:extLst>
      <p:ext uri="{BB962C8B-B14F-4D97-AF65-F5344CB8AC3E}">
        <p14:creationId xmlns:p14="http://schemas.microsoft.com/office/powerpoint/2010/main" val="38124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1_Four content">
    <p:bg>
      <p:bgPr>
        <a:solidFill>
          <a:schemeClr val="bg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002F666F-2915-1040-9FCC-506D7B3DF495}"/>
              </a:ext>
            </a:extLst>
          </p:cNvPr>
          <p:cNvSpPr>
            <a:spLocks noGrp="1"/>
          </p:cNvSpPr>
          <p:nvPr>
            <p:ph type="body" sz="quarter" idx="57" hasCustomPrompt="1"/>
          </p:nvPr>
        </p:nvSpPr>
        <p:spPr>
          <a:xfrm>
            <a:off x="789857"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0" name="Picture Placeholder 112">
            <a:extLst>
              <a:ext uri="{FF2B5EF4-FFF2-40B4-BE49-F238E27FC236}">
                <a16:creationId xmlns:a16="http://schemas.microsoft.com/office/drawing/2014/main" id="{2C3D88EC-F3F1-7B2C-1851-4423E4CA84E0}"/>
              </a:ext>
            </a:extLst>
          </p:cNvPr>
          <p:cNvSpPr>
            <a:spLocks noGrp="1"/>
          </p:cNvSpPr>
          <p:nvPr>
            <p:ph type="pic" sz="quarter" idx="45" hasCustomPrompt="1"/>
          </p:nvPr>
        </p:nvSpPr>
        <p:spPr>
          <a:xfrm>
            <a:off x="790631"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512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848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Picture Placeholder 112">
            <a:extLst>
              <a:ext uri="{FF2B5EF4-FFF2-40B4-BE49-F238E27FC236}">
                <a16:creationId xmlns:a16="http://schemas.microsoft.com/office/drawing/2014/main" id="{52134E76-6E05-10C6-7F24-4608BC57E7A7}"/>
              </a:ext>
            </a:extLst>
          </p:cNvPr>
          <p:cNvSpPr>
            <a:spLocks noGrp="1"/>
          </p:cNvSpPr>
          <p:nvPr>
            <p:ph type="pic" sz="quarter" idx="48" hasCustomPrompt="1"/>
          </p:nvPr>
        </p:nvSpPr>
        <p:spPr>
          <a:xfrm>
            <a:off x="34848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851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5994398"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28005"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8" name="Picture Placeholder 112">
            <a:extLst>
              <a:ext uri="{FF2B5EF4-FFF2-40B4-BE49-F238E27FC236}">
                <a16:creationId xmlns:a16="http://schemas.microsoft.com/office/drawing/2014/main" id="{12ADB5AE-C442-6BDA-84B7-37BCA6E55422}"/>
              </a:ext>
            </a:extLst>
          </p:cNvPr>
          <p:cNvSpPr>
            <a:spLocks noGrp="1"/>
          </p:cNvSpPr>
          <p:nvPr>
            <p:ph type="pic" sz="quarter" idx="51" hasCustomPrompt="1"/>
          </p:nvPr>
        </p:nvSpPr>
        <p:spPr>
          <a:xfrm>
            <a:off x="6228003"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28303"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6801" y="1353452"/>
            <a:ext cx="2514444" cy="4874967"/>
          </a:xfrm>
          <a:prstGeom prst="roundRect">
            <a:avLst>
              <a:gd name="adj" fmla="val 461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20407" y="290461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Picture Placeholder 112">
            <a:extLst>
              <a:ext uri="{FF2B5EF4-FFF2-40B4-BE49-F238E27FC236}">
                <a16:creationId xmlns:a16="http://schemas.microsoft.com/office/drawing/2014/main" id="{343534A1-9203-D47D-74B8-EC2E751070A2}"/>
              </a:ext>
            </a:extLst>
          </p:cNvPr>
          <p:cNvSpPr>
            <a:spLocks noGrp="1"/>
          </p:cNvSpPr>
          <p:nvPr>
            <p:ph type="pic" sz="quarter" idx="54" hasCustomPrompt="1"/>
          </p:nvPr>
        </p:nvSpPr>
        <p:spPr>
          <a:xfrm>
            <a:off x="8920406" y="1573429"/>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20706" y="228491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 name="Text Placeholder 5">
            <a:extLst>
              <a:ext uri="{FF2B5EF4-FFF2-40B4-BE49-F238E27FC236}">
                <a16:creationId xmlns:a16="http://schemas.microsoft.com/office/drawing/2014/main" id="{1DEF47E8-8C8A-56E4-2D64-948CA3C99F99}"/>
              </a:ext>
            </a:extLst>
          </p:cNvPr>
          <p:cNvSpPr>
            <a:spLocks noGrp="1"/>
          </p:cNvSpPr>
          <p:nvPr>
            <p:ph type="body" sz="quarter" idx="58" hasCustomPrompt="1"/>
          </p:nvPr>
        </p:nvSpPr>
        <p:spPr>
          <a:xfrm>
            <a:off x="34848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 Placeholder 5">
            <a:extLst>
              <a:ext uri="{FF2B5EF4-FFF2-40B4-BE49-F238E27FC236}">
                <a16:creationId xmlns:a16="http://schemas.microsoft.com/office/drawing/2014/main" id="{B2B05B9A-C0ED-3198-3078-0454EB12E963}"/>
              </a:ext>
            </a:extLst>
          </p:cNvPr>
          <p:cNvSpPr>
            <a:spLocks noGrp="1"/>
          </p:cNvSpPr>
          <p:nvPr>
            <p:ph type="body" sz="quarter" idx="59" hasCustomPrompt="1"/>
          </p:nvPr>
        </p:nvSpPr>
        <p:spPr>
          <a:xfrm>
            <a:off x="6228003"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 name="Text Placeholder 5">
            <a:extLst>
              <a:ext uri="{FF2B5EF4-FFF2-40B4-BE49-F238E27FC236}">
                <a16:creationId xmlns:a16="http://schemas.microsoft.com/office/drawing/2014/main" id="{9F943312-4FA6-5681-50F7-0F1BD60A3030}"/>
              </a:ext>
            </a:extLst>
          </p:cNvPr>
          <p:cNvSpPr>
            <a:spLocks noGrp="1"/>
          </p:cNvSpPr>
          <p:nvPr>
            <p:ph type="body" sz="quarter" idx="60" hasCustomPrompt="1"/>
          </p:nvPr>
        </p:nvSpPr>
        <p:spPr>
          <a:xfrm>
            <a:off x="8920406" y="3029821"/>
            <a:ext cx="2058852" cy="305334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2475674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2_Four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8" name="Rounded Rectangle 27">
            <a:extLst>
              <a:ext uri="{FF2B5EF4-FFF2-40B4-BE49-F238E27FC236}">
                <a16:creationId xmlns:a16="http://schemas.microsoft.com/office/drawing/2014/main" id="{7458080C-BCC7-0728-AF24-4EA2AE4553E1}"/>
              </a:ext>
            </a:extLst>
          </p:cNvPr>
          <p:cNvSpPr/>
          <p:nvPr/>
        </p:nvSpPr>
        <p:spPr>
          <a:xfrm>
            <a:off x="557026"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29" name="Straight Connector 28">
            <a:extLst>
              <a:ext uri="{FF2B5EF4-FFF2-40B4-BE49-F238E27FC236}">
                <a16:creationId xmlns:a16="http://schemas.microsoft.com/office/drawing/2014/main" id="{A9505ABE-120D-B1AA-EEA0-E26BE40958A4}"/>
              </a:ext>
            </a:extLst>
          </p:cNvPr>
          <p:cNvCxnSpPr>
            <a:cxnSpLocks/>
          </p:cNvCxnSpPr>
          <p:nvPr/>
        </p:nvCxnSpPr>
        <p:spPr>
          <a:xfrm>
            <a:off x="790633"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4" name="Text Placeholder 47">
            <a:extLst>
              <a:ext uri="{FF2B5EF4-FFF2-40B4-BE49-F238E27FC236}">
                <a16:creationId xmlns:a16="http://schemas.microsoft.com/office/drawing/2014/main" id="{D4A962C7-A5F5-20E8-5FA5-80CBECADA99B}"/>
              </a:ext>
            </a:extLst>
          </p:cNvPr>
          <p:cNvSpPr>
            <a:spLocks noGrp="1"/>
          </p:cNvSpPr>
          <p:nvPr>
            <p:ph type="body" sz="quarter" idx="46" hasCustomPrompt="1"/>
          </p:nvPr>
        </p:nvSpPr>
        <p:spPr>
          <a:xfrm>
            <a:off x="79093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46" name="Rounded Rectangle 45">
            <a:extLst>
              <a:ext uri="{FF2B5EF4-FFF2-40B4-BE49-F238E27FC236}">
                <a16:creationId xmlns:a16="http://schemas.microsoft.com/office/drawing/2014/main" id="{667DF711-E3E6-1378-4D4F-0DBC0BD9F1BB}"/>
              </a:ext>
            </a:extLst>
          </p:cNvPr>
          <p:cNvSpPr/>
          <p:nvPr/>
        </p:nvSpPr>
        <p:spPr>
          <a:xfrm>
            <a:off x="326483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7" name="Straight Connector 46">
            <a:extLst>
              <a:ext uri="{FF2B5EF4-FFF2-40B4-BE49-F238E27FC236}">
                <a16:creationId xmlns:a16="http://schemas.microsoft.com/office/drawing/2014/main" id="{DEE10BCC-3558-7374-0C94-69DB1F091F84}"/>
              </a:ext>
            </a:extLst>
          </p:cNvPr>
          <p:cNvCxnSpPr>
            <a:cxnSpLocks/>
          </p:cNvCxnSpPr>
          <p:nvPr/>
        </p:nvCxnSpPr>
        <p:spPr>
          <a:xfrm>
            <a:off x="349844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9" name="Text Placeholder 47">
            <a:extLst>
              <a:ext uri="{FF2B5EF4-FFF2-40B4-BE49-F238E27FC236}">
                <a16:creationId xmlns:a16="http://schemas.microsoft.com/office/drawing/2014/main" id="{9AC4F0B7-19B3-30F1-E4B5-737DADA8DA4B}"/>
              </a:ext>
            </a:extLst>
          </p:cNvPr>
          <p:cNvSpPr>
            <a:spLocks noGrp="1"/>
          </p:cNvSpPr>
          <p:nvPr>
            <p:ph type="body" sz="quarter" idx="49" hasCustomPrompt="1"/>
          </p:nvPr>
        </p:nvSpPr>
        <p:spPr>
          <a:xfrm>
            <a:off x="349874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56" name="Rounded Rectangle 55">
            <a:extLst>
              <a:ext uri="{FF2B5EF4-FFF2-40B4-BE49-F238E27FC236}">
                <a16:creationId xmlns:a16="http://schemas.microsoft.com/office/drawing/2014/main" id="{C888032A-2CC4-B74E-3156-13FEB3482DBF}"/>
              </a:ext>
            </a:extLst>
          </p:cNvPr>
          <p:cNvSpPr/>
          <p:nvPr/>
        </p:nvSpPr>
        <p:spPr>
          <a:xfrm>
            <a:off x="6007798"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7" name="Straight Connector 56">
            <a:extLst>
              <a:ext uri="{FF2B5EF4-FFF2-40B4-BE49-F238E27FC236}">
                <a16:creationId xmlns:a16="http://schemas.microsoft.com/office/drawing/2014/main" id="{F4A79EFC-B0C1-552F-9D82-BD83D425EEA6}"/>
              </a:ext>
            </a:extLst>
          </p:cNvPr>
          <p:cNvCxnSpPr>
            <a:cxnSpLocks/>
          </p:cNvCxnSpPr>
          <p:nvPr/>
        </p:nvCxnSpPr>
        <p:spPr>
          <a:xfrm>
            <a:off x="6241405"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9" name="Text Placeholder 47">
            <a:extLst>
              <a:ext uri="{FF2B5EF4-FFF2-40B4-BE49-F238E27FC236}">
                <a16:creationId xmlns:a16="http://schemas.microsoft.com/office/drawing/2014/main" id="{1805FA32-CFE1-1236-0D79-8BAA74F3CDE8}"/>
              </a:ext>
            </a:extLst>
          </p:cNvPr>
          <p:cNvSpPr>
            <a:spLocks noGrp="1"/>
          </p:cNvSpPr>
          <p:nvPr>
            <p:ph type="body" sz="quarter" idx="52" hasCustomPrompt="1"/>
          </p:nvPr>
        </p:nvSpPr>
        <p:spPr>
          <a:xfrm>
            <a:off x="6241703"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6" name="Rounded Rectangle 65">
            <a:extLst>
              <a:ext uri="{FF2B5EF4-FFF2-40B4-BE49-F238E27FC236}">
                <a16:creationId xmlns:a16="http://schemas.microsoft.com/office/drawing/2014/main" id="{59AF7597-3401-7A98-900B-5F6F32C477BD}"/>
              </a:ext>
            </a:extLst>
          </p:cNvPr>
          <p:cNvSpPr/>
          <p:nvPr/>
        </p:nvSpPr>
        <p:spPr>
          <a:xfrm>
            <a:off x="8682235" y="1353452"/>
            <a:ext cx="2514444" cy="4874967"/>
          </a:xfrm>
          <a:prstGeom prst="roundRect">
            <a:avLst>
              <a:gd name="adj" fmla="val 461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243840" tIns="853440" rIns="243840" rtlCol="0" anchor="t"/>
          <a:lstStyle/>
          <a:p>
            <a:pPr>
              <a:spcAft>
                <a:spcPts val="2400"/>
              </a:spcAft>
            </a:pPr>
            <a:endParaRPr lang="en-US" sz="1600"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7" name="Straight Connector 66">
            <a:extLst>
              <a:ext uri="{FF2B5EF4-FFF2-40B4-BE49-F238E27FC236}">
                <a16:creationId xmlns:a16="http://schemas.microsoft.com/office/drawing/2014/main" id="{A6F5C4AC-5592-27D6-121E-1D910BE3A45B}"/>
              </a:ext>
            </a:extLst>
          </p:cNvPr>
          <p:cNvCxnSpPr>
            <a:cxnSpLocks/>
          </p:cNvCxnSpPr>
          <p:nvPr/>
        </p:nvCxnSpPr>
        <p:spPr>
          <a:xfrm>
            <a:off x="8915842" y="2212633"/>
            <a:ext cx="2058076" cy="0"/>
          </a:xfrm>
          <a:prstGeom prst="line">
            <a:avLst/>
          </a:prstGeom>
          <a:ln w="190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9" name="Text Placeholder 47">
            <a:extLst>
              <a:ext uri="{FF2B5EF4-FFF2-40B4-BE49-F238E27FC236}">
                <a16:creationId xmlns:a16="http://schemas.microsoft.com/office/drawing/2014/main" id="{DDE6E83A-1913-1BAD-946C-0D754202F7A2}"/>
              </a:ext>
            </a:extLst>
          </p:cNvPr>
          <p:cNvSpPr>
            <a:spLocks noGrp="1"/>
          </p:cNvSpPr>
          <p:nvPr>
            <p:ph type="body" sz="quarter" idx="55" hasCustomPrompt="1"/>
          </p:nvPr>
        </p:nvSpPr>
        <p:spPr>
          <a:xfrm>
            <a:off x="8916141" y="1592935"/>
            <a:ext cx="2139839" cy="575724"/>
          </a:xfrm>
          <a:prstGeom prst="rect">
            <a:avLst/>
          </a:prstGeom>
        </p:spPr>
        <p:txBody>
          <a:bodyPr lIns="0" anchor="b"/>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 like this</a:t>
            </a:r>
          </a:p>
        </p:txBody>
      </p:sp>
      <p:sp>
        <p:nvSpPr>
          <p:cNvPr id="6" name="Freeform 5">
            <a:extLst>
              <a:ext uri="{FF2B5EF4-FFF2-40B4-BE49-F238E27FC236}">
                <a16:creationId xmlns:a16="http://schemas.microsoft.com/office/drawing/2014/main" id="{C5AEEC32-0F49-7A1C-2ADC-88FF0F07909B}"/>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7" name="Picture 6">
            <a:extLst>
              <a:ext uri="{FF2B5EF4-FFF2-40B4-BE49-F238E27FC236}">
                <a16:creationId xmlns:a16="http://schemas.microsoft.com/office/drawing/2014/main" id="{6B820487-019A-AB4A-DD1B-645415272DB4}"/>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AAAE68F7-D079-995A-D3EB-DCC8E3A78147}"/>
              </a:ext>
            </a:extLst>
          </p:cNvPr>
          <p:cNvSpPr>
            <a:spLocks noGrp="1"/>
          </p:cNvSpPr>
          <p:nvPr>
            <p:ph type="body" sz="quarter" idx="57" hasCustomPrompt="1"/>
          </p:nvPr>
        </p:nvSpPr>
        <p:spPr>
          <a:xfrm>
            <a:off x="789857"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3" name="Text Placeholder 5">
            <a:extLst>
              <a:ext uri="{FF2B5EF4-FFF2-40B4-BE49-F238E27FC236}">
                <a16:creationId xmlns:a16="http://schemas.microsoft.com/office/drawing/2014/main" id="{739B9AAA-3680-9B51-4973-3CC0F6136BD2}"/>
              </a:ext>
            </a:extLst>
          </p:cNvPr>
          <p:cNvSpPr>
            <a:spLocks noGrp="1"/>
          </p:cNvSpPr>
          <p:nvPr>
            <p:ph type="body" sz="quarter" idx="58" hasCustomPrompt="1"/>
          </p:nvPr>
        </p:nvSpPr>
        <p:spPr>
          <a:xfrm>
            <a:off x="34848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5">
            <a:extLst>
              <a:ext uri="{FF2B5EF4-FFF2-40B4-BE49-F238E27FC236}">
                <a16:creationId xmlns:a16="http://schemas.microsoft.com/office/drawing/2014/main" id="{7D89C3DD-A0DD-F0EC-555F-6A63229F3334}"/>
              </a:ext>
            </a:extLst>
          </p:cNvPr>
          <p:cNvSpPr>
            <a:spLocks noGrp="1"/>
          </p:cNvSpPr>
          <p:nvPr>
            <p:ph type="body" sz="quarter" idx="59" hasCustomPrompt="1"/>
          </p:nvPr>
        </p:nvSpPr>
        <p:spPr>
          <a:xfrm>
            <a:off x="6228003"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 Placeholder 5">
            <a:extLst>
              <a:ext uri="{FF2B5EF4-FFF2-40B4-BE49-F238E27FC236}">
                <a16:creationId xmlns:a16="http://schemas.microsoft.com/office/drawing/2014/main" id="{EA78D7E9-5433-C040-AB66-7F49886A7B4B}"/>
              </a:ext>
            </a:extLst>
          </p:cNvPr>
          <p:cNvSpPr>
            <a:spLocks noGrp="1"/>
          </p:cNvSpPr>
          <p:nvPr>
            <p:ph type="body" sz="quarter" idx="60" hasCustomPrompt="1"/>
          </p:nvPr>
        </p:nvSpPr>
        <p:spPr>
          <a:xfrm>
            <a:off x="8920406" y="2318309"/>
            <a:ext cx="2058852" cy="3649351"/>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sed diam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nonummy</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nibh</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euismod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tincidunt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ut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laoreet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dolore magna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aliquam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erat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volutpat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Ut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wisi</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enim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ad minim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veniam</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quis</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nostrud</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exerci</a:t>
            </a:r>
            <a:endParaRPr lang="en-US" sz="160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87046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3_Four content">
    <p:bg>
      <p:bgPr>
        <a:solidFill>
          <a:schemeClr val="bg1"/>
        </a:solidFill>
        <a:effectLst/>
      </p:bgPr>
    </p:bg>
    <p:spTree>
      <p:nvGrpSpPr>
        <p:cNvPr id="1" name=""/>
        <p:cNvGrpSpPr/>
        <p:nvPr/>
      </p:nvGrpSpPr>
      <p:grpSpPr>
        <a:xfrm>
          <a:off x="0" y="0"/>
          <a:ext cx="0" cy="0"/>
          <a:chOff x="0" y="0"/>
          <a:chExt cx="0" cy="0"/>
        </a:xfrm>
      </p:grpSpPr>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 name="Text Placeholder 5">
            <a:extLst>
              <a:ext uri="{FF2B5EF4-FFF2-40B4-BE49-F238E27FC236}">
                <a16:creationId xmlns:a16="http://schemas.microsoft.com/office/drawing/2014/main" id="{5B89094E-143B-B096-380E-7CF52FD2D309}"/>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2"/>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tx2"/>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2"/>
                </a:solidFill>
                <a:latin typeface="Arial" panose="020B0604020202020204" pitchFamily="34" charset="0"/>
                <a:ea typeface="Inter Light" panose="02000503000000020004" pitchFamily="2" charset="0"/>
              </a:defRPr>
            </a:lvl1pPr>
          </a:lstStyle>
          <a:p>
            <a:r>
              <a:rPr lang="en-US"/>
              <a:t>Icon here</a:t>
            </a:r>
          </a:p>
        </p:txBody>
      </p:sp>
      <p:sp>
        <p:nvSpPr>
          <p:cNvPr id="3" name="Text Placeholder 5">
            <a:extLst>
              <a:ext uri="{FF2B5EF4-FFF2-40B4-BE49-F238E27FC236}">
                <a16:creationId xmlns:a16="http://schemas.microsoft.com/office/drawing/2014/main" id="{74819339-4F53-465B-2ACF-3CA610BEBEBA}"/>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5" name="Text Placeholder 5">
            <a:extLst>
              <a:ext uri="{FF2B5EF4-FFF2-40B4-BE49-F238E27FC236}">
                <a16:creationId xmlns:a16="http://schemas.microsoft.com/office/drawing/2014/main" id="{5E0FCEFC-EDF4-2086-8055-CAE0A3EEC33C}"/>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7" name="Text Placeholder 5">
            <a:extLst>
              <a:ext uri="{FF2B5EF4-FFF2-40B4-BE49-F238E27FC236}">
                <a16:creationId xmlns:a16="http://schemas.microsoft.com/office/drawing/2014/main" id="{C1C7E4EF-7524-A2E1-0C45-802F5FCC7346}"/>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1247078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4_Four content">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18" name="Content Placeholder 2">
            <a:extLst>
              <a:ext uri="{FF2B5EF4-FFF2-40B4-BE49-F238E27FC236}">
                <a16:creationId xmlns:a16="http://schemas.microsoft.com/office/drawing/2014/main" id="{7BB68A75-C1E7-A0A6-B880-04BE4CD03C8E}"/>
              </a:ext>
            </a:extLst>
          </p:cNvPr>
          <p:cNvSpPr>
            <a:spLocks noGrp="1"/>
          </p:cNvSpPr>
          <p:nvPr>
            <p:ph idx="14" hasCustomPrompt="1"/>
          </p:nvPr>
        </p:nvSpPr>
        <p:spPr>
          <a:xfrm>
            <a:off x="558801" y="1113133"/>
            <a:ext cx="6074716"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1"/>
                </a:solidFill>
                <a:latin typeface="Arial" panose="020B0604020202020204" pitchFamily="34" charset="0"/>
                <a:ea typeface="Inter Light" panose="02000503000000020004" pitchFamily="2" charset="0"/>
                <a:cs typeface="Gotham Book" pitchFamily="2" charset="0"/>
              </a:defRPr>
            </a:lvl3pPr>
            <a:lvl4pPr>
              <a:defRPr sz="2133">
                <a:solidFill>
                  <a:schemeClr val="tx1"/>
                </a:solidFill>
                <a:latin typeface="Arial" panose="020B0604020202020204" pitchFamily="34" charset="0"/>
                <a:cs typeface="Arial" panose="020B0604020202020204" pitchFamily="34" charset="0"/>
              </a:defRPr>
            </a:lvl4pPr>
            <a:lvl5pPr>
              <a:defRPr sz="2133">
                <a:solidFill>
                  <a:schemeClr val="tx1"/>
                </a:solidFill>
                <a:latin typeface="Arial" panose="020B0604020202020204" pitchFamily="34" charset="0"/>
                <a:cs typeface="Arial" panose="020B0604020202020204" pitchFamily="34" charset="0"/>
              </a:defRPr>
            </a:lvl5pPr>
            <a:lvl6pPr>
              <a:defRPr sz="2133">
                <a:solidFill>
                  <a:schemeClr val="tx1"/>
                </a:solidFill>
              </a:defRPr>
            </a:lvl6pPr>
            <a:lvl7pPr>
              <a:defRPr sz="2133">
                <a:solidFill>
                  <a:schemeClr val="tx1"/>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1" name="Rounded Rectangle 20">
            <a:extLst>
              <a:ext uri="{FF2B5EF4-FFF2-40B4-BE49-F238E27FC236}">
                <a16:creationId xmlns:a16="http://schemas.microsoft.com/office/drawing/2014/main" id="{8D0B9895-59F3-1B72-2AE2-4BCCD04A7F9A}"/>
              </a:ext>
            </a:extLst>
          </p:cNvPr>
          <p:cNvSpPr/>
          <p:nvPr/>
        </p:nvSpPr>
        <p:spPr>
          <a:xfrm>
            <a:off x="7209547"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22" name="Picture Placeholder 112">
            <a:extLst>
              <a:ext uri="{FF2B5EF4-FFF2-40B4-BE49-F238E27FC236}">
                <a16:creationId xmlns:a16="http://schemas.microsoft.com/office/drawing/2014/main" id="{E39D19F8-947E-94AE-7B56-EF0653F9944F}"/>
              </a:ext>
            </a:extLst>
          </p:cNvPr>
          <p:cNvSpPr>
            <a:spLocks noGrp="1"/>
          </p:cNvSpPr>
          <p:nvPr>
            <p:ph type="pic" sz="quarter" idx="37" hasCustomPrompt="1"/>
          </p:nvPr>
        </p:nvSpPr>
        <p:spPr>
          <a:xfrm>
            <a:off x="7398866"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27" name="Rounded Rectangle 26">
            <a:extLst>
              <a:ext uri="{FF2B5EF4-FFF2-40B4-BE49-F238E27FC236}">
                <a16:creationId xmlns:a16="http://schemas.microsoft.com/office/drawing/2014/main" id="{38B2B11F-9C53-B97A-AEAD-6514A79C6C62}"/>
              </a:ext>
            </a:extLst>
          </p:cNvPr>
          <p:cNvSpPr/>
          <p:nvPr/>
        </p:nvSpPr>
        <p:spPr>
          <a:xfrm>
            <a:off x="9429879" y="1113134"/>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31" name="Picture Placeholder 112">
            <a:extLst>
              <a:ext uri="{FF2B5EF4-FFF2-40B4-BE49-F238E27FC236}">
                <a16:creationId xmlns:a16="http://schemas.microsoft.com/office/drawing/2014/main" id="{B7D888EC-54A3-7F17-8264-54DEAD71A282}"/>
              </a:ext>
            </a:extLst>
          </p:cNvPr>
          <p:cNvSpPr>
            <a:spLocks noGrp="1"/>
          </p:cNvSpPr>
          <p:nvPr>
            <p:ph type="pic" sz="quarter" idx="39" hasCustomPrompt="1"/>
          </p:nvPr>
        </p:nvSpPr>
        <p:spPr>
          <a:xfrm>
            <a:off x="9619198" y="1333111"/>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1" name="Rounded Rectangle 40">
            <a:extLst>
              <a:ext uri="{FF2B5EF4-FFF2-40B4-BE49-F238E27FC236}">
                <a16:creationId xmlns:a16="http://schemas.microsoft.com/office/drawing/2014/main" id="{7DFA5DBC-D31B-D06F-35F0-79547DB2CFF0}"/>
              </a:ext>
            </a:extLst>
          </p:cNvPr>
          <p:cNvSpPr/>
          <p:nvPr/>
        </p:nvSpPr>
        <p:spPr>
          <a:xfrm>
            <a:off x="7209547"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2" name="Picture Placeholder 112">
            <a:extLst>
              <a:ext uri="{FF2B5EF4-FFF2-40B4-BE49-F238E27FC236}">
                <a16:creationId xmlns:a16="http://schemas.microsoft.com/office/drawing/2014/main" id="{7E4E128D-F642-9B57-4AFD-E2C443193FC1}"/>
              </a:ext>
            </a:extLst>
          </p:cNvPr>
          <p:cNvSpPr>
            <a:spLocks noGrp="1"/>
          </p:cNvSpPr>
          <p:nvPr>
            <p:ph type="pic" sz="quarter" idx="41" hasCustomPrompt="1"/>
          </p:nvPr>
        </p:nvSpPr>
        <p:spPr>
          <a:xfrm>
            <a:off x="7398866"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4" name="Rounded Rectangle 43">
            <a:extLst>
              <a:ext uri="{FF2B5EF4-FFF2-40B4-BE49-F238E27FC236}">
                <a16:creationId xmlns:a16="http://schemas.microsoft.com/office/drawing/2014/main" id="{A00445C1-D34F-3855-161F-1A73E9841925}"/>
              </a:ext>
            </a:extLst>
          </p:cNvPr>
          <p:cNvSpPr/>
          <p:nvPr/>
        </p:nvSpPr>
        <p:spPr>
          <a:xfrm>
            <a:off x="9429879" y="3749779"/>
            <a:ext cx="2007456" cy="2430547"/>
          </a:xfrm>
          <a:prstGeom prst="roundRect">
            <a:avLst>
              <a:gd name="adj" fmla="val 7080"/>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53440" bIns="243840" rtlCol="0" anchor="t"/>
          <a:lstStyle/>
          <a:p>
            <a:pPr lvl="0"/>
            <a:endParaRPr lang="en-US" sz="1733" b="0" i="0">
              <a:solidFill>
                <a:schemeClr val="bg1"/>
              </a:solidFill>
              <a:latin typeface="Arial" panose="020B0604020202020204" pitchFamily="34" charset="0"/>
              <a:ea typeface="Verdana" charset="0"/>
              <a:cs typeface="Arial" panose="020B0604020202020204" pitchFamily="34" charset="0"/>
            </a:endParaRPr>
          </a:p>
        </p:txBody>
      </p:sp>
      <p:sp>
        <p:nvSpPr>
          <p:cNvPr id="45" name="Picture Placeholder 112">
            <a:extLst>
              <a:ext uri="{FF2B5EF4-FFF2-40B4-BE49-F238E27FC236}">
                <a16:creationId xmlns:a16="http://schemas.microsoft.com/office/drawing/2014/main" id="{60742B05-7F97-DF8E-362F-2CACF8A1C2BE}"/>
              </a:ext>
            </a:extLst>
          </p:cNvPr>
          <p:cNvSpPr>
            <a:spLocks noGrp="1"/>
          </p:cNvSpPr>
          <p:nvPr>
            <p:ph type="pic" sz="quarter" idx="43" hasCustomPrompt="1"/>
          </p:nvPr>
        </p:nvSpPr>
        <p:spPr>
          <a:xfrm>
            <a:off x="9619198" y="3969755"/>
            <a:ext cx="633308" cy="575733"/>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3" name="Freeform 2">
            <a:extLst>
              <a:ext uri="{FF2B5EF4-FFF2-40B4-BE49-F238E27FC236}">
                <a16:creationId xmlns:a16="http://schemas.microsoft.com/office/drawing/2014/main" id="{4CAB9436-E2A2-0B68-4DD8-C8E8295B0AC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02FC552F-9A7E-053C-093C-F94DADFCC5CC}"/>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13" name="Text Placeholder 5">
            <a:extLst>
              <a:ext uri="{FF2B5EF4-FFF2-40B4-BE49-F238E27FC236}">
                <a16:creationId xmlns:a16="http://schemas.microsoft.com/office/drawing/2014/main" id="{CCDA9F4E-FF22-C8DC-FEC9-0AAAB1CF3143}"/>
              </a:ext>
            </a:extLst>
          </p:cNvPr>
          <p:cNvSpPr>
            <a:spLocks noGrp="1"/>
          </p:cNvSpPr>
          <p:nvPr>
            <p:ph type="body" sz="quarter" idx="57" hasCustomPrompt="1"/>
          </p:nvPr>
        </p:nvSpPr>
        <p:spPr>
          <a:xfrm>
            <a:off x="7392464"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4" name="Text Placeholder 5">
            <a:extLst>
              <a:ext uri="{FF2B5EF4-FFF2-40B4-BE49-F238E27FC236}">
                <a16:creationId xmlns:a16="http://schemas.microsoft.com/office/drawing/2014/main" id="{EC10E98B-5823-380B-5FF7-3ADEED82E4F3}"/>
              </a:ext>
            </a:extLst>
          </p:cNvPr>
          <p:cNvSpPr>
            <a:spLocks noGrp="1"/>
          </p:cNvSpPr>
          <p:nvPr>
            <p:ph type="body" sz="quarter" idx="58" hasCustomPrompt="1"/>
          </p:nvPr>
        </p:nvSpPr>
        <p:spPr>
          <a:xfrm>
            <a:off x="7392464"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5" name="Text Placeholder 5">
            <a:extLst>
              <a:ext uri="{FF2B5EF4-FFF2-40B4-BE49-F238E27FC236}">
                <a16:creationId xmlns:a16="http://schemas.microsoft.com/office/drawing/2014/main" id="{DB955EBA-65A7-728B-1774-1BE63530B030}"/>
              </a:ext>
            </a:extLst>
          </p:cNvPr>
          <p:cNvSpPr>
            <a:spLocks noGrp="1"/>
          </p:cNvSpPr>
          <p:nvPr>
            <p:ph type="body" sz="quarter" idx="59" hasCustomPrompt="1"/>
          </p:nvPr>
        </p:nvSpPr>
        <p:spPr>
          <a:xfrm>
            <a:off x="9606625" y="4671485"/>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
        <p:nvSpPr>
          <p:cNvPr id="16" name="Text Placeholder 5">
            <a:extLst>
              <a:ext uri="{FF2B5EF4-FFF2-40B4-BE49-F238E27FC236}">
                <a16:creationId xmlns:a16="http://schemas.microsoft.com/office/drawing/2014/main" id="{450DC909-27FC-70F7-4925-94BBDCD7CB07}"/>
              </a:ext>
            </a:extLst>
          </p:cNvPr>
          <p:cNvSpPr>
            <a:spLocks noGrp="1"/>
          </p:cNvSpPr>
          <p:nvPr>
            <p:ph type="body" sz="quarter" idx="60" hasCustomPrompt="1"/>
          </p:nvPr>
        </p:nvSpPr>
        <p:spPr>
          <a:xfrm>
            <a:off x="9606625" y="2014913"/>
            <a:ext cx="1659467" cy="1386416"/>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a:t>
            </a:r>
          </a:p>
        </p:txBody>
      </p:sp>
    </p:spTree>
    <p:extLst>
      <p:ext uri="{BB962C8B-B14F-4D97-AF65-F5344CB8AC3E}">
        <p14:creationId xmlns:p14="http://schemas.microsoft.com/office/powerpoint/2010/main" val="28989864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5_Four content">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bg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113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bg2"/>
                </a:solidFill>
                <a:latin typeface="Arial" panose="020B0604020202020204" pitchFamily="34" charset="0"/>
                <a:ea typeface="Inter Light" panose="02000503000000020004" pitchFamily="2" charset="0"/>
                <a:cs typeface="Gotham Book" pitchFamily="2" charset="0"/>
              </a:defRPr>
            </a:lvl3pPr>
            <a:lvl4pPr>
              <a:defRPr sz="2133">
                <a:solidFill>
                  <a:schemeClr val="bg2"/>
                </a:solidFill>
                <a:latin typeface="Arial" panose="020B0604020202020204" pitchFamily="34" charset="0"/>
                <a:cs typeface="Arial" panose="020B0604020202020204" pitchFamily="34" charset="0"/>
              </a:defRPr>
            </a:lvl4pPr>
            <a:lvl5pPr>
              <a:defRPr sz="2133">
                <a:solidFill>
                  <a:schemeClr val="bg2"/>
                </a:solidFill>
                <a:latin typeface="Arial" panose="020B0604020202020204" pitchFamily="34" charset="0"/>
                <a:cs typeface="Arial" panose="020B0604020202020204" pitchFamily="34" charset="0"/>
              </a:defRPr>
            </a:lvl5pPr>
            <a:lvl6pPr>
              <a:defRPr sz="2133">
                <a:solidFill>
                  <a:schemeClr val="bg2"/>
                </a:solidFill>
              </a:defRPr>
            </a:lvl6pPr>
            <a:lvl7pPr>
              <a:defRPr sz="2133">
                <a:solidFill>
                  <a:schemeClr val="bg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60819" y="1282244"/>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189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60819" y="2594435"/>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60819" y="3927289"/>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60819" y="5233090"/>
            <a:ext cx="766303" cy="766301"/>
          </a:xfrm>
          <a:prstGeom prst="rect">
            <a:avLst/>
          </a:prstGeom>
        </p:spPr>
        <p:txBody>
          <a:bodyPr lIns="0" rIns="0" anchor="ctr"/>
          <a:lstStyle>
            <a:lvl1pPr marL="0" indent="0" algn="ctr">
              <a:buNone/>
              <a:defRPr sz="1600"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2C439C35-F25B-44AD-F7A1-44074A3D911A}"/>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10">
            <a:extLst>
              <a:ext uri="{FF2B5EF4-FFF2-40B4-BE49-F238E27FC236}">
                <a16:creationId xmlns:a16="http://schemas.microsoft.com/office/drawing/2014/main" id="{C52C8380-E0FA-F142-C48C-6C7CEDB75AB5}"/>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9163376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6_Four conten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3AA90-3765-68E7-D43C-E1245F48195D}"/>
              </a:ext>
            </a:extLst>
          </p:cNvPr>
          <p:cNvSpPr/>
          <p:nvPr/>
        </p:nvSpPr>
        <p:spPr>
          <a:xfrm>
            <a:off x="0" y="0"/>
            <a:ext cx="782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6884736"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5" name="Rounded Rectangle 4">
            <a:extLst>
              <a:ext uri="{FF2B5EF4-FFF2-40B4-BE49-F238E27FC236}">
                <a16:creationId xmlns:a16="http://schemas.microsoft.com/office/drawing/2014/main" id="{34AD4877-4C73-96C9-8DF8-F3831794D32F}"/>
              </a:ext>
            </a:extLst>
          </p:cNvPr>
          <p:cNvSpPr/>
          <p:nvPr/>
        </p:nvSpPr>
        <p:spPr>
          <a:xfrm>
            <a:off x="6439877" y="111313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53440984-A731-03F0-E254-C6B3E6E6C3EC}"/>
              </a:ext>
            </a:extLst>
          </p:cNvPr>
          <p:cNvCxnSpPr>
            <a:cxnSpLocks/>
          </p:cNvCxnSpPr>
          <p:nvPr/>
        </p:nvCxnSpPr>
        <p:spPr>
          <a:xfrm>
            <a:off x="7443536" y="125180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A5B9F124-6987-431F-4600-B0316399DC89}"/>
              </a:ext>
            </a:extLst>
          </p:cNvPr>
          <p:cNvSpPr>
            <a:spLocks noGrp="1"/>
          </p:cNvSpPr>
          <p:nvPr>
            <p:ph idx="14" hasCustomPrompt="1"/>
          </p:nvPr>
        </p:nvSpPr>
        <p:spPr>
          <a:xfrm>
            <a:off x="558801" y="1113133"/>
            <a:ext cx="5435600" cy="5313067"/>
          </a:xfrm>
          <a:prstGeom prst="rect">
            <a:avLst/>
          </a:prstGeom>
        </p:spPr>
        <p:txBody>
          <a:bodyPr lIns="0" rIns="0"/>
          <a:lstStyle>
            <a:lvl1pPr marL="232828" indent="-232828">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Arial" panose="020B0604020202020204" pitchFamily="34" charset="0"/>
              </a:defRPr>
            </a:lvl1pPr>
            <a:lvl2pPr marL="842412" indent="-232828">
              <a:buClrTx/>
              <a:buFont typeface="Arial"/>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2pPr>
            <a:lvl3pPr marL="1449881" indent="-230712">
              <a:buClrTx/>
              <a:buFont typeface="Arial" panose="020B0604020202020204" pitchFamily="34" charset="0"/>
              <a:buChar char="•"/>
              <a:tabLst/>
              <a:defRPr sz="2133" b="0" i="0">
                <a:solidFill>
                  <a:schemeClr val="tx2"/>
                </a:solidFill>
                <a:latin typeface="Arial" panose="020B0604020202020204" pitchFamily="34" charset="0"/>
                <a:ea typeface="Inter Light" panose="02000503000000020004" pitchFamily="2" charset="0"/>
                <a:cs typeface="Gotham Book" pitchFamily="2" charset="0"/>
              </a:defRPr>
            </a:lvl3pPr>
            <a:lvl4pPr>
              <a:defRPr sz="2133">
                <a:solidFill>
                  <a:schemeClr val="tx2"/>
                </a:solidFill>
                <a:latin typeface="Arial" panose="020B0604020202020204" pitchFamily="34" charset="0"/>
                <a:cs typeface="Arial" panose="020B0604020202020204" pitchFamily="34" charset="0"/>
              </a:defRPr>
            </a:lvl4pPr>
            <a:lvl5pPr>
              <a:defRPr sz="2133">
                <a:solidFill>
                  <a:schemeClr val="tx2"/>
                </a:solidFill>
                <a:latin typeface="Arial" panose="020B0604020202020204" pitchFamily="34" charset="0"/>
                <a:cs typeface="Arial" panose="020B0604020202020204" pitchFamily="34" charset="0"/>
              </a:defRPr>
            </a:lvl5pPr>
            <a:lvl6pPr>
              <a:defRPr sz="2133">
                <a:solidFill>
                  <a:schemeClr val="tx2"/>
                </a:solidFill>
              </a:defRPr>
            </a:lvl6pPr>
            <a:lvl7pPr>
              <a:defRPr sz="2133">
                <a:solidFill>
                  <a:schemeClr val="tx2"/>
                </a:solidFill>
              </a:defRPr>
            </a:lvl7pPr>
          </a:lstStyle>
          <a:p>
            <a:pPr lvl="0"/>
            <a:r>
              <a:rPr lang="en-US"/>
              <a:t>Click to edit master text styles</a:t>
            </a:r>
          </a:p>
          <a:p>
            <a:pPr lvl="0"/>
            <a:r>
              <a:rPr lang="en-US"/>
              <a:t>First level</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9" name="Picture Placeholder 112">
            <a:extLst>
              <a:ext uri="{FF2B5EF4-FFF2-40B4-BE49-F238E27FC236}">
                <a16:creationId xmlns:a16="http://schemas.microsoft.com/office/drawing/2014/main" id="{07D90A00-AC5D-F149-0735-28060772CCD4}"/>
              </a:ext>
            </a:extLst>
          </p:cNvPr>
          <p:cNvSpPr>
            <a:spLocks noGrp="1"/>
          </p:cNvSpPr>
          <p:nvPr>
            <p:ph type="pic" sz="quarter" idx="37" hasCustomPrompt="1"/>
          </p:nvPr>
        </p:nvSpPr>
        <p:spPr>
          <a:xfrm>
            <a:off x="6595651" y="1317076"/>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30" name="Text Placeholder 27">
            <a:extLst>
              <a:ext uri="{FF2B5EF4-FFF2-40B4-BE49-F238E27FC236}">
                <a16:creationId xmlns:a16="http://schemas.microsoft.com/office/drawing/2014/main" id="{63867D51-C97B-C5D7-C997-4B3A38632E5C}"/>
              </a:ext>
            </a:extLst>
          </p:cNvPr>
          <p:cNvSpPr>
            <a:spLocks noGrp="1"/>
          </p:cNvSpPr>
          <p:nvPr>
            <p:ph type="body" sz="quarter" idx="45" hasCustomPrompt="1"/>
          </p:nvPr>
        </p:nvSpPr>
        <p:spPr>
          <a:xfrm>
            <a:off x="7687734" y="1333500"/>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7" name="Rounded Rectangle 36">
            <a:extLst>
              <a:ext uri="{FF2B5EF4-FFF2-40B4-BE49-F238E27FC236}">
                <a16:creationId xmlns:a16="http://schemas.microsoft.com/office/drawing/2014/main" id="{54ACCFBB-0BC4-D982-49C1-4F300E5F5DE9}"/>
              </a:ext>
            </a:extLst>
          </p:cNvPr>
          <p:cNvSpPr/>
          <p:nvPr/>
        </p:nvSpPr>
        <p:spPr>
          <a:xfrm>
            <a:off x="6439877" y="2425325"/>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38" name="Straight Connector 37">
            <a:extLst>
              <a:ext uri="{FF2B5EF4-FFF2-40B4-BE49-F238E27FC236}">
                <a16:creationId xmlns:a16="http://schemas.microsoft.com/office/drawing/2014/main" id="{752C3859-D0EA-2665-2BB3-F592E3F0C495}"/>
              </a:ext>
            </a:extLst>
          </p:cNvPr>
          <p:cNvCxnSpPr>
            <a:cxnSpLocks/>
          </p:cNvCxnSpPr>
          <p:nvPr/>
        </p:nvCxnSpPr>
        <p:spPr>
          <a:xfrm>
            <a:off x="7443536" y="2563992"/>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9" name="Picture Placeholder 112">
            <a:extLst>
              <a:ext uri="{FF2B5EF4-FFF2-40B4-BE49-F238E27FC236}">
                <a16:creationId xmlns:a16="http://schemas.microsoft.com/office/drawing/2014/main" id="{626E9045-5659-6550-9D1D-178A7E2F407C}"/>
              </a:ext>
            </a:extLst>
          </p:cNvPr>
          <p:cNvSpPr>
            <a:spLocks noGrp="1"/>
          </p:cNvSpPr>
          <p:nvPr>
            <p:ph type="pic" sz="quarter" idx="46" hasCustomPrompt="1"/>
          </p:nvPr>
        </p:nvSpPr>
        <p:spPr>
          <a:xfrm>
            <a:off x="6595651" y="2629267"/>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40" name="Text Placeholder 27">
            <a:extLst>
              <a:ext uri="{FF2B5EF4-FFF2-40B4-BE49-F238E27FC236}">
                <a16:creationId xmlns:a16="http://schemas.microsoft.com/office/drawing/2014/main" id="{A6BA47EF-5666-BCD4-2352-13C15B8E727B}"/>
              </a:ext>
            </a:extLst>
          </p:cNvPr>
          <p:cNvSpPr>
            <a:spLocks noGrp="1"/>
          </p:cNvSpPr>
          <p:nvPr>
            <p:ph type="body" sz="quarter" idx="47" hasCustomPrompt="1"/>
          </p:nvPr>
        </p:nvSpPr>
        <p:spPr>
          <a:xfrm>
            <a:off x="7687734" y="2645691"/>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0" name="Rounded Rectangle 49">
            <a:extLst>
              <a:ext uri="{FF2B5EF4-FFF2-40B4-BE49-F238E27FC236}">
                <a16:creationId xmlns:a16="http://schemas.microsoft.com/office/drawing/2014/main" id="{0062EF50-D889-CC0D-A80F-7EB7FFE65106}"/>
              </a:ext>
            </a:extLst>
          </p:cNvPr>
          <p:cNvSpPr/>
          <p:nvPr/>
        </p:nvSpPr>
        <p:spPr>
          <a:xfrm>
            <a:off x="6439877" y="37581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2" name="Straight Connector 51">
            <a:extLst>
              <a:ext uri="{FF2B5EF4-FFF2-40B4-BE49-F238E27FC236}">
                <a16:creationId xmlns:a16="http://schemas.microsoft.com/office/drawing/2014/main" id="{80BB235C-4AB0-3C68-F736-849480DA70E1}"/>
              </a:ext>
            </a:extLst>
          </p:cNvPr>
          <p:cNvCxnSpPr>
            <a:cxnSpLocks/>
          </p:cNvCxnSpPr>
          <p:nvPr/>
        </p:nvCxnSpPr>
        <p:spPr>
          <a:xfrm>
            <a:off x="7443536" y="38968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3" name="Picture Placeholder 112">
            <a:extLst>
              <a:ext uri="{FF2B5EF4-FFF2-40B4-BE49-F238E27FC236}">
                <a16:creationId xmlns:a16="http://schemas.microsoft.com/office/drawing/2014/main" id="{8C443363-BF79-012D-2DA2-5750610633BE}"/>
              </a:ext>
            </a:extLst>
          </p:cNvPr>
          <p:cNvSpPr>
            <a:spLocks noGrp="1"/>
          </p:cNvSpPr>
          <p:nvPr>
            <p:ph type="pic" sz="quarter" idx="48" hasCustomPrompt="1"/>
          </p:nvPr>
        </p:nvSpPr>
        <p:spPr>
          <a:xfrm>
            <a:off x="6595651" y="3962121"/>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54" name="Text Placeholder 27">
            <a:extLst>
              <a:ext uri="{FF2B5EF4-FFF2-40B4-BE49-F238E27FC236}">
                <a16:creationId xmlns:a16="http://schemas.microsoft.com/office/drawing/2014/main" id="{70E1B955-CC41-DE72-55E1-D63BD6B8895E}"/>
              </a:ext>
            </a:extLst>
          </p:cNvPr>
          <p:cNvSpPr>
            <a:spLocks noGrp="1"/>
          </p:cNvSpPr>
          <p:nvPr>
            <p:ph type="body" sz="quarter" idx="49" hasCustomPrompt="1"/>
          </p:nvPr>
        </p:nvSpPr>
        <p:spPr>
          <a:xfrm>
            <a:off x="7687734" y="39785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59" name="Rounded Rectangle 58">
            <a:extLst>
              <a:ext uri="{FF2B5EF4-FFF2-40B4-BE49-F238E27FC236}">
                <a16:creationId xmlns:a16="http://schemas.microsoft.com/office/drawing/2014/main" id="{BC10B739-86D5-A16B-B089-81B5301A8431}"/>
              </a:ext>
            </a:extLst>
          </p:cNvPr>
          <p:cNvSpPr/>
          <p:nvPr/>
        </p:nvSpPr>
        <p:spPr>
          <a:xfrm>
            <a:off x="6439877" y="5063980"/>
            <a:ext cx="4990123" cy="1119208"/>
          </a:xfrm>
          <a:prstGeom prst="roundRect">
            <a:avLst>
              <a:gd name="adj" fmla="val 12269"/>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0" tIns="0" rIns="243840" bIns="0" rtlCol="0" anchor="ctr"/>
          <a:lstStyle/>
          <a:p>
            <a:pPr>
              <a:spcAft>
                <a:spcPts val="2400"/>
              </a:spcAft>
            </a:pPr>
            <a:endParaRPr lang="en-US" sz="1600" b="0" i="0">
              <a:solidFill>
                <a:schemeClr val="bg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0" name="Straight Connector 59">
            <a:extLst>
              <a:ext uri="{FF2B5EF4-FFF2-40B4-BE49-F238E27FC236}">
                <a16:creationId xmlns:a16="http://schemas.microsoft.com/office/drawing/2014/main" id="{854C546F-4063-F45F-A570-616F50CCAC29}"/>
              </a:ext>
            </a:extLst>
          </p:cNvPr>
          <p:cNvCxnSpPr>
            <a:cxnSpLocks/>
          </p:cNvCxnSpPr>
          <p:nvPr/>
        </p:nvCxnSpPr>
        <p:spPr>
          <a:xfrm>
            <a:off x="7443536" y="5202647"/>
            <a:ext cx="0" cy="805389"/>
          </a:xfrm>
          <a:prstGeom prst="line">
            <a:avLst/>
          </a:prstGeom>
          <a:ln w="2222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1" name="Picture Placeholder 112">
            <a:extLst>
              <a:ext uri="{FF2B5EF4-FFF2-40B4-BE49-F238E27FC236}">
                <a16:creationId xmlns:a16="http://schemas.microsoft.com/office/drawing/2014/main" id="{D07C5A6C-9D01-EF29-E5EA-73AA32F1E38E}"/>
              </a:ext>
            </a:extLst>
          </p:cNvPr>
          <p:cNvSpPr>
            <a:spLocks noGrp="1"/>
          </p:cNvSpPr>
          <p:nvPr>
            <p:ph type="pic" sz="quarter" idx="50" hasCustomPrompt="1"/>
          </p:nvPr>
        </p:nvSpPr>
        <p:spPr>
          <a:xfrm>
            <a:off x="6595651" y="5267922"/>
            <a:ext cx="696639" cy="696637"/>
          </a:xfrm>
          <a:prstGeom prst="rect">
            <a:avLst/>
          </a:prstGeom>
        </p:spPr>
        <p:txBody>
          <a:bodyPr lIns="0" rIns="0" anchor="ctr"/>
          <a:lstStyle>
            <a:lvl1pPr marL="0" indent="0" algn="ctr">
              <a:buNone/>
              <a:defRPr sz="1333" b="0" i="0">
                <a:solidFill>
                  <a:schemeClr val="bg1"/>
                </a:solidFill>
                <a:latin typeface="Arial" panose="020B0604020202020204" pitchFamily="34" charset="0"/>
                <a:ea typeface="Inter Light" panose="02000503000000020004" pitchFamily="2" charset="0"/>
              </a:defRPr>
            </a:lvl1pPr>
          </a:lstStyle>
          <a:p>
            <a:r>
              <a:rPr lang="en-US"/>
              <a:t>Icon here</a:t>
            </a:r>
          </a:p>
        </p:txBody>
      </p:sp>
      <p:sp>
        <p:nvSpPr>
          <p:cNvPr id="62" name="Text Placeholder 27">
            <a:extLst>
              <a:ext uri="{FF2B5EF4-FFF2-40B4-BE49-F238E27FC236}">
                <a16:creationId xmlns:a16="http://schemas.microsoft.com/office/drawing/2014/main" id="{0AE36378-589A-F085-B0D0-DDF2DD96CA65}"/>
              </a:ext>
            </a:extLst>
          </p:cNvPr>
          <p:cNvSpPr>
            <a:spLocks noGrp="1"/>
          </p:cNvSpPr>
          <p:nvPr>
            <p:ph type="body" sz="quarter" idx="51" hasCustomPrompt="1"/>
          </p:nvPr>
        </p:nvSpPr>
        <p:spPr>
          <a:xfrm>
            <a:off x="7687734" y="5284345"/>
            <a:ext cx="3475567" cy="679451"/>
          </a:xfrm>
          <a:prstGeom prst="rect">
            <a:avLst/>
          </a:prstGeom>
        </p:spPr>
        <p:txBody>
          <a:bodyPr lIns="0" anchor="ctr"/>
          <a:lstStyle>
            <a:lvl1pPr marL="0" indent="0">
              <a:buNone/>
              <a:defRPr sz="1600" b="0" i="0">
                <a:solidFill>
                  <a:schemeClr val="bg1"/>
                </a:solidFill>
                <a:latin typeface="Arial" panose="020B0604020202020204" pitchFamily="34" charset="0"/>
                <a:ea typeface="Inter Light" panose="02000503000000020004" pitchFamily="2" charset="0"/>
              </a:defRPr>
            </a:lvl1pPr>
            <a:lvl2pPr marL="609585" indent="0">
              <a:buNone/>
              <a:defRPr sz="1600">
                <a:solidFill>
                  <a:schemeClr val="bg1"/>
                </a:solidFill>
              </a:defRPr>
            </a:lvl2pPr>
            <a:lvl3pPr marL="1219170" indent="0">
              <a:buNone/>
              <a:defRPr sz="1600">
                <a:solidFill>
                  <a:schemeClr val="bg1"/>
                </a:solidFill>
              </a:defRPr>
            </a:lvl3pPr>
            <a:lvl4pPr marL="1828754" indent="0">
              <a:buNone/>
              <a:defRPr sz="1600">
                <a:solidFill>
                  <a:schemeClr val="bg1"/>
                </a:solidFill>
              </a:defRPr>
            </a:lvl4pPr>
            <a:lvl5pPr marL="2438339" indent="0">
              <a:buNone/>
              <a:defRPr sz="1600">
                <a:solidFill>
                  <a:schemeClr val="bg1"/>
                </a:solidFill>
              </a:defRPr>
            </a:lvl5pPr>
          </a:lstStyle>
          <a:p>
            <a:pPr lvl="0"/>
            <a:r>
              <a:rPr lang="en-US"/>
              <a:t>Filler text goes here,</a:t>
            </a:r>
          </a:p>
          <a:p>
            <a:pPr lvl="0"/>
            <a:r>
              <a:rPr lang="en-US"/>
              <a:t>Lorem ipsum sot dolor</a:t>
            </a:r>
          </a:p>
        </p:txBody>
      </p:sp>
      <p:sp>
        <p:nvSpPr>
          <p:cNvPr id="3" name="Freeform 2">
            <a:extLst>
              <a:ext uri="{FF2B5EF4-FFF2-40B4-BE49-F238E27FC236}">
                <a16:creationId xmlns:a16="http://schemas.microsoft.com/office/drawing/2014/main" id="{C4D0CB68-1280-B3EA-1C88-0A63A66F214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3">
            <a:extLst>
              <a:ext uri="{FF2B5EF4-FFF2-40B4-BE49-F238E27FC236}">
                <a16:creationId xmlns:a16="http://schemas.microsoft.com/office/drawing/2014/main" id="{CDC593C3-B260-FFE0-7EFC-4D0E5BA28D72}"/>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3092627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1_Six content">
    <p:bg>
      <p:bgPr>
        <a:solidFill>
          <a:schemeClr val="bg1"/>
        </a:solidFill>
        <a:effectLst/>
      </p:bgPr>
    </p:bg>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2" name="Text Placeholder 5">
            <a:extLst>
              <a:ext uri="{FF2B5EF4-FFF2-40B4-BE49-F238E27FC236}">
                <a16:creationId xmlns:a16="http://schemas.microsoft.com/office/drawing/2014/main" id="{A55226C6-A38C-9215-44B6-05EF5B8C5F76}"/>
              </a:ext>
            </a:extLst>
          </p:cNvPr>
          <p:cNvSpPr>
            <a:spLocks noGrp="1"/>
          </p:cNvSpPr>
          <p:nvPr>
            <p:ph type="body" sz="quarter" idx="63" hasCustomPrompt="1"/>
          </p:nvPr>
        </p:nvSpPr>
        <p:spPr>
          <a:xfrm>
            <a:off x="70542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4" name="Straight Connector 3">
            <a:extLst>
              <a:ext uri="{FF2B5EF4-FFF2-40B4-BE49-F238E27FC236}">
                <a16:creationId xmlns:a16="http://schemas.microsoft.com/office/drawing/2014/main" id="{D2D92ABC-DE54-69EC-6F68-D2329EC24CCE}"/>
              </a:ext>
            </a:extLst>
          </p:cNvPr>
          <p:cNvCxnSpPr>
            <a:cxnSpLocks/>
          </p:cNvCxnSpPr>
          <p:nvPr/>
        </p:nvCxnSpPr>
        <p:spPr>
          <a:xfrm>
            <a:off x="719941"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5429"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4567"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5" name="Straight Connector 44">
            <a:extLst>
              <a:ext uri="{FF2B5EF4-FFF2-40B4-BE49-F238E27FC236}">
                <a16:creationId xmlns:a16="http://schemas.microsoft.com/office/drawing/2014/main" id="{FA5F0E31-A1FC-CBB0-5DCD-1FBC3EC4DD6D}"/>
              </a:ext>
            </a:extLst>
          </p:cNvPr>
          <p:cNvCxnSpPr>
            <a:cxnSpLocks/>
          </p:cNvCxnSpPr>
          <p:nvPr/>
        </p:nvCxnSpPr>
        <p:spPr>
          <a:xfrm>
            <a:off x="4355708"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48" name="Text Placeholder 47">
            <a:extLst>
              <a:ext uri="{FF2B5EF4-FFF2-40B4-BE49-F238E27FC236}">
                <a16:creationId xmlns:a16="http://schemas.microsoft.com/office/drawing/2014/main" id="{A89EDD4C-DB34-C842-196A-7B2292C759C9}"/>
              </a:ext>
            </a:extLst>
          </p:cNvPr>
          <p:cNvSpPr>
            <a:spLocks noGrp="1"/>
          </p:cNvSpPr>
          <p:nvPr>
            <p:ph type="body" sz="quarter" idx="49" hasCustomPrompt="1"/>
          </p:nvPr>
        </p:nvSpPr>
        <p:spPr>
          <a:xfrm>
            <a:off x="4341196"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65" name="Straight Connector 64">
            <a:extLst>
              <a:ext uri="{FF2B5EF4-FFF2-40B4-BE49-F238E27FC236}">
                <a16:creationId xmlns:a16="http://schemas.microsoft.com/office/drawing/2014/main" id="{BF4538C0-5366-63BA-EE5A-FC82ACBAB806}"/>
              </a:ext>
            </a:extLst>
          </p:cNvPr>
          <p:cNvCxnSpPr>
            <a:cxnSpLocks/>
          </p:cNvCxnSpPr>
          <p:nvPr/>
        </p:nvCxnSpPr>
        <p:spPr>
          <a:xfrm>
            <a:off x="7997435" y="2393807"/>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8" name="Text Placeholder 47">
            <a:extLst>
              <a:ext uri="{FF2B5EF4-FFF2-40B4-BE49-F238E27FC236}">
                <a16:creationId xmlns:a16="http://schemas.microsoft.com/office/drawing/2014/main" id="{9A62F000-B5A8-6D5E-F88E-7B49B0FFEB08}"/>
              </a:ext>
            </a:extLst>
          </p:cNvPr>
          <p:cNvSpPr>
            <a:spLocks noGrp="1"/>
          </p:cNvSpPr>
          <p:nvPr>
            <p:ph type="body" sz="quarter" idx="52" hasCustomPrompt="1"/>
          </p:nvPr>
        </p:nvSpPr>
        <p:spPr>
          <a:xfrm>
            <a:off x="7982922" y="1979373"/>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89" name="Straight Connector 88">
            <a:extLst>
              <a:ext uri="{FF2B5EF4-FFF2-40B4-BE49-F238E27FC236}">
                <a16:creationId xmlns:a16="http://schemas.microsoft.com/office/drawing/2014/main" id="{1FB99F3D-88E2-54A5-2CF7-677AC5625FF8}"/>
              </a:ext>
            </a:extLst>
          </p:cNvPr>
          <p:cNvCxnSpPr>
            <a:cxnSpLocks/>
          </p:cNvCxnSpPr>
          <p:nvPr/>
        </p:nvCxnSpPr>
        <p:spPr>
          <a:xfrm>
            <a:off x="719941"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2" name="Text Placeholder 47">
            <a:extLst>
              <a:ext uri="{FF2B5EF4-FFF2-40B4-BE49-F238E27FC236}">
                <a16:creationId xmlns:a16="http://schemas.microsoft.com/office/drawing/2014/main" id="{0F09D35B-2B32-DA3C-2570-13365D60C299}"/>
              </a:ext>
            </a:extLst>
          </p:cNvPr>
          <p:cNvSpPr>
            <a:spLocks noGrp="1"/>
          </p:cNvSpPr>
          <p:nvPr>
            <p:ph type="body" sz="quarter" idx="55" hasCustomPrompt="1"/>
          </p:nvPr>
        </p:nvSpPr>
        <p:spPr>
          <a:xfrm>
            <a:off x="705429"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4567"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95" name="Straight Connector 94">
            <a:extLst>
              <a:ext uri="{FF2B5EF4-FFF2-40B4-BE49-F238E27FC236}">
                <a16:creationId xmlns:a16="http://schemas.microsoft.com/office/drawing/2014/main" id="{3536EE91-578B-D873-089A-E4C79313BC51}"/>
              </a:ext>
            </a:extLst>
          </p:cNvPr>
          <p:cNvCxnSpPr>
            <a:cxnSpLocks/>
          </p:cNvCxnSpPr>
          <p:nvPr/>
        </p:nvCxnSpPr>
        <p:spPr>
          <a:xfrm>
            <a:off x="4355708"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8" name="Text Placeholder 47">
            <a:extLst>
              <a:ext uri="{FF2B5EF4-FFF2-40B4-BE49-F238E27FC236}">
                <a16:creationId xmlns:a16="http://schemas.microsoft.com/office/drawing/2014/main" id="{513DD4CA-DD07-1066-5191-A164A5B8DF57}"/>
              </a:ext>
            </a:extLst>
          </p:cNvPr>
          <p:cNvSpPr>
            <a:spLocks noGrp="1"/>
          </p:cNvSpPr>
          <p:nvPr>
            <p:ph type="body" sz="quarter" idx="58" hasCustomPrompt="1"/>
          </p:nvPr>
        </p:nvSpPr>
        <p:spPr>
          <a:xfrm>
            <a:off x="4341196"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01" name="Straight Connector 100">
            <a:extLst>
              <a:ext uri="{FF2B5EF4-FFF2-40B4-BE49-F238E27FC236}">
                <a16:creationId xmlns:a16="http://schemas.microsoft.com/office/drawing/2014/main" id="{4FDC3357-6103-77A8-8C10-B72951A9CEED}"/>
              </a:ext>
            </a:extLst>
          </p:cNvPr>
          <p:cNvCxnSpPr>
            <a:cxnSpLocks/>
          </p:cNvCxnSpPr>
          <p:nvPr/>
        </p:nvCxnSpPr>
        <p:spPr>
          <a:xfrm>
            <a:off x="7997435" y="5071019"/>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4" name="Text Placeholder 47">
            <a:extLst>
              <a:ext uri="{FF2B5EF4-FFF2-40B4-BE49-F238E27FC236}">
                <a16:creationId xmlns:a16="http://schemas.microsoft.com/office/drawing/2014/main" id="{042C748C-00C3-91B3-0983-6CD70A0557BA}"/>
              </a:ext>
            </a:extLst>
          </p:cNvPr>
          <p:cNvSpPr>
            <a:spLocks noGrp="1"/>
          </p:cNvSpPr>
          <p:nvPr>
            <p:ph type="body" sz="quarter" idx="61" hasCustomPrompt="1"/>
          </p:nvPr>
        </p:nvSpPr>
        <p:spPr>
          <a:xfrm>
            <a:off x="7982922" y="465658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106" name="Picture Placeholder 112">
            <a:extLst>
              <a:ext uri="{FF2B5EF4-FFF2-40B4-BE49-F238E27FC236}">
                <a16:creationId xmlns:a16="http://schemas.microsoft.com/office/drawing/2014/main" id="{A7F4E0F0-8440-03BE-3225-A993211B4F3A}"/>
              </a:ext>
            </a:extLst>
          </p:cNvPr>
          <p:cNvSpPr>
            <a:spLocks noGrp="1"/>
          </p:cNvSpPr>
          <p:nvPr>
            <p:ph type="pic" sz="quarter" idx="45" hasCustomPrompt="1"/>
          </p:nvPr>
        </p:nvSpPr>
        <p:spPr>
          <a:xfrm>
            <a:off x="719941"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7" name="Picture Placeholder 112">
            <a:extLst>
              <a:ext uri="{FF2B5EF4-FFF2-40B4-BE49-F238E27FC236}">
                <a16:creationId xmlns:a16="http://schemas.microsoft.com/office/drawing/2014/main" id="{AC87EA2F-8E58-766F-6DBF-FCF6527B2923}"/>
              </a:ext>
            </a:extLst>
          </p:cNvPr>
          <p:cNvSpPr>
            <a:spLocks noGrp="1"/>
          </p:cNvSpPr>
          <p:nvPr>
            <p:ph type="pic" sz="quarter" idx="48" hasCustomPrompt="1"/>
          </p:nvPr>
        </p:nvSpPr>
        <p:spPr>
          <a:xfrm>
            <a:off x="43557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8" name="Picture Placeholder 112">
            <a:extLst>
              <a:ext uri="{FF2B5EF4-FFF2-40B4-BE49-F238E27FC236}">
                <a16:creationId xmlns:a16="http://schemas.microsoft.com/office/drawing/2014/main" id="{9B5598C6-A835-8151-7B3B-C5A98C4E62FF}"/>
              </a:ext>
            </a:extLst>
          </p:cNvPr>
          <p:cNvSpPr>
            <a:spLocks noGrp="1"/>
          </p:cNvSpPr>
          <p:nvPr>
            <p:ph type="pic" sz="quarter" idx="51" hasCustomPrompt="1"/>
          </p:nvPr>
        </p:nvSpPr>
        <p:spPr>
          <a:xfrm>
            <a:off x="8013308" y="1456142"/>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9" name="Picture Placeholder 112">
            <a:extLst>
              <a:ext uri="{FF2B5EF4-FFF2-40B4-BE49-F238E27FC236}">
                <a16:creationId xmlns:a16="http://schemas.microsoft.com/office/drawing/2014/main" id="{20CE8154-EFD9-7BA2-A069-EDE7B24C480C}"/>
              </a:ext>
            </a:extLst>
          </p:cNvPr>
          <p:cNvSpPr>
            <a:spLocks noGrp="1"/>
          </p:cNvSpPr>
          <p:nvPr>
            <p:ph type="pic" sz="quarter" idx="54" hasCustomPrompt="1"/>
          </p:nvPr>
        </p:nvSpPr>
        <p:spPr>
          <a:xfrm>
            <a:off x="719941"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0" name="Picture Placeholder 112">
            <a:extLst>
              <a:ext uri="{FF2B5EF4-FFF2-40B4-BE49-F238E27FC236}">
                <a16:creationId xmlns:a16="http://schemas.microsoft.com/office/drawing/2014/main" id="{47128BE0-144A-2036-07B6-855BC722C296}"/>
              </a:ext>
            </a:extLst>
          </p:cNvPr>
          <p:cNvSpPr>
            <a:spLocks noGrp="1"/>
          </p:cNvSpPr>
          <p:nvPr>
            <p:ph type="pic" sz="quarter" idx="57" hasCustomPrompt="1"/>
          </p:nvPr>
        </p:nvSpPr>
        <p:spPr>
          <a:xfrm>
            <a:off x="43557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1" name="Picture Placeholder 112">
            <a:extLst>
              <a:ext uri="{FF2B5EF4-FFF2-40B4-BE49-F238E27FC236}">
                <a16:creationId xmlns:a16="http://schemas.microsoft.com/office/drawing/2014/main" id="{9C98EEBD-75DE-8E39-DA55-E90D26B4D656}"/>
              </a:ext>
            </a:extLst>
          </p:cNvPr>
          <p:cNvSpPr>
            <a:spLocks noGrp="1"/>
          </p:cNvSpPr>
          <p:nvPr>
            <p:ph type="pic" sz="quarter" idx="60" hasCustomPrompt="1"/>
          </p:nvPr>
        </p:nvSpPr>
        <p:spPr>
          <a:xfrm>
            <a:off x="8013308" y="4133354"/>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 name="Text Placeholder 5">
            <a:extLst>
              <a:ext uri="{FF2B5EF4-FFF2-40B4-BE49-F238E27FC236}">
                <a16:creationId xmlns:a16="http://schemas.microsoft.com/office/drawing/2014/main" id="{50773547-6F7D-A48B-26FC-55CF88CEAE29}"/>
              </a:ext>
            </a:extLst>
          </p:cNvPr>
          <p:cNvSpPr>
            <a:spLocks noGrp="1"/>
          </p:cNvSpPr>
          <p:nvPr>
            <p:ph type="body" sz="quarter" idx="64" hasCustomPrompt="1"/>
          </p:nvPr>
        </p:nvSpPr>
        <p:spPr>
          <a:xfrm>
            <a:off x="4350194"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6" name="Text Placeholder 5">
            <a:extLst>
              <a:ext uri="{FF2B5EF4-FFF2-40B4-BE49-F238E27FC236}">
                <a16:creationId xmlns:a16="http://schemas.microsoft.com/office/drawing/2014/main" id="{90E0FC21-AF40-EB0D-3CD2-F2428061C8EA}"/>
              </a:ext>
            </a:extLst>
          </p:cNvPr>
          <p:cNvSpPr>
            <a:spLocks noGrp="1"/>
          </p:cNvSpPr>
          <p:nvPr>
            <p:ph type="body" sz="quarter" idx="65" hasCustomPrompt="1"/>
          </p:nvPr>
        </p:nvSpPr>
        <p:spPr>
          <a:xfrm>
            <a:off x="7994668" y="2525425"/>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898CE864-F0AB-0BD0-9050-33DE7A9843B1}"/>
              </a:ext>
            </a:extLst>
          </p:cNvPr>
          <p:cNvSpPr>
            <a:spLocks noGrp="1"/>
          </p:cNvSpPr>
          <p:nvPr>
            <p:ph type="body" sz="quarter" idx="66" hasCustomPrompt="1"/>
          </p:nvPr>
        </p:nvSpPr>
        <p:spPr>
          <a:xfrm>
            <a:off x="72406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41178E8C-6100-16A9-DC3F-C18A929633B2}"/>
              </a:ext>
            </a:extLst>
          </p:cNvPr>
          <p:cNvSpPr>
            <a:spLocks noGrp="1"/>
          </p:cNvSpPr>
          <p:nvPr>
            <p:ph type="body" sz="quarter" idx="67" hasCustomPrompt="1"/>
          </p:nvPr>
        </p:nvSpPr>
        <p:spPr>
          <a:xfrm>
            <a:off x="4368836"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9091297C-2E9B-BF2D-81F0-7A5C422CAFF8}"/>
              </a:ext>
            </a:extLst>
          </p:cNvPr>
          <p:cNvSpPr>
            <a:spLocks noGrp="1"/>
          </p:cNvSpPr>
          <p:nvPr>
            <p:ph type="body" sz="quarter" idx="68" hasCustomPrompt="1"/>
          </p:nvPr>
        </p:nvSpPr>
        <p:spPr>
          <a:xfrm>
            <a:off x="8013309" y="5203424"/>
            <a:ext cx="3065585" cy="1092072"/>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405317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2_Six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59828"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3" name="Rounded Rectangle 2">
            <a:extLst>
              <a:ext uri="{FF2B5EF4-FFF2-40B4-BE49-F238E27FC236}">
                <a16:creationId xmlns:a16="http://schemas.microsoft.com/office/drawing/2014/main" id="{106788C0-2AEB-D6D3-93C9-5CB4234E8F7E}"/>
              </a:ext>
            </a:extLst>
          </p:cNvPr>
          <p:cNvSpPr/>
          <p:nvPr/>
        </p:nvSpPr>
        <p:spPr>
          <a:xfrm>
            <a:off x="558800"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4" name="Rounded Rectangle 43">
            <a:extLst>
              <a:ext uri="{FF2B5EF4-FFF2-40B4-BE49-F238E27FC236}">
                <a16:creationId xmlns:a16="http://schemas.microsoft.com/office/drawing/2014/main" id="{AB2A612A-3F4D-A84F-7EA1-8441AA768A3A}"/>
              </a:ext>
            </a:extLst>
          </p:cNvPr>
          <p:cNvSpPr/>
          <p:nvPr/>
        </p:nvSpPr>
        <p:spPr>
          <a:xfrm>
            <a:off x="4197547"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64" name="Rounded Rectangle 63">
            <a:extLst>
              <a:ext uri="{FF2B5EF4-FFF2-40B4-BE49-F238E27FC236}">
                <a16:creationId xmlns:a16="http://schemas.microsoft.com/office/drawing/2014/main" id="{0E68FE3D-4705-8F2D-548B-3920282A59FA}"/>
              </a:ext>
            </a:extLst>
          </p:cNvPr>
          <p:cNvSpPr/>
          <p:nvPr/>
        </p:nvSpPr>
        <p:spPr>
          <a:xfrm>
            <a:off x="7836294" y="1338577"/>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88" name="Rounded Rectangle 87">
            <a:extLst>
              <a:ext uri="{FF2B5EF4-FFF2-40B4-BE49-F238E27FC236}">
                <a16:creationId xmlns:a16="http://schemas.microsoft.com/office/drawing/2014/main" id="{D064A084-D5AD-8936-4181-748180C00F7A}"/>
              </a:ext>
            </a:extLst>
          </p:cNvPr>
          <p:cNvSpPr/>
          <p:nvPr/>
        </p:nvSpPr>
        <p:spPr>
          <a:xfrm>
            <a:off x="558800"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94" name="Rounded Rectangle 93">
            <a:extLst>
              <a:ext uri="{FF2B5EF4-FFF2-40B4-BE49-F238E27FC236}">
                <a16:creationId xmlns:a16="http://schemas.microsoft.com/office/drawing/2014/main" id="{1D62E33C-C030-9FCF-83F0-AE81ED470930}"/>
              </a:ext>
            </a:extLst>
          </p:cNvPr>
          <p:cNvSpPr/>
          <p:nvPr/>
        </p:nvSpPr>
        <p:spPr>
          <a:xfrm>
            <a:off x="4197547"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00" name="Rounded Rectangle 99">
            <a:extLst>
              <a:ext uri="{FF2B5EF4-FFF2-40B4-BE49-F238E27FC236}">
                <a16:creationId xmlns:a16="http://schemas.microsoft.com/office/drawing/2014/main" id="{CD15BB31-CBEE-340E-7CE6-DFB29BA6C288}"/>
              </a:ext>
            </a:extLst>
          </p:cNvPr>
          <p:cNvSpPr/>
          <p:nvPr/>
        </p:nvSpPr>
        <p:spPr>
          <a:xfrm>
            <a:off x="7836294" y="4015789"/>
            <a:ext cx="3382335" cy="2429859"/>
          </a:xfrm>
          <a:prstGeom prst="roundRect">
            <a:avLst>
              <a:gd name="adj" fmla="val 42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867"/>
              </a:spcAft>
            </a:pPr>
            <a:endParaRPr lang="en-US" sz="1333"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 name="Straight Connector 11">
            <a:extLst>
              <a:ext uri="{FF2B5EF4-FFF2-40B4-BE49-F238E27FC236}">
                <a16:creationId xmlns:a16="http://schemas.microsoft.com/office/drawing/2014/main" id="{BF306291-7680-E614-FF35-BF97EFECE18A}"/>
              </a:ext>
            </a:extLst>
          </p:cNvPr>
          <p:cNvCxnSpPr>
            <a:cxnSpLocks/>
          </p:cNvCxnSpPr>
          <p:nvPr/>
        </p:nvCxnSpPr>
        <p:spPr>
          <a:xfrm>
            <a:off x="719941"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A91AAB3C-B0E5-65B6-5496-4CB6203A49FE}"/>
              </a:ext>
            </a:extLst>
          </p:cNvPr>
          <p:cNvSpPr>
            <a:spLocks noGrp="1"/>
          </p:cNvSpPr>
          <p:nvPr>
            <p:ph type="body" sz="quarter" idx="46" hasCustomPrompt="1"/>
          </p:nvPr>
        </p:nvSpPr>
        <p:spPr>
          <a:xfrm>
            <a:off x="705429"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5" name="Straight Connector 14">
            <a:extLst>
              <a:ext uri="{FF2B5EF4-FFF2-40B4-BE49-F238E27FC236}">
                <a16:creationId xmlns:a16="http://schemas.microsoft.com/office/drawing/2014/main" id="{5E3039C3-C869-8473-95DD-B7BA7EF11E94}"/>
              </a:ext>
            </a:extLst>
          </p:cNvPr>
          <p:cNvCxnSpPr>
            <a:cxnSpLocks/>
          </p:cNvCxnSpPr>
          <p:nvPr/>
        </p:nvCxnSpPr>
        <p:spPr>
          <a:xfrm>
            <a:off x="4358688"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5C48A3E-8021-56D7-BD21-801DAAD86505}"/>
              </a:ext>
            </a:extLst>
          </p:cNvPr>
          <p:cNvSpPr>
            <a:spLocks noGrp="1"/>
          </p:cNvSpPr>
          <p:nvPr>
            <p:ph type="body" sz="quarter" idx="49" hasCustomPrompt="1"/>
          </p:nvPr>
        </p:nvSpPr>
        <p:spPr>
          <a:xfrm>
            <a:off x="4344176"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18" name="Straight Connector 17">
            <a:extLst>
              <a:ext uri="{FF2B5EF4-FFF2-40B4-BE49-F238E27FC236}">
                <a16:creationId xmlns:a16="http://schemas.microsoft.com/office/drawing/2014/main" id="{398C0849-E26A-BD36-8F24-AEC2F6122C01}"/>
              </a:ext>
            </a:extLst>
          </p:cNvPr>
          <p:cNvCxnSpPr>
            <a:cxnSpLocks/>
          </p:cNvCxnSpPr>
          <p:nvPr/>
        </p:nvCxnSpPr>
        <p:spPr>
          <a:xfrm>
            <a:off x="7997435" y="1851808"/>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DAA76193-A150-A534-9566-132F4BB2E37C}"/>
              </a:ext>
            </a:extLst>
          </p:cNvPr>
          <p:cNvSpPr>
            <a:spLocks noGrp="1"/>
          </p:cNvSpPr>
          <p:nvPr>
            <p:ph type="body" sz="quarter" idx="52" hasCustomPrompt="1"/>
          </p:nvPr>
        </p:nvSpPr>
        <p:spPr>
          <a:xfrm>
            <a:off x="7982922" y="1437375"/>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1" name="Straight Connector 20">
            <a:extLst>
              <a:ext uri="{FF2B5EF4-FFF2-40B4-BE49-F238E27FC236}">
                <a16:creationId xmlns:a16="http://schemas.microsoft.com/office/drawing/2014/main" id="{AF1B13CE-07FB-BE7B-F0A4-1CB22B73856D}"/>
              </a:ext>
            </a:extLst>
          </p:cNvPr>
          <p:cNvCxnSpPr>
            <a:cxnSpLocks/>
          </p:cNvCxnSpPr>
          <p:nvPr/>
        </p:nvCxnSpPr>
        <p:spPr>
          <a:xfrm>
            <a:off x="719941"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56597A50-9013-0477-4548-EC9DED7A5886}"/>
              </a:ext>
            </a:extLst>
          </p:cNvPr>
          <p:cNvSpPr>
            <a:spLocks noGrp="1"/>
          </p:cNvSpPr>
          <p:nvPr>
            <p:ph type="body" sz="quarter" idx="55" hasCustomPrompt="1"/>
          </p:nvPr>
        </p:nvSpPr>
        <p:spPr>
          <a:xfrm>
            <a:off x="705429"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4" name="Straight Connector 23">
            <a:extLst>
              <a:ext uri="{FF2B5EF4-FFF2-40B4-BE49-F238E27FC236}">
                <a16:creationId xmlns:a16="http://schemas.microsoft.com/office/drawing/2014/main" id="{4EE3B67B-527B-75CB-0A17-FDCBA8399E17}"/>
              </a:ext>
            </a:extLst>
          </p:cNvPr>
          <p:cNvCxnSpPr>
            <a:cxnSpLocks/>
          </p:cNvCxnSpPr>
          <p:nvPr/>
        </p:nvCxnSpPr>
        <p:spPr>
          <a:xfrm>
            <a:off x="4358688"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EACCFB20-E5F6-B03E-B8FE-E19895B5C724}"/>
              </a:ext>
            </a:extLst>
          </p:cNvPr>
          <p:cNvSpPr>
            <a:spLocks noGrp="1"/>
          </p:cNvSpPr>
          <p:nvPr>
            <p:ph type="body" sz="quarter" idx="58" hasCustomPrompt="1"/>
          </p:nvPr>
        </p:nvSpPr>
        <p:spPr>
          <a:xfrm>
            <a:off x="4344176"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cxnSp>
        <p:nvCxnSpPr>
          <p:cNvPr id="28" name="Straight Connector 27">
            <a:extLst>
              <a:ext uri="{FF2B5EF4-FFF2-40B4-BE49-F238E27FC236}">
                <a16:creationId xmlns:a16="http://schemas.microsoft.com/office/drawing/2014/main" id="{A829FC5C-6CA9-693B-C3E5-BCF55A6967B6}"/>
              </a:ext>
            </a:extLst>
          </p:cNvPr>
          <p:cNvCxnSpPr>
            <a:cxnSpLocks/>
          </p:cNvCxnSpPr>
          <p:nvPr/>
        </p:nvCxnSpPr>
        <p:spPr>
          <a:xfrm>
            <a:off x="7997435" y="4529020"/>
            <a:ext cx="3051072"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Text Placeholder 47">
            <a:extLst>
              <a:ext uri="{FF2B5EF4-FFF2-40B4-BE49-F238E27FC236}">
                <a16:creationId xmlns:a16="http://schemas.microsoft.com/office/drawing/2014/main" id="{49F2DADD-3778-DB72-83DB-37F9A518331B}"/>
              </a:ext>
            </a:extLst>
          </p:cNvPr>
          <p:cNvSpPr>
            <a:spLocks noGrp="1"/>
          </p:cNvSpPr>
          <p:nvPr>
            <p:ph type="body" sz="quarter" idx="61" hasCustomPrompt="1"/>
          </p:nvPr>
        </p:nvSpPr>
        <p:spPr>
          <a:xfrm>
            <a:off x="7982922" y="4114587"/>
            <a:ext cx="3065585" cy="396688"/>
          </a:xfrm>
          <a:prstGeom prst="rect">
            <a:avLst/>
          </a:prstGeom>
        </p:spPr>
        <p:txBody>
          <a:bodyPr lIns="0"/>
          <a:lstStyle>
            <a:lvl1pPr marL="0" indent="0">
              <a:buNone/>
              <a:defRPr sz="1867"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Subtitle goes here</a:t>
            </a:r>
          </a:p>
        </p:txBody>
      </p:sp>
      <p:sp>
        <p:nvSpPr>
          <p:cNvPr id="5" name="Freeform 4">
            <a:extLst>
              <a:ext uri="{FF2B5EF4-FFF2-40B4-BE49-F238E27FC236}">
                <a16:creationId xmlns:a16="http://schemas.microsoft.com/office/drawing/2014/main" id="{DAA76C82-9520-1FE0-0AA1-D10D861ECD5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6" name="Picture 5">
            <a:extLst>
              <a:ext uri="{FF2B5EF4-FFF2-40B4-BE49-F238E27FC236}">
                <a16:creationId xmlns:a16="http://schemas.microsoft.com/office/drawing/2014/main" id="{E9EA6E38-0508-585E-B9AA-169025FB9E83}"/>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2" name="Text Placeholder 5">
            <a:extLst>
              <a:ext uri="{FF2B5EF4-FFF2-40B4-BE49-F238E27FC236}">
                <a16:creationId xmlns:a16="http://schemas.microsoft.com/office/drawing/2014/main" id="{56A2EC87-A645-B5D1-7334-242DB5A800A6}"/>
              </a:ext>
            </a:extLst>
          </p:cNvPr>
          <p:cNvSpPr>
            <a:spLocks noGrp="1"/>
          </p:cNvSpPr>
          <p:nvPr>
            <p:ph type="body" sz="quarter" idx="63" hasCustomPrompt="1"/>
          </p:nvPr>
        </p:nvSpPr>
        <p:spPr>
          <a:xfrm>
            <a:off x="70542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4" name="Text Placeholder 5">
            <a:extLst>
              <a:ext uri="{FF2B5EF4-FFF2-40B4-BE49-F238E27FC236}">
                <a16:creationId xmlns:a16="http://schemas.microsoft.com/office/drawing/2014/main" id="{4FD66DCC-2B1F-9A9C-EE1D-427D03C29101}"/>
              </a:ext>
            </a:extLst>
          </p:cNvPr>
          <p:cNvSpPr>
            <a:spLocks noGrp="1"/>
          </p:cNvSpPr>
          <p:nvPr>
            <p:ph type="body" sz="quarter" idx="64" hasCustomPrompt="1"/>
          </p:nvPr>
        </p:nvSpPr>
        <p:spPr>
          <a:xfrm>
            <a:off x="4350194"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7" name="Text Placeholder 5">
            <a:extLst>
              <a:ext uri="{FF2B5EF4-FFF2-40B4-BE49-F238E27FC236}">
                <a16:creationId xmlns:a16="http://schemas.microsoft.com/office/drawing/2014/main" id="{7C4EB8B6-50B4-FB1B-56E2-94BDC6FD679E}"/>
              </a:ext>
            </a:extLst>
          </p:cNvPr>
          <p:cNvSpPr>
            <a:spLocks noGrp="1"/>
          </p:cNvSpPr>
          <p:nvPr>
            <p:ph type="body" sz="quarter" idx="65" hasCustomPrompt="1"/>
          </p:nvPr>
        </p:nvSpPr>
        <p:spPr>
          <a:xfrm>
            <a:off x="7994668" y="1981411"/>
            <a:ext cx="3065585" cy="1637688"/>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8" name="Text Placeholder 5">
            <a:extLst>
              <a:ext uri="{FF2B5EF4-FFF2-40B4-BE49-F238E27FC236}">
                <a16:creationId xmlns:a16="http://schemas.microsoft.com/office/drawing/2014/main" id="{7A19ADDA-78E4-8B10-061A-92A25896A069}"/>
              </a:ext>
            </a:extLst>
          </p:cNvPr>
          <p:cNvSpPr>
            <a:spLocks noGrp="1"/>
          </p:cNvSpPr>
          <p:nvPr>
            <p:ph type="body" sz="quarter" idx="66" hasCustomPrompt="1"/>
          </p:nvPr>
        </p:nvSpPr>
        <p:spPr>
          <a:xfrm>
            <a:off x="72406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0" name="Text Placeholder 5">
            <a:extLst>
              <a:ext uri="{FF2B5EF4-FFF2-40B4-BE49-F238E27FC236}">
                <a16:creationId xmlns:a16="http://schemas.microsoft.com/office/drawing/2014/main" id="{A353576B-D523-DBAB-B322-B53C0681E051}"/>
              </a:ext>
            </a:extLst>
          </p:cNvPr>
          <p:cNvSpPr>
            <a:spLocks noGrp="1"/>
          </p:cNvSpPr>
          <p:nvPr>
            <p:ph type="body" sz="quarter" idx="67" hasCustomPrompt="1"/>
          </p:nvPr>
        </p:nvSpPr>
        <p:spPr>
          <a:xfrm>
            <a:off x="4368836"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
        <p:nvSpPr>
          <p:cNvPr id="11" name="Text Placeholder 5">
            <a:extLst>
              <a:ext uri="{FF2B5EF4-FFF2-40B4-BE49-F238E27FC236}">
                <a16:creationId xmlns:a16="http://schemas.microsoft.com/office/drawing/2014/main" id="{445B849F-4138-6392-347E-FA43367EDADB}"/>
              </a:ext>
            </a:extLst>
          </p:cNvPr>
          <p:cNvSpPr>
            <a:spLocks noGrp="1"/>
          </p:cNvSpPr>
          <p:nvPr>
            <p:ph type="body" sz="quarter" idx="68" hasCustomPrompt="1"/>
          </p:nvPr>
        </p:nvSpPr>
        <p:spPr>
          <a:xfrm>
            <a:off x="8013309" y="4659409"/>
            <a:ext cx="3065585" cy="1577763"/>
          </a:xfrm>
          <a:prstGeom prst="rect">
            <a:avLst/>
          </a:prstGeom>
        </p:spPr>
        <p:txBody>
          <a:bodyPr lIns="0"/>
          <a:lstStyle>
            <a:lvl1pPr marL="0" indent="0">
              <a:buNone/>
              <a:defRPr sz="1600" b="0" i="0">
                <a:solidFill>
                  <a:schemeClr val="tx1"/>
                </a:solidFill>
                <a:latin typeface="Arial" panose="020B0604020202020204" pitchFamily="34" charset="0"/>
                <a:cs typeface="Arial" panose="020B0604020202020204" pitchFamily="34" charset="0"/>
              </a:defRPr>
            </a:lvl1pPr>
            <a:lvl2pPr marL="609585" indent="0">
              <a:buNone/>
              <a:defRPr sz="1600">
                <a:solidFill>
                  <a:schemeClr val="tx1"/>
                </a:solidFill>
                <a:latin typeface="Arial" panose="020B0604020202020204" pitchFamily="34" charset="0"/>
                <a:cs typeface="Arial" panose="020B0604020202020204" pitchFamily="34" charset="0"/>
              </a:defRPr>
            </a:lvl2pPr>
            <a:lvl3pPr marL="1219170" indent="0">
              <a:buNone/>
              <a:defRPr sz="1600">
                <a:solidFill>
                  <a:schemeClr val="tx1"/>
                </a:solidFill>
                <a:latin typeface="Arial" panose="020B0604020202020204" pitchFamily="34" charset="0"/>
                <a:cs typeface="Arial" panose="020B0604020202020204" pitchFamily="34" charset="0"/>
              </a:defRPr>
            </a:lvl3pPr>
            <a:lvl4pPr marL="1828754" indent="0">
              <a:buNone/>
              <a:defRPr sz="1600">
                <a:solidFill>
                  <a:schemeClr val="tx1"/>
                </a:solidFill>
                <a:latin typeface="Arial" panose="020B0604020202020204" pitchFamily="34" charset="0"/>
                <a:cs typeface="Arial" panose="020B0604020202020204" pitchFamily="34" charset="0"/>
              </a:defRPr>
            </a:lvl4pPr>
            <a:lvl5pPr marL="2438339" indent="0">
              <a:buNone/>
              <a:defRPr sz="1600">
                <a:solidFill>
                  <a:schemeClr val="tx1"/>
                </a:solidFill>
                <a:latin typeface="Arial" panose="020B0604020202020204" pitchFamily="34" charset="0"/>
                <a:cs typeface="Arial" panose="020B0604020202020204" pitchFamily="34" charset="0"/>
              </a:defRPr>
            </a:lvl5pPr>
          </a:lstStyle>
          <a:p>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Filler text goes here Lorem ipsum dolor sit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amet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consectetuer</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adipiscing</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r>
              <a:rPr lang="en-US" sz="1600" err="1">
                <a:solidFill>
                  <a:schemeClr val="tx1"/>
                </a:solidFill>
                <a:latin typeface="Arial" panose="020B0604020202020204" pitchFamily="34" charset="0"/>
                <a:ea typeface="Inter Light" panose="02000503000000020004" pitchFamily="2" charset="0"/>
                <a:cs typeface="Arial" panose="020B0604020202020204" pitchFamily="34" charset="0"/>
              </a:rPr>
              <a:t>elit</a:t>
            </a:r>
            <a:r>
              <a:rPr lang="en-US" sz="1600">
                <a:solidFill>
                  <a:schemeClr val="tx1"/>
                </a:solidFill>
                <a:latin typeface="Arial" panose="020B0604020202020204" pitchFamily="34" charset="0"/>
                <a:ea typeface="Inter Light" panose="02000503000000020004" pitchFamily="2" charset="0"/>
                <a:cs typeface="Arial" panose="020B0604020202020204" pitchFamily="34" charset="0"/>
              </a:rPr>
              <a:t>, </a:t>
            </a:r>
          </a:p>
        </p:txBody>
      </p:sp>
    </p:spTree>
    <p:extLst>
      <p:ext uri="{BB962C8B-B14F-4D97-AF65-F5344CB8AC3E}">
        <p14:creationId xmlns:p14="http://schemas.microsoft.com/office/powerpoint/2010/main" val="2232217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1_Eight content">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 name="Text Placeholder 3">
            <a:extLst>
              <a:ext uri="{FF2B5EF4-FFF2-40B4-BE49-F238E27FC236}">
                <a16:creationId xmlns:a16="http://schemas.microsoft.com/office/drawing/2014/main" id="{B938EFE5-B6C3-0A01-4EEA-7723B3987993}"/>
              </a:ext>
            </a:extLst>
          </p:cNvPr>
          <p:cNvSpPr>
            <a:spLocks noGrp="1"/>
          </p:cNvSpPr>
          <p:nvPr>
            <p:ph type="body" sz="quarter" idx="69" hasCustomPrompt="1"/>
          </p:nvPr>
        </p:nvSpPr>
        <p:spPr>
          <a:xfrm>
            <a:off x="69468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cxnSp>
        <p:nvCxnSpPr>
          <p:cNvPr id="5" name="Straight Connector 4">
            <a:extLst>
              <a:ext uri="{FF2B5EF4-FFF2-40B4-BE49-F238E27FC236}">
                <a16:creationId xmlns:a16="http://schemas.microsoft.com/office/drawing/2014/main" id="{AEECB6BA-FCD8-EDE5-E4DD-06CE935E3D0D}"/>
              </a:ext>
            </a:extLst>
          </p:cNvPr>
          <p:cNvCxnSpPr>
            <a:cxnSpLocks/>
          </p:cNvCxnSpPr>
          <p:nvPr/>
        </p:nvCxnSpPr>
        <p:spPr>
          <a:xfrm>
            <a:off x="70383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32" name="Text Placeholder 47">
            <a:extLst>
              <a:ext uri="{FF2B5EF4-FFF2-40B4-BE49-F238E27FC236}">
                <a16:creationId xmlns:a16="http://schemas.microsoft.com/office/drawing/2014/main" id="{5878D9E2-80BF-E7DD-D108-5163BA817B11}"/>
              </a:ext>
            </a:extLst>
          </p:cNvPr>
          <p:cNvSpPr>
            <a:spLocks noGrp="1"/>
          </p:cNvSpPr>
          <p:nvPr>
            <p:ph type="body" sz="quarter" idx="46" hasCustomPrompt="1"/>
          </p:nvPr>
        </p:nvSpPr>
        <p:spPr>
          <a:xfrm>
            <a:off x="703835"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36" name="Picture Placeholder 112">
            <a:extLst>
              <a:ext uri="{FF2B5EF4-FFF2-40B4-BE49-F238E27FC236}">
                <a16:creationId xmlns:a16="http://schemas.microsoft.com/office/drawing/2014/main" id="{DA95C24A-D70F-BB9D-330F-52036FBC5551}"/>
              </a:ext>
            </a:extLst>
          </p:cNvPr>
          <p:cNvSpPr>
            <a:spLocks noGrp="1"/>
          </p:cNvSpPr>
          <p:nvPr>
            <p:ph type="pic" sz="quarter" idx="45" hasCustomPrompt="1"/>
          </p:nvPr>
        </p:nvSpPr>
        <p:spPr>
          <a:xfrm>
            <a:off x="70383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3" name="Straight Connector 42">
            <a:extLst>
              <a:ext uri="{FF2B5EF4-FFF2-40B4-BE49-F238E27FC236}">
                <a16:creationId xmlns:a16="http://schemas.microsoft.com/office/drawing/2014/main" id="{4E011822-5808-67CA-D0A1-2F7DA422F4CC}"/>
              </a:ext>
            </a:extLst>
          </p:cNvPr>
          <p:cNvCxnSpPr>
            <a:cxnSpLocks/>
          </p:cNvCxnSpPr>
          <p:nvPr/>
        </p:nvCxnSpPr>
        <p:spPr>
          <a:xfrm>
            <a:off x="338881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50" name="Text Placeholder 47">
            <a:extLst>
              <a:ext uri="{FF2B5EF4-FFF2-40B4-BE49-F238E27FC236}">
                <a16:creationId xmlns:a16="http://schemas.microsoft.com/office/drawing/2014/main" id="{200FF55B-8E71-E8CB-0E6F-E7A6932D3B43}"/>
              </a:ext>
            </a:extLst>
          </p:cNvPr>
          <p:cNvSpPr>
            <a:spLocks noGrp="1"/>
          </p:cNvSpPr>
          <p:nvPr>
            <p:ph type="body" sz="quarter" idx="48" hasCustomPrompt="1"/>
          </p:nvPr>
        </p:nvSpPr>
        <p:spPr>
          <a:xfrm>
            <a:off x="3388815" y="193813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2" name="Picture Placeholder 112">
            <a:extLst>
              <a:ext uri="{FF2B5EF4-FFF2-40B4-BE49-F238E27FC236}">
                <a16:creationId xmlns:a16="http://schemas.microsoft.com/office/drawing/2014/main" id="{37C821B6-D6DA-0666-AE74-164A2D5C8C7F}"/>
              </a:ext>
            </a:extLst>
          </p:cNvPr>
          <p:cNvSpPr>
            <a:spLocks noGrp="1"/>
          </p:cNvSpPr>
          <p:nvPr>
            <p:ph type="pic" sz="quarter" idx="50" hasCustomPrompt="1"/>
          </p:nvPr>
        </p:nvSpPr>
        <p:spPr>
          <a:xfrm>
            <a:off x="338881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59" name="Straight Connector 58">
            <a:extLst>
              <a:ext uri="{FF2B5EF4-FFF2-40B4-BE49-F238E27FC236}">
                <a16:creationId xmlns:a16="http://schemas.microsoft.com/office/drawing/2014/main" id="{0A6DE783-5106-20A0-4435-ED67FF6F9A4A}"/>
              </a:ext>
            </a:extLst>
          </p:cNvPr>
          <p:cNvCxnSpPr>
            <a:cxnSpLocks/>
          </p:cNvCxnSpPr>
          <p:nvPr/>
        </p:nvCxnSpPr>
        <p:spPr>
          <a:xfrm>
            <a:off x="6148565"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0" name="Text Placeholder 47">
            <a:extLst>
              <a:ext uri="{FF2B5EF4-FFF2-40B4-BE49-F238E27FC236}">
                <a16:creationId xmlns:a16="http://schemas.microsoft.com/office/drawing/2014/main" id="{198ABC04-3859-05AB-4CF2-A6A84E9A4259}"/>
              </a:ext>
            </a:extLst>
          </p:cNvPr>
          <p:cNvSpPr>
            <a:spLocks noGrp="1"/>
          </p:cNvSpPr>
          <p:nvPr>
            <p:ph type="body" sz="quarter" idx="51" hasCustomPrompt="1"/>
          </p:nvPr>
        </p:nvSpPr>
        <p:spPr>
          <a:xfrm>
            <a:off x="6148566" y="193813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62" name="Picture Placeholder 112">
            <a:extLst>
              <a:ext uri="{FF2B5EF4-FFF2-40B4-BE49-F238E27FC236}">
                <a16:creationId xmlns:a16="http://schemas.microsoft.com/office/drawing/2014/main" id="{C61B6DA6-EA8B-16BE-729C-26745846D1BD}"/>
              </a:ext>
            </a:extLst>
          </p:cNvPr>
          <p:cNvSpPr>
            <a:spLocks noGrp="1"/>
          </p:cNvSpPr>
          <p:nvPr>
            <p:ph type="pic" sz="quarter" idx="53" hasCustomPrompt="1"/>
          </p:nvPr>
        </p:nvSpPr>
        <p:spPr>
          <a:xfrm>
            <a:off x="6148565"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75" name="Straight Connector 74">
            <a:extLst>
              <a:ext uri="{FF2B5EF4-FFF2-40B4-BE49-F238E27FC236}">
                <a16:creationId xmlns:a16="http://schemas.microsoft.com/office/drawing/2014/main" id="{430C3703-096B-A3DE-2CD2-68BB005426FA}"/>
              </a:ext>
            </a:extLst>
          </p:cNvPr>
          <p:cNvCxnSpPr>
            <a:cxnSpLocks/>
          </p:cNvCxnSpPr>
          <p:nvPr/>
        </p:nvCxnSpPr>
        <p:spPr>
          <a:xfrm>
            <a:off x="8827269" y="233647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76" name="Text Placeholder 47">
            <a:extLst>
              <a:ext uri="{FF2B5EF4-FFF2-40B4-BE49-F238E27FC236}">
                <a16:creationId xmlns:a16="http://schemas.microsoft.com/office/drawing/2014/main" id="{9A7EA4B3-D805-596E-9348-0AB829BDE505}"/>
              </a:ext>
            </a:extLst>
          </p:cNvPr>
          <p:cNvSpPr>
            <a:spLocks noGrp="1"/>
          </p:cNvSpPr>
          <p:nvPr>
            <p:ph type="body" sz="quarter" idx="54" hasCustomPrompt="1"/>
          </p:nvPr>
        </p:nvSpPr>
        <p:spPr>
          <a:xfrm>
            <a:off x="8827269" y="193813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78" name="Picture Placeholder 112">
            <a:extLst>
              <a:ext uri="{FF2B5EF4-FFF2-40B4-BE49-F238E27FC236}">
                <a16:creationId xmlns:a16="http://schemas.microsoft.com/office/drawing/2014/main" id="{93CC2F96-D921-F367-6126-6D0E3214E70A}"/>
              </a:ext>
            </a:extLst>
          </p:cNvPr>
          <p:cNvSpPr>
            <a:spLocks noGrp="1"/>
          </p:cNvSpPr>
          <p:nvPr>
            <p:ph type="pic" sz="quarter" idx="56" hasCustomPrompt="1"/>
          </p:nvPr>
        </p:nvSpPr>
        <p:spPr>
          <a:xfrm>
            <a:off x="8827269" y="1438695"/>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18" name="Straight Connector 117">
            <a:extLst>
              <a:ext uri="{FF2B5EF4-FFF2-40B4-BE49-F238E27FC236}">
                <a16:creationId xmlns:a16="http://schemas.microsoft.com/office/drawing/2014/main" id="{2A80022F-0472-FFA3-FC55-2727D21EB3E9}"/>
              </a:ext>
            </a:extLst>
          </p:cNvPr>
          <p:cNvCxnSpPr>
            <a:cxnSpLocks/>
          </p:cNvCxnSpPr>
          <p:nvPr/>
        </p:nvCxnSpPr>
        <p:spPr>
          <a:xfrm>
            <a:off x="70383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9" name="Text Placeholder 47">
            <a:extLst>
              <a:ext uri="{FF2B5EF4-FFF2-40B4-BE49-F238E27FC236}">
                <a16:creationId xmlns:a16="http://schemas.microsoft.com/office/drawing/2014/main" id="{4A15C4BB-2F9F-1EAD-6F04-83253CF6B55C}"/>
              </a:ext>
            </a:extLst>
          </p:cNvPr>
          <p:cNvSpPr>
            <a:spLocks noGrp="1"/>
          </p:cNvSpPr>
          <p:nvPr>
            <p:ph type="body" sz="quarter" idx="57" hasCustomPrompt="1"/>
          </p:nvPr>
        </p:nvSpPr>
        <p:spPr>
          <a:xfrm>
            <a:off x="703835"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1" name="Picture Placeholder 112">
            <a:extLst>
              <a:ext uri="{FF2B5EF4-FFF2-40B4-BE49-F238E27FC236}">
                <a16:creationId xmlns:a16="http://schemas.microsoft.com/office/drawing/2014/main" id="{50DF7120-2393-9004-AC2A-C3768AE0D5EF}"/>
              </a:ext>
            </a:extLst>
          </p:cNvPr>
          <p:cNvSpPr>
            <a:spLocks noGrp="1"/>
          </p:cNvSpPr>
          <p:nvPr>
            <p:ph type="pic" sz="quarter" idx="59" hasCustomPrompt="1"/>
          </p:nvPr>
        </p:nvSpPr>
        <p:spPr>
          <a:xfrm>
            <a:off x="70383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3" name="Straight Connector 122">
            <a:extLst>
              <a:ext uri="{FF2B5EF4-FFF2-40B4-BE49-F238E27FC236}">
                <a16:creationId xmlns:a16="http://schemas.microsoft.com/office/drawing/2014/main" id="{5BB90F29-0D62-1ECA-7606-9F789997E028}"/>
              </a:ext>
            </a:extLst>
          </p:cNvPr>
          <p:cNvCxnSpPr>
            <a:cxnSpLocks/>
          </p:cNvCxnSpPr>
          <p:nvPr/>
        </p:nvCxnSpPr>
        <p:spPr>
          <a:xfrm>
            <a:off x="338881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4" name="Text Placeholder 47">
            <a:extLst>
              <a:ext uri="{FF2B5EF4-FFF2-40B4-BE49-F238E27FC236}">
                <a16:creationId xmlns:a16="http://schemas.microsoft.com/office/drawing/2014/main" id="{32946D0F-324B-3CFF-465C-C7DE1131CABB}"/>
              </a:ext>
            </a:extLst>
          </p:cNvPr>
          <p:cNvSpPr>
            <a:spLocks noGrp="1"/>
          </p:cNvSpPr>
          <p:nvPr>
            <p:ph type="body" sz="quarter" idx="60" hasCustomPrompt="1"/>
          </p:nvPr>
        </p:nvSpPr>
        <p:spPr>
          <a:xfrm>
            <a:off x="3388815" y="4595720"/>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26" name="Picture Placeholder 112">
            <a:extLst>
              <a:ext uri="{FF2B5EF4-FFF2-40B4-BE49-F238E27FC236}">
                <a16:creationId xmlns:a16="http://schemas.microsoft.com/office/drawing/2014/main" id="{A1869A92-CBD1-7DB8-AA11-3C4047C335D5}"/>
              </a:ext>
            </a:extLst>
          </p:cNvPr>
          <p:cNvSpPr>
            <a:spLocks noGrp="1"/>
          </p:cNvSpPr>
          <p:nvPr>
            <p:ph type="pic" sz="quarter" idx="62" hasCustomPrompt="1"/>
          </p:nvPr>
        </p:nvSpPr>
        <p:spPr>
          <a:xfrm>
            <a:off x="338881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28" name="Straight Connector 127">
            <a:extLst>
              <a:ext uri="{FF2B5EF4-FFF2-40B4-BE49-F238E27FC236}">
                <a16:creationId xmlns:a16="http://schemas.microsoft.com/office/drawing/2014/main" id="{E2D47FA8-7602-181D-0F6E-AC04C8C51A62}"/>
              </a:ext>
            </a:extLst>
          </p:cNvPr>
          <p:cNvCxnSpPr>
            <a:cxnSpLocks/>
          </p:cNvCxnSpPr>
          <p:nvPr/>
        </p:nvCxnSpPr>
        <p:spPr>
          <a:xfrm>
            <a:off x="6148565"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29" name="Text Placeholder 47">
            <a:extLst>
              <a:ext uri="{FF2B5EF4-FFF2-40B4-BE49-F238E27FC236}">
                <a16:creationId xmlns:a16="http://schemas.microsoft.com/office/drawing/2014/main" id="{F7FE5004-851F-335A-2603-13C32AA13B6C}"/>
              </a:ext>
            </a:extLst>
          </p:cNvPr>
          <p:cNvSpPr>
            <a:spLocks noGrp="1"/>
          </p:cNvSpPr>
          <p:nvPr>
            <p:ph type="body" sz="quarter" idx="63" hasCustomPrompt="1"/>
          </p:nvPr>
        </p:nvSpPr>
        <p:spPr>
          <a:xfrm>
            <a:off x="6148566" y="459572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1" name="Picture Placeholder 112">
            <a:extLst>
              <a:ext uri="{FF2B5EF4-FFF2-40B4-BE49-F238E27FC236}">
                <a16:creationId xmlns:a16="http://schemas.microsoft.com/office/drawing/2014/main" id="{5F7D5B49-5144-9288-98C9-A05F1C289CD2}"/>
              </a:ext>
            </a:extLst>
          </p:cNvPr>
          <p:cNvSpPr>
            <a:spLocks noGrp="1"/>
          </p:cNvSpPr>
          <p:nvPr>
            <p:ph type="pic" sz="quarter" idx="65" hasCustomPrompt="1"/>
          </p:nvPr>
        </p:nvSpPr>
        <p:spPr>
          <a:xfrm>
            <a:off x="6148565"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133" name="Straight Connector 132">
            <a:extLst>
              <a:ext uri="{FF2B5EF4-FFF2-40B4-BE49-F238E27FC236}">
                <a16:creationId xmlns:a16="http://schemas.microsoft.com/office/drawing/2014/main" id="{91D64A06-2A38-7965-1A54-CB2BEA729A47}"/>
              </a:ext>
            </a:extLst>
          </p:cNvPr>
          <p:cNvCxnSpPr>
            <a:cxnSpLocks/>
          </p:cNvCxnSpPr>
          <p:nvPr/>
        </p:nvCxnSpPr>
        <p:spPr>
          <a:xfrm>
            <a:off x="8827269" y="499406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4" name="Text Placeholder 47">
            <a:extLst>
              <a:ext uri="{FF2B5EF4-FFF2-40B4-BE49-F238E27FC236}">
                <a16:creationId xmlns:a16="http://schemas.microsoft.com/office/drawing/2014/main" id="{D0662A18-5F52-416D-C9A5-D32108162744}"/>
              </a:ext>
            </a:extLst>
          </p:cNvPr>
          <p:cNvSpPr>
            <a:spLocks noGrp="1"/>
          </p:cNvSpPr>
          <p:nvPr>
            <p:ph type="body" sz="quarter" idx="66" hasCustomPrompt="1"/>
          </p:nvPr>
        </p:nvSpPr>
        <p:spPr>
          <a:xfrm>
            <a:off x="8827269" y="459572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136" name="Picture Placeholder 112">
            <a:extLst>
              <a:ext uri="{FF2B5EF4-FFF2-40B4-BE49-F238E27FC236}">
                <a16:creationId xmlns:a16="http://schemas.microsoft.com/office/drawing/2014/main" id="{0C42A009-7B8F-53C9-3E5B-07BBDC2B1287}"/>
              </a:ext>
            </a:extLst>
          </p:cNvPr>
          <p:cNvSpPr>
            <a:spLocks noGrp="1"/>
          </p:cNvSpPr>
          <p:nvPr>
            <p:ph type="pic" sz="quarter" idx="68" hasCustomPrompt="1"/>
          </p:nvPr>
        </p:nvSpPr>
        <p:spPr>
          <a:xfrm>
            <a:off x="8827269" y="4096277"/>
            <a:ext cx="523395" cy="475812"/>
          </a:xfrm>
          <a:prstGeom prst="rect">
            <a:avLst/>
          </a:prstGeom>
        </p:spPr>
        <p:txBody>
          <a:bodyPr lIns="0" rIns="0" anchor="ctr"/>
          <a:lstStyle>
            <a:lvl1pPr marL="0" indent="0" algn="ctr">
              <a:buNone/>
              <a:defRPr sz="1333" b="0" i="0">
                <a:solidFill>
                  <a:schemeClr val="tx1"/>
                </a:solidFill>
                <a:latin typeface="Arial" panose="020B0604020202020204" pitchFamily="34" charset="0"/>
                <a:ea typeface="Inter Light" panose="02000503000000020004" pitchFamily="2" charset="0"/>
              </a:defRPr>
            </a:lvl1pPr>
          </a:lstStyle>
          <a:p>
            <a:r>
              <a:rPr lang="en-US"/>
              <a:t>Icon here</a:t>
            </a:r>
          </a:p>
        </p:txBody>
      </p:sp>
      <p:sp>
        <p:nvSpPr>
          <p:cNvPr id="10" name="Text Placeholder 3">
            <a:extLst>
              <a:ext uri="{FF2B5EF4-FFF2-40B4-BE49-F238E27FC236}">
                <a16:creationId xmlns:a16="http://schemas.microsoft.com/office/drawing/2014/main" id="{69D2F4F2-ACD9-34F8-AA58-5AD66C171FAD}"/>
              </a:ext>
            </a:extLst>
          </p:cNvPr>
          <p:cNvSpPr>
            <a:spLocks noGrp="1"/>
          </p:cNvSpPr>
          <p:nvPr>
            <p:ph type="body" sz="quarter" idx="70" hasCustomPrompt="1"/>
          </p:nvPr>
        </p:nvSpPr>
        <p:spPr>
          <a:xfrm>
            <a:off x="3388814"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1" name="Text Placeholder 3">
            <a:extLst>
              <a:ext uri="{FF2B5EF4-FFF2-40B4-BE49-F238E27FC236}">
                <a16:creationId xmlns:a16="http://schemas.microsoft.com/office/drawing/2014/main" id="{2EAB0306-166B-562F-14C3-C2F066B3DF36}"/>
              </a:ext>
            </a:extLst>
          </p:cNvPr>
          <p:cNvSpPr>
            <a:spLocks noGrp="1"/>
          </p:cNvSpPr>
          <p:nvPr>
            <p:ph type="body" sz="quarter" idx="71" hasCustomPrompt="1"/>
          </p:nvPr>
        </p:nvSpPr>
        <p:spPr>
          <a:xfrm>
            <a:off x="6148565"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2" name="Text Placeholder 3">
            <a:extLst>
              <a:ext uri="{FF2B5EF4-FFF2-40B4-BE49-F238E27FC236}">
                <a16:creationId xmlns:a16="http://schemas.microsoft.com/office/drawing/2014/main" id="{28F70C1B-1B70-F014-F794-12D49DFFBF4C}"/>
              </a:ext>
            </a:extLst>
          </p:cNvPr>
          <p:cNvSpPr>
            <a:spLocks noGrp="1"/>
          </p:cNvSpPr>
          <p:nvPr>
            <p:ph type="body" sz="quarter" idx="72" hasCustomPrompt="1"/>
          </p:nvPr>
        </p:nvSpPr>
        <p:spPr>
          <a:xfrm>
            <a:off x="8827269" y="2462316"/>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3" name="Text Placeholder 3">
            <a:extLst>
              <a:ext uri="{FF2B5EF4-FFF2-40B4-BE49-F238E27FC236}">
                <a16:creationId xmlns:a16="http://schemas.microsoft.com/office/drawing/2014/main" id="{29DC99F1-EE68-F178-308A-EA9AE2DFF6F7}"/>
              </a:ext>
            </a:extLst>
          </p:cNvPr>
          <p:cNvSpPr>
            <a:spLocks noGrp="1"/>
          </p:cNvSpPr>
          <p:nvPr>
            <p:ph type="body" sz="quarter" idx="73" hasCustomPrompt="1"/>
          </p:nvPr>
        </p:nvSpPr>
        <p:spPr>
          <a:xfrm>
            <a:off x="69468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4" name="Text Placeholder 3">
            <a:extLst>
              <a:ext uri="{FF2B5EF4-FFF2-40B4-BE49-F238E27FC236}">
                <a16:creationId xmlns:a16="http://schemas.microsoft.com/office/drawing/2014/main" id="{DE9E61E6-3D6C-1D8B-C1EB-10D24D6AEAEB}"/>
              </a:ext>
            </a:extLst>
          </p:cNvPr>
          <p:cNvSpPr>
            <a:spLocks noGrp="1"/>
          </p:cNvSpPr>
          <p:nvPr>
            <p:ph type="body" sz="quarter" idx="74" hasCustomPrompt="1"/>
          </p:nvPr>
        </p:nvSpPr>
        <p:spPr>
          <a:xfrm>
            <a:off x="3388814"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5" name="Text Placeholder 3">
            <a:extLst>
              <a:ext uri="{FF2B5EF4-FFF2-40B4-BE49-F238E27FC236}">
                <a16:creationId xmlns:a16="http://schemas.microsoft.com/office/drawing/2014/main" id="{6F4C2903-C955-2982-2346-AE7FB03AC688}"/>
              </a:ext>
            </a:extLst>
          </p:cNvPr>
          <p:cNvSpPr>
            <a:spLocks noGrp="1"/>
          </p:cNvSpPr>
          <p:nvPr>
            <p:ph type="body" sz="quarter" idx="75" hasCustomPrompt="1"/>
          </p:nvPr>
        </p:nvSpPr>
        <p:spPr>
          <a:xfrm>
            <a:off x="6148565"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16" name="Text Placeholder 3">
            <a:extLst>
              <a:ext uri="{FF2B5EF4-FFF2-40B4-BE49-F238E27FC236}">
                <a16:creationId xmlns:a16="http://schemas.microsoft.com/office/drawing/2014/main" id="{C67B57FA-7CB5-80C1-1D4B-5A870C4E40E1}"/>
              </a:ext>
            </a:extLst>
          </p:cNvPr>
          <p:cNvSpPr>
            <a:spLocks noGrp="1"/>
          </p:cNvSpPr>
          <p:nvPr>
            <p:ph type="body" sz="quarter" idx="76" hasCustomPrompt="1"/>
          </p:nvPr>
        </p:nvSpPr>
        <p:spPr>
          <a:xfrm>
            <a:off x="8827269" y="5108312"/>
            <a:ext cx="2271867" cy="1200149"/>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2385403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2_Eight content">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1" y="392853"/>
            <a:ext cx="10637879"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 name="Rounded Rectangle 1">
            <a:extLst>
              <a:ext uri="{FF2B5EF4-FFF2-40B4-BE49-F238E27FC236}">
                <a16:creationId xmlns:a16="http://schemas.microsoft.com/office/drawing/2014/main" id="{9B9C075B-C6C2-C880-194C-D1D4F9253114}"/>
              </a:ext>
            </a:extLst>
          </p:cNvPr>
          <p:cNvSpPr/>
          <p:nvPr/>
        </p:nvSpPr>
        <p:spPr>
          <a:xfrm>
            <a:off x="558801"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42" name="Rounded Rectangle 41">
            <a:extLst>
              <a:ext uri="{FF2B5EF4-FFF2-40B4-BE49-F238E27FC236}">
                <a16:creationId xmlns:a16="http://schemas.microsoft.com/office/drawing/2014/main" id="{C562087B-6AB8-2910-8B07-5DF84AB99D48}"/>
              </a:ext>
            </a:extLst>
          </p:cNvPr>
          <p:cNvSpPr/>
          <p:nvPr/>
        </p:nvSpPr>
        <p:spPr>
          <a:xfrm>
            <a:off x="3266613"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58" name="Rounded Rectangle 57">
            <a:extLst>
              <a:ext uri="{FF2B5EF4-FFF2-40B4-BE49-F238E27FC236}">
                <a16:creationId xmlns:a16="http://schemas.microsoft.com/office/drawing/2014/main" id="{6712BC0E-3228-E3E9-29AA-B077E593EAFB}"/>
              </a:ext>
            </a:extLst>
          </p:cNvPr>
          <p:cNvSpPr/>
          <p:nvPr/>
        </p:nvSpPr>
        <p:spPr>
          <a:xfrm>
            <a:off x="5994400"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74" name="Rounded Rectangle 73">
            <a:extLst>
              <a:ext uri="{FF2B5EF4-FFF2-40B4-BE49-F238E27FC236}">
                <a16:creationId xmlns:a16="http://schemas.microsoft.com/office/drawing/2014/main" id="{55CDDFC1-803A-CC55-45BB-C93864D1BFB3}"/>
              </a:ext>
            </a:extLst>
          </p:cNvPr>
          <p:cNvSpPr/>
          <p:nvPr/>
        </p:nvSpPr>
        <p:spPr>
          <a:xfrm>
            <a:off x="8682236" y="1338579"/>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17" name="Rounded Rectangle 116">
            <a:extLst>
              <a:ext uri="{FF2B5EF4-FFF2-40B4-BE49-F238E27FC236}">
                <a16:creationId xmlns:a16="http://schemas.microsoft.com/office/drawing/2014/main" id="{2DFCA287-F2DE-A7B2-9F3D-75790A78B1C6}"/>
              </a:ext>
            </a:extLst>
          </p:cNvPr>
          <p:cNvSpPr/>
          <p:nvPr/>
        </p:nvSpPr>
        <p:spPr>
          <a:xfrm>
            <a:off x="558801"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2" name="Rounded Rectangle 121">
            <a:extLst>
              <a:ext uri="{FF2B5EF4-FFF2-40B4-BE49-F238E27FC236}">
                <a16:creationId xmlns:a16="http://schemas.microsoft.com/office/drawing/2014/main" id="{95C9AFD5-5415-25E5-1663-9CE2F18F571A}"/>
              </a:ext>
            </a:extLst>
          </p:cNvPr>
          <p:cNvSpPr/>
          <p:nvPr/>
        </p:nvSpPr>
        <p:spPr>
          <a:xfrm>
            <a:off x="3266613"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27" name="Rounded Rectangle 126">
            <a:extLst>
              <a:ext uri="{FF2B5EF4-FFF2-40B4-BE49-F238E27FC236}">
                <a16:creationId xmlns:a16="http://schemas.microsoft.com/office/drawing/2014/main" id="{2618B455-9E78-DEF1-97F7-2AA6F156943F}"/>
              </a:ext>
            </a:extLst>
          </p:cNvPr>
          <p:cNvSpPr/>
          <p:nvPr/>
        </p:nvSpPr>
        <p:spPr>
          <a:xfrm>
            <a:off x="5994400"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sp>
        <p:nvSpPr>
          <p:cNvPr id="132" name="Rounded Rectangle 131">
            <a:extLst>
              <a:ext uri="{FF2B5EF4-FFF2-40B4-BE49-F238E27FC236}">
                <a16:creationId xmlns:a16="http://schemas.microsoft.com/office/drawing/2014/main" id="{E06CEA26-CCDD-DF8E-B156-24A831F585D1}"/>
              </a:ext>
            </a:extLst>
          </p:cNvPr>
          <p:cNvSpPr/>
          <p:nvPr/>
        </p:nvSpPr>
        <p:spPr>
          <a:xfrm>
            <a:off x="8682236" y="3996160"/>
            <a:ext cx="2514443" cy="2429859"/>
          </a:xfrm>
          <a:prstGeom prst="roundRect">
            <a:avLst>
              <a:gd name="adj" fmla="val 518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70560" rtlCol="0" anchor="t"/>
          <a:lstStyle/>
          <a:p>
            <a:pPr>
              <a:spcAft>
                <a:spcPts val="1333"/>
              </a:spcAft>
            </a:pPr>
            <a:endParaRPr lang="en-US" sz="1067" b="0" i="0">
              <a:solidFill>
                <a:schemeClr val="tx1"/>
              </a:solidFill>
              <a:latin typeface="Arial" panose="020B0604020202020204" pitchFamily="34" charset="0"/>
              <a:ea typeface="Inter Light" panose="02000503000000020004" pitchFamily="2" charset="0"/>
              <a:cs typeface="Arial" panose="020B0604020202020204" pitchFamily="34" charset="0"/>
            </a:endParaRPr>
          </a:p>
        </p:txBody>
      </p:sp>
      <p:cxnSp>
        <p:nvCxnSpPr>
          <p:cNvPr id="4" name="Straight Connector 3">
            <a:extLst>
              <a:ext uri="{FF2B5EF4-FFF2-40B4-BE49-F238E27FC236}">
                <a16:creationId xmlns:a16="http://schemas.microsoft.com/office/drawing/2014/main" id="{A7063882-D507-01C0-6AE0-47D8A724ED92}"/>
              </a:ext>
            </a:extLst>
          </p:cNvPr>
          <p:cNvCxnSpPr>
            <a:cxnSpLocks/>
          </p:cNvCxnSpPr>
          <p:nvPr/>
        </p:nvCxnSpPr>
        <p:spPr>
          <a:xfrm>
            <a:off x="70383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6" name="Text Placeholder 47">
            <a:extLst>
              <a:ext uri="{FF2B5EF4-FFF2-40B4-BE49-F238E27FC236}">
                <a16:creationId xmlns:a16="http://schemas.microsoft.com/office/drawing/2014/main" id="{E3473647-A714-F4B2-438E-6EE3B4B88639}"/>
              </a:ext>
            </a:extLst>
          </p:cNvPr>
          <p:cNvSpPr>
            <a:spLocks noGrp="1"/>
          </p:cNvSpPr>
          <p:nvPr>
            <p:ph type="body" sz="quarter" idx="46" hasCustomPrompt="1"/>
          </p:nvPr>
        </p:nvSpPr>
        <p:spPr>
          <a:xfrm>
            <a:off x="703835"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8" name="Straight Connector 7">
            <a:extLst>
              <a:ext uri="{FF2B5EF4-FFF2-40B4-BE49-F238E27FC236}">
                <a16:creationId xmlns:a16="http://schemas.microsoft.com/office/drawing/2014/main" id="{9C35A0EC-B660-4654-AFB5-2086812CAC42}"/>
              </a:ext>
            </a:extLst>
          </p:cNvPr>
          <p:cNvCxnSpPr>
            <a:cxnSpLocks/>
          </p:cNvCxnSpPr>
          <p:nvPr/>
        </p:nvCxnSpPr>
        <p:spPr>
          <a:xfrm>
            <a:off x="338881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Text Placeholder 47">
            <a:extLst>
              <a:ext uri="{FF2B5EF4-FFF2-40B4-BE49-F238E27FC236}">
                <a16:creationId xmlns:a16="http://schemas.microsoft.com/office/drawing/2014/main" id="{B1E518CF-EAD0-7DAB-7556-BDCE14BAFF6B}"/>
              </a:ext>
            </a:extLst>
          </p:cNvPr>
          <p:cNvSpPr>
            <a:spLocks noGrp="1"/>
          </p:cNvSpPr>
          <p:nvPr>
            <p:ph type="body" sz="quarter" idx="48" hasCustomPrompt="1"/>
          </p:nvPr>
        </p:nvSpPr>
        <p:spPr>
          <a:xfrm>
            <a:off x="3388815" y="1394359"/>
            <a:ext cx="224529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2" name="Straight Connector 11">
            <a:extLst>
              <a:ext uri="{FF2B5EF4-FFF2-40B4-BE49-F238E27FC236}">
                <a16:creationId xmlns:a16="http://schemas.microsoft.com/office/drawing/2014/main" id="{DCF6D08C-E188-5D14-BC75-D28CEEE99FC1}"/>
              </a:ext>
            </a:extLst>
          </p:cNvPr>
          <p:cNvCxnSpPr>
            <a:cxnSpLocks/>
          </p:cNvCxnSpPr>
          <p:nvPr/>
        </p:nvCxnSpPr>
        <p:spPr>
          <a:xfrm>
            <a:off x="6148565"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3" name="Text Placeholder 47">
            <a:extLst>
              <a:ext uri="{FF2B5EF4-FFF2-40B4-BE49-F238E27FC236}">
                <a16:creationId xmlns:a16="http://schemas.microsoft.com/office/drawing/2014/main" id="{C2CB044E-8AF4-C215-CE5B-6B4DA3C12745}"/>
              </a:ext>
            </a:extLst>
          </p:cNvPr>
          <p:cNvSpPr>
            <a:spLocks noGrp="1"/>
          </p:cNvSpPr>
          <p:nvPr>
            <p:ph type="body" sz="quarter" idx="51" hasCustomPrompt="1"/>
          </p:nvPr>
        </p:nvSpPr>
        <p:spPr>
          <a:xfrm>
            <a:off x="6148566" y="1394359"/>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5" name="Straight Connector 14">
            <a:extLst>
              <a:ext uri="{FF2B5EF4-FFF2-40B4-BE49-F238E27FC236}">
                <a16:creationId xmlns:a16="http://schemas.microsoft.com/office/drawing/2014/main" id="{5E606C37-B74D-F4B9-BCDF-9CFFD4D64104}"/>
              </a:ext>
            </a:extLst>
          </p:cNvPr>
          <p:cNvCxnSpPr>
            <a:cxnSpLocks/>
          </p:cNvCxnSpPr>
          <p:nvPr/>
        </p:nvCxnSpPr>
        <p:spPr>
          <a:xfrm>
            <a:off x="8827269" y="1792699"/>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6" name="Text Placeholder 47">
            <a:extLst>
              <a:ext uri="{FF2B5EF4-FFF2-40B4-BE49-F238E27FC236}">
                <a16:creationId xmlns:a16="http://schemas.microsoft.com/office/drawing/2014/main" id="{48725F30-E6F3-7421-B546-BC344AA512DD}"/>
              </a:ext>
            </a:extLst>
          </p:cNvPr>
          <p:cNvSpPr>
            <a:spLocks noGrp="1"/>
          </p:cNvSpPr>
          <p:nvPr>
            <p:ph type="body" sz="quarter" idx="54" hasCustomPrompt="1"/>
          </p:nvPr>
        </p:nvSpPr>
        <p:spPr>
          <a:xfrm>
            <a:off x="8827269" y="1394359"/>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18" name="Straight Connector 17">
            <a:extLst>
              <a:ext uri="{FF2B5EF4-FFF2-40B4-BE49-F238E27FC236}">
                <a16:creationId xmlns:a16="http://schemas.microsoft.com/office/drawing/2014/main" id="{D5D75A8D-0164-5310-A074-EAA704D55876}"/>
              </a:ext>
            </a:extLst>
          </p:cNvPr>
          <p:cNvCxnSpPr>
            <a:cxnSpLocks/>
          </p:cNvCxnSpPr>
          <p:nvPr/>
        </p:nvCxnSpPr>
        <p:spPr>
          <a:xfrm>
            <a:off x="70383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9" name="Text Placeholder 47">
            <a:extLst>
              <a:ext uri="{FF2B5EF4-FFF2-40B4-BE49-F238E27FC236}">
                <a16:creationId xmlns:a16="http://schemas.microsoft.com/office/drawing/2014/main" id="{FA0E7359-4E1E-A973-A31D-9DE228182C8F}"/>
              </a:ext>
            </a:extLst>
          </p:cNvPr>
          <p:cNvSpPr>
            <a:spLocks noGrp="1"/>
          </p:cNvSpPr>
          <p:nvPr>
            <p:ph type="body" sz="quarter" idx="57" hasCustomPrompt="1"/>
          </p:nvPr>
        </p:nvSpPr>
        <p:spPr>
          <a:xfrm>
            <a:off x="703835" y="4051940"/>
            <a:ext cx="2262716"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1" name="Straight Connector 20">
            <a:extLst>
              <a:ext uri="{FF2B5EF4-FFF2-40B4-BE49-F238E27FC236}">
                <a16:creationId xmlns:a16="http://schemas.microsoft.com/office/drawing/2014/main" id="{0F998994-62C7-6A3C-5CB1-ACBBC90CBBF4}"/>
              </a:ext>
            </a:extLst>
          </p:cNvPr>
          <p:cNvCxnSpPr>
            <a:cxnSpLocks/>
          </p:cNvCxnSpPr>
          <p:nvPr/>
        </p:nvCxnSpPr>
        <p:spPr>
          <a:xfrm>
            <a:off x="338881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2" name="Text Placeholder 47">
            <a:extLst>
              <a:ext uri="{FF2B5EF4-FFF2-40B4-BE49-F238E27FC236}">
                <a16:creationId xmlns:a16="http://schemas.microsoft.com/office/drawing/2014/main" id="{19A68699-9995-D6E7-68AA-A60F6AFD03FD}"/>
              </a:ext>
            </a:extLst>
          </p:cNvPr>
          <p:cNvSpPr>
            <a:spLocks noGrp="1"/>
          </p:cNvSpPr>
          <p:nvPr>
            <p:ph type="body" sz="quarter" idx="60" hasCustomPrompt="1"/>
          </p:nvPr>
        </p:nvSpPr>
        <p:spPr>
          <a:xfrm>
            <a:off x="3388815" y="4051940"/>
            <a:ext cx="2254423"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4" name="Straight Connector 23">
            <a:extLst>
              <a:ext uri="{FF2B5EF4-FFF2-40B4-BE49-F238E27FC236}">
                <a16:creationId xmlns:a16="http://schemas.microsoft.com/office/drawing/2014/main" id="{95DF9157-47AD-5D36-E86C-BA4ECFDED960}"/>
              </a:ext>
            </a:extLst>
          </p:cNvPr>
          <p:cNvCxnSpPr>
            <a:cxnSpLocks/>
          </p:cNvCxnSpPr>
          <p:nvPr/>
        </p:nvCxnSpPr>
        <p:spPr>
          <a:xfrm>
            <a:off x="6148565"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5" name="Text Placeholder 47">
            <a:extLst>
              <a:ext uri="{FF2B5EF4-FFF2-40B4-BE49-F238E27FC236}">
                <a16:creationId xmlns:a16="http://schemas.microsoft.com/office/drawing/2014/main" id="{CCB565D1-241B-18A6-7618-FF175FA2FBD1}"/>
              </a:ext>
            </a:extLst>
          </p:cNvPr>
          <p:cNvSpPr>
            <a:spLocks noGrp="1"/>
          </p:cNvSpPr>
          <p:nvPr>
            <p:ph type="body" sz="quarter" idx="63" hasCustomPrompt="1"/>
          </p:nvPr>
        </p:nvSpPr>
        <p:spPr>
          <a:xfrm>
            <a:off x="6148565"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cxnSp>
        <p:nvCxnSpPr>
          <p:cNvPr id="27" name="Straight Connector 26">
            <a:extLst>
              <a:ext uri="{FF2B5EF4-FFF2-40B4-BE49-F238E27FC236}">
                <a16:creationId xmlns:a16="http://schemas.microsoft.com/office/drawing/2014/main" id="{3CFF38B5-CF7D-7C54-AA1D-851D3686FB9D}"/>
              </a:ext>
            </a:extLst>
          </p:cNvPr>
          <p:cNvCxnSpPr>
            <a:cxnSpLocks/>
          </p:cNvCxnSpPr>
          <p:nvPr/>
        </p:nvCxnSpPr>
        <p:spPr>
          <a:xfrm>
            <a:off x="8827269" y="4450280"/>
            <a:ext cx="2248011" cy="0"/>
          </a:xfrm>
          <a:prstGeom prst="line">
            <a:avLst/>
          </a:prstGeom>
          <a:ln w="15875"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8" name="Text Placeholder 47">
            <a:extLst>
              <a:ext uri="{FF2B5EF4-FFF2-40B4-BE49-F238E27FC236}">
                <a16:creationId xmlns:a16="http://schemas.microsoft.com/office/drawing/2014/main" id="{F4885EAD-3995-DBA5-3725-070B1ECC8B6A}"/>
              </a:ext>
            </a:extLst>
          </p:cNvPr>
          <p:cNvSpPr>
            <a:spLocks noGrp="1"/>
          </p:cNvSpPr>
          <p:nvPr>
            <p:ph type="body" sz="quarter" idx="66" hasCustomPrompt="1"/>
          </p:nvPr>
        </p:nvSpPr>
        <p:spPr>
          <a:xfrm>
            <a:off x="8827269" y="4051940"/>
            <a:ext cx="2248011" cy="396688"/>
          </a:xfrm>
          <a:prstGeom prst="rect">
            <a:avLst/>
          </a:prstGeom>
        </p:spPr>
        <p:txBody>
          <a:bodyPr lIns="0" anchor="b"/>
          <a:lstStyle>
            <a:lvl1pPr marL="0" indent="0">
              <a:buNone/>
              <a:defRPr sz="1600" b="0" i="0">
                <a:solidFill>
                  <a:schemeClr val="tx1"/>
                </a:solidFill>
                <a:latin typeface="Arial" panose="020B0604020202020204" pitchFamily="34" charset="0"/>
                <a:ea typeface="Inter Medium" panose="02000503000000020004" pitchFamily="2" charset="0"/>
              </a:defRPr>
            </a:lvl1pPr>
            <a:lvl2pPr marL="609585" indent="0">
              <a:buNone/>
              <a:defRPr sz="2133" b="0" i="0">
                <a:solidFill>
                  <a:schemeClr val="tx1"/>
                </a:solidFill>
                <a:latin typeface="Inter Medium" panose="02000503000000020004" pitchFamily="2" charset="0"/>
                <a:ea typeface="Inter Medium" panose="02000503000000020004" pitchFamily="2" charset="0"/>
              </a:defRPr>
            </a:lvl2pPr>
            <a:lvl3pPr marL="1219170" indent="0">
              <a:buNone/>
              <a:defRPr sz="2133" b="0" i="0">
                <a:solidFill>
                  <a:schemeClr val="tx1"/>
                </a:solidFill>
                <a:latin typeface="Inter Medium" panose="02000503000000020004" pitchFamily="2" charset="0"/>
                <a:ea typeface="Inter Medium" panose="02000503000000020004" pitchFamily="2" charset="0"/>
              </a:defRPr>
            </a:lvl3pPr>
            <a:lvl4pPr marL="1828754" indent="0">
              <a:buNone/>
              <a:defRPr sz="2133" b="0" i="0">
                <a:solidFill>
                  <a:schemeClr val="tx1"/>
                </a:solidFill>
                <a:latin typeface="Inter Medium" panose="02000503000000020004" pitchFamily="2" charset="0"/>
                <a:ea typeface="Inter Medium" panose="02000503000000020004" pitchFamily="2" charset="0"/>
              </a:defRPr>
            </a:lvl4pPr>
            <a:lvl5pPr marL="2438339" indent="0">
              <a:buNone/>
              <a:defRPr sz="2133" b="0" i="0">
                <a:solidFill>
                  <a:schemeClr val="tx1"/>
                </a:solidFill>
                <a:latin typeface="Inter Medium" panose="02000503000000020004" pitchFamily="2" charset="0"/>
                <a:ea typeface="Inter Medium" panose="02000503000000020004" pitchFamily="2" charset="0"/>
              </a:defRPr>
            </a:lvl5pPr>
          </a:lstStyle>
          <a:p>
            <a:pPr lvl="0"/>
            <a:r>
              <a:rPr lang="en-US"/>
              <a:t>Title goes here</a:t>
            </a:r>
          </a:p>
        </p:txBody>
      </p:sp>
      <p:sp>
        <p:nvSpPr>
          <p:cNvPr id="5" name="Freeform 4">
            <a:extLst>
              <a:ext uri="{FF2B5EF4-FFF2-40B4-BE49-F238E27FC236}">
                <a16:creationId xmlns:a16="http://schemas.microsoft.com/office/drawing/2014/main" id="{694B59DC-0C76-48ED-A009-A96CFC64C778}"/>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0" name="Picture 29">
            <a:extLst>
              <a:ext uri="{FF2B5EF4-FFF2-40B4-BE49-F238E27FC236}">
                <a16:creationId xmlns:a16="http://schemas.microsoft.com/office/drawing/2014/main" id="{86368CCB-8CAA-6258-E764-DA7F0F04339A}"/>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3" name="Text Placeholder 3">
            <a:extLst>
              <a:ext uri="{FF2B5EF4-FFF2-40B4-BE49-F238E27FC236}">
                <a16:creationId xmlns:a16="http://schemas.microsoft.com/office/drawing/2014/main" id="{42BCEF45-98C3-7E45-DC63-7A8965A215C0}"/>
              </a:ext>
            </a:extLst>
          </p:cNvPr>
          <p:cNvSpPr>
            <a:spLocks noGrp="1"/>
          </p:cNvSpPr>
          <p:nvPr>
            <p:ph type="body" sz="quarter" idx="69" hasCustomPrompt="1"/>
          </p:nvPr>
        </p:nvSpPr>
        <p:spPr>
          <a:xfrm>
            <a:off x="69468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1" name="Text Placeholder 3">
            <a:extLst>
              <a:ext uri="{FF2B5EF4-FFF2-40B4-BE49-F238E27FC236}">
                <a16:creationId xmlns:a16="http://schemas.microsoft.com/office/drawing/2014/main" id="{64DEFD69-0897-746A-4322-1FA132E70558}"/>
              </a:ext>
            </a:extLst>
          </p:cNvPr>
          <p:cNvSpPr>
            <a:spLocks noGrp="1"/>
          </p:cNvSpPr>
          <p:nvPr>
            <p:ph type="body" sz="quarter" idx="70" hasCustomPrompt="1"/>
          </p:nvPr>
        </p:nvSpPr>
        <p:spPr>
          <a:xfrm>
            <a:off x="3388814"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2" name="Text Placeholder 3">
            <a:extLst>
              <a:ext uri="{FF2B5EF4-FFF2-40B4-BE49-F238E27FC236}">
                <a16:creationId xmlns:a16="http://schemas.microsoft.com/office/drawing/2014/main" id="{E87F2322-1A2F-6E4B-6083-E31BCEAF1778}"/>
              </a:ext>
            </a:extLst>
          </p:cNvPr>
          <p:cNvSpPr>
            <a:spLocks noGrp="1"/>
          </p:cNvSpPr>
          <p:nvPr>
            <p:ph type="body" sz="quarter" idx="71" hasCustomPrompt="1"/>
          </p:nvPr>
        </p:nvSpPr>
        <p:spPr>
          <a:xfrm>
            <a:off x="6148565"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3" name="Text Placeholder 3">
            <a:extLst>
              <a:ext uri="{FF2B5EF4-FFF2-40B4-BE49-F238E27FC236}">
                <a16:creationId xmlns:a16="http://schemas.microsoft.com/office/drawing/2014/main" id="{C9FD44EC-8E85-F61F-E382-1E6BE367C9A2}"/>
              </a:ext>
            </a:extLst>
          </p:cNvPr>
          <p:cNvSpPr>
            <a:spLocks noGrp="1"/>
          </p:cNvSpPr>
          <p:nvPr>
            <p:ph type="body" sz="quarter" idx="72" hasCustomPrompt="1"/>
          </p:nvPr>
        </p:nvSpPr>
        <p:spPr>
          <a:xfrm>
            <a:off x="8827269" y="1903806"/>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4" name="Text Placeholder 3">
            <a:extLst>
              <a:ext uri="{FF2B5EF4-FFF2-40B4-BE49-F238E27FC236}">
                <a16:creationId xmlns:a16="http://schemas.microsoft.com/office/drawing/2014/main" id="{DAD41B89-8874-EDC8-F2FB-C76C6C1925F8}"/>
              </a:ext>
            </a:extLst>
          </p:cNvPr>
          <p:cNvSpPr>
            <a:spLocks noGrp="1"/>
          </p:cNvSpPr>
          <p:nvPr>
            <p:ph type="body" sz="quarter" idx="73" hasCustomPrompt="1"/>
          </p:nvPr>
        </p:nvSpPr>
        <p:spPr>
          <a:xfrm>
            <a:off x="69468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5" name="Text Placeholder 3">
            <a:extLst>
              <a:ext uri="{FF2B5EF4-FFF2-40B4-BE49-F238E27FC236}">
                <a16:creationId xmlns:a16="http://schemas.microsoft.com/office/drawing/2014/main" id="{28E874BE-FE39-0C72-F32C-78A06D817607}"/>
              </a:ext>
            </a:extLst>
          </p:cNvPr>
          <p:cNvSpPr>
            <a:spLocks noGrp="1"/>
          </p:cNvSpPr>
          <p:nvPr>
            <p:ph type="body" sz="quarter" idx="74" hasCustomPrompt="1"/>
          </p:nvPr>
        </p:nvSpPr>
        <p:spPr>
          <a:xfrm>
            <a:off x="3388814"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6" name="Text Placeholder 3">
            <a:extLst>
              <a:ext uri="{FF2B5EF4-FFF2-40B4-BE49-F238E27FC236}">
                <a16:creationId xmlns:a16="http://schemas.microsoft.com/office/drawing/2014/main" id="{DC7D6787-477B-A90A-DB89-FA2874ED6518}"/>
              </a:ext>
            </a:extLst>
          </p:cNvPr>
          <p:cNvSpPr>
            <a:spLocks noGrp="1"/>
          </p:cNvSpPr>
          <p:nvPr>
            <p:ph type="body" sz="quarter" idx="75" hasCustomPrompt="1"/>
          </p:nvPr>
        </p:nvSpPr>
        <p:spPr>
          <a:xfrm>
            <a:off x="6148565"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
        <p:nvSpPr>
          <p:cNvPr id="37" name="Text Placeholder 3">
            <a:extLst>
              <a:ext uri="{FF2B5EF4-FFF2-40B4-BE49-F238E27FC236}">
                <a16:creationId xmlns:a16="http://schemas.microsoft.com/office/drawing/2014/main" id="{499976EF-B11C-647B-D714-03CAAF037745}"/>
              </a:ext>
            </a:extLst>
          </p:cNvPr>
          <p:cNvSpPr>
            <a:spLocks noGrp="1"/>
          </p:cNvSpPr>
          <p:nvPr>
            <p:ph type="body" sz="quarter" idx="76" hasCustomPrompt="1"/>
          </p:nvPr>
        </p:nvSpPr>
        <p:spPr>
          <a:xfrm>
            <a:off x="8827269" y="4549802"/>
            <a:ext cx="2271867" cy="1787492"/>
          </a:xfrm>
          <a:prstGeom prst="rect">
            <a:avLst/>
          </a:prstGeom>
        </p:spPr>
        <p:txBody>
          <a:bodyPr lIns="0" tIns="0"/>
          <a:lstStyle>
            <a:lvl1pPr marL="0" indent="0">
              <a:buNone/>
              <a:defRPr sz="1067">
                <a:solidFill>
                  <a:schemeClr val="tx1"/>
                </a:solidFill>
                <a:latin typeface="Arial" panose="020B0604020202020204" pitchFamily="34" charset="0"/>
                <a:cs typeface="Arial" panose="020B0604020202020204" pitchFamily="34" charset="0"/>
              </a:defRPr>
            </a:lvl1pPr>
            <a:lvl2pPr marL="609585" indent="0">
              <a:buNone/>
              <a:defRPr sz="1067">
                <a:solidFill>
                  <a:schemeClr val="tx1"/>
                </a:solidFill>
                <a:latin typeface="Arial" panose="020B0604020202020204" pitchFamily="34" charset="0"/>
                <a:cs typeface="Arial" panose="020B0604020202020204" pitchFamily="34" charset="0"/>
              </a:defRPr>
            </a:lvl2pPr>
            <a:lvl3pPr marL="1219170" indent="0">
              <a:buNone/>
              <a:defRPr sz="1067">
                <a:solidFill>
                  <a:schemeClr val="tx1"/>
                </a:solidFill>
                <a:latin typeface="Arial" panose="020B0604020202020204" pitchFamily="34" charset="0"/>
                <a:cs typeface="Arial" panose="020B0604020202020204" pitchFamily="34" charset="0"/>
              </a:defRPr>
            </a:lvl3pPr>
            <a:lvl4pPr marL="1828754" indent="0">
              <a:buNone/>
              <a:defRPr sz="1067">
                <a:solidFill>
                  <a:schemeClr val="tx1"/>
                </a:solidFill>
                <a:latin typeface="Arial" panose="020B0604020202020204" pitchFamily="34" charset="0"/>
                <a:cs typeface="Arial" panose="020B0604020202020204" pitchFamily="34" charset="0"/>
              </a:defRPr>
            </a:lvl4pPr>
            <a:lvl5pPr marL="2438339" indent="0">
              <a:buNone/>
              <a:defRPr sz="1067">
                <a:solidFill>
                  <a:schemeClr val="tx1"/>
                </a:solidFill>
                <a:latin typeface="Arial" panose="020B0604020202020204" pitchFamily="34" charset="0"/>
                <a:cs typeface="Arial" panose="020B0604020202020204" pitchFamily="34" charset="0"/>
              </a:defRPr>
            </a:lvl5pPr>
          </a:lstStyle>
          <a:p>
            <a:pPr lvl="0"/>
            <a:r>
              <a:rPr lang="en-US"/>
              <a:t>Filler text goes here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endParaRPr lang="en-US"/>
          </a:p>
        </p:txBody>
      </p:sp>
    </p:spTree>
    <p:extLst>
      <p:ext uri="{BB962C8B-B14F-4D97-AF65-F5344CB8AC3E}">
        <p14:creationId xmlns:p14="http://schemas.microsoft.com/office/powerpoint/2010/main" val="1440314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able ">
    <p:bg>
      <p:bgPr>
        <a:solidFill>
          <a:schemeClr val="bg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12648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able - Tan">
    <p:bg>
      <p:bgPr>
        <a:solidFill>
          <a:schemeClr val="bg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2"/>
                </a:solidFill>
                <a:latin typeface="Arial" panose="020B0604020202020204" pitchFamily="34" charset="0"/>
              </a:defRPr>
            </a:lvl1pPr>
          </a:lstStyle>
          <a:p>
            <a:r>
              <a:rPr lang="en-US"/>
              <a:t>Click icon to add table</a:t>
            </a:r>
          </a:p>
        </p:txBody>
      </p:sp>
      <p:sp>
        <p:nvSpPr>
          <p:cNvPr id="2" name="Freeform 1">
            <a:extLst>
              <a:ext uri="{FF2B5EF4-FFF2-40B4-BE49-F238E27FC236}">
                <a16:creationId xmlns:a16="http://schemas.microsoft.com/office/drawing/2014/main" id="{F9F8E1A3-F6DA-CE2F-C8DF-5626CDD217F3}"/>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3" name="Picture 2">
            <a:extLst>
              <a:ext uri="{FF2B5EF4-FFF2-40B4-BE49-F238E27FC236}">
                <a16:creationId xmlns:a16="http://schemas.microsoft.com/office/drawing/2014/main" id="{F3C7B395-BB6E-FAFF-6683-836432DAC659}"/>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268316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able - Ink">
    <p:bg>
      <p:bgRef idx="1001">
        <a:schemeClr val="bg2"/>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AD7972E-FF9E-0860-DD05-248188952955}"/>
              </a:ext>
            </a:extLst>
          </p:cNvPr>
          <p:cNvSpPr>
            <a:spLocks noGrp="1"/>
          </p:cNvSpPr>
          <p:nvPr>
            <p:ph type="title" hasCustomPrompt="1"/>
          </p:nvPr>
        </p:nvSpPr>
        <p:spPr>
          <a:xfrm>
            <a:off x="558800" y="392853"/>
            <a:ext cx="10871200" cy="451405"/>
          </a:xfrm>
          <a:prstGeom prst="rect">
            <a:avLst/>
          </a:prstGeom>
        </p:spPr>
        <p:txBody>
          <a:bodyPr lIns="0" rIns="0"/>
          <a:lstStyle>
            <a:lvl1pPr algn="l">
              <a:defRPr sz="2400" b="0" i="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r>
              <a:rPr lang="en-US"/>
              <a:t>Click to edit master title style</a:t>
            </a:r>
            <a:endParaRPr lang="en-JM"/>
          </a:p>
        </p:txBody>
      </p:sp>
      <p:sp>
        <p:nvSpPr>
          <p:cNvPr id="22" name="Table Placeholder 20">
            <a:extLst>
              <a:ext uri="{FF2B5EF4-FFF2-40B4-BE49-F238E27FC236}">
                <a16:creationId xmlns:a16="http://schemas.microsoft.com/office/drawing/2014/main" id="{CD0101AF-8BD3-1D90-7CFD-DE869D81B344}"/>
              </a:ext>
            </a:extLst>
          </p:cNvPr>
          <p:cNvSpPr>
            <a:spLocks noGrp="1"/>
          </p:cNvSpPr>
          <p:nvPr>
            <p:ph type="tbl" sz="quarter" idx="10"/>
          </p:nvPr>
        </p:nvSpPr>
        <p:spPr>
          <a:xfrm>
            <a:off x="558800" y="1257301"/>
            <a:ext cx="10871200" cy="5168900"/>
          </a:xfrm>
          <a:prstGeom prst="rect">
            <a:avLst/>
          </a:prstGeom>
        </p:spPr>
        <p:txBody>
          <a:bodyPr/>
          <a:lstStyle>
            <a:lvl1pPr>
              <a:defRPr b="1" i="0">
                <a:solidFill>
                  <a:schemeClr val="tx1"/>
                </a:solidFill>
                <a:latin typeface="Arial" panose="020B0604020202020204" pitchFamily="34" charset="0"/>
              </a:defRPr>
            </a:lvl1pPr>
          </a:lstStyle>
          <a:p>
            <a:r>
              <a:rPr lang="en-US"/>
              <a:t>Click icon to add table</a:t>
            </a:r>
          </a:p>
        </p:txBody>
      </p:sp>
      <p:sp>
        <p:nvSpPr>
          <p:cNvPr id="3" name="Freeform 2">
            <a:extLst>
              <a:ext uri="{FF2B5EF4-FFF2-40B4-BE49-F238E27FC236}">
                <a16:creationId xmlns:a16="http://schemas.microsoft.com/office/drawing/2014/main" id="{93F7FE69-76BD-60F7-E67F-E8B77256EC59}"/>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5" name="Picture 10">
            <a:extLst>
              <a:ext uri="{FF2B5EF4-FFF2-40B4-BE49-F238E27FC236}">
                <a16:creationId xmlns:a16="http://schemas.microsoft.com/office/drawing/2014/main" id="{4C04CF8C-6E6F-61A4-C400-15DACB661FA7}"/>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Tree>
    <p:extLst>
      <p:ext uri="{BB962C8B-B14F-4D97-AF65-F5344CB8AC3E}">
        <p14:creationId xmlns:p14="http://schemas.microsoft.com/office/powerpoint/2010/main" val="798199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Ending Slide - Thank You">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28692FD2-2E87-0924-7477-7FA1765DD69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CACFF759-9D92-8198-76C0-696218E90C5C}"/>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8BB5A453-5E00-C619-7549-BB03C57FC230}"/>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441B9F33-7C1B-9E58-BFB5-43C701F8A827}"/>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96AC00C3-5F36-E6F7-F41A-B5CFA1684204}"/>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Thank you!</a:t>
            </a:r>
          </a:p>
        </p:txBody>
      </p:sp>
      <p:sp>
        <p:nvSpPr>
          <p:cNvPr id="2" name="Rectangle 1">
            <a:extLst>
              <a:ext uri="{FF2B5EF4-FFF2-40B4-BE49-F238E27FC236}">
                <a16:creationId xmlns:a16="http://schemas.microsoft.com/office/drawing/2014/main" id="{7060AA15-50E3-A18E-2152-89755FD346D1}"/>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04045E87-68E1-16F1-2567-FB620F27EBA8}"/>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CEB89E12-AFED-9EDA-6E92-89700DFA3816}"/>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1823681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Ending Slide - Be the Next">
    <p:bg>
      <p:bgRef idx="1001">
        <a:schemeClr val="bg2"/>
      </p:bgRef>
    </p:bg>
    <p:spTree>
      <p:nvGrpSpPr>
        <p:cNvPr id="1" name=""/>
        <p:cNvGrpSpPr/>
        <p:nvPr/>
      </p:nvGrpSpPr>
      <p:grpSpPr>
        <a:xfrm>
          <a:off x="0" y="0"/>
          <a:ext cx="0" cy="0"/>
          <a:chOff x="0" y="0"/>
          <a:chExt cx="0" cy="0"/>
        </a:xfrm>
      </p:grpSpPr>
      <p:pic>
        <p:nvPicPr>
          <p:cNvPr id="4" name="Picture 3" descr="A blue background with lines&#10;&#10;Description automatically generated">
            <a:extLst>
              <a:ext uri="{FF2B5EF4-FFF2-40B4-BE49-F238E27FC236}">
                <a16:creationId xmlns:a16="http://schemas.microsoft.com/office/drawing/2014/main" id="{AF4F917E-005E-B273-07D3-218AAF9963D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6" name="Straight Connector 5">
            <a:extLst>
              <a:ext uri="{FF2B5EF4-FFF2-40B4-BE49-F238E27FC236}">
                <a16:creationId xmlns:a16="http://schemas.microsoft.com/office/drawing/2014/main" id="{8B699EAD-A292-EE4F-14E8-9C6592182692}"/>
              </a:ext>
            </a:extLst>
          </p:cNvPr>
          <p:cNvCxnSpPr>
            <a:cxnSpLocks/>
          </p:cNvCxnSpPr>
          <p:nvPr/>
        </p:nvCxnSpPr>
        <p:spPr>
          <a:xfrm flipH="1">
            <a:off x="6346868" y="-98325"/>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212776D-94CC-B0DC-D768-3480A0C805E1}"/>
              </a:ext>
            </a:extLst>
          </p:cNvPr>
          <p:cNvCxnSpPr>
            <a:cxnSpLocks/>
          </p:cNvCxnSpPr>
          <p:nvPr/>
        </p:nvCxnSpPr>
        <p:spPr>
          <a:xfrm flipH="1">
            <a:off x="7387253" y="1583168"/>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D7E1A063-C5E5-643E-104F-3CA5CF13C623}"/>
              </a:ext>
            </a:extLst>
          </p:cNvPr>
          <p:cNvCxnSpPr>
            <a:cxnSpLocks/>
          </p:cNvCxnSpPr>
          <p:nvPr/>
        </p:nvCxnSpPr>
        <p:spPr>
          <a:xfrm flipH="1">
            <a:off x="-81715" y="410960"/>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7D30373-652E-1FEF-E425-9F94FF396272}"/>
              </a:ext>
            </a:extLst>
          </p:cNvPr>
          <p:cNvSpPr txBox="1"/>
          <p:nvPr/>
        </p:nvSpPr>
        <p:spPr>
          <a:xfrm>
            <a:off x="946372" y="3691705"/>
            <a:ext cx="8235995" cy="1323439"/>
          </a:xfrm>
          <a:prstGeom prst="rect">
            <a:avLst/>
          </a:prstGeom>
          <a:noFill/>
        </p:spPr>
        <p:txBody>
          <a:bodyPr wrap="square" rtlCol="0">
            <a:spAutoFit/>
          </a:bodyPr>
          <a:lstStyle/>
          <a:p>
            <a:pPr marL="0" indent="0" algn="l">
              <a:buClrTx/>
              <a:buFont typeface="Arial" panose="020B0604020202020204" pitchFamily="34" charset="0"/>
              <a:buNone/>
            </a:pPr>
            <a:r>
              <a:rPr lang="en-US" sz="8000" b="0" i="0">
                <a:solidFill>
                  <a:schemeClr val="tx1"/>
                </a:solidFill>
                <a:latin typeface="Arial" panose="020B0604020202020204" pitchFamily="34" charset="0"/>
                <a:ea typeface="Inter Light" panose="02000503000000020004" pitchFamily="2" charset="0"/>
                <a:cs typeface="Arial" panose="020B0604020202020204" pitchFamily="34" charset="0"/>
              </a:rPr>
              <a:t>Be the next.</a:t>
            </a:r>
          </a:p>
        </p:txBody>
      </p:sp>
      <p:sp>
        <p:nvSpPr>
          <p:cNvPr id="2" name="Rectangle 1">
            <a:extLst>
              <a:ext uri="{FF2B5EF4-FFF2-40B4-BE49-F238E27FC236}">
                <a16:creationId xmlns:a16="http://schemas.microsoft.com/office/drawing/2014/main" id="{61DEB3FA-7161-5F34-A5AB-95E3E7CAF49A}"/>
              </a:ext>
            </a:extLst>
          </p:cNvPr>
          <p:cNvSpPr/>
          <p:nvPr/>
        </p:nvSpPr>
        <p:spPr>
          <a:xfrm>
            <a:off x="-362465" y="-541843"/>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3" name="Rectangle 2">
            <a:extLst>
              <a:ext uri="{FF2B5EF4-FFF2-40B4-BE49-F238E27FC236}">
                <a16:creationId xmlns:a16="http://schemas.microsoft.com/office/drawing/2014/main" id="{83A28DEA-EBBC-6AFE-2636-D9031872EF07}"/>
              </a:ext>
            </a:extLst>
          </p:cNvPr>
          <p:cNvSpPr/>
          <p:nvPr/>
        </p:nvSpPr>
        <p:spPr>
          <a:xfrm>
            <a:off x="-494270" y="6876159"/>
            <a:ext cx="12900455" cy="523704"/>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0C6FC1D6-6C3F-A626-802D-B649BF2DFDBA}"/>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5781029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10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1000"/>
                                        <p:tgtEl>
                                          <p:spTgt spid="6"/>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Ending Slide - Q&amp;A">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424D45-0707-96F7-B2F0-03225F66E468}"/>
              </a:ext>
            </a:extLst>
          </p:cNvPr>
          <p:cNvPicPr>
            <a:picLocks noChangeAspect="1"/>
          </p:cNvPicPr>
          <p:nvPr/>
        </p:nvPicPr>
        <p:blipFill>
          <a:blip r:embed="rId2" cstate="print">
            <a:extLst>
              <a:ext uri="{28A0092B-C50C-407E-A947-70E740481C1C}">
                <a14:useLocalDpi xmlns:a14="http://schemas.microsoft.com/office/drawing/2010/main"/>
              </a:ext>
            </a:extLst>
          </a:blip>
          <a:srcRect/>
          <a:stretch/>
        </p:blipFill>
        <p:spPr>
          <a:xfrm>
            <a:off x="7429755" y="0"/>
            <a:ext cx="4763732" cy="6858000"/>
          </a:xfrm>
          <a:prstGeom prst="rect">
            <a:avLst/>
          </a:prstGeom>
        </p:spPr>
      </p:pic>
      <p:sp>
        <p:nvSpPr>
          <p:cNvPr id="5" name="TextBox 4">
            <a:extLst>
              <a:ext uri="{FF2B5EF4-FFF2-40B4-BE49-F238E27FC236}">
                <a16:creationId xmlns:a16="http://schemas.microsoft.com/office/drawing/2014/main" id="{53F2DCC4-E206-496E-7D98-EDF0D6EC499C}"/>
              </a:ext>
            </a:extLst>
          </p:cNvPr>
          <p:cNvSpPr txBox="1"/>
          <p:nvPr/>
        </p:nvSpPr>
        <p:spPr>
          <a:xfrm>
            <a:off x="933395" y="3740264"/>
            <a:ext cx="4199437" cy="1938992"/>
          </a:xfrm>
          <a:prstGeom prst="rect">
            <a:avLst/>
          </a:prstGeom>
          <a:noFill/>
        </p:spPr>
        <p:txBody>
          <a:bodyPr wrap="square">
            <a:spAutoFit/>
          </a:bodyPr>
          <a:lstStyle/>
          <a:p>
            <a:pPr lvl="0"/>
            <a:r>
              <a:rPr lang="en-US" sz="12000" b="0" i="0">
                <a:latin typeface="Arial" panose="020B0604020202020204" pitchFamily="34" charset="0"/>
                <a:ea typeface="Inter Light" panose="02000503000000020004" pitchFamily="2" charset="0"/>
                <a:cs typeface="Arial" panose="020B0604020202020204" pitchFamily="34" charset="0"/>
              </a:rPr>
              <a:t>Q&amp;A</a:t>
            </a:r>
          </a:p>
        </p:txBody>
      </p:sp>
    </p:spTree>
    <p:extLst>
      <p:ext uri="{BB962C8B-B14F-4D97-AF65-F5344CB8AC3E}">
        <p14:creationId xmlns:p14="http://schemas.microsoft.com/office/powerpoint/2010/main" val="33643326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Anaplan Logo - Dark">
    <p:bg>
      <p:bgRef idx="1001">
        <a:schemeClr val="bg2"/>
      </p:bgRef>
    </p:bg>
    <p:spTree>
      <p:nvGrpSpPr>
        <p:cNvPr id="1" name=""/>
        <p:cNvGrpSpPr/>
        <p:nvPr/>
      </p:nvGrpSpPr>
      <p:grpSpPr>
        <a:xfrm>
          <a:off x="0" y="0"/>
          <a:ext cx="0" cy="0"/>
          <a:chOff x="0" y="0"/>
          <a:chExt cx="0" cy="0"/>
        </a:xfrm>
      </p:grpSpPr>
      <p:pic>
        <p:nvPicPr>
          <p:cNvPr id="2" name="Picture 1" descr="A blue background with lines&#10;&#10;Description automatically generated">
            <a:extLst>
              <a:ext uri="{FF2B5EF4-FFF2-40B4-BE49-F238E27FC236}">
                <a16:creationId xmlns:a16="http://schemas.microsoft.com/office/drawing/2014/main" id="{B8C86DCE-65CC-971D-1E64-1734DD6D4A2C}"/>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60" y="-1664"/>
            <a:ext cx="12189040" cy="6859664"/>
          </a:xfrm>
          <a:prstGeom prst="rect">
            <a:avLst/>
          </a:prstGeom>
        </p:spPr>
      </p:pic>
      <p:cxnSp>
        <p:nvCxnSpPr>
          <p:cNvPr id="3" name="Straight Connector 2">
            <a:extLst>
              <a:ext uri="{FF2B5EF4-FFF2-40B4-BE49-F238E27FC236}">
                <a16:creationId xmlns:a16="http://schemas.microsoft.com/office/drawing/2014/main" id="{C11B6847-D893-5F31-DC44-630E5F93C3F8}"/>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CC7B8A0B-10DA-B549-25E2-74C2FEF0D892}"/>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997069BB-7F20-DAFF-41F5-71B588F38097}"/>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8" name="Picture 7" descr="A black and white logo&#10;&#10;Description automatically generated">
            <a:extLst>
              <a:ext uri="{FF2B5EF4-FFF2-40B4-BE49-F238E27FC236}">
                <a16:creationId xmlns:a16="http://schemas.microsoft.com/office/drawing/2014/main" id="{F280F2BC-6C1D-6608-57B0-BC2F3D7B8AF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124231" y="1931560"/>
            <a:ext cx="7943539" cy="2993217"/>
          </a:xfrm>
          <a:prstGeom prst="rect">
            <a:avLst/>
          </a:prstGeom>
        </p:spPr>
      </p:pic>
      <p:cxnSp>
        <p:nvCxnSpPr>
          <p:cNvPr id="9" name="Straight Connector 8">
            <a:extLst>
              <a:ext uri="{FF2B5EF4-FFF2-40B4-BE49-F238E27FC236}">
                <a16:creationId xmlns:a16="http://schemas.microsoft.com/office/drawing/2014/main" id="{5FF074E1-05F7-FF12-6DEA-E33755EFA35A}"/>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3326896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1000"/>
                                        <p:tgtEl>
                                          <p:spTgt spid="7"/>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1000"/>
                                        <p:tgtEl>
                                          <p:spTgt spid="3"/>
                                        </p:tgtEl>
                                      </p:cBhvr>
                                    </p:animEffect>
                                  </p:childTnLst>
                                </p:cTn>
                              </p:par>
                              <p:par>
                                <p:cTn id="16" presetID="22" presetClass="entr" presetSubtype="1"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Anaplan Logo - Light">
    <p:bg>
      <p:bgRef idx="1001">
        <a:schemeClr val="bg2"/>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B8074B-3BAD-F41D-EA8C-D43BFB17AE70}"/>
              </a:ext>
            </a:extLst>
          </p:cNvPr>
          <p:cNvPicPr>
            <a:picLocks noChangeAspect="1"/>
          </p:cNvPicPr>
          <p:nvPr/>
        </p:nvPicPr>
        <p:blipFill>
          <a:blip r:embed="rId2">
            <a:extLst>
              <a:ext uri="{28A0092B-C50C-407E-A947-70E740481C1C}">
                <a14:useLocalDpi xmlns:a14="http://schemas.microsoft.com/office/drawing/2010/main"/>
              </a:ext>
            </a:extLst>
          </a:blip>
          <a:srcRect/>
          <a:stretch/>
        </p:blipFill>
        <p:spPr>
          <a:xfrm>
            <a:off x="2962" y="0"/>
            <a:ext cx="12189036" cy="6859664"/>
          </a:xfrm>
          <a:prstGeom prst="rect">
            <a:avLst/>
          </a:prstGeom>
        </p:spPr>
      </p:pic>
      <p:cxnSp>
        <p:nvCxnSpPr>
          <p:cNvPr id="5" name="Straight Connector 4">
            <a:extLst>
              <a:ext uri="{FF2B5EF4-FFF2-40B4-BE49-F238E27FC236}">
                <a16:creationId xmlns:a16="http://schemas.microsoft.com/office/drawing/2014/main" id="{A2321664-CA14-C7F0-6956-B162FB4451FE}"/>
              </a:ext>
            </a:extLst>
          </p:cNvPr>
          <p:cNvCxnSpPr>
            <a:cxnSpLocks/>
          </p:cNvCxnSpPr>
          <p:nvPr/>
        </p:nvCxnSpPr>
        <p:spPr>
          <a:xfrm flipH="1">
            <a:off x="9446279" y="-1244079"/>
            <a:ext cx="1418379" cy="3362987"/>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6552E98-6069-71B9-27CB-42B1884992E0}"/>
              </a:ext>
            </a:extLst>
          </p:cNvPr>
          <p:cNvCxnSpPr>
            <a:cxnSpLocks/>
          </p:cNvCxnSpPr>
          <p:nvPr/>
        </p:nvCxnSpPr>
        <p:spPr>
          <a:xfrm flipH="1">
            <a:off x="10607676" y="261144"/>
            <a:ext cx="2258681" cy="5355349"/>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E2D587B-03A5-A98D-AA96-DD7D153534F6}"/>
              </a:ext>
            </a:extLst>
          </p:cNvPr>
          <p:cNvCxnSpPr>
            <a:cxnSpLocks/>
          </p:cNvCxnSpPr>
          <p:nvPr/>
        </p:nvCxnSpPr>
        <p:spPr>
          <a:xfrm flipH="1">
            <a:off x="-100243" y="670565"/>
            <a:ext cx="1794263" cy="4254211"/>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F333DC50-4503-AC8B-F90C-C799891DF20D}"/>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2124232" y="1931560"/>
            <a:ext cx="7943537" cy="2993217"/>
          </a:xfrm>
          <a:prstGeom prst="rect">
            <a:avLst/>
          </a:prstGeom>
        </p:spPr>
      </p:pic>
      <p:cxnSp>
        <p:nvCxnSpPr>
          <p:cNvPr id="17" name="Straight Connector 16">
            <a:extLst>
              <a:ext uri="{FF2B5EF4-FFF2-40B4-BE49-F238E27FC236}">
                <a16:creationId xmlns:a16="http://schemas.microsoft.com/office/drawing/2014/main" id="{6193E4AE-FBF1-D57A-72EE-70314714C89D}"/>
              </a:ext>
            </a:extLst>
          </p:cNvPr>
          <p:cNvCxnSpPr>
            <a:cxnSpLocks/>
          </p:cNvCxnSpPr>
          <p:nvPr/>
        </p:nvCxnSpPr>
        <p:spPr>
          <a:xfrm flipH="1">
            <a:off x="1436358" y="4807404"/>
            <a:ext cx="1272543" cy="3017208"/>
          </a:xfrm>
          <a:prstGeom prst="line">
            <a:avLst/>
          </a:prstGeom>
          <a:ln w="4445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BF4FED3-9DFB-C427-3875-33BF59AE32C0}"/>
              </a:ext>
            </a:extLst>
          </p:cNvPr>
          <p:cNvSpPr/>
          <p:nvPr/>
        </p:nvSpPr>
        <p:spPr>
          <a:xfrm>
            <a:off x="-362465" y="-1690238"/>
            <a:ext cx="12900455" cy="167209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1" name="Rectangle 10">
            <a:extLst>
              <a:ext uri="{FF2B5EF4-FFF2-40B4-BE49-F238E27FC236}">
                <a16:creationId xmlns:a16="http://schemas.microsoft.com/office/drawing/2014/main" id="{395522D0-72F5-84DF-3B86-2B542769FC48}"/>
              </a:ext>
            </a:extLst>
          </p:cNvPr>
          <p:cNvSpPr/>
          <p:nvPr/>
        </p:nvSpPr>
        <p:spPr>
          <a:xfrm>
            <a:off x="-494270" y="6876158"/>
            <a:ext cx="12900455" cy="1205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2" name="Rectangle 11">
            <a:extLst>
              <a:ext uri="{FF2B5EF4-FFF2-40B4-BE49-F238E27FC236}">
                <a16:creationId xmlns:a16="http://schemas.microsoft.com/office/drawing/2014/main" id="{5137ED53-E137-D319-2FA1-64FC8666DB9D}"/>
              </a:ext>
            </a:extLst>
          </p:cNvPr>
          <p:cNvSpPr/>
          <p:nvPr/>
        </p:nvSpPr>
        <p:spPr>
          <a:xfrm>
            <a:off x="-840260" y="-262674"/>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
        <p:nvSpPr>
          <p:cNvPr id="13" name="Rectangle 12">
            <a:extLst>
              <a:ext uri="{FF2B5EF4-FFF2-40B4-BE49-F238E27FC236}">
                <a16:creationId xmlns:a16="http://schemas.microsoft.com/office/drawing/2014/main" id="{4780B9E4-FCC4-2242-0687-E15A46AE4FAF}"/>
              </a:ext>
            </a:extLst>
          </p:cNvPr>
          <p:cNvSpPr/>
          <p:nvPr/>
        </p:nvSpPr>
        <p:spPr>
          <a:xfrm>
            <a:off x="12205180" y="-297508"/>
            <a:ext cx="823784" cy="7121515"/>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i="0" err="1">
              <a:solidFill>
                <a:schemeClr val="bg1"/>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9333316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1000"/>
                                        <p:tgtEl>
                                          <p:spTgt spid="15"/>
                                        </p:tgtEl>
                                      </p:cBhvr>
                                    </p:animEffect>
                                  </p:childTnLst>
                                </p:cTn>
                              </p:par>
                              <p:par>
                                <p:cTn id="13" presetID="22" presetClass="entr" presetSubtype="1"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par>
                                <p:cTn id="16" presetID="22" presetClass="entr" presetSubtype="1"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par>
                                <p:cTn id="19" presetID="2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wipe(down)">
                                      <p:cBhvr>
                                        <p:cTn id="21"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Title Slide 6">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5D25B4A-1D6D-1249-9D12-6120C71E225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10E06246-6EFB-C64D-887A-44FB90CE7820}"/>
              </a:ext>
            </a:extLst>
          </p:cNvPr>
          <p:cNvSpPr>
            <a:spLocks noGrp="1"/>
          </p:cNvSpPr>
          <p:nvPr>
            <p:ph type="title"/>
          </p:nvPr>
        </p:nvSpPr>
        <p:spPr>
          <a:xfrm>
            <a:off x="599863" y="2858153"/>
            <a:ext cx="10238827" cy="861775"/>
          </a:xfrm>
          <a:prstGeom prst="rect">
            <a:avLst/>
          </a:prstGeom>
        </p:spPr>
        <p:txBody>
          <a:bodyPr lIns="0" anchor="ctr" anchorCtr="0"/>
          <a:lstStyle>
            <a:lvl1pPr algn="l">
              <a:defRPr sz="4800" b="1" i="0">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9" name="Subtitle 2">
            <a:extLst>
              <a:ext uri="{FF2B5EF4-FFF2-40B4-BE49-F238E27FC236}">
                <a16:creationId xmlns:a16="http://schemas.microsoft.com/office/drawing/2014/main" id="{D62D5F85-F1E8-5C4E-BA8C-6A53696C0797}"/>
              </a:ext>
            </a:extLst>
          </p:cNvPr>
          <p:cNvSpPr>
            <a:spLocks noGrp="1"/>
          </p:cNvSpPr>
          <p:nvPr>
            <p:ph type="subTitle" idx="1"/>
          </p:nvPr>
        </p:nvSpPr>
        <p:spPr>
          <a:xfrm>
            <a:off x="599861" y="4434657"/>
            <a:ext cx="9514897" cy="710600"/>
          </a:xfrm>
          <a:prstGeom prst="rect">
            <a:avLst/>
          </a:prstGeom>
        </p:spPr>
        <p:txBody>
          <a:bodyPr lIns="0">
            <a:normAutofit/>
          </a:bodyPr>
          <a:lstStyle>
            <a:lvl1pPr marL="0" indent="0" algn="l">
              <a:buNone/>
              <a:defRPr sz="2400" b="0" i="0">
                <a:solidFill>
                  <a:schemeClr val="bg1"/>
                </a:solidFill>
                <a:latin typeface="Arial" panose="020B0604020202020204" pitchFamily="34" charset="0"/>
                <a:cs typeface="Arial" panose="020B0604020202020204" pitchFamily="34" charset="0"/>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p>
        </p:txBody>
      </p:sp>
      <p:pic>
        <p:nvPicPr>
          <p:cNvPr id="10" name="Picture 10">
            <a:extLst>
              <a:ext uri="{FF2B5EF4-FFF2-40B4-BE49-F238E27FC236}">
                <a16:creationId xmlns:a16="http://schemas.microsoft.com/office/drawing/2014/main" id="{5C2438C8-B4AB-9449-9E7C-BB2722321942}"/>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99861" y="524934"/>
            <a:ext cx="1490804" cy="354417"/>
          </a:xfrm>
          <a:prstGeom prst="rect">
            <a:avLst/>
          </a:prstGeom>
        </p:spPr>
      </p:pic>
    </p:spTree>
    <p:extLst>
      <p:ext uri="{BB962C8B-B14F-4D97-AF65-F5344CB8AC3E}">
        <p14:creationId xmlns:p14="http://schemas.microsoft.com/office/powerpoint/2010/main" val="379755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5"/>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22" indent="-232822">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91" indent="-232822">
              <a:buClrTx/>
              <a:buFont typeface="Arial"/>
              <a:buChar char="•"/>
              <a:tabLst/>
              <a:defRPr b="0" i="0">
                <a:solidFill>
                  <a:schemeClr val="bg2"/>
                </a:solidFill>
                <a:latin typeface="Arial" panose="020B0604020202020204" pitchFamily="34" charset="0"/>
                <a:cs typeface="Gotham Book" pitchFamily="2" charset="0"/>
              </a:defRPr>
            </a:lvl2pPr>
            <a:lvl3pPr marL="1449845" indent="-230706">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4"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1491296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1_Section Break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768F50A-0C81-E441-B531-0C3077078ECC}"/>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8" name="Graphic 6">
            <a:extLst>
              <a:ext uri="{FF2B5EF4-FFF2-40B4-BE49-F238E27FC236}">
                <a16:creationId xmlns:a16="http://schemas.microsoft.com/office/drawing/2014/main" id="{3F9D14ED-6A17-084C-A023-521B3BDC7F0A}"/>
              </a:ext>
            </a:extLst>
          </p:cNvPr>
          <p:cNvGrpSpPr/>
          <p:nvPr userDrawn="1"/>
        </p:nvGrpSpPr>
        <p:grpSpPr>
          <a:xfrm>
            <a:off x="0" y="0"/>
            <a:ext cx="12192000" cy="6858000"/>
            <a:chOff x="0" y="0"/>
            <a:chExt cx="9144000" cy="5143500"/>
          </a:xfrm>
        </p:grpSpPr>
        <p:grpSp>
          <p:nvGrpSpPr>
            <p:cNvPr id="9" name="Graphic 6">
              <a:extLst>
                <a:ext uri="{FF2B5EF4-FFF2-40B4-BE49-F238E27FC236}">
                  <a16:creationId xmlns:a16="http://schemas.microsoft.com/office/drawing/2014/main" id="{F4A66ADD-69B3-4548-99BB-EE7FF59C9E5C}"/>
                </a:ext>
              </a:extLst>
            </p:cNvPr>
            <p:cNvGrpSpPr/>
            <p:nvPr/>
          </p:nvGrpSpPr>
          <p:grpSpPr>
            <a:xfrm>
              <a:off x="8811577" y="150495"/>
              <a:ext cx="3810" cy="3810"/>
              <a:chOff x="8811577" y="150495"/>
              <a:chExt cx="3810" cy="3810"/>
            </a:xfrm>
          </p:grpSpPr>
          <p:sp>
            <p:nvSpPr>
              <p:cNvPr id="29" name="Freeform 28">
                <a:extLst>
                  <a:ext uri="{FF2B5EF4-FFF2-40B4-BE49-F238E27FC236}">
                    <a16:creationId xmlns:a16="http://schemas.microsoft.com/office/drawing/2014/main" id="{0549614A-A3E2-4748-9B17-CFA217ABF221}"/>
                  </a:ext>
                </a:extLst>
              </p:cNvPr>
              <p:cNvSpPr/>
              <p:nvPr/>
            </p:nvSpPr>
            <p:spPr>
              <a:xfrm>
                <a:off x="8811577" y="150495"/>
                <a:ext cx="2857" cy="2857"/>
              </a:xfrm>
              <a:custGeom>
                <a:avLst/>
                <a:gdLst>
                  <a:gd name="connsiteX0" fmla="*/ 2858 w 2857"/>
                  <a:gd name="connsiteY0" fmla="*/ 2858 h 2857"/>
                  <a:gd name="connsiteX1" fmla="*/ 0 w 2857"/>
                  <a:gd name="connsiteY1" fmla="*/ 2858 h 2857"/>
                  <a:gd name="connsiteX2" fmla="*/ 1905 w 2857"/>
                  <a:gd name="connsiteY2" fmla="*/ 0 h 2857"/>
                </a:gdLst>
                <a:ahLst/>
                <a:cxnLst>
                  <a:cxn ang="0">
                    <a:pos x="connsiteX0" y="connsiteY0"/>
                  </a:cxn>
                  <a:cxn ang="0">
                    <a:pos x="connsiteX1" y="connsiteY1"/>
                  </a:cxn>
                  <a:cxn ang="0">
                    <a:pos x="connsiteX2" y="connsiteY2"/>
                  </a:cxn>
                </a:cxnLst>
                <a:rect l="l" t="t" r="r" b="b"/>
                <a:pathLst>
                  <a:path w="2857" h="2857">
                    <a:moveTo>
                      <a:pt x="2858"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DD5B0656-DAE5-C442-A319-BEB2102F21B9}"/>
                  </a:ext>
                </a:extLst>
              </p:cNvPr>
              <p:cNvSpPr/>
              <p:nvPr/>
            </p:nvSpPr>
            <p:spPr>
              <a:xfrm>
                <a:off x="8814435" y="153352"/>
                <a:ext cx="952" cy="952"/>
              </a:xfrm>
              <a:custGeom>
                <a:avLst/>
                <a:gdLst>
                  <a:gd name="connsiteX0" fmla="*/ 952 w 952"/>
                  <a:gd name="connsiteY0" fmla="*/ 0 h 952"/>
                  <a:gd name="connsiteX1" fmla="*/ 952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952"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0" name="Graphic 6">
              <a:extLst>
                <a:ext uri="{FF2B5EF4-FFF2-40B4-BE49-F238E27FC236}">
                  <a16:creationId xmlns:a16="http://schemas.microsoft.com/office/drawing/2014/main" id="{ECAA9B62-8D14-C54B-A9FE-BF6C237CFE57}"/>
                </a:ext>
              </a:extLst>
            </p:cNvPr>
            <p:cNvGrpSpPr/>
            <p:nvPr/>
          </p:nvGrpSpPr>
          <p:grpSpPr>
            <a:xfrm>
              <a:off x="0" y="0"/>
              <a:ext cx="9142094" cy="5143500"/>
              <a:chOff x="0" y="0"/>
              <a:chExt cx="9142094" cy="5143500"/>
            </a:xfrm>
          </p:grpSpPr>
          <p:grpSp>
            <p:nvGrpSpPr>
              <p:cNvPr id="11" name="Graphic 6">
                <a:extLst>
                  <a:ext uri="{FF2B5EF4-FFF2-40B4-BE49-F238E27FC236}">
                    <a16:creationId xmlns:a16="http://schemas.microsoft.com/office/drawing/2014/main" id="{A57DB2C7-3650-6942-980E-3A7050573814}"/>
                  </a:ext>
                </a:extLst>
              </p:cNvPr>
              <p:cNvGrpSpPr/>
              <p:nvPr/>
            </p:nvGrpSpPr>
            <p:grpSpPr>
              <a:xfrm>
                <a:off x="0" y="3219450"/>
                <a:ext cx="1532572" cy="1924050"/>
                <a:chOff x="0" y="3219450"/>
                <a:chExt cx="1532572" cy="1924050"/>
              </a:xfrm>
            </p:grpSpPr>
            <p:sp>
              <p:nvSpPr>
                <p:cNvPr id="23" name="Freeform 22">
                  <a:extLst>
                    <a:ext uri="{FF2B5EF4-FFF2-40B4-BE49-F238E27FC236}">
                      <a16:creationId xmlns:a16="http://schemas.microsoft.com/office/drawing/2014/main" id="{FD1FC732-BD2F-9249-B3CB-C71B10A6D0B7}"/>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2647D71F-55FC-914B-8F5B-253852B5C22F}"/>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494990">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E59BFFD0-467E-454B-8232-8643B0D7F589}"/>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6" name="Freeform 25">
                  <a:extLst>
                    <a:ext uri="{FF2B5EF4-FFF2-40B4-BE49-F238E27FC236}">
                      <a16:creationId xmlns:a16="http://schemas.microsoft.com/office/drawing/2014/main" id="{014CC909-AECA-5444-B46D-6EDB373E8998}"/>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17B94404-0354-5941-87A3-B7781AF01820}"/>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9595F9">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CEE0992E-3A74-5244-998A-AF641D1D931F}"/>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494990">
                    <a:alpha val="50000"/>
                  </a:srgbClr>
                </a:solidFill>
                <a:ln w="9525" cap="flat">
                  <a:noFill/>
                  <a:prstDash val="solid"/>
                  <a:miter/>
                </a:ln>
              </p:spPr>
              <p:txBody>
                <a:bodyPr rtlCol="0" anchor="ctr"/>
                <a:lstStyle/>
                <a:p>
                  <a:endParaRPr lang="en-US" sz="2400"/>
                </a:p>
              </p:txBody>
            </p:sp>
          </p:grpSp>
          <p:grpSp>
            <p:nvGrpSpPr>
              <p:cNvPr id="12" name="Graphic 6">
                <a:extLst>
                  <a:ext uri="{FF2B5EF4-FFF2-40B4-BE49-F238E27FC236}">
                    <a16:creationId xmlns:a16="http://schemas.microsoft.com/office/drawing/2014/main" id="{D6C913A4-DBB5-D341-80E5-60051EBFFB65}"/>
                  </a:ext>
                </a:extLst>
              </p:cNvPr>
              <p:cNvGrpSpPr/>
              <p:nvPr/>
            </p:nvGrpSpPr>
            <p:grpSpPr>
              <a:xfrm>
                <a:off x="7319962" y="0"/>
                <a:ext cx="1822132" cy="3084194"/>
                <a:chOff x="7319962" y="0"/>
                <a:chExt cx="1822132" cy="3084194"/>
              </a:xfrm>
            </p:grpSpPr>
            <p:sp>
              <p:nvSpPr>
                <p:cNvPr id="13" name="Freeform 12">
                  <a:extLst>
                    <a:ext uri="{FF2B5EF4-FFF2-40B4-BE49-F238E27FC236}">
                      <a16:creationId xmlns:a16="http://schemas.microsoft.com/office/drawing/2014/main" id="{25CD0338-0173-724A-A9D9-F1A0A09DC9D3}"/>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4" name="Freeform 13">
                  <a:extLst>
                    <a:ext uri="{FF2B5EF4-FFF2-40B4-BE49-F238E27FC236}">
                      <a16:creationId xmlns:a16="http://schemas.microsoft.com/office/drawing/2014/main" id="{6F85D5A2-C287-334A-A752-5EEDF52FA949}"/>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5" name="Freeform 14">
                  <a:extLst>
                    <a:ext uri="{FF2B5EF4-FFF2-40B4-BE49-F238E27FC236}">
                      <a16:creationId xmlns:a16="http://schemas.microsoft.com/office/drawing/2014/main" id="{24C48BF6-42C0-6944-9548-3D505880DBB0}"/>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7979D7">
                    <a:alpha val="50000"/>
                  </a:srgbClr>
                </a:solidFill>
                <a:ln w="9525" cap="flat">
                  <a:noFill/>
                  <a:prstDash val="solid"/>
                  <a:miter/>
                </a:ln>
              </p:spPr>
              <p:txBody>
                <a:bodyPr rtlCol="0" anchor="ctr"/>
                <a:lstStyle/>
                <a:p>
                  <a:endParaRPr lang="en-US" sz="2400"/>
                </a:p>
              </p:txBody>
            </p:sp>
            <p:sp>
              <p:nvSpPr>
                <p:cNvPr id="16" name="Freeform 15">
                  <a:extLst>
                    <a:ext uri="{FF2B5EF4-FFF2-40B4-BE49-F238E27FC236}">
                      <a16:creationId xmlns:a16="http://schemas.microsoft.com/office/drawing/2014/main" id="{6B4C2416-DF82-9446-A059-414C07282F39}"/>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9595F9">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E0474BAF-0FDA-0B4E-AC8E-307748C6863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90642D5F-F3EA-E944-9C0A-661B773839D4}"/>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494990">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5386B744-63EB-534C-B8DF-AA6AED8A1C21}"/>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B830263C-4880-4D40-BF47-3AAA09BB95A7}"/>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EB65C8F2-59E1-5F43-8DD4-01883B6462A2}"/>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7979D7">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92427A0B-33D2-844F-A915-6B443AC90935}"/>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494990">
                    <a:alpha val="50000"/>
                  </a:srgbClr>
                </a:solidFill>
                <a:ln w="9525" cap="flat">
                  <a:noFill/>
                  <a:prstDash val="solid"/>
                  <a:miter/>
                </a:ln>
              </p:spPr>
              <p:txBody>
                <a:bodyPr rtlCol="0" anchor="ctr"/>
                <a:lstStyle/>
                <a:p>
                  <a:endParaRPr lang="en-US" sz="2400"/>
                </a:p>
              </p:txBody>
            </p:sp>
          </p:grpSp>
        </p:grpSp>
      </p:grpSp>
      <p:sp>
        <p:nvSpPr>
          <p:cNvPr id="4" name="Title 1">
            <a:extLst>
              <a:ext uri="{FF2B5EF4-FFF2-40B4-BE49-F238E27FC236}">
                <a16:creationId xmlns:a16="http://schemas.microsoft.com/office/drawing/2014/main" id="{1DFA2FF2-0A45-7649-8730-B7F3EA1E1273}"/>
              </a:ext>
            </a:extLst>
          </p:cNvPr>
          <p:cNvSpPr>
            <a:spLocks noGrp="1"/>
          </p:cNvSpPr>
          <p:nvPr>
            <p:ph type="title" hasCustomPrompt="1"/>
          </p:nvPr>
        </p:nvSpPr>
        <p:spPr>
          <a:xfrm>
            <a:off x="1772018" y="2710853"/>
            <a:ext cx="8647965" cy="1436291"/>
          </a:xfrm>
          <a:prstGeom prst="rect">
            <a:avLst/>
          </a:prstGeom>
        </p:spPr>
        <p:txBody>
          <a:bodyPr anchor="ctr" anchorCtr="0"/>
          <a:lstStyle>
            <a:lvl1pPr algn="ctr">
              <a:defRPr sz="4267" b="1" i="0">
                <a:solidFill>
                  <a:schemeClr val="bg1"/>
                </a:solidFill>
                <a:latin typeface="Arial" panose="020B0604020202020204" pitchFamily="34" charset="0"/>
                <a:cs typeface="Arial" panose="020B0604020202020204" pitchFamily="34" charset="0"/>
              </a:defRPr>
            </a:lvl1pPr>
          </a:lstStyle>
          <a:p>
            <a:r>
              <a:rPr lang="en-US"/>
              <a:t>Click to edit master </a:t>
            </a:r>
            <a:br>
              <a:rPr lang="en-US"/>
            </a:br>
            <a:r>
              <a:rPr lang="en-US"/>
              <a:t>title style</a:t>
            </a:r>
          </a:p>
        </p:txBody>
      </p:sp>
      <p:pic>
        <p:nvPicPr>
          <p:cNvPr id="7" name="Picture 10">
            <a:extLst>
              <a:ext uri="{FF2B5EF4-FFF2-40B4-BE49-F238E27FC236}">
                <a16:creationId xmlns:a16="http://schemas.microsoft.com/office/drawing/2014/main" id="{1949F231-4530-894F-AF17-EA0C95AEF8E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spTree>
    <p:extLst>
      <p:ext uri="{BB962C8B-B14F-4D97-AF65-F5344CB8AC3E}">
        <p14:creationId xmlns:p14="http://schemas.microsoft.com/office/powerpoint/2010/main" val="3087801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1" y="392853"/>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1" y="1113133"/>
            <a:ext cx="10983484" cy="5256323"/>
          </a:xfrm>
          <a:prstGeom prst="rect">
            <a:avLst/>
          </a:prstGeom>
        </p:spPr>
        <p:txBody>
          <a:bodyPr lIns="0" rIns="0"/>
          <a:lstStyle>
            <a:lvl1pPr marL="232828" indent="-232828">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412" indent="-232828">
              <a:buClrTx/>
              <a:buFont typeface="Arial"/>
              <a:buChar char="•"/>
              <a:tabLst/>
              <a:defRPr b="0" i="0">
                <a:solidFill>
                  <a:schemeClr val="bg2"/>
                </a:solidFill>
                <a:latin typeface="Arial" panose="020B0604020202020204" pitchFamily="34" charset="0"/>
                <a:cs typeface="Gotham Book" pitchFamily="2" charset="0"/>
              </a:defRPr>
            </a:lvl2pPr>
            <a:lvl3pPr marL="1449881" indent="-230712">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Tree>
    <p:extLst>
      <p:ext uri="{BB962C8B-B14F-4D97-AF65-F5344CB8AC3E}">
        <p14:creationId xmlns:p14="http://schemas.microsoft.com/office/powerpoint/2010/main" val="1382591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2880">
          <p15:clr>
            <a:srgbClr val="FBAE40"/>
          </p15:clr>
        </p15:guide>
        <p15:guide id="3" orient="horz" pos="3036">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Quote 11">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50CE4D0-AC37-314A-A0ED-7E713F811E7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err="1">
              <a:solidFill>
                <a:schemeClr val="bg1"/>
              </a:solidFill>
              <a:latin typeface="Verdana" charset="0"/>
              <a:ea typeface="Verdana" charset="0"/>
              <a:cs typeface="Verdana" charset="0"/>
            </a:endParaRPr>
          </a:p>
        </p:txBody>
      </p:sp>
      <p:grpSp>
        <p:nvGrpSpPr>
          <p:cNvPr id="9" name="Graphic 6">
            <a:extLst>
              <a:ext uri="{FF2B5EF4-FFF2-40B4-BE49-F238E27FC236}">
                <a16:creationId xmlns:a16="http://schemas.microsoft.com/office/drawing/2014/main" id="{4154031E-D54F-6F42-B6C0-6D6E27CE2DD0}"/>
              </a:ext>
            </a:extLst>
          </p:cNvPr>
          <p:cNvGrpSpPr/>
          <p:nvPr userDrawn="1"/>
        </p:nvGrpSpPr>
        <p:grpSpPr>
          <a:xfrm>
            <a:off x="0" y="0"/>
            <a:ext cx="12192000" cy="6858000"/>
            <a:chOff x="0" y="0"/>
            <a:chExt cx="9144000" cy="5143500"/>
          </a:xfrm>
        </p:grpSpPr>
        <p:grpSp>
          <p:nvGrpSpPr>
            <p:cNvPr id="11" name="Graphic 6">
              <a:extLst>
                <a:ext uri="{FF2B5EF4-FFF2-40B4-BE49-F238E27FC236}">
                  <a16:creationId xmlns:a16="http://schemas.microsoft.com/office/drawing/2014/main" id="{CB9A7430-0790-124F-A057-3EBB50127621}"/>
                </a:ext>
              </a:extLst>
            </p:cNvPr>
            <p:cNvGrpSpPr/>
            <p:nvPr/>
          </p:nvGrpSpPr>
          <p:grpSpPr>
            <a:xfrm>
              <a:off x="8287702" y="150495"/>
              <a:ext cx="4762" cy="3810"/>
              <a:chOff x="8287702" y="150495"/>
              <a:chExt cx="4762" cy="3810"/>
            </a:xfrm>
          </p:grpSpPr>
          <p:sp>
            <p:nvSpPr>
              <p:cNvPr id="32" name="Freeform 31">
                <a:extLst>
                  <a:ext uri="{FF2B5EF4-FFF2-40B4-BE49-F238E27FC236}">
                    <a16:creationId xmlns:a16="http://schemas.microsoft.com/office/drawing/2014/main" id="{44B4170B-E397-A342-894D-864E67E97009}"/>
                  </a:ext>
                </a:extLst>
              </p:cNvPr>
              <p:cNvSpPr/>
              <p:nvPr/>
            </p:nvSpPr>
            <p:spPr>
              <a:xfrm>
                <a:off x="8287702" y="150495"/>
                <a:ext cx="3810" cy="2857"/>
              </a:xfrm>
              <a:custGeom>
                <a:avLst/>
                <a:gdLst>
                  <a:gd name="connsiteX0" fmla="*/ 3810 w 3810"/>
                  <a:gd name="connsiteY0" fmla="*/ 2858 h 2857"/>
                  <a:gd name="connsiteX1" fmla="*/ 0 w 3810"/>
                  <a:gd name="connsiteY1" fmla="*/ 2858 h 2857"/>
                  <a:gd name="connsiteX2" fmla="*/ 1905 w 3810"/>
                  <a:gd name="connsiteY2" fmla="*/ 0 h 2857"/>
                </a:gdLst>
                <a:ahLst/>
                <a:cxnLst>
                  <a:cxn ang="0">
                    <a:pos x="connsiteX0" y="connsiteY0"/>
                  </a:cxn>
                  <a:cxn ang="0">
                    <a:pos x="connsiteX1" y="connsiteY1"/>
                  </a:cxn>
                  <a:cxn ang="0">
                    <a:pos x="connsiteX2" y="connsiteY2"/>
                  </a:cxn>
                </a:cxnLst>
                <a:rect l="l" t="t" r="r" b="b"/>
                <a:pathLst>
                  <a:path w="3810"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33" name="Freeform 32">
                <a:extLst>
                  <a:ext uri="{FF2B5EF4-FFF2-40B4-BE49-F238E27FC236}">
                    <a16:creationId xmlns:a16="http://schemas.microsoft.com/office/drawing/2014/main" id="{197616D2-3C4B-EA4E-A858-1CCAC5662E24}"/>
                  </a:ext>
                </a:extLst>
              </p:cNvPr>
              <p:cNvSpPr/>
              <p:nvPr/>
            </p:nvSpPr>
            <p:spPr>
              <a:xfrm>
                <a:off x="8291512" y="153352"/>
                <a:ext cx="952" cy="952"/>
              </a:xfrm>
              <a:custGeom>
                <a:avLst/>
                <a:gdLst>
                  <a:gd name="connsiteX0" fmla="*/ 952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2"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grpSp>
        <p:grpSp>
          <p:nvGrpSpPr>
            <p:cNvPr id="13" name="Graphic 6">
              <a:extLst>
                <a:ext uri="{FF2B5EF4-FFF2-40B4-BE49-F238E27FC236}">
                  <a16:creationId xmlns:a16="http://schemas.microsoft.com/office/drawing/2014/main" id="{996818BC-24B8-844F-B81B-2DF46AF8B85B}"/>
                </a:ext>
              </a:extLst>
            </p:cNvPr>
            <p:cNvGrpSpPr/>
            <p:nvPr/>
          </p:nvGrpSpPr>
          <p:grpSpPr>
            <a:xfrm>
              <a:off x="0" y="0"/>
              <a:ext cx="9142094" cy="5143500"/>
              <a:chOff x="0" y="0"/>
              <a:chExt cx="9142094" cy="5143500"/>
            </a:xfrm>
          </p:grpSpPr>
          <p:grpSp>
            <p:nvGrpSpPr>
              <p:cNvPr id="14" name="Graphic 6">
                <a:extLst>
                  <a:ext uri="{FF2B5EF4-FFF2-40B4-BE49-F238E27FC236}">
                    <a16:creationId xmlns:a16="http://schemas.microsoft.com/office/drawing/2014/main" id="{C21D3D61-5C1C-244A-8FFB-AA5BA51B33D8}"/>
                  </a:ext>
                </a:extLst>
              </p:cNvPr>
              <p:cNvGrpSpPr/>
              <p:nvPr/>
            </p:nvGrpSpPr>
            <p:grpSpPr>
              <a:xfrm>
                <a:off x="0" y="3219450"/>
                <a:ext cx="1532572" cy="1924050"/>
                <a:chOff x="0" y="3219450"/>
                <a:chExt cx="1532572" cy="1924050"/>
              </a:xfrm>
            </p:grpSpPr>
            <p:sp>
              <p:nvSpPr>
                <p:cNvPr id="26" name="Freeform 25">
                  <a:extLst>
                    <a:ext uri="{FF2B5EF4-FFF2-40B4-BE49-F238E27FC236}">
                      <a16:creationId xmlns:a16="http://schemas.microsoft.com/office/drawing/2014/main" id="{C141A85B-68FC-5943-B352-55B405D5DF51}"/>
                    </a:ext>
                  </a:extLst>
                </p:cNvPr>
                <p:cNvSpPr/>
                <p:nvPr/>
              </p:nvSpPr>
              <p:spPr>
                <a:xfrm>
                  <a:off x="212407" y="4362450"/>
                  <a:ext cx="989647" cy="571500"/>
                </a:xfrm>
                <a:custGeom>
                  <a:avLst/>
                  <a:gdLst>
                    <a:gd name="connsiteX0" fmla="*/ 989648 w 989647"/>
                    <a:gd name="connsiteY0" fmla="*/ 0 h 571500"/>
                    <a:gd name="connsiteX1" fmla="*/ 660083 w 989647"/>
                    <a:gd name="connsiteY1" fmla="*/ 571500 h 571500"/>
                    <a:gd name="connsiteX2" fmla="*/ 0 w 989647"/>
                    <a:gd name="connsiteY2" fmla="*/ 571500 h 571500"/>
                    <a:gd name="connsiteX3" fmla="*/ 329565 w 989647"/>
                    <a:gd name="connsiteY3" fmla="*/ 0 h 571500"/>
                  </a:gdLst>
                  <a:ahLst/>
                  <a:cxnLst>
                    <a:cxn ang="0">
                      <a:pos x="connsiteX0" y="connsiteY0"/>
                    </a:cxn>
                    <a:cxn ang="0">
                      <a:pos x="connsiteX1" y="connsiteY1"/>
                    </a:cxn>
                    <a:cxn ang="0">
                      <a:pos x="connsiteX2" y="connsiteY2"/>
                    </a:cxn>
                    <a:cxn ang="0">
                      <a:pos x="connsiteX3" y="connsiteY3"/>
                    </a:cxn>
                  </a:cxnLst>
                  <a:rect l="l" t="t" r="r" b="b"/>
                  <a:pathLst>
                    <a:path w="989647" h="571500">
                      <a:moveTo>
                        <a:pt x="989648" y="0"/>
                      </a:moveTo>
                      <a:lnTo>
                        <a:pt x="660083" y="571500"/>
                      </a:lnTo>
                      <a:lnTo>
                        <a:pt x="0" y="571500"/>
                      </a:lnTo>
                      <a:lnTo>
                        <a:pt x="329565"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7" name="Freeform 26">
                  <a:extLst>
                    <a:ext uri="{FF2B5EF4-FFF2-40B4-BE49-F238E27FC236}">
                      <a16:creationId xmlns:a16="http://schemas.microsoft.com/office/drawing/2014/main" id="{998386D3-80EE-1642-B1EF-EE6D880BDAF1}"/>
                    </a:ext>
                  </a:extLst>
                </p:cNvPr>
                <p:cNvSpPr/>
                <p:nvPr/>
              </p:nvSpPr>
              <p:spPr>
                <a:xfrm>
                  <a:off x="0" y="3790950"/>
                  <a:ext cx="212407" cy="367665"/>
                </a:xfrm>
                <a:custGeom>
                  <a:avLst/>
                  <a:gdLst>
                    <a:gd name="connsiteX0" fmla="*/ 0 w 212407"/>
                    <a:gd name="connsiteY0" fmla="*/ 0 h 367665"/>
                    <a:gd name="connsiteX1" fmla="*/ 212408 w 212407"/>
                    <a:gd name="connsiteY1" fmla="*/ 0 h 367665"/>
                    <a:gd name="connsiteX2" fmla="*/ 0 w 212407"/>
                    <a:gd name="connsiteY2" fmla="*/ 367665 h 367665"/>
                  </a:gdLst>
                  <a:ahLst/>
                  <a:cxnLst>
                    <a:cxn ang="0">
                      <a:pos x="connsiteX0" y="connsiteY0"/>
                    </a:cxn>
                    <a:cxn ang="0">
                      <a:pos x="connsiteX1" y="connsiteY1"/>
                    </a:cxn>
                    <a:cxn ang="0">
                      <a:pos x="connsiteX2" y="connsiteY2"/>
                    </a:cxn>
                  </a:cxnLst>
                  <a:rect l="l" t="t" r="r" b="b"/>
                  <a:pathLst>
                    <a:path w="212407" h="367665">
                      <a:moveTo>
                        <a:pt x="0" y="0"/>
                      </a:moveTo>
                      <a:lnTo>
                        <a:pt x="212408" y="0"/>
                      </a:lnTo>
                      <a:lnTo>
                        <a:pt x="0" y="367665"/>
                      </a:lnTo>
                      <a:close/>
                    </a:path>
                  </a:pathLst>
                </a:custGeom>
                <a:solidFill>
                  <a:srgbClr val="1D7F5C">
                    <a:alpha val="50000"/>
                  </a:srgbClr>
                </a:solidFill>
                <a:ln w="9525" cap="flat">
                  <a:noFill/>
                  <a:prstDash val="solid"/>
                  <a:miter/>
                </a:ln>
              </p:spPr>
              <p:txBody>
                <a:bodyPr rtlCol="0" anchor="ctr"/>
                <a:lstStyle/>
                <a:p>
                  <a:endParaRPr lang="en-US" sz="2400"/>
                </a:p>
              </p:txBody>
            </p:sp>
            <p:sp>
              <p:nvSpPr>
                <p:cNvPr id="28" name="Freeform 27">
                  <a:extLst>
                    <a:ext uri="{FF2B5EF4-FFF2-40B4-BE49-F238E27FC236}">
                      <a16:creationId xmlns:a16="http://schemas.microsoft.com/office/drawing/2014/main" id="{DB082D5A-FDD8-AD46-861A-576E7F7B540D}"/>
                    </a:ext>
                  </a:extLst>
                </p:cNvPr>
                <p:cNvSpPr/>
                <p:nvPr/>
              </p:nvSpPr>
              <p:spPr>
                <a:xfrm>
                  <a:off x="0" y="3790950"/>
                  <a:ext cx="541972" cy="1143000"/>
                </a:xfrm>
                <a:custGeom>
                  <a:avLst/>
                  <a:gdLst>
                    <a:gd name="connsiteX0" fmla="*/ 0 w 541972"/>
                    <a:gd name="connsiteY0" fmla="*/ 367665 h 1143000"/>
                    <a:gd name="connsiteX1" fmla="*/ 212408 w 541972"/>
                    <a:gd name="connsiteY1" fmla="*/ 0 h 1143000"/>
                    <a:gd name="connsiteX2" fmla="*/ 541973 w 541972"/>
                    <a:gd name="connsiteY2" fmla="*/ 571500 h 1143000"/>
                    <a:gd name="connsiteX3" fmla="*/ 212408 w 541972"/>
                    <a:gd name="connsiteY3" fmla="*/ 1143000 h 1143000"/>
                    <a:gd name="connsiteX4" fmla="*/ 0 w 541972"/>
                    <a:gd name="connsiteY4" fmla="*/ 775335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72" h="1143000">
                      <a:moveTo>
                        <a:pt x="0" y="367665"/>
                      </a:moveTo>
                      <a:lnTo>
                        <a:pt x="212408" y="0"/>
                      </a:lnTo>
                      <a:lnTo>
                        <a:pt x="541973" y="571500"/>
                      </a:lnTo>
                      <a:lnTo>
                        <a:pt x="212408" y="1143000"/>
                      </a:lnTo>
                      <a:lnTo>
                        <a:pt x="0" y="77533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9" name="Freeform 28">
                  <a:extLst>
                    <a:ext uri="{FF2B5EF4-FFF2-40B4-BE49-F238E27FC236}">
                      <a16:creationId xmlns:a16="http://schemas.microsoft.com/office/drawing/2014/main" id="{007A1AA6-A396-E240-A461-3FD57FB2709C}"/>
                    </a:ext>
                  </a:extLst>
                </p:cNvPr>
                <p:cNvSpPr/>
                <p:nvPr/>
              </p:nvSpPr>
              <p:spPr>
                <a:xfrm>
                  <a:off x="0" y="3219450"/>
                  <a:ext cx="872489" cy="571500"/>
                </a:xfrm>
                <a:custGeom>
                  <a:avLst/>
                  <a:gdLst>
                    <a:gd name="connsiteX0" fmla="*/ 0 w 872489"/>
                    <a:gd name="connsiteY0" fmla="*/ 203835 h 571500"/>
                    <a:gd name="connsiteX1" fmla="*/ 212408 w 872489"/>
                    <a:gd name="connsiteY1" fmla="*/ 571500 h 571500"/>
                    <a:gd name="connsiteX2" fmla="*/ 872490 w 872489"/>
                    <a:gd name="connsiteY2" fmla="*/ 571500 h 571500"/>
                    <a:gd name="connsiteX3" fmla="*/ 541973 w 872489"/>
                    <a:gd name="connsiteY3" fmla="*/ 0 h 571500"/>
                    <a:gd name="connsiteX4" fmla="*/ 541973 w 872489"/>
                    <a:gd name="connsiteY4" fmla="*/ 0 h 571500"/>
                    <a:gd name="connsiteX5" fmla="*/ 0 w 872489"/>
                    <a:gd name="connsiteY5"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2489" h="571500">
                      <a:moveTo>
                        <a:pt x="0" y="203835"/>
                      </a:moveTo>
                      <a:lnTo>
                        <a:pt x="212408" y="571500"/>
                      </a:lnTo>
                      <a:lnTo>
                        <a:pt x="872490" y="571500"/>
                      </a:lnTo>
                      <a:lnTo>
                        <a:pt x="541973" y="0"/>
                      </a:lnTo>
                      <a:lnTo>
                        <a:pt x="541973" y="0"/>
                      </a:lnTo>
                      <a:lnTo>
                        <a:pt x="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30" name="Freeform 29">
                  <a:extLst>
                    <a:ext uri="{FF2B5EF4-FFF2-40B4-BE49-F238E27FC236}">
                      <a16:creationId xmlns:a16="http://schemas.microsoft.com/office/drawing/2014/main" id="{434A7F25-19B5-2744-85B3-4126B89B1CA4}"/>
                    </a:ext>
                  </a:extLst>
                </p:cNvPr>
                <p:cNvSpPr/>
                <p:nvPr/>
              </p:nvSpPr>
              <p:spPr>
                <a:xfrm>
                  <a:off x="0" y="4933950"/>
                  <a:ext cx="212407" cy="209550"/>
                </a:xfrm>
                <a:custGeom>
                  <a:avLst/>
                  <a:gdLst>
                    <a:gd name="connsiteX0" fmla="*/ 212408 w 212407"/>
                    <a:gd name="connsiteY0" fmla="*/ 0 h 209550"/>
                    <a:gd name="connsiteX1" fmla="*/ 91440 w 212407"/>
                    <a:gd name="connsiteY1" fmla="*/ 209550 h 209550"/>
                    <a:gd name="connsiteX2" fmla="*/ 0 w 212407"/>
                    <a:gd name="connsiteY2" fmla="*/ 209550 h 209550"/>
                    <a:gd name="connsiteX3" fmla="*/ 0 w 212407"/>
                    <a:gd name="connsiteY3" fmla="*/ 0 h 209550"/>
                  </a:gdLst>
                  <a:ahLst/>
                  <a:cxnLst>
                    <a:cxn ang="0">
                      <a:pos x="connsiteX0" y="connsiteY0"/>
                    </a:cxn>
                    <a:cxn ang="0">
                      <a:pos x="connsiteX1" y="connsiteY1"/>
                    </a:cxn>
                    <a:cxn ang="0">
                      <a:pos x="connsiteX2" y="connsiteY2"/>
                    </a:cxn>
                    <a:cxn ang="0">
                      <a:pos x="connsiteX3" y="connsiteY3"/>
                    </a:cxn>
                  </a:cxnLst>
                  <a:rect l="l" t="t" r="r" b="b"/>
                  <a:pathLst>
                    <a:path w="212407" h="209550">
                      <a:moveTo>
                        <a:pt x="212408" y="0"/>
                      </a:moveTo>
                      <a:lnTo>
                        <a:pt x="91440" y="209550"/>
                      </a:lnTo>
                      <a:lnTo>
                        <a:pt x="0" y="209550"/>
                      </a:lnTo>
                      <a:lnTo>
                        <a:pt x="0" y="0"/>
                      </a:lnTo>
                      <a:close/>
                    </a:path>
                  </a:pathLst>
                </a:custGeom>
                <a:solidFill>
                  <a:srgbClr val="89E5D1">
                    <a:alpha val="50000"/>
                  </a:srgbClr>
                </a:solidFill>
                <a:ln w="9525" cap="flat">
                  <a:noFill/>
                  <a:prstDash val="solid"/>
                  <a:miter/>
                </a:ln>
              </p:spPr>
              <p:txBody>
                <a:bodyPr rtlCol="0" anchor="ctr"/>
                <a:lstStyle/>
                <a:p>
                  <a:endParaRPr lang="en-US" sz="2400"/>
                </a:p>
              </p:txBody>
            </p:sp>
            <p:sp>
              <p:nvSpPr>
                <p:cNvPr id="31" name="Freeform 30">
                  <a:extLst>
                    <a:ext uri="{FF2B5EF4-FFF2-40B4-BE49-F238E27FC236}">
                      <a16:creationId xmlns:a16="http://schemas.microsoft.com/office/drawing/2014/main" id="{8EA06FA5-9875-254B-9911-7FA0490DB532}"/>
                    </a:ext>
                  </a:extLst>
                </p:cNvPr>
                <p:cNvSpPr/>
                <p:nvPr/>
              </p:nvSpPr>
              <p:spPr>
                <a:xfrm>
                  <a:off x="872489" y="4362450"/>
                  <a:ext cx="660082" cy="781050"/>
                </a:xfrm>
                <a:custGeom>
                  <a:avLst/>
                  <a:gdLst>
                    <a:gd name="connsiteX0" fmla="*/ 538163 w 660082"/>
                    <a:gd name="connsiteY0" fmla="*/ 781050 h 781050"/>
                    <a:gd name="connsiteX1" fmla="*/ 660082 w 660082"/>
                    <a:gd name="connsiteY1" fmla="*/ 571500 h 781050"/>
                    <a:gd name="connsiteX2" fmla="*/ 329565 w 660082"/>
                    <a:gd name="connsiteY2" fmla="*/ 0 h 781050"/>
                    <a:gd name="connsiteX3" fmla="*/ 0 w 660082"/>
                    <a:gd name="connsiteY3" fmla="*/ 571500 h 781050"/>
                    <a:gd name="connsiteX4" fmla="*/ 120968 w 660082"/>
                    <a:gd name="connsiteY4" fmla="*/ 781050 h 781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082" h="781050">
                      <a:moveTo>
                        <a:pt x="538163" y="781050"/>
                      </a:moveTo>
                      <a:lnTo>
                        <a:pt x="660082" y="571500"/>
                      </a:lnTo>
                      <a:lnTo>
                        <a:pt x="329565" y="0"/>
                      </a:lnTo>
                      <a:lnTo>
                        <a:pt x="0" y="571500"/>
                      </a:lnTo>
                      <a:lnTo>
                        <a:pt x="120968" y="781050"/>
                      </a:lnTo>
                      <a:close/>
                    </a:path>
                  </a:pathLst>
                </a:custGeom>
                <a:solidFill>
                  <a:srgbClr val="1D7F5C">
                    <a:alpha val="50000"/>
                  </a:srgbClr>
                </a:solidFill>
                <a:ln w="9525" cap="flat">
                  <a:noFill/>
                  <a:prstDash val="solid"/>
                  <a:miter/>
                </a:ln>
              </p:spPr>
              <p:txBody>
                <a:bodyPr rtlCol="0" anchor="ctr"/>
                <a:lstStyle/>
                <a:p>
                  <a:endParaRPr lang="en-US" sz="2400"/>
                </a:p>
              </p:txBody>
            </p:sp>
          </p:grpSp>
          <p:grpSp>
            <p:nvGrpSpPr>
              <p:cNvPr id="15" name="Graphic 6">
                <a:extLst>
                  <a:ext uri="{FF2B5EF4-FFF2-40B4-BE49-F238E27FC236}">
                    <a16:creationId xmlns:a16="http://schemas.microsoft.com/office/drawing/2014/main" id="{4F7EFE9A-E388-F744-B2AF-9824AAD08541}"/>
                  </a:ext>
                </a:extLst>
              </p:cNvPr>
              <p:cNvGrpSpPr/>
              <p:nvPr/>
            </p:nvGrpSpPr>
            <p:grpSpPr>
              <a:xfrm>
                <a:off x="7319962" y="0"/>
                <a:ext cx="1822132" cy="3084194"/>
                <a:chOff x="7319962" y="0"/>
                <a:chExt cx="1822132" cy="3084194"/>
              </a:xfrm>
            </p:grpSpPr>
            <p:sp>
              <p:nvSpPr>
                <p:cNvPr id="16" name="Freeform 15">
                  <a:extLst>
                    <a:ext uri="{FF2B5EF4-FFF2-40B4-BE49-F238E27FC236}">
                      <a16:creationId xmlns:a16="http://schemas.microsoft.com/office/drawing/2014/main" id="{6A4CCFDB-B1A8-AA46-A79F-388364D7EBD2}"/>
                    </a:ext>
                  </a:extLst>
                </p:cNvPr>
                <p:cNvSpPr/>
                <p:nvPr/>
              </p:nvSpPr>
              <p:spPr>
                <a:xfrm>
                  <a:off x="8639175" y="222884"/>
                  <a:ext cx="502919" cy="571500"/>
                </a:xfrm>
                <a:custGeom>
                  <a:avLst/>
                  <a:gdLst>
                    <a:gd name="connsiteX0" fmla="*/ 502920 w 502919"/>
                    <a:gd name="connsiteY0" fmla="*/ 571500 h 571500"/>
                    <a:gd name="connsiteX1" fmla="*/ 330518 w 502919"/>
                    <a:gd name="connsiteY1" fmla="*/ 571500 h 571500"/>
                    <a:gd name="connsiteX2" fmla="*/ 0 w 502919"/>
                    <a:gd name="connsiteY2" fmla="*/ 0 h 571500"/>
                    <a:gd name="connsiteX3" fmla="*/ 502920 w 502919"/>
                    <a:gd name="connsiteY3" fmla="*/ 0 h 571500"/>
                  </a:gdLst>
                  <a:ahLst/>
                  <a:cxnLst>
                    <a:cxn ang="0">
                      <a:pos x="connsiteX0" y="connsiteY0"/>
                    </a:cxn>
                    <a:cxn ang="0">
                      <a:pos x="connsiteX1" y="connsiteY1"/>
                    </a:cxn>
                    <a:cxn ang="0">
                      <a:pos x="connsiteX2" y="connsiteY2"/>
                    </a:cxn>
                    <a:cxn ang="0">
                      <a:pos x="connsiteX3" y="connsiteY3"/>
                    </a:cxn>
                  </a:cxnLst>
                  <a:rect l="l" t="t" r="r" b="b"/>
                  <a:pathLst>
                    <a:path w="502919" h="571500">
                      <a:moveTo>
                        <a:pt x="502920" y="571500"/>
                      </a:moveTo>
                      <a:lnTo>
                        <a:pt x="330518" y="571500"/>
                      </a:lnTo>
                      <a:lnTo>
                        <a:pt x="0" y="0"/>
                      </a:lnTo>
                      <a:lnTo>
                        <a:pt x="502920"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17" name="Freeform 16">
                  <a:extLst>
                    <a:ext uri="{FF2B5EF4-FFF2-40B4-BE49-F238E27FC236}">
                      <a16:creationId xmlns:a16="http://schemas.microsoft.com/office/drawing/2014/main" id="{CF5071FC-4CAA-6E44-A332-D59142FBBB63}"/>
                    </a:ext>
                  </a:extLst>
                </p:cNvPr>
                <p:cNvSpPr/>
                <p:nvPr/>
              </p:nvSpPr>
              <p:spPr>
                <a:xfrm>
                  <a:off x="8307705" y="794385"/>
                  <a:ext cx="3809" cy="2857"/>
                </a:xfrm>
                <a:custGeom>
                  <a:avLst/>
                  <a:gdLst>
                    <a:gd name="connsiteX0" fmla="*/ 3810 w 3809"/>
                    <a:gd name="connsiteY0" fmla="*/ 2857 h 2857"/>
                    <a:gd name="connsiteX1" fmla="*/ 0 w 3809"/>
                    <a:gd name="connsiteY1" fmla="*/ 2857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7"/>
                      </a:moveTo>
                      <a:lnTo>
                        <a:pt x="0" y="2857"/>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18" name="Freeform 17">
                  <a:extLst>
                    <a:ext uri="{FF2B5EF4-FFF2-40B4-BE49-F238E27FC236}">
                      <a16:creationId xmlns:a16="http://schemas.microsoft.com/office/drawing/2014/main" id="{DCBFB4DE-F21D-A74D-8CAD-6F950EB75336}"/>
                    </a:ext>
                  </a:extLst>
                </p:cNvPr>
                <p:cNvSpPr/>
                <p:nvPr/>
              </p:nvSpPr>
              <p:spPr>
                <a:xfrm>
                  <a:off x="8309610" y="222884"/>
                  <a:ext cx="660082" cy="1142999"/>
                </a:xfrm>
                <a:custGeom>
                  <a:avLst/>
                  <a:gdLst>
                    <a:gd name="connsiteX0" fmla="*/ 329565 w 660082"/>
                    <a:gd name="connsiteY0" fmla="*/ 0 h 1142999"/>
                    <a:gd name="connsiteX1" fmla="*/ 0 w 660082"/>
                    <a:gd name="connsiteY1" fmla="*/ 571500 h 1142999"/>
                    <a:gd name="connsiteX2" fmla="*/ 329565 w 660082"/>
                    <a:gd name="connsiteY2" fmla="*/ 1143000 h 1142999"/>
                    <a:gd name="connsiteX3" fmla="*/ 660082 w 660082"/>
                    <a:gd name="connsiteY3" fmla="*/ 571500 h 1142999"/>
                  </a:gdLst>
                  <a:ahLst/>
                  <a:cxnLst>
                    <a:cxn ang="0">
                      <a:pos x="connsiteX0" y="connsiteY0"/>
                    </a:cxn>
                    <a:cxn ang="0">
                      <a:pos x="connsiteX1" y="connsiteY1"/>
                    </a:cxn>
                    <a:cxn ang="0">
                      <a:pos x="connsiteX2" y="connsiteY2"/>
                    </a:cxn>
                    <a:cxn ang="0">
                      <a:pos x="connsiteX3" y="connsiteY3"/>
                    </a:cxn>
                  </a:cxnLst>
                  <a:rect l="l" t="t" r="r" b="b"/>
                  <a:pathLst>
                    <a:path w="660082" h="1142999">
                      <a:moveTo>
                        <a:pt x="329565" y="0"/>
                      </a:moveTo>
                      <a:lnTo>
                        <a:pt x="0" y="571500"/>
                      </a:lnTo>
                      <a:lnTo>
                        <a:pt x="329565" y="1143000"/>
                      </a:lnTo>
                      <a:lnTo>
                        <a:pt x="660082" y="571500"/>
                      </a:lnTo>
                      <a:close/>
                    </a:path>
                  </a:pathLst>
                </a:custGeom>
                <a:solidFill>
                  <a:srgbClr val="5AC3AC">
                    <a:alpha val="50000"/>
                  </a:srgbClr>
                </a:solidFill>
                <a:ln w="9525" cap="flat">
                  <a:noFill/>
                  <a:prstDash val="solid"/>
                  <a:miter/>
                </a:ln>
              </p:spPr>
              <p:txBody>
                <a:bodyPr rtlCol="0" anchor="ctr"/>
                <a:lstStyle/>
                <a:p>
                  <a:endParaRPr lang="en-US" sz="2400"/>
                </a:p>
              </p:txBody>
            </p:sp>
            <p:sp>
              <p:nvSpPr>
                <p:cNvPr id="19" name="Freeform 18">
                  <a:extLst>
                    <a:ext uri="{FF2B5EF4-FFF2-40B4-BE49-F238E27FC236}">
                      <a16:creationId xmlns:a16="http://schemas.microsoft.com/office/drawing/2014/main" id="{D1330D97-1F94-0E40-B8BF-04DF0CC41212}"/>
                    </a:ext>
                  </a:extLst>
                </p:cNvPr>
                <p:cNvSpPr/>
                <p:nvPr/>
              </p:nvSpPr>
              <p:spPr>
                <a:xfrm>
                  <a:off x="7649527" y="222884"/>
                  <a:ext cx="989647" cy="571500"/>
                </a:xfrm>
                <a:custGeom>
                  <a:avLst/>
                  <a:gdLst>
                    <a:gd name="connsiteX0" fmla="*/ 989648 w 989647"/>
                    <a:gd name="connsiteY0" fmla="*/ 0 h 571500"/>
                    <a:gd name="connsiteX1" fmla="*/ 330518 w 989647"/>
                    <a:gd name="connsiteY1" fmla="*/ 0 h 571500"/>
                    <a:gd name="connsiteX2" fmla="*/ 0 w 989647"/>
                    <a:gd name="connsiteY2" fmla="*/ 571500 h 571500"/>
                    <a:gd name="connsiteX3" fmla="*/ 660083 w 989647"/>
                    <a:gd name="connsiteY3" fmla="*/ 571500 h 571500"/>
                    <a:gd name="connsiteX4" fmla="*/ 660083 w 989647"/>
                    <a:gd name="connsiteY4" fmla="*/ 571500 h 571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647" h="571500">
                      <a:moveTo>
                        <a:pt x="989648" y="0"/>
                      </a:moveTo>
                      <a:lnTo>
                        <a:pt x="330518" y="0"/>
                      </a:lnTo>
                      <a:lnTo>
                        <a:pt x="0" y="571500"/>
                      </a:lnTo>
                      <a:lnTo>
                        <a:pt x="660083" y="571500"/>
                      </a:lnTo>
                      <a:lnTo>
                        <a:pt x="660083" y="571500"/>
                      </a:lnTo>
                      <a:close/>
                    </a:path>
                  </a:pathLst>
                </a:custGeom>
                <a:solidFill>
                  <a:srgbClr val="89E5D1">
                    <a:alpha val="50000"/>
                  </a:srgbClr>
                </a:solidFill>
                <a:ln w="9525" cap="flat">
                  <a:noFill/>
                  <a:prstDash val="solid"/>
                  <a:miter/>
                </a:ln>
              </p:spPr>
              <p:txBody>
                <a:bodyPr rtlCol="0" anchor="ctr"/>
                <a:lstStyle/>
                <a:p>
                  <a:endParaRPr lang="en-US" sz="2400"/>
                </a:p>
              </p:txBody>
            </p:sp>
            <p:sp>
              <p:nvSpPr>
                <p:cNvPr id="20" name="Freeform 19">
                  <a:extLst>
                    <a:ext uri="{FF2B5EF4-FFF2-40B4-BE49-F238E27FC236}">
                      <a16:creationId xmlns:a16="http://schemas.microsoft.com/office/drawing/2014/main" id="{CE228227-745B-3A45-8773-067538EF27A8}"/>
                    </a:ext>
                  </a:extLst>
                </p:cNvPr>
                <p:cNvSpPr/>
                <p:nvPr/>
              </p:nvSpPr>
              <p:spPr>
                <a:xfrm>
                  <a:off x="8311514" y="797242"/>
                  <a:ext cx="952" cy="952"/>
                </a:xfrm>
                <a:custGeom>
                  <a:avLst/>
                  <a:gdLst>
                    <a:gd name="connsiteX0" fmla="*/ 953 w 952"/>
                    <a:gd name="connsiteY0" fmla="*/ 0 h 952"/>
                    <a:gd name="connsiteX1" fmla="*/ 0 w 952"/>
                    <a:gd name="connsiteY1" fmla="*/ 953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3"/>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1" name="Freeform 20">
                  <a:extLst>
                    <a:ext uri="{FF2B5EF4-FFF2-40B4-BE49-F238E27FC236}">
                      <a16:creationId xmlns:a16="http://schemas.microsoft.com/office/drawing/2014/main" id="{A66F1F93-B850-3F44-8DA7-36B82A9BF601}"/>
                    </a:ext>
                  </a:extLst>
                </p:cNvPr>
                <p:cNvSpPr/>
                <p:nvPr/>
              </p:nvSpPr>
              <p:spPr>
                <a:xfrm>
                  <a:off x="7319962" y="0"/>
                  <a:ext cx="788669" cy="222884"/>
                </a:xfrm>
                <a:custGeom>
                  <a:avLst/>
                  <a:gdLst>
                    <a:gd name="connsiteX0" fmla="*/ 788670 w 788669"/>
                    <a:gd name="connsiteY0" fmla="*/ 0 h 222884"/>
                    <a:gd name="connsiteX1" fmla="*/ 660082 w 788669"/>
                    <a:gd name="connsiteY1" fmla="*/ 222885 h 222884"/>
                    <a:gd name="connsiteX2" fmla="*/ 0 w 788669"/>
                    <a:gd name="connsiteY2" fmla="*/ 222885 h 222884"/>
                    <a:gd name="connsiteX3" fmla="*/ 128588 w 788669"/>
                    <a:gd name="connsiteY3" fmla="*/ 0 h 222884"/>
                  </a:gdLst>
                  <a:ahLst/>
                  <a:cxnLst>
                    <a:cxn ang="0">
                      <a:pos x="connsiteX0" y="connsiteY0"/>
                    </a:cxn>
                    <a:cxn ang="0">
                      <a:pos x="connsiteX1" y="connsiteY1"/>
                    </a:cxn>
                    <a:cxn ang="0">
                      <a:pos x="connsiteX2" y="connsiteY2"/>
                    </a:cxn>
                    <a:cxn ang="0">
                      <a:pos x="connsiteX3" y="connsiteY3"/>
                    </a:cxn>
                  </a:cxnLst>
                  <a:rect l="l" t="t" r="r" b="b"/>
                  <a:pathLst>
                    <a:path w="788669" h="222884">
                      <a:moveTo>
                        <a:pt x="788670" y="0"/>
                      </a:moveTo>
                      <a:lnTo>
                        <a:pt x="660082" y="222885"/>
                      </a:lnTo>
                      <a:lnTo>
                        <a:pt x="0" y="222885"/>
                      </a:lnTo>
                      <a:lnTo>
                        <a:pt x="128588" y="0"/>
                      </a:lnTo>
                      <a:close/>
                    </a:path>
                  </a:pathLst>
                </a:custGeom>
                <a:solidFill>
                  <a:srgbClr val="1D7F5C">
                    <a:alpha val="50000"/>
                  </a:srgbClr>
                </a:solidFill>
                <a:ln w="9525" cap="flat">
                  <a:noFill/>
                  <a:prstDash val="solid"/>
                  <a:miter/>
                </a:ln>
              </p:spPr>
              <p:txBody>
                <a:bodyPr rtlCol="0" anchor="ctr"/>
                <a:lstStyle/>
                <a:p>
                  <a:endParaRPr lang="en-US" sz="2400"/>
                </a:p>
              </p:txBody>
            </p:sp>
            <p:sp>
              <p:nvSpPr>
                <p:cNvPr id="22" name="Freeform 21">
                  <a:extLst>
                    <a:ext uri="{FF2B5EF4-FFF2-40B4-BE49-F238E27FC236}">
                      <a16:creationId xmlns:a16="http://schemas.microsoft.com/office/drawing/2014/main" id="{AF47553D-15B3-6B4B-8FFF-2FDB0E94D0AD}"/>
                    </a:ext>
                  </a:extLst>
                </p:cNvPr>
                <p:cNvSpPr/>
                <p:nvPr/>
              </p:nvSpPr>
              <p:spPr>
                <a:xfrm>
                  <a:off x="8307705" y="3080384"/>
                  <a:ext cx="3809" cy="2857"/>
                </a:xfrm>
                <a:custGeom>
                  <a:avLst/>
                  <a:gdLst>
                    <a:gd name="connsiteX0" fmla="*/ 3810 w 3809"/>
                    <a:gd name="connsiteY0" fmla="*/ 2858 h 2857"/>
                    <a:gd name="connsiteX1" fmla="*/ 0 w 3809"/>
                    <a:gd name="connsiteY1" fmla="*/ 2858 h 2857"/>
                    <a:gd name="connsiteX2" fmla="*/ 1905 w 3809"/>
                    <a:gd name="connsiteY2" fmla="*/ 0 h 2857"/>
                  </a:gdLst>
                  <a:ahLst/>
                  <a:cxnLst>
                    <a:cxn ang="0">
                      <a:pos x="connsiteX0" y="connsiteY0"/>
                    </a:cxn>
                    <a:cxn ang="0">
                      <a:pos x="connsiteX1" y="connsiteY1"/>
                    </a:cxn>
                    <a:cxn ang="0">
                      <a:pos x="connsiteX2" y="connsiteY2"/>
                    </a:cxn>
                  </a:cxnLst>
                  <a:rect l="l" t="t" r="r" b="b"/>
                  <a:pathLst>
                    <a:path w="3809" h="2857">
                      <a:moveTo>
                        <a:pt x="3810" y="2858"/>
                      </a:moveTo>
                      <a:lnTo>
                        <a:pt x="0" y="2858"/>
                      </a:lnTo>
                      <a:lnTo>
                        <a:pt x="1905" y="0"/>
                      </a:lnTo>
                      <a:close/>
                    </a:path>
                  </a:pathLst>
                </a:custGeom>
                <a:solidFill>
                  <a:srgbClr val="C46F3C">
                    <a:alpha val="50000"/>
                  </a:srgbClr>
                </a:solidFill>
                <a:ln w="9525" cap="flat">
                  <a:noFill/>
                  <a:prstDash val="solid"/>
                  <a:miter/>
                </a:ln>
              </p:spPr>
              <p:txBody>
                <a:bodyPr rtlCol="0" anchor="ctr"/>
                <a:lstStyle/>
                <a:p>
                  <a:endParaRPr lang="en-US" sz="2400"/>
                </a:p>
              </p:txBody>
            </p:sp>
            <p:sp>
              <p:nvSpPr>
                <p:cNvPr id="23" name="Freeform 22">
                  <a:extLst>
                    <a:ext uri="{FF2B5EF4-FFF2-40B4-BE49-F238E27FC236}">
                      <a16:creationId xmlns:a16="http://schemas.microsoft.com/office/drawing/2014/main" id="{946351B4-B0B4-224C-B04A-1B3BE17892AA}"/>
                    </a:ext>
                  </a:extLst>
                </p:cNvPr>
                <p:cNvSpPr/>
                <p:nvPr/>
              </p:nvSpPr>
              <p:spPr>
                <a:xfrm>
                  <a:off x="8311514" y="3083242"/>
                  <a:ext cx="952" cy="952"/>
                </a:xfrm>
                <a:custGeom>
                  <a:avLst/>
                  <a:gdLst>
                    <a:gd name="connsiteX0" fmla="*/ 953 w 952"/>
                    <a:gd name="connsiteY0" fmla="*/ 0 h 952"/>
                    <a:gd name="connsiteX1" fmla="*/ 0 w 952"/>
                    <a:gd name="connsiteY1" fmla="*/ 952 h 952"/>
                    <a:gd name="connsiteX2" fmla="*/ 0 w 952"/>
                    <a:gd name="connsiteY2" fmla="*/ 0 h 952"/>
                  </a:gdLst>
                  <a:ahLst/>
                  <a:cxnLst>
                    <a:cxn ang="0">
                      <a:pos x="connsiteX0" y="connsiteY0"/>
                    </a:cxn>
                    <a:cxn ang="0">
                      <a:pos x="connsiteX1" y="connsiteY1"/>
                    </a:cxn>
                    <a:cxn ang="0">
                      <a:pos x="connsiteX2" y="connsiteY2"/>
                    </a:cxn>
                  </a:cxnLst>
                  <a:rect l="l" t="t" r="r" b="b"/>
                  <a:pathLst>
                    <a:path w="952" h="952">
                      <a:moveTo>
                        <a:pt x="953" y="0"/>
                      </a:moveTo>
                      <a:lnTo>
                        <a:pt x="0" y="952"/>
                      </a:lnTo>
                      <a:lnTo>
                        <a:pt x="0" y="0"/>
                      </a:lnTo>
                      <a:close/>
                    </a:path>
                  </a:pathLst>
                </a:custGeom>
                <a:solidFill>
                  <a:srgbClr val="DB833A">
                    <a:alpha val="50000"/>
                  </a:srgbClr>
                </a:solidFill>
                <a:ln w="9525" cap="flat">
                  <a:noFill/>
                  <a:prstDash val="solid"/>
                  <a:miter/>
                </a:ln>
              </p:spPr>
              <p:txBody>
                <a:bodyPr rtlCol="0" anchor="ctr"/>
                <a:lstStyle/>
                <a:p>
                  <a:endParaRPr lang="en-US" sz="2400"/>
                </a:p>
              </p:txBody>
            </p:sp>
            <p:sp>
              <p:nvSpPr>
                <p:cNvPr id="24" name="Freeform 23">
                  <a:extLst>
                    <a:ext uri="{FF2B5EF4-FFF2-40B4-BE49-F238E27FC236}">
                      <a16:creationId xmlns:a16="http://schemas.microsoft.com/office/drawing/2014/main" id="{7291E241-EF3A-F543-9264-639C654C2336}"/>
                    </a:ext>
                  </a:extLst>
                </p:cNvPr>
                <p:cNvSpPr/>
                <p:nvPr/>
              </p:nvSpPr>
              <p:spPr>
                <a:xfrm>
                  <a:off x="8969692" y="1639252"/>
                  <a:ext cx="172402" cy="596264"/>
                </a:xfrm>
                <a:custGeom>
                  <a:avLst/>
                  <a:gdLst>
                    <a:gd name="connsiteX0" fmla="*/ 172402 w 172402"/>
                    <a:gd name="connsiteY0" fmla="*/ 0 h 596264"/>
                    <a:gd name="connsiteX1" fmla="*/ 0 w 172402"/>
                    <a:gd name="connsiteY1" fmla="*/ 298132 h 596264"/>
                    <a:gd name="connsiteX2" fmla="*/ 172402 w 172402"/>
                    <a:gd name="connsiteY2" fmla="*/ 596265 h 596264"/>
                  </a:gdLst>
                  <a:ahLst/>
                  <a:cxnLst>
                    <a:cxn ang="0">
                      <a:pos x="connsiteX0" y="connsiteY0"/>
                    </a:cxn>
                    <a:cxn ang="0">
                      <a:pos x="connsiteX1" y="connsiteY1"/>
                    </a:cxn>
                    <a:cxn ang="0">
                      <a:pos x="connsiteX2" y="connsiteY2"/>
                    </a:cxn>
                  </a:cxnLst>
                  <a:rect l="l" t="t" r="r" b="b"/>
                  <a:pathLst>
                    <a:path w="172402" h="596264">
                      <a:moveTo>
                        <a:pt x="172402" y="0"/>
                      </a:moveTo>
                      <a:lnTo>
                        <a:pt x="0" y="298132"/>
                      </a:lnTo>
                      <a:lnTo>
                        <a:pt x="172402" y="596265"/>
                      </a:lnTo>
                      <a:close/>
                    </a:path>
                  </a:pathLst>
                </a:custGeom>
                <a:solidFill>
                  <a:srgbClr val="5AC3AC">
                    <a:alpha val="50000"/>
                  </a:srgbClr>
                </a:solidFill>
                <a:ln w="9525" cap="flat">
                  <a:noFill/>
                  <a:prstDash val="solid"/>
                  <a:miter/>
                </a:ln>
              </p:spPr>
              <p:txBody>
                <a:bodyPr rtlCol="0" anchor="ctr"/>
                <a:lstStyle/>
                <a:p>
                  <a:endParaRPr lang="en-US" sz="2400"/>
                </a:p>
              </p:txBody>
            </p:sp>
            <p:sp>
              <p:nvSpPr>
                <p:cNvPr id="25" name="Freeform 24">
                  <a:extLst>
                    <a:ext uri="{FF2B5EF4-FFF2-40B4-BE49-F238E27FC236}">
                      <a16:creationId xmlns:a16="http://schemas.microsoft.com/office/drawing/2014/main" id="{AD77FCAA-166C-4143-98F7-504ECB6BFCE1}"/>
                    </a:ext>
                  </a:extLst>
                </p:cNvPr>
                <p:cNvSpPr/>
                <p:nvPr/>
              </p:nvSpPr>
              <p:spPr>
                <a:xfrm>
                  <a:off x="8309610" y="1365884"/>
                  <a:ext cx="832484" cy="571500"/>
                </a:xfrm>
                <a:custGeom>
                  <a:avLst/>
                  <a:gdLst>
                    <a:gd name="connsiteX0" fmla="*/ 832485 w 832484"/>
                    <a:gd name="connsiteY0" fmla="*/ 0 h 571500"/>
                    <a:gd name="connsiteX1" fmla="*/ 329565 w 832484"/>
                    <a:gd name="connsiteY1" fmla="*/ 0 h 571500"/>
                    <a:gd name="connsiteX2" fmla="*/ 0 w 832484"/>
                    <a:gd name="connsiteY2" fmla="*/ 571500 h 571500"/>
                    <a:gd name="connsiteX3" fmla="*/ 660082 w 832484"/>
                    <a:gd name="connsiteY3" fmla="*/ 571500 h 571500"/>
                    <a:gd name="connsiteX4" fmla="*/ 660082 w 832484"/>
                    <a:gd name="connsiteY4" fmla="*/ 571500 h 571500"/>
                    <a:gd name="connsiteX5" fmla="*/ 832485 w 832484"/>
                    <a:gd name="connsiteY5" fmla="*/ 273368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484" h="571500">
                      <a:moveTo>
                        <a:pt x="832485" y="0"/>
                      </a:moveTo>
                      <a:lnTo>
                        <a:pt x="329565" y="0"/>
                      </a:lnTo>
                      <a:lnTo>
                        <a:pt x="0" y="571500"/>
                      </a:lnTo>
                      <a:lnTo>
                        <a:pt x="660082" y="571500"/>
                      </a:lnTo>
                      <a:lnTo>
                        <a:pt x="660082" y="571500"/>
                      </a:lnTo>
                      <a:lnTo>
                        <a:pt x="832485" y="273368"/>
                      </a:lnTo>
                      <a:close/>
                    </a:path>
                  </a:pathLst>
                </a:custGeom>
                <a:solidFill>
                  <a:srgbClr val="1D7F5C">
                    <a:alpha val="50000"/>
                  </a:srgbClr>
                </a:solidFill>
                <a:ln w="9525" cap="flat">
                  <a:noFill/>
                  <a:prstDash val="solid"/>
                  <a:miter/>
                </a:ln>
              </p:spPr>
              <p:txBody>
                <a:bodyPr rtlCol="0" anchor="ctr"/>
                <a:lstStyle/>
                <a:p>
                  <a:endParaRPr lang="en-US" sz="2400"/>
                </a:p>
              </p:txBody>
            </p:sp>
          </p:grpSp>
        </p:grpSp>
      </p:grpSp>
      <p:sp>
        <p:nvSpPr>
          <p:cNvPr id="10" name="Title 9">
            <a:extLst>
              <a:ext uri="{FF2B5EF4-FFF2-40B4-BE49-F238E27FC236}">
                <a16:creationId xmlns:a16="http://schemas.microsoft.com/office/drawing/2014/main" id="{547D51FD-9C88-A74F-A5C3-21C143DAA952}"/>
              </a:ext>
            </a:extLst>
          </p:cNvPr>
          <p:cNvSpPr>
            <a:spLocks noGrp="1"/>
          </p:cNvSpPr>
          <p:nvPr>
            <p:ph type="title" hasCustomPrompt="1"/>
          </p:nvPr>
        </p:nvSpPr>
        <p:spPr>
          <a:xfrm>
            <a:off x="1685335" y="2302933"/>
            <a:ext cx="8821331" cy="2092880"/>
          </a:xfrm>
          <a:prstGeom prst="rect">
            <a:avLst/>
          </a:prstGeom>
        </p:spPr>
        <p:txBody>
          <a:bodyPr/>
          <a:lstStyle>
            <a:lvl1pPr algn="ctr">
              <a:defRPr sz="4267" b="0" i="0">
                <a:solidFill>
                  <a:schemeClr val="bg1"/>
                </a:solidFill>
                <a:latin typeface="Arial" panose="020B0604020202020204" pitchFamily="34" charset="0"/>
                <a:cs typeface="Arial" panose="020B0604020202020204" pitchFamily="34" charset="0"/>
              </a:defRPr>
            </a:lvl1pPr>
          </a:lstStyle>
          <a:p>
            <a:r>
              <a:rPr lang="en-US"/>
              <a:t>Insert quote here. This is what a quote with a couple of sentences will look like.”</a:t>
            </a:r>
          </a:p>
        </p:txBody>
      </p:sp>
      <p:pic>
        <p:nvPicPr>
          <p:cNvPr id="12" name="Picture 10">
            <a:extLst>
              <a:ext uri="{FF2B5EF4-FFF2-40B4-BE49-F238E27FC236}">
                <a16:creationId xmlns:a16="http://schemas.microsoft.com/office/drawing/2014/main" id="{B6E19DD8-6152-4148-B0EA-F8FC289DF8B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0899588" y="6469434"/>
            <a:ext cx="1011805" cy="240543"/>
          </a:xfrm>
          <a:prstGeom prst="rect">
            <a:avLst/>
          </a:prstGeom>
        </p:spPr>
      </p:pic>
      <p:grpSp>
        <p:nvGrpSpPr>
          <p:cNvPr id="2" name="Graphic 7">
            <a:extLst>
              <a:ext uri="{FF2B5EF4-FFF2-40B4-BE49-F238E27FC236}">
                <a16:creationId xmlns:a16="http://schemas.microsoft.com/office/drawing/2014/main" id="{6FDA7BCD-9534-8044-9522-6BC036EE174D}"/>
              </a:ext>
            </a:extLst>
          </p:cNvPr>
          <p:cNvGrpSpPr/>
          <p:nvPr/>
        </p:nvGrpSpPr>
        <p:grpSpPr>
          <a:xfrm>
            <a:off x="5637882" y="1583390"/>
            <a:ext cx="916233" cy="492468"/>
            <a:chOff x="4228411" y="1187542"/>
            <a:chExt cx="687175" cy="369351"/>
          </a:xfrm>
          <a:solidFill>
            <a:srgbClr val="FFFFFF"/>
          </a:solidFill>
        </p:grpSpPr>
        <p:sp>
          <p:nvSpPr>
            <p:cNvPr id="3" name="Freeform 2">
              <a:extLst>
                <a:ext uri="{FF2B5EF4-FFF2-40B4-BE49-F238E27FC236}">
                  <a16:creationId xmlns:a16="http://schemas.microsoft.com/office/drawing/2014/main" id="{F2A293C9-70F2-7642-92F8-55047B87BB81}"/>
                </a:ext>
              </a:extLst>
            </p:cNvPr>
            <p:cNvSpPr/>
            <p:nvPr/>
          </p:nvSpPr>
          <p:spPr>
            <a:xfrm>
              <a:off x="4228411"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sp>
          <p:nvSpPr>
            <p:cNvPr id="4" name="Freeform 3">
              <a:extLst>
                <a:ext uri="{FF2B5EF4-FFF2-40B4-BE49-F238E27FC236}">
                  <a16:creationId xmlns:a16="http://schemas.microsoft.com/office/drawing/2014/main" id="{53E60521-9292-454A-9C83-A096FC2AC69D}"/>
                </a:ext>
              </a:extLst>
            </p:cNvPr>
            <p:cNvSpPr/>
            <p:nvPr/>
          </p:nvSpPr>
          <p:spPr>
            <a:xfrm>
              <a:off x="4507812" y="1187542"/>
              <a:ext cx="407774" cy="369351"/>
            </a:xfrm>
            <a:custGeom>
              <a:avLst/>
              <a:gdLst>
                <a:gd name="connsiteX0" fmla="*/ 216473 w 407774"/>
                <a:gd name="connsiteY0" fmla="*/ 369351 h 369351"/>
                <a:gd name="connsiteX1" fmla="*/ 154803 w 407774"/>
                <a:gd name="connsiteY1" fmla="*/ 264535 h 369351"/>
                <a:gd name="connsiteX2" fmla="*/ 0 w 407774"/>
                <a:gd name="connsiteY2" fmla="*/ 0 h 369351"/>
                <a:gd name="connsiteX3" fmla="*/ 191302 w 407774"/>
                <a:gd name="connsiteY3" fmla="*/ 0 h 369351"/>
                <a:gd name="connsiteX4" fmla="*/ 407774 w 407774"/>
                <a:gd name="connsiteY4" fmla="*/ 369351 h 369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74" h="369351">
                  <a:moveTo>
                    <a:pt x="216473" y="369351"/>
                  </a:moveTo>
                  <a:lnTo>
                    <a:pt x="154803" y="264535"/>
                  </a:lnTo>
                  <a:lnTo>
                    <a:pt x="0" y="0"/>
                  </a:lnTo>
                  <a:lnTo>
                    <a:pt x="191302" y="0"/>
                  </a:lnTo>
                  <a:lnTo>
                    <a:pt x="407774" y="369351"/>
                  </a:lnTo>
                  <a:close/>
                </a:path>
              </a:pathLst>
            </a:custGeom>
            <a:solidFill>
              <a:schemeClr val="bg1"/>
            </a:solidFill>
            <a:ln w="12467" cap="flat">
              <a:noFill/>
              <a:prstDash val="solid"/>
              <a:miter/>
            </a:ln>
          </p:spPr>
          <p:txBody>
            <a:bodyPr rtlCol="0" anchor="ctr"/>
            <a:lstStyle/>
            <a:p>
              <a:endParaRPr lang="en-US" sz="2400"/>
            </a:p>
          </p:txBody>
        </p:sp>
      </p:grpSp>
    </p:spTree>
    <p:extLst>
      <p:ext uri="{BB962C8B-B14F-4D97-AF65-F5344CB8AC3E}">
        <p14:creationId xmlns:p14="http://schemas.microsoft.com/office/powerpoint/2010/main" val="286022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44">
          <p15:clr>
            <a:srgbClr val="FBAE40"/>
          </p15:clr>
        </p15:guide>
        <p15:guide id="2" pos="288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3_Title, Sub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0E0EBB2-9CE1-8042-87D2-755BB87F1D2B}"/>
              </a:ext>
            </a:extLst>
          </p:cNvPr>
          <p:cNvSpPr>
            <a:spLocks noGrp="1"/>
          </p:cNvSpPr>
          <p:nvPr>
            <p:ph type="title" hasCustomPrompt="1"/>
          </p:nvPr>
        </p:nvSpPr>
        <p:spPr>
          <a:xfrm>
            <a:off x="615102" y="392856"/>
            <a:ext cx="10983484" cy="451405"/>
          </a:xfrm>
          <a:prstGeom prst="rect">
            <a:avLst/>
          </a:prstGeom>
        </p:spPr>
        <p:txBody>
          <a:bodyPr lIns="0" rIns="0"/>
          <a:lstStyle>
            <a:lvl1pPr algn="l">
              <a:defRPr sz="2400" b="1" i="0">
                <a:solidFill>
                  <a:schemeClr val="bg2"/>
                </a:solidFill>
                <a:latin typeface="Arial" panose="020B0604020202020204" pitchFamily="34" charset="0"/>
                <a:cs typeface="Arial" panose="020B0604020202020204" pitchFamily="34" charset="0"/>
              </a:defRPr>
            </a:lvl1pPr>
          </a:lstStyle>
          <a:p>
            <a:r>
              <a:rPr lang="en-US"/>
              <a:t>Click to edit master title style</a:t>
            </a:r>
            <a:endParaRPr lang="en-JM"/>
          </a:p>
        </p:txBody>
      </p:sp>
      <p:sp>
        <p:nvSpPr>
          <p:cNvPr id="7" name="Content Placeholder 2">
            <a:extLst>
              <a:ext uri="{FF2B5EF4-FFF2-40B4-BE49-F238E27FC236}">
                <a16:creationId xmlns:a16="http://schemas.microsoft.com/office/drawing/2014/main" id="{117F42BA-DD7F-894B-ACA3-7D9175B7E5C3}"/>
              </a:ext>
            </a:extLst>
          </p:cNvPr>
          <p:cNvSpPr>
            <a:spLocks noGrp="1"/>
          </p:cNvSpPr>
          <p:nvPr>
            <p:ph idx="1" hasCustomPrompt="1"/>
          </p:nvPr>
        </p:nvSpPr>
        <p:spPr>
          <a:xfrm>
            <a:off x="615102" y="1113133"/>
            <a:ext cx="10983484" cy="5256323"/>
          </a:xfrm>
          <a:prstGeom prst="rect">
            <a:avLst/>
          </a:prstGeom>
        </p:spPr>
        <p:txBody>
          <a:bodyPr lIns="0" rIns="0"/>
          <a:lstStyle>
            <a:lvl1pPr marL="232817" indent="-232817">
              <a:buClrTx/>
              <a:buFont typeface="Arial" panose="020B0604020202020204" pitchFamily="34" charset="0"/>
              <a:buChar char="•"/>
              <a:tabLst/>
              <a:defRPr b="0" i="0">
                <a:solidFill>
                  <a:schemeClr val="bg2"/>
                </a:solidFill>
                <a:latin typeface="Arial" panose="020B0604020202020204" pitchFamily="34" charset="0"/>
                <a:cs typeface="Arial" panose="020B0604020202020204" pitchFamily="34" charset="0"/>
              </a:defRPr>
            </a:lvl1pPr>
            <a:lvl2pPr marL="842370" indent="-232817">
              <a:buClrTx/>
              <a:buFont typeface="Arial"/>
              <a:buChar char="•"/>
              <a:tabLst/>
              <a:defRPr b="0" i="0">
                <a:solidFill>
                  <a:schemeClr val="bg2"/>
                </a:solidFill>
                <a:latin typeface="Arial" panose="020B0604020202020204" pitchFamily="34" charset="0"/>
                <a:cs typeface="Gotham Book" pitchFamily="2" charset="0"/>
              </a:defRPr>
            </a:lvl2pPr>
            <a:lvl3pPr marL="1449809" indent="-230701">
              <a:buClrTx/>
              <a:buFont typeface="Arial" panose="020B0604020202020204" pitchFamily="34" charset="0"/>
              <a:buChar char="•"/>
              <a:tabLst/>
              <a:defRPr b="0" i="0">
                <a:solidFill>
                  <a:schemeClr val="bg2"/>
                </a:solidFill>
                <a:latin typeface="Arial" panose="020B0604020202020204" pitchFamily="34" charset="0"/>
                <a:cs typeface="Gotham Book" pitchFamily="2" charset="0"/>
              </a:defRPr>
            </a:lvl3pPr>
            <a:lvl4pPr>
              <a:defRPr>
                <a:solidFill>
                  <a:srgbClr val="7F7F7F"/>
                </a:solidFill>
              </a:defRPr>
            </a:lvl4pPr>
            <a:lvl5pPr>
              <a:defRPr>
                <a:solidFill>
                  <a:srgbClr val="7F7F7F"/>
                </a:solidFill>
              </a:defRPr>
            </a:lvl5pPr>
          </a:lstStyle>
          <a:p>
            <a:pPr lvl="0"/>
            <a:r>
              <a:rPr lang="en-US"/>
              <a:t>Click to edit master text styles</a:t>
            </a:r>
          </a:p>
          <a:p>
            <a:pPr lvl="0"/>
            <a:r>
              <a:rPr lang="en-US"/>
              <a:t>First level</a:t>
            </a:r>
          </a:p>
          <a:p>
            <a:pPr lvl="1"/>
            <a:r>
              <a:rPr lang="en-US"/>
              <a:t>Second level</a:t>
            </a:r>
          </a:p>
          <a:p>
            <a:pPr lvl="2"/>
            <a:r>
              <a:rPr lang="en-US"/>
              <a:t>Third level</a:t>
            </a:r>
          </a:p>
        </p:txBody>
      </p:sp>
      <p:sp>
        <p:nvSpPr>
          <p:cNvPr id="10" name="TextBox 9">
            <a:extLst>
              <a:ext uri="{FF2B5EF4-FFF2-40B4-BE49-F238E27FC236}">
                <a16:creationId xmlns:a16="http://schemas.microsoft.com/office/drawing/2014/main" id="{699271EA-40A9-8545-B215-72292E96EB69}"/>
              </a:ext>
            </a:extLst>
          </p:cNvPr>
          <p:cNvSpPr txBox="1"/>
          <p:nvPr userDrawn="1"/>
        </p:nvSpPr>
        <p:spPr>
          <a:xfrm>
            <a:off x="79765" y="3025323"/>
            <a:ext cx="1606609" cy="420564"/>
          </a:xfrm>
          <a:prstGeom prst="rect">
            <a:avLst/>
          </a:prstGeom>
          <a:noFill/>
        </p:spPr>
        <p:txBody>
          <a:bodyPr wrap="square" rtlCol="0">
            <a:spAutoFit/>
          </a:bodyPr>
          <a:lstStyle/>
          <a:p>
            <a:pPr marL="0" indent="0" algn="l">
              <a:buClr>
                <a:schemeClr val="accent1"/>
              </a:buClr>
              <a:buFont typeface="Arial" panose="020B0604020202020204" pitchFamily="34" charset="0"/>
              <a:buNone/>
            </a:pPr>
            <a:endParaRPr lang="en-US" sz="2133" b="0">
              <a:solidFill>
                <a:schemeClr val="tx1">
                  <a:lumMod val="75000"/>
                  <a:lumOff val="25000"/>
                </a:schemeClr>
              </a:solidFill>
              <a:latin typeface="Arial" panose="020B0604020202020204" pitchFamily="34" charset="0"/>
              <a:ea typeface="Verdana" charset="0"/>
              <a:cs typeface="Arial" panose="020B0604020202020204" pitchFamily="34" charset="0"/>
            </a:endParaRPr>
          </a:p>
        </p:txBody>
      </p:sp>
      <p:sp>
        <p:nvSpPr>
          <p:cNvPr id="14" name="Text Placeholder 13">
            <a:extLst>
              <a:ext uri="{FF2B5EF4-FFF2-40B4-BE49-F238E27FC236}">
                <a16:creationId xmlns:a16="http://schemas.microsoft.com/office/drawing/2014/main" id="{562F2901-6DCE-0C41-8EA7-1119689C4488}"/>
              </a:ext>
            </a:extLst>
          </p:cNvPr>
          <p:cNvSpPr>
            <a:spLocks noGrp="1"/>
          </p:cNvSpPr>
          <p:nvPr>
            <p:ph type="body" sz="quarter" idx="10"/>
          </p:nvPr>
        </p:nvSpPr>
        <p:spPr>
          <a:xfrm>
            <a:off x="615952" y="742008"/>
            <a:ext cx="10983383" cy="349016"/>
          </a:xfrm>
          <a:prstGeom prst="rect">
            <a:avLst/>
          </a:prstGeom>
        </p:spPr>
        <p:txBody>
          <a:bodyPr lIns="0" rIns="0"/>
          <a:lstStyle>
            <a:lvl1pPr marL="0" indent="0">
              <a:buNone/>
              <a:defRPr sz="1467">
                <a:solidFill>
                  <a:schemeClr val="bg2"/>
                </a:solidFill>
              </a:defRPr>
            </a:lvl1pPr>
          </a:lstStyle>
          <a:p>
            <a:pPr lvl="0"/>
            <a:r>
              <a:rPr lang="en-US"/>
              <a:t>Click to edit Master text styles</a:t>
            </a:r>
          </a:p>
        </p:txBody>
      </p:sp>
    </p:spTree>
    <p:extLst>
      <p:ext uri="{BB962C8B-B14F-4D97-AF65-F5344CB8AC3E}">
        <p14:creationId xmlns:p14="http://schemas.microsoft.com/office/powerpoint/2010/main" val="528505074"/>
      </p:ext>
    </p:extLst>
  </p:cSld>
  <p:clrMapOvr>
    <a:masterClrMapping/>
  </p:clrMapOvr>
  <p:extLst>
    <p:ext uri="{DCECCB84-F9BA-43D5-87BE-67443E8EF086}">
      <p15:sldGuideLst xmlns:p15="http://schemas.microsoft.com/office/powerpoint/2012/main">
        <p15:guide id="2" pos="2160">
          <p15:clr>
            <a:srgbClr val="FBAE40"/>
          </p15:clr>
        </p15:guide>
        <p15:guide id="3" orient="horz" pos="2277">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slideLayout" Target="../slideLayouts/slideLayout63.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28" Type="http://schemas.openxmlformats.org/officeDocument/2006/relationships/slideLayout" Target="../slideLayouts/slideLayout128.xml"/><Relationship Id="rId144" Type="http://schemas.openxmlformats.org/officeDocument/2006/relationships/image" Target="../media/image1.png"/><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34" Type="http://schemas.openxmlformats.org/officeDocument/2006/relationships/slideLayout" Target="../slideLayouts/slideLayout134.xml"/><Relationship Id="rId139" Type="http://schemas.openxmlformats.org/officeDocument/2006/relationships/slideLayout" Target="../slideLayouts/slideLayout13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24" Type="http://schemas.openxmlformats.org/officeDocument/2006/relationships/slideLayout" Target="../slideLayouts/slideLayout124.xml"/><Relationship Id="rId129" Type="http://schemas.openxmlformats.org/officeDocument/2006/relationships/slideLayout" Target="../slideLayouts/slideLayout129.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40" Type="http://schemas.openxmlformats.org/officeDocument/2006/relationships/slideLayout" Target="../slideLayouts/slideLayout140.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130" Type="http://schemas.openxmlformats.org/officeDocument/2006/relationships/slideLayout" Target="../slideLayouts/slideLayout130.xml"/><Relationship Id="rId135" Type="http://schemas.openxmlformats.org/officeDocument/2006/relationships/slideLayout" Target="../slideLayouts/slideLayout135.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141" Type="http://schemas.openxmlformats.org/officeDocument/2006/relationships/slideLayout" Target="../slideLayouts/slideLayout141.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131" Type="http://schemas.openxmlformats.org/officeDocument/2006/relationships/slideLayout" Target="../slideLayouts/slideLayout131.xml"/><Relationship Id="rId136" Type="http://schemas.openxmlformats.org/officeDocument/2006/relationships/slideLayout" Target="../slideLayouts/slideLayout136.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6"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6ED9E3A-CC5C-AE48-7459-49CB00D337B5}"/>
              </a:ext>
            </a:extLst>
          </p:cNvPr>
          <p:cNvSpPr/>
          <p:nvPr/>
        </p:nvSpPr>
        <p:spPr>
          <a:xfrm>
            <a:off x="11728756" y="6337301"/>
            <a:ext cx="347133" cy="520700"/>
          </a:xfrm>
          <a:custGeom>
            <a:avLst/>
            <a:gdLst>
              <a:gd name="connsiteX0" fmla="*/ 130175 w 260350"/>
              <a:gd name="connsiteY0" fmla="*/ 0 h 390525"/>
              <a:gd name="connsiteX1" fmla="*/ 260350 w 260350"/>
              <a:gd name="connsiteY1" fmla="*/ 130175 h 390525"/>
              <a:gd name="connsiteX2" fmla="*/ 260350 w 260350"/>
              <a:gd name="connsiteY2" fmla="*/ 390525 h 390525"/>
              <a:gd name="connsiteX3" fmla="*/ 0 w 260350"/>
              <a:gd name="connsiteY3" fmla="*/ 390525 h 390525"/>
              <a:gd name="connsiteX4" fmla="*/ 0 w 260350"/>
              <a:gd name="connsiteY4" fmla="*/ 130175 h 390525"/>
              <a:gd name="connsiteX5" fmla="*/ 130175 w 260350"/>
              <a:gd name="connsiteY5" fmla="*/ 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350" h="390525">
                <a:moveTo>
                  <a:pt x="130175" y="0"/>
                </a:moveTo>
                <a:cubicBezTo>
                  <a:pt x="202069" y="0"/>
                  <a:pt x="260350" y="58281"/>
                  <a:pt x="260350" y="130175"/>
                </a:cubicBezTo>
                <a:lnTo>
                  <a:pt x="260350" y="390525"/>
                </a:lnTo>
                <a:lnTo>
                  <a:pt x="0" y="390525"/>
                </a:lnTo>
                <a:lnTo>
                  <a:pt x="0" y="130175"/>
                </a:lnTo>
                <a:cubicBezTo>
                  <a:pt x="0" y="58281"/>
                  <a:pt x="58281" y="0"/>
                  <a:pt x="130175"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b="0" i="0">
              <a:solidFill>
                <a:schemeClr val="bg1"/>
              </a:solidFill>
              <a:latin typeface="Arial" panose="020B0604020202020204" pitchFamily="34" charset="0"/>
              <a:ea typeface="Verdana" charset="0"/>
              <a:cs typeface="Arial" panose="020B0604020202020204" pitchFamily="34" charset="0"/>
            </a:endParaRPr>
          </a:p>
        </p:txBody>
      </p:sp>
      <p:pic>
        <p:nvPicPr>
          <p:cNvPr id="4" name="Picture 10">
            <a:extLst>
              <a:ext uri="{FF2B5EF4-FFF2-40B4-BE49-F238E27FC236}">
                <a16:creationId xmlns:a16="http://schemas.microsoft.com/office/drawing/2014/main" id="{FB7BBE03-F504-5A87-2B80-2DE3E3B6666F}"/>
              </a:ext>
            </a:extLst>
          </p:cNvPr>
          <p:cNvPicPr>
            <a:picLocks noChangeAspect="1"/>
          </p:cNvPicPr>
          <p:nvPr/>
        </p:nvPicPr>
        <p:blipFill>
          <a:blip r:embed="rId144" cstate="print">
            <a:extLst>
              <a:ext uri="{28A0092B-C50C-407E-A947-70E740481C1C}">
                <a14:useLocalDpi xmlns:a14="http://schemas.microsoft.com/office/drawing/2010/main"/>
              </a:ext>
            </a:extLst>
          </a:blip>
          <a:srcRect/>
          <a:stretch/>
        </p:blipFill>
        <p:spPr>
          <a:xfrm>
            <a:off x="11745137" y="6427257"/>
            <a:ext cx="314372" cy="289955"/>
          </a:xfrm>
          <a:prstGeom prst="rect">
            <a:avLst/>
          </a:prstGeom>
        </p:spPr>
      </p:pic>
      <p:sp>
        <p:nvSpPr>
          <p:cNvPr id="5" name="TextBox 4">
            <a:extLst>
              <a:ext uri="{FF2B5EF4-FFF2-40B4-BE49-F238E27FC236}">
                <a16:creationId xmlns:a16="http://schemas.microsoft.com/office/drawing/2014/main" id="{7E6927F4-12AB-AEDD-EB6B-85E198356F4B}"/>
              </a:ext>
            </a:extLst>
          </p:cNvPr>
          <p:cNvSpPr txBox="1"/>
          <p:nvPr/>
        </p:nvSpPr>
        <p:spPr>
          <a:xfrm>
            <a:off x="11641976" y="5930796"/>
            <a:ext cx="520696" cy="256545"/>
          </a:xfrm>
          <a:prstGeom prst="rect">
            <a:avLst/>
          </a:prstGeom>
          <a:noFill/>
        </p:spPr>
        <p:txBody>
          <a:bodyPr wrap="square" rtlCol="0" anchor="ctr" anchorCtr="0">
            <a:spAutoFit/>
          </a:bodyPr>
          <a:lstStyle/>
          <a:p>
            <a:pPr marL="0" indent="0" algn="ctr">
              <a:buClrTx/>
              <a:buFont typeface="Arial" panose="020B0604020202020204" pitchFamily="34" charset="0"/>
              <a:buNone/>
            </a:pPr>
            <a:fld id="{F9B1F774-D2A5-1249-BD29-9DFAD4248AEC}" type="slidenum">
              <a:rPr lang="en-US" sz="1067" b="0" i="0" smtClean="0">
                <a:solidFill>
                  <a:schemeClr val="tx2"/>
                </a:solidFill>
                <a:latin typeface="Arial" panose="020B0604020202020204" pitchFamily="34" charset="0"/>
                <a:ea typeface="Inter Light" panose="02000503000000020004" pitchFamily="2" charset="0"/>
                <a:cs typeface="Arial" panose="020B0604020202020204" pitchFamily="34" charset="0"/>
              </a:rPr>
              <a:pPr marL="0" indent="0" algn="ctr">
                <a:buClrTx/>
                <a:buFont typeface="Arial" panose="020B0604020202020204" pitchFamily="34" charset="0"/>
                <a:buNone/>
              </a:pPr>
              <a:t>‹#›</a:t>
            </a:fld>
            <a:endParaRPr lang="en-US" sz="933" b="0" i="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 name="TextBox 5">
            <a:extLst>
              <a:ext uri="{FF2B5EF4-FFF2-40B4-BE49-F238E27FC236}">
                <a16:creationId xmlns:a16="http://schemas.microsoft.com/office/drawing/2014/main" id="{C8EC6EB3-4ADD-FE87-F511-7D3D938F3F03}"/>
              </a:ext>
            </a:extLst>
          </p:cNvPr>
          <p:cNvSpPr txBox="1"/>
          <p:nvPr/>
        </p:nvSpPr>
        <p:spPr>
          <a:xfrm rot="16200000">
            <a:off x="10092244" y="2092622"/>
            <a:ext cx="3620169" cy="215444"/>
          </a:xfrm>
          <a:prstGeom prst="rect">
            <a:avLst/>
          </a:prstGeom>
          <a:noFill/>
        </p:spPr>
        <p:txBody>
          <a:bodyPr wrap="square" rtlCol="0" anchor="ctr" anchorCtr="0">
            <a:spAutoFit/>
          </a:bodyPr>
          <a:lstStyle/>
          <a:p>
            <a:pPr marL="0" indent="0" algn="r">
              <a:buClrTx/>
              <a:buFont typeface="Arial" panose="020B0604020202020204" pitchFamily="34" charset="0"/>
              <a:buNone/>
            </a:pPr>
            <a:r>
              <a:rPr lang="en-US" sz="800" b="0" i="0">
                <a:solidFill>
                  <a:schemeClr val="tx2"/>
                </a:solidFill>
                <a:latin typeface="Arial" panose="020B0604020202020204" pitchFamily="34" charset="0"/>
                <a:ea typeface="Inter Light" panose="02000503000000020004" pitchFamily="2" charset="0"/>
                <a:cs typeface="Arial" panose="020B0604020202020204" pitchFamily="34" charset="0"/>
              </a:rPr>
              <a:t>Anaplan Confidential</a:t>
            </a:r>
          </a:p>
        </p:txBody>
      </p:sp>
      <p:cxnSp>
        <p:nvCxnSpPr>
          <p:cNvPr id="7" name="Straight Connector 6">
            <a:extLst>
              <a:ext uri="{FF2B5EF4-FFF2-40B4-BE49-F238E27FC236}">
                <a16:creationId xmlns:a16="http://schemas.microsoft.com/office/drawing/2014/main" id="{129D398C-E846-0425-2C12-2C30E6043F1E}"/>
              </a:ext>
            </a:extLst>
          </p:cNvPr>
          <p:cNvCxnSpPr>
            <a:cxnSpLocks/>
          </p:cNvCxnSpPr>
          <p:nvPr/>
        </p:nvCxnSpPr>
        <p:spPr>
          <a:xfrm>
            <a:off x="11902323" y="1690488"/>
            <a:ext cx="0" cy="4127365"/>
          </a:xfrm>
          <a:prstGeom prst="line">
            <a:avLst/>
          </a:prstGeom>
          <a:ln w="12700" cap="rnd">
            <a:solidFill>
              <a:schemeClr val="accent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482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8" r:id="rId137"/>
    <p:sldLayoutId id="2147483799" r:id="rId138"/>
    <p:sldLayoutId id="2147483800" r:id="rId139"/>
    <p:sldLayoutId id="2147483801" r:id="rId140"/>
    <p:sldLayoutId id="2147483802" r:id="rId141"/>
    <p:sldLayoutId id="2147483804" r:id="rId14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9170" rtl="0" eaLnBrk="1" latinLnBrk="0" hangingPunct="1">
        <a:spcBef>
          <a:spcPct val="0"/>
        </a:spcBef>
        <a:buNone/>
        <a:defRPr sz="2133" b="1" i="0" kern="1200">
          <a:solidFill>
            <a:schemeClr val="bg2"/>
          </a:solidFill>
          <a:latin typeface="Arial" panose="020B0604020202020204" pitchFamily="34" charset="0"/>
          <a:ea typeface="Verdana" charset="0"/>
          <a:cs typeface="Arial" panose="020B0604020202020204" pitchFamily="34" charset="0"/>
        </a:defRPr>
      </a:lvl1pPr>
    </p:titleStyle>
    <p:body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32">
          <p15:clr>
            <a:srgbClr val="F26B43"/>
          </p15:clr>
        </p15:guide>
        <p15:guide id="3" pos="264">
          <p15:clr>
            <a:srgbClr val="F26B43"/>
          </p15:clr>
        </p15:guide>
        <p15:guide id="4" pos="5400">
          <p15:clr>
            <a:srgbClr val="F26B43"/>
          </p15:clr>
        </p15:guide>
        <p15:guide id="5" orient="horz" pos="3036">
          <p15:clr>
            <a:srgbClr val="F26B43"/>
          </p15:clr>
        </p15:guide>
        <p15:guide id="6" pos="1536">
          <p15:clr>
            <a:srgbClr val="F26B43"/>
          </p15:clr>
        </p15:guide>
        <p15:guide id="7" pos="4104">
          <p15:clr>
            <a:srgbClr val="F26B43"/>
          </p15:clr>
        </p15:guide>
        <p15:guide id="8" pos="1968">
          <p15:clr>
            <a:srgbClr val="F26B43"/>
          </p15:clr>
        </p15:guide>
        <p15:guide id="9"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4.xml"/><Relationship Id="rId1" Type="http://schemas.openxmlformats.org/officeDocument/2006/relationships/slideLayout" Target="../slideLayouts/slideLayout29.xml"/><Relationship Id="rId6" Type="http://schemas.openxmlformats.org/officeDocument/2006/relationships/image" Target="../media/image21.jpeg"/><Relationship Id="rId5" Type="http://schemas.openxmlformats.org/officeDocument/2006/relationships/slide" Target="slide16.xml"/><Relationship Id="rId4"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4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svg"/></Relationships>
</file>

<file path=ppt/slides/_rels/slide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3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7FFFF41F_E4576C16.xml"/><Relationship Id="rId2" Type="http://schemas.openxmlformats.org/officeDocument/2006/relationships/notesSlide" Target="../notesSlides/notesSlide6.xml"/><Relationship Id="rId1" Type="http://schemas.openxmlformats.org/officeDocument/2006/relationships/slideLayout" Target="../slideLayouts/slideLayout138.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0.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4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39.xml.rels><?xml version="1.0" encoding="UTF-8" standalone="yes"?>
<Relationships xmlns="http://schemas.openxmlformats.org/package/2006/relationships"><Relationship Id="rId2" Type="http://schemas.openxmlformats.org/officeDocument/2006/relationships/hyperlink" Target="https://applications.anaplan.com/territory-and-quota-planning-f03d64d0-7632-4426-b11a-97a98bb2b86c"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51B4D48-8D4A-27B9-157B-FA4B828158B0}"/>
              </a:ext>
            </a:extLst>
          </p:cNvPr>
          <p:cNvSpPr>
            <a:spLocks noGrp="1"/>
          </p:cNvSpPr>
          <p:nvPr>
            <p:ph type="title"/>
          </p:nvPr>
        </p:nvSpPr>
        <p:spPr>
          <a:xfrm>
            <a:off x="1018035" y="1183094"/>
            <a:ext cx="9740161" cy="2003310"/>
          </a:xfrm>
        </p:spPr>
        <p:txBody>
          <a:bodyPr anchor="ctr"/>
          <a:lstStyle/>
          <a:p>
            <a:r>
              <a:rPr lang="en-US" sz="6000"/>
              <a:t>Anaplan </a:t>
            </a:r>
            <a:br>
              <a:rPr lang="en-US" sz="6000"/>
            </a:br>
            <a:r>
              <a:rPr lang="en-US" sz="6000"/>
              <a:t>Go-to-market Planning Applications</a:t>
            </a:r>
          </a:p>
        </p:txBody>
      </p:sp>
      <p:sp>
        <p:nvSpPr>
          <p:cNvPr id="10" name="Subtitle 2">
            <a:extLst>
              <a:ext uri="{FF2B5EF4-FFF2-40B4-BE49-F238E27FC236}">
                <a16:creationId xmlns:a16="http://schemas.microsoft.com/office/drawing/2014/main" id="{07F42822-E08B-2096-3BE3-B3B6E176DC27}"/>
              </a:ext>
            </a:extLst>
          </p:cNvPr>
          <p:cNvSpPr>
            <a:spLocks noGrp="1"/>
          </p:cNvSpPr>
          <p:nvPr>
            <p:ph type="body" sz="quarter" idx="10"/>
          </p:nvPr>
        </p:nvSpPr>
        <p:spPr>
          <a:xfrm>
            <a:off x="1018035" y="3762759"/>
            <a:ext cx="6036456" cy="978576"/>
          </a:xfrm>
        </p:spPr>
        <p:txBody>
          <a:bodyPr vert="horz" lIns="0" tIns="45720" rIns="91440" bIns="45720" rtlCol="0" anchor="ctr">
            <a:normAutofit/>
          </a:bodyPr>
          <a:lstStyle/>
          <a:p>
            <a:pPr>
              <a:lnSpc>
                <a:spcPts val="2500"/>
              </a:lnSpc>
            </a:pPr>
            <a:r>
              <a:rPr lang="en-US" sz="2200">
                <a:latin typeface="Arial"/>
                <a:cs typeface="Arial"/>
              </a:rPr>
              <a:t>Territory and Quota Planning</a:t>
            </a:r>
            <a:endParaRPr lang="en-US"/>
          </a:p>
          <a:p>
            <a:pPr>
              <a:lnSpc>
                <a:spcPts val="2500"/>
              </a:lnSpc>
            </a:pPr>
            <a:r>
              <a:rPr lang="en-US" sz="2200">
                <a:solidFill>
                  <a:schemeClr val="accent1"/>
                </a:solidFill>
                <a:latin typeface="Arial"/>
                <a:cs typeface="Arial"/>
              </a:rPr>
              <a:t>Technical Overview </a:t>
            </a:r>
          </a:p>
        </p:txBody>
      </p:sp>
      <p:sp>
        <p:nvSpPr>
          <p:cNvPr id="20" name="TextBox 19">
            <a:extLst>
              <a:ext uri="{FF2B5EF4-FFF2-40B4-BE49-F238E27FC236}">
                <a16:creationId xmlns:a16="http://schemas.microsoft.com/office/drawing/2014/main" id="{50C3F7BF-7895-C605-605F-64BB9F8A4E91}"/>
              </a:ext>
            </a:extLst>
          </p:cNvPr>
          <p:cNvSpPr txBox="1"/>
          <p:nvPr/>
        </p:nvSpPr>
        <p:spPr>
          <a:xfrm>
            <a:off x="8256642" y="5675849"/>
            <a:ext cx="298279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chemeClr val="bg2"/>
                </a:solidFill>
                <a:ea typeface="Calibri"/>
                <a:cs typeface="Calibri"/>
              </a:rPr>
              <a:t>Application Version 2.1.0</a:t>
            </a:r>
          </a:p>
          <a:p>
            <a:r>
              <a:rPr lang="en-US" sz="1200">
                <a:solidFill>
                  <a:schemeClr val="bg2"/>
                </a:solidFill>
                <a:ea typeface="Calibri"/>
                <a:cs typeface="Calibri"/>
              </a:rPr>
              <a:t>Last updated June 2, 2025</a:t>
            </a:r>
          </a:p>
        </p:txBody>
      </p:sp>
    </p:spTree>
    <p:extLst>
      <p:ext uri="{BB962C8B-B14F-4D97-AF65-F5344CB8AC3E}">
        <p14:creationId xmlns:p14="http://schemas.microsoft.com/office/powerpoint/2010/main" val="168290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3F4C99-60E2-DD21-985A-0098E87714A6}"/>
              </a:ext>
            </a:extLst>
          </p:cNvPr>
          <p:cNvSpPr>
            <a:spLocks noGrp="1"/>
          </p:cNvSpPr>
          <p:nvPr>
            <p:ph type="body" sz="quarter" idx="10"/>
          </p:nvPr>
        </p:nvSpPr>
        <p:spPr/>
        <p:txBody>
          <a:bodyPr lIns="0" tIns="45720" rIns="91440" bIns="45720" anchor="b"/>
          <a:lstStyle/>
          <a:p>
            <a:r>
              <a:rPr lang="en-US">
                <a:latin typeface="Arial"/>
                <a:cs typeface="Arial"/>
              </a:rPr>
              <a:t>Confidentiality notice</a:t>
            </a:r>
            <a:endParaRPr lang="en-US"/>
          </a:p>
        </p:txBody>
      </p:sp>
      <p:sp>
        <p:nvSpPr>
          <p:cNvPr id="4" name="TextBox 3">
            <a:extLst>
              <a:ext uri="{FF2B5EF4-FFF2-40B4-BE49-F238E27FC236}">
                <a16:creationId xmlns:a16="http://schemas.microsoft.com/office/drawing/2014/main" id="{B9897C31-E5AC-1359-7F28-F7D9F2EF5781}"/>
              </a:ext>
            </a:extLst>
          </p:cNvPr>
          <p:cNvSpPr txBox="1"/>
          <p:nvPr/>
        </p:nvSpPr>
        <p:spPr>
          <a:xfrm>
            <a:off x="1018117" y="3568516"/>
            <a:ext cx="8068580" cy="2246769"/>
          </a:xfrm>
          <a:prstGeom prst="rect">
            <a:avLst/>
          </a:prstGeom>
          <a:noFill/>
        </p:spPr>
        <p:txBody>
          <a:bodyPr wrap="square" lIns="0" tIns="45720" rIns="91440" bIns="45720" rtlCol="0" anchor="t">
            <a:spAutoFit/>
          </a:bodyPr>
          <a:lstStyle/>
          <a:p>
            <a:r>
              <a:rPr lang="en-US" sz="1000"/>
              <a:t>This documentation and any related materials are provided solely for the use of authorized Anaplan customers who have purchased the T</a:t>
            </a:r>
            <a:r>
              <a:rPr lang="en-US" sz="1000" b="1"/>
              <a:t>erritory and Quota Planning Application</a:t>
            </a:r>
            <a:r>
              <a:rPr lang="en-US" sz="1000"/>
              <a:t> </a:t>
            </a:r>
            <a:r>
              <a:rPr lang="en-US" sz="1000" i="1"/>
              <a:t>and are considered Anaplan proprietary information</a:t>
            </a:r>
            <a:r>
              <a:rPr lang="en-US" sz="1000"/>
              <a:t>. The information contained herein is intended exclusively for the purpose of implementing the application </a:t>
            </a:r>
            <a:r>
              <a:rPr lang="en-US" sz="1000" i="1"/>
              <a:t>by authorized customers</a:t>
            </a:r>
            <a:r>
              <a:rPr lang="en-US" sz="1000"/>
              <a:t>. </a:t>
            </a:r>
            <a:r>
              <a:rPr lang="en-US" sz="1000" b="1"/>
              <a:t> Any use outside of this intended purpose is strictly prohibited</a:t>
            </a:r>
            <a:r>
              <a:rPr lang="en-US" sz="1000"/>
              <a:t>, including but not limited to: </a:t>
            </a:r>
          </a:p>
          <a:p>
            <a:endParaRPr lang="en-US" sz="1000"/>
          </a:p>
          <a:p>
            <a:pPr marL="742950" lvl="1" indent="-285750">
              <a:buFont typeface="Arial" panose="020B0604020202020204" pitchFamily="34" charset="0"/>
              <a:buChar char="•"/>
            </a:pPr>
            <a:r>
              <a:rPr lang="en-US" sz="1000"/>
              <a:t>Sharing, distributing, or disclosing this content with or to individuals or entities not directly involved in the customer’s authorized implementation. </a:t>
            </a:r>
            <a:endParaRPr lang="en-US" sz="1000">
              <a:cs typeface="Arial"/>
            </a:endParaRPr>
          </a:p>
          <a:p>
            <a:pPr marL="742950" lvl="1" indent="-285750">
              <a:buFont typeface="Arial" panose="020B0604020202020204" pitchFamily="34" charset="0"/>
              <a:buChar char="•"/>
            </a:pPr>
            <a:r>
              <a:rPr lang="en-US" sz="1000"/>
              <a:t>Using the documentation, in whole or in part, to replicate, retrofit, or reverse-engineer the functionality in other models, environments, or platforms. </a:t>
            </a:r>
            <a:endParaRPr lang="en-US" sz="1000">
              <a:cs typeface="Arial"/>
            </a:endParaRPr>
          </a:p>
          <a:p>
            <a:br>
              <a:rPr lang="en-US" sz="1000"/>
            </a:br>
            <a:r>
              <a:rPr lang="en-US" sz="1000"/>
              <a:t>This documentation contains proprietary information of Anaplan and is protected by applicable intellectual property laws. Any unauthorized use, reproduction, or dissemination is a violation of these terms and may result in legal action. </a:t>
            </a:r>
            <a:br>
              <a:rPr lang="en-US" sz="1000"/>
            </a:br>
            <a:endParaRPr lang="en-US" sz="1000"/>
          </a:p>
          <a:p>
            <a:endParaRPr lang="en-US" sz="10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1839780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DEFD1-FD64-2D93-C7C4-071D0B8B6A26}"/>
              </a:ext>
            </a:extLst>
          </p:cNvPr>
          <p:cNvSpPr>
            <a:spLocks noGrp="1"/>
          </p:cNvSpPr>
          <p:nvPr>
            <p:ph type="title"/>
          </p:nvPr>
        </p:nvSpPr>
        <p:spPr/>
        <p:txBody>
          <a:bodyPr/>
          <a:lstStyle/>
          <a:p>
            <a:r>
              <a:rPr lang="en-US"/>
              <a:t>Table of Contents</a:t>
            </a:r>
            <a:br>
              <a:rPr lang="en-US"/>
            </a:br>
            <a:endParaRPr lang="en-US"/>
          </a:p>
        </p:txBody>
      </p:sp>
      <p:grpSp>
        <p:nvGrpSpPr>
          <p:cNvPr id="32" name="Group 31">
            <a:extLst>
              <a:ext uri="{FF2B5EF4-FFF2-40B4-BE49-F238E27FC236}">
                <a16:creationId xmlns:a16="http://schemas.microsoft.com/office/drawing/2014/main" id="{724FA615-28A9-616F-5463-D8E12A6FF96C}"/>
              </a:ext>
            </a:extLst>
          </p:cNvPr>
          <p:cNvGrpSpPr/>
          <p:nvPr/>
        </p:nvGrpSpPr>
        <p:grpSpPr>
          <a:xfrm>
            <a:off x="665018" y="1199408"/>
            <a:ext cx="5989320" cy="617517"/>
            <a:chOff x="665018" y="1199408"/>
            <a:chExt cx="5989320" cy="617517"/>
          </a:xfrm>
        </p:grpSpPr>
        <p:cxnSp>
          <p:nvCxnSpPr>
            <p:cNvPr id="4" name="Straight Connector 3">
              <a:extLst>
                <a:ext uri="{FF2B5EF4-FFF2-40B4-BE49-F238E27FC236}">
                  <a16:creationId xmlns:a16="http://schemas.microsoft.com/office/drawing/2014/main" id="{2A1598FC-EEF7-EFBC-6909-8B7AFF80DD6A}"/>
                </a:ext>
              </a:extLst>
            </p:cNvPr>
            <p:cNvCxnSpPr>
              <a:cxnSpLocks/>
            </p:cNvCxnSpPr>
            <p:nvPr/>
          </p:nvCxnSpPr>
          <p:spPr>
            <a:xfrm flipV="1">
              <a:off x="665018" y="1816924"/>
              <a:ext cx="5989320" cy="1"/>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1CB26CD3-6190-9285-4115-935DC77D294C}"/>
                </a:ext>
              </a:extLst>
            </p:cNvPr>
            <p:cNvSpPr txBox="1"/>
            <p:nvPr/>
          </p:nvSpPr>
          <p:spPr>
            <a:xfrm>
              <a:off x="665018" y="1199408"/>
              <a:ext cx="531770" cy="523220"/>
            </a:xfrm>
            <a:prstGeom prst="rect">
              <a:avLst/>
            </a:prstGeom>
            <a:noFill/>
          </p:spPr>
          <p:txBody>
            <a:bodyPr wrap="square" lIns="0" rtlCol="0">
              <a:spAutoFit/>
            </a:bodyPr>
            <a:lstStyle/>
            <a:p>
              <a:pPr algn="l">
                <a:buClrTx/>
              </a:pPr>
              <a:r>
                <a:rPr lang="en-US" sz="2800">
                  <a:solidFill>
                    <a:schemeClr val="accent1"/>
                  </a:solidFill>
                  <a:latin typeface="Arial" panose="020B0604020202020204" pitchFamily="34" charset="0"/>
                  <a:ea typeface="Inter Light" panose="02000503000000020004" pitchFamily="2" charset="0"/>
                  <a:cs typeface="Arial" panose="020B0604020202020204" pitchFamily="34" charset="0"/>
                </a:rPr>
                <a:t>1 </a:t>
              </a:r>
            </a:p>
          </p:txBody>
        </p:sp>
        <p:sp>
          <p:nvSpPr>
            <p:cNvPr id="14" name="TextBox 13">
              <a:extLst>
                <a:ext uri="{FF2B5EF4-FFF2-40B4-BE49-F238E27FC236}">
                  <a16:creationId xmlns:a16="http://schemas.microsoft.com/office/drawing/2014/main" id="{A1E28A66-2B0E-25AC-7375-C31483D12C4C}"/>
                </a:ext>
              </a:extLst>
            </p:cNvPr>
            <p:cNvSpPr txBox="1"/>
            <p:nvPr/>
          </p:nvSpPr>
          <p:spPr>
            <a:xfrm>
              <a:off x="1196788" y="1199408"/>
              <a:ext cx="5455522" cy="523220"/>
            </a:xfrm>
            <a:prstGeom prst="rect">
              <a:avLst/>
            </a:prstGeom>
            <a:noFill/>
          </p:spPr>
          <p:txBody>
            <a:bodyPr wrap="square" lIns="0" rtlCol="0">
              <a:spAutoFit/>
            </a:bodyPr>
            <a:lstStyle/>
            <a:p>
              <a:pPr algn="l">
                <a:buClrTx/>
              </a:pPr>
              <a:r>
                <a:rPr lang="en-US" sz="2800">
                  <a:solidFill>
                    <a:schemeClr val="tx2"/>
                  </a:solidFill>
                  <a:latin typeface="Arial" panose="020B0604020202020204" pitchFamily="34" charset="0"/>
                  <a:ea typeface="Inter Light" panose="02000503000000020004" pitchFamily="2" charset="0"/>
                  <a:cs typeface="Arial" panose="020B0604020202020204" pitchFamily="34" charset="0"/>
                  <a:hlinkClick r:id="rId2" action="ppaction://hlinksldjump">
                    <a:extLst>
                      <a:ext uri="{A12FA001-AC4F-418D-AE19-62706E023703}">
                        <ahyp:hlinkClr xmlns:ahyp="http://schemas.microsoft.com/office/drawing/2018/hyperlinkcolor" val="tx"/>
                      </a:ext>
                    </a:extLst>
                  </a:hlinkClick>
                </a:rPr>
                <a:t>Application overview</a:t>
              </a:r>
              <a:endParaRPr lang="en-US" sz="28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grpSp>
      <p:grpSp>
        <p:nvGrpSpPr>
          <p:cNvPr id="33" name="Group 32">
            <a:extLst>
              <a:ext uri="{FF2B5EF4-FFF2-40B4-BE49-F238E27FC236}">
                <a16:creationId xmlns:a16="http://schemas.microsoft.com/office/drawing/2014/main" id="{42E6DE38-EFDB-EC4F-D906-8763EC008C3D}"/>
              </a:ext>
            </a:extLst>
          </p:cNvPr>
          <p:cNvGrpSpPr/>
          <p:nvPr/>
        </p:nvGrpSpPr>
        <p:grpSpPr>
          <a:xfrm>
            <a:off x="665018" y="2582883"/>
            <a:ext cx="5990738" cy="617517"/>
            <a:chOff x="665018" y="2077778"/>
            <a:chExt cx="5990738" cy="617517"/>
          </a:xfrm>
        </p:grpSpPr>
        <p:cxnSp>
          <p:nvCxnSpPr>
            <p:cNvPr id="6" name="Straight Connector 5">
              <a:extLst>
                <a:ext uri="{FF2B5EF4-FFF2-40B4-BE49-F238E27FC236}">
                  <a16:creationId xmlns:a16="http://schemas.microsoft.com/office/drawing/2014/main" id="{B3AA4EC6-3CB6-67BE-E17B-DCFF4D92F03C}"/>
                </a:ext>
              </a:extLst>
            </p:cNvPr>
            <p:cNvCxnSpPr>
              <a:cxnSpLocks/>
            </p:cNvCxnSpPr>
            <p:nvPr/>
          </p:nvCxnSpPr>
          <p:spPr>
            <a:xfrm>
              <a:off x="665018" y="2695295"/>
              <a:ext cx="5990738"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3A6A8A0-2EE1-EC5A-3431-93621FFA47E7}"/>
                </a:ext>
              </a:extLst>
            </p:cNvPr>
            <p:cNvSpPr txBox="1"/>
            <p:nvPr/>
          </p:nvSpPr>
          <p:spPr>
            <a:xfrm>
              <a:off x="665018" y="2077778"/>
              <a:ext cx="531770" cy="523220"/>
            </a:xfrm>
            <a:prstGeom prst="rect">
              <a:avLst/>
            </a:prstGeom>
            <a:noFill/>
          </p:spPr>
          <p:txBody>
            <a:bodyPr wrap="square" lIns="0" rtlCol="0">
              <a:spAutoFit/>
            </a:bodyPr>
            <a:lstStyle/>
            <a:p>
              <a:pPr algn="l">
                <a:buClrTx/>
              </a:pPr>
              <a:r>
                <a:rPr lang="en-US" sz="2800">
                  <a:solidFill>
                    <a:schemeClr val="accent1"/>
                  </a:solidFill>
                  <a:latin typeface="Arial" panose="020B0604020202020204" pitchFamily="34" charset="0"/>
                  <a:ea typeface="Inter Light" panose="02000503000000020004" pitchFamily="2" charset="0"/>
                  <a:cs typeface="Arial" panose="020B0604020202020204" pitchFamily="34" charset="0"/>
                </a:rPr>
                <a:t>2 </a:t>
              </a:r>
            </a:p>
          </p:txBody>
        </p:sp>
        <p:sp>
          <p:nvSpPr>
            <p:cNvPr id="15" name="TextBox 14">
              <a:extLst>
                <a:ext uri="{FF2B5EF4-FFF2-40B4-BE49-F238E27FC236}">
                  <a16:creationId xmlns:a16="http://schemas.microsoft.com/office/drawing/2014/main" id="{2E4E749B-D189-21B3-F2C9-CCE95FE54FFB}"/>
                </a:ext>
              </a:extLst>
            </p:cNvPr>
            <p:cNvSpPr txBox="1"/>
            <p:nvPr/>
          </p:nvSpPr>
          <p:spPr>
            <a:xfrm>
              <a:off x="1196788" y="2077778"/>
              <a:ext cx="5458968" cy="523220"/>
            </a:xfrm>
            <a:prstGeom prst="rect">
              <a:avLst/>
            </a:prstGeom>
            <a:noFill/>
          </p:spPr>
          <p:txBody>
            <a:bodyPr wrap="square" lIns="0" rtlCol="0">
              <a:spAutoFit/>
            </a:bodyPr>
            <a:lstStyle/>
            <a:p>
              <a:pPr algn="l">
                <a:buClrTx/>
              </a:pPr>
              <a:r>
                <a:rPr lang="en-US" sz="2800">
                  <a:solidFill>
                    <a:schemeClr val="tx2"/>
                  </a:solidFill>
                  <a:latin typeface="Arial" panose="020B0604020202020204" pitchFamily="34" charset="0"/>
                  <a:ea typeface="Inter Light" panose="02000503000000020004" pitchFamily="2" charset="0"/>
                  <a:cs typeface="Arial" panose="020B0604020202020204" pitchFamily="34" charset="0"/>
                  <a:hlinkClick r:id="rId3" action="ppaction://hlinksldjump">
                    <a:extLst>
                      <a:ext uri="{A12FA001-AC4F-418D-AE19-62706E023703}">
                        <ahyp:hlinkClr xmlns:ahyp="http://schemas.microsoft.com/office/drawing/2018/hyperlinkcolor" val="tx"/>
                      </a:ext>
                    </a:extLst>
                  </a:hlinkClick>
                </a:rPr>
                <a:t>Process &amp; configurable elements</a:t>
              </a:r>
              <a:endParaRPr lang="en-US" sz="28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grpSp>
      <p:grpSp>
        <p:nvGrpSpPr>
          <p:cNvPr id="34" name="Group 33">
            <a:extLst>
              <a:ext uri="{FF2B5EF4-FFF2-40B4-BE49-F238E27FC236}">
                <a16:creationId xmlns:a16="http://schemas.microsoft.com/office/drawing/2014/main" id="{83DB37FB-9C36-9466-817D-F53F75B7669A}"/>
              </a:ext>
            </a:extLst>
          </p:cNvPr>
          <p:cNvGrpSpPr/>
          <p:nvPr/>
        </p:nvGrpSpPr>
        <p:grpSpPr>
          <a:xfrm>
            <a:off x="660154" y="3966358"/>
            <a:ext cx="5990738" cy="617517"/>
            <a:chOff x="665018" y="3050445"/>
            <a:chExt cx="5990738" cy="617517"/>
          </a:xfrm>
        </p:grpSpPr>
        <p:cxnSp>
          <p:nvCxnSpPr>
            <p:cNvPr id="8" name="Straight Connector 7">
              <a:extLst>
                <a:ext uri="{FF2B5EF4-FFF2-40B4-BE49-F238E27FC236}">
                  <a16:creationId xmlns:a16="http://schemas.microsoft.com/office/drawing/2014/main" id="{F02F77F8-1D01-60A8-6E15-F0CA9C5597FD}"/>
                </a:ext>
              </a:extLst>
            </p:cNvPr>
            <p:cNvCxnSpPr>
              <a:cxnSpLocks/>
            </p:cNvCxnSpPr>
            <p:nvPr/>
          </p:nvCxnSpPr>
          <p:spPr>
            <a:xfrm>
              <a:off x="665018" y="3667962"/>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C5BA2E2-2F60-90A1-2702-C1C23C799C62}"/>
                </a:ext>
              </a:extLst>
            </p:cNvPr>
            <p:cNvSpPr txBox="1"/>
            <p:nvPr/>
          </p:nvSpPr>
          <p:spPr>
            <a:xfrm>
              <a:off x="665018" y="3050445"/>
              <a:ext cx="531770" cy="523220"/>
            </a:xfrm>
            <a:prstGeom prst="rect">
              <a:avLst/>
            </a:prstGeom>
            <a:noFill/>
          </p:spPr>
          <p:txBody>
            <a:bodyPr wrap="square" lIns="0" rtlCol="0">
              <a:spAutoFit/>
            </a:bodyPr>
            <a:lstStyle/>
            <a:p>
              <a:pPr algn="l">
                <a:buClrTx/>
              </a:pPr>
              <a:r>
                <a:rPr lang="en-US" sz="2800">
                  <a:solidFill>
                    <a:schemeClr val="accent1"/>
                  </a:solidFill>
                  <a:latin typeface="Arial" panose="020B0604020202020204" pitchFamily="34" charset="0"/>
                  <a:ea typeface="Inter Light" panose="02000503000000020004" pitchFamily="2" charset="0"/>
                  <a:cs typeface="Arial" panose="020B0604020202020204" pitchFamily="34" charset="0"/>
                </a:rPr>
                <a:t>3 </a:t>
              </a:r>
            </a:p>
          </p:txBody>
        </p:sp>
        <p:sp>
          <p:nvSpPr>
            <p:cNvPr id="16" name="TextBox 15">
              <a:extLst>
                <a:ext uri="{FF2B5EF4-FFF2-40B4-BE49-F238E27FC236}">
                  <a16:creationId xmlns:a16="http://schemas.microsoft.com/office/drawing/2014/main" id="{28E29B5F-2F71-752F-D227-727449157AF6}"/>
                </a:ext>
              </a:extLst>
            </p:cNvPr>
            <p:cNvSpPr txBox="1"/>
            <p:nvPr/>
          </p:nvSpPr>
          <p:spPr>
            <a:xfrm>
              <a:off x="1196788" y="3050445"/>
              <a:ext cx="5458968" cy="523220"/>
            </a:xfrm>
            <a:prstGeom prst="rect">
              <a:avLst/>
            </a:prstGeom>
            <a:noFill/>
          </p:spPr>
          <p:txBody>
            <a:bodyPr wrap="square" lIns="0" rtlCol="0">
              <a:spAutoFit/>
            </a:bodyPr>
            <a:lstStyle/>
            <a:p>
              <a:pPr algn="l">
                <a:buClrTx/>
              </a:pPr>
              <a:r>
                <a:rPr lang="en-US" sz="2800">
                  <a:solidFill>
                    <a:schemeClr val="tx2"/>
                  </a:solidFill>
                  <a:latin typeface="Arial" panose="020B0604020202020204" pitchFamily="34" charset="0"/>
                  <a:ea typeface="Inter Light" panose="02000503000000020004" pitchFamily="2" charset="0"/>
                  <a:cs typeface="Arial" panose="020B0604020202020204" pitchFamily="34" charset="0"/>
                  <a:hlinkClick r:id="rId4" action="ppaction://hlinksldjump">
                    <a:extLst>
                      <a:ext uri="{A12FA001-AC4F-418D-AE19-62706E023703}">
                        <ahyp:hlinkClr xmlns:ahyp="http://schemas.microsoft.com/office/drawing/2018/hyperlinkcolor" val="tx"/>
                      </a:ext>
                    </a:extLst>
                  </a:hlinkClick>
                </a:rPr>
                <a:t>Prework &amp; assumptions</a:t>
              </a:r>
              <a:endParaRPr lang="en-US" sz="28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grpSp>
      <p:grpSp>
        <p:nvGrpSpPr>
          <p:cNvPr id="35" name="Group 34">
            <a:extLst>
              <a:ext uri="{FF2B5EF4-FFF2-40B4-BE49-F238E27FC236}">
                <a16:creationId xmlns:a16="http://schemas.microsoft.com/office/drawing/2014/main" id="{095805EB-2CB1-6C64-0235-118BB4994FD5}"/>
              </a:ext>
            </a:extLst>
          </p:cNvPr>
          <p:cNvGrpSpPr/>
          <p:nvPr/>
        </p:nvGrpSpPr>
        <p:grpSpPr>
          <a:xfrm>
            <a:off x="661572" y="5349833"/>
            <a:ext cx="5990738" cy="617517"/>
            <a:chOff x="665018" y="4117409"/>
            <a:chExt cx="5990738" cy="617517"/>
          </a:xfrm>
        </p:grpSpPr>
        <p:cxnSp>
          <p:nvCxnSpPr>
            <p:cNvPr id="10" name="Straight Connector 9">
              <a:extLst>
                <a:ext uri="{FF2B5EF4-FFF2-40B4-BE49-F238E27FC236}">
                  <a16:creationId xmlns:a16="http://schemas.microsoft.com/office/drawing/2014/main" id="{0012160B-C6EA-99EF-1872-FCF02D94776A}"/>
                </a:ext>
              </a:extLst>
            </p:cNvPr>
            <p:cNvCxnSpPr>
              <a:cxnSpLocks/>
            </p:cNvCxnSpPr>
            <p:nvPr/>
          </p:nvCxnSpPr>
          <p:spPr>
            <a:xfrm>
              <a:off x="665018" y="4734926"/>
              <a:ext cx="5989320" cy="0"/>
            </a:xfrm>
            <a:prstGeom prst="line">
              <a:avLst/>
            </a:prstGeom>
            <a:ln w="22225" cap="rnd">
              <a:solidFill>
                <a:schemeClr val="bg1">
                  <a:lumMod val="95000"/>
                </a:schemeClr>
              </a:solidFill>
              <a:headEnd type="none"/>
              <a:tailEnd type="none" w="med" len="med"/>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C85B7454-C96A-A2CB-DD95-89948C210F67}"/>
                </a:ext>
              </a:extLst>
            </p:cNvPr>
            <p:cNvSpPr txBox="1"/>
            <p:nvPr/>
          </p:nvSpPr>
          <p:spPr>
            <a:xfrm>
              <a:off x="665018" y="4117409"/>
              <a:ext cx="531770" cy="523220"/>
            </a:xfrm>
            <a:prstGeom prst="rect">
              <a:avLst/>
            </a:prstGeom>
            <a:noFill/>
          </p:spPr>
          <p:txBody>
            <a:bodyPr wrap="square" lIns="0" rtlCol="0">
              <a:spAutoFit/>
            </a:bodyPr>
            <a:lstStyle/>
            <a:p>
              <a:pPr algn="l">
                <a:buClrTx/>
              </a:pPr>
              <a:r>
                <a:rPr lang="en-US" sz="2800">
                  <a:solidFill>
                    <a:schemeClr val="accent1"/>
                  </a:solidFill>
                  <a:latin typeface="Arial" panose="020B0604020202020204" pitchFamily="34" charset="0"/>
                  <a:ea typeface="Inter Light" panose="02000503000000020004" pitchFamily="2" charset="0"/>
                  <a:cs typeface="Arial" panose="020B0604020202020204" pitchFamily="34" charset="0"/>
                </a:rPr>
                <a:t>4 </a:t>
              </a:r>
            </a:p>
          </p:txBody>
        </p:sp>
        <p:sp>
          <p:nvSpPr>
            <p:cNvPr id="17" name="TextBox 16">
              <a:extLst>
                <a:ext uri="{FF2B5EF4-FFF2-40B4-BE49-F238E27FC236}">
                  <a16:creationId xmlns:a16="http://schemas.microsoft.com/office/drawing/2014/main" id="{D2BBC799-3138-A521-70AB-CF939E473CFF}"/>
                </a:ext>
              </a:extLst>
            </p:cNvPr>
            <p:cNvSpPr txBox="1"/>
            <p:nvPr/>
          </p:nvSpPr>
          <p:spPr>
            <a:xfrm>
              <a:off x="1196788" y="4117409"/>
              <a:ext cx="5458968" cy="523220"/>
            </a:xfrm>
            <a:prstGeom prst="rect">
              <a:avLst/>
            </a:prstGeom>
            <a:noFill/>
          </p:spPr>
          <p:txBody>
            <a:bodyPr wrap="square" lIns="0" rtlCol="0">
              <a:spAutoFit/>
            </a:bodyPr>
            <a:lstStyle/>
            <a:p>
              <a:pPr algn="l">
                <a:buClrTx/>
              </a:pPr>
              <a:r>
                <a:rPr lang="en-US" sz="2800">
                  <a:solidFill>
                    <a:schemeClr val="tx2"/>
                  </a:solidFill>
                  <a:latin typeface="Arial" panose="020B0604020202020204" pitchFamily="34" charset="0"/>
                  <a:ea typeface="Inter Light" panose="02000503000000020004" pitchFamily="2" charset="0"/>
                  <a:cs typeface="Arial" panose="020B0604020202020204" pitchFamily="34" charset="0"/>
                  <a:hlinkClick r:id="rId5" action="ppaction://hlinksldjump">
                    <a:extLst>
                      <a:ext uri="{A12FA001-AC4F-418D-AE19-62706E023703}">
                        <ahyp:hlinkClr xmlns:ahyp="http://schemas.microsoft.com/office/drawing/2018/hyperlinkcolor" val="tx"/>
                      </a:ext>
                    </a:extLst>
                  </a:hlinkClick>
                </a:rPr>
                <a:t>Implementation model design</a:t>
              </a:r>
              <a:endParaRPr lang="en-US" sz="28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grpSp>
      <p:pic>
        <p:nvPicPr>
          <p:cNvPr id="25" name="Picture Placeholder 8" descr="A person using a computer&#10;&#10;AI-generated content may be incorrect.">
            <a:extLst>
              <a:ext uri="{FF2B5EF4-FFF2-40B4-BE49-F238E27FC236}">
                <a16:creationId xmlns:a16="http://schemas.microsoft.com/office/drawing/2014/main" id="{30C79F12-6C2D-1340-870E-F22390E1D409}"/>
              </a:ext>
            </a:extLst>
          </p:cNvPr>
          <p:cNvPicPr>
            <a:picLocks noChangeAspect="1"/>
          </p:cNvPicPr>
          <p:nvPr/>
        </p:nvPicPr>
        <p:blipFill>
          <a:blip r:embed="rId6"/>
          <a:srcRect l="21853" r="21853"/>
          <a:stretch>
            <a:fillRect/>
          </a:stretch>
        </p:blipFill>
        <p:spPr>
          <a:xfrm>
            <a:off x="7144506" y="872505"/>
            <a:ext cx="4382476" cy="5194824"/>
          </a:xfrm>
          <a:custGeom>
            <a:avLst/>
            <a:gdLst>
              <a:gd name="connsiteX0" fmla="*/ 121309 w 3762727"/>
              <a:gd name="connsiteY0" fmla="*/ 0 h 4460197"/>
              <a:gd name="connsiteX1" fmla="*/ 3641264 w 3762727"/>
              <a:gd name="connsiteY1" fmla="*/ 0 h 4460197"/>
              <a:gd name="connsiteX2" fmla="*/ 3753185 w 3762727"/>
              <a:gd name="connsiteY2" fmla="*/ 74186 h 4460197"/>
              <a:gd name="connsiteX3" fmla="*/ 3762727 w 3762727"/>
              <a:gd name="connsiteY3" fmla="*/ 121451 h 4460197"/>
              <a:gd name="connsiteX4" fmla="*/ 3762727 w 3762727"/>
              <a:gd name="connsiteY4" fmla="*/ 4338746 h 4460197"/>
              <a:gd name="connsiteX5" fmla="*/ 3753185 w 3762727"/>
              <a:gd name="connsiteY5" fmla="*/ 4386011 h 4460197"/>
              <a:gd name="connsiteX6" fmla="*/ 3641264 w 3762727"/>
              <a:gd name="connsiteY6" fmla="*/ 4460197 h 4460197"/>
              <a:gd name="connsiteX7" fmla="*/ 121309 w 3762727"/>
              <a:gd name="connsiteY7" fmla="*/ 4460197 h 4460197"/>
              <a:gd name="connsiteX8" fmla="*/ 9389 w 3762727"/>
              <a:gd name="connsiteY8" fmla="*/ 4386011 h 4460197"/>
              <a:gd name="connsiteX9" fmla="*/ 0 w 3762727"/>
              <a:gd name="connsiteY9" fmla="*/ 4339509 h 4460197"/>
              <a:gd name="connsiteX10" fmla="*/ 0 w 3762727"/>
              <a:gd name="connsiteY10" fmla="*/ 120688 h 4460197"/>
              <a:gd name="connsiteX11" fmla="*/ 9389 w 3762727"/>
              <a:gd name="connsiteY11" fmla="*/ 74186 h 4460197"/>
              <a:gd name="connsiteX12" fmla="*/ 121309 w 3762727"/>
              <a:gd name="connsiteY12" fmla="*/ 0 h 4460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762727" h="4460197">
                <a:moveTo>
                  <a:pt x="121309" y="0"/>
                </a:moveTo>
                <a:lnTo>
                  <a:pt x="3641264" y="0"/>
                </a:lnTo>
                <a:cubicBezTo>
                  <a:pt x="3691577" y="0"/>
                  <a:pt x="3734745" y="30590"/>
                  <a:pt x="3753185" y="74186"/>
                </a:cubicBezTo>
                <a:lnTo>
                  <a:pt x="3762727" y="121451"/>
                </a:lnTo>
                <a:lnTo>
                  <a:pt x="3762727" y="4338746"/>
                </a:lnTo>
                <a:lnTo>
                  <a:pt x="3753185" y="4386011"/>
                </a:lnTo>
                <a:cubicBezTo>
                  <a:pt x="3734745" y="4429607"/>
                  <a:pt x="3691577" y="4460197"/>
                  <a:pt x="3641264" y="4460197"/>
                </a:cubicBezTo>
                <a:lnTo>
                  <a:pt x="121309" y="4460197"/>
                </a:lnTo>
                <a:cubicBezTo>
                  <a:pt x="70996" y="4460197"/>
                  <a:pt x="27828" y="4429607"/>
                  <a:pt x="9389" y="4386011"/>
                </a:cubicBezTo>
                <a:lnTo>
                  <a:pt x="0" y="4339509"/>
                </a:lnTo>
                <a:lnTo>
                  <a:pt x="0" y="120688"/>
                </a:lnTo>
                <a:lnTo>
                  <a:pt x="9389" y="74186"/>
                </a:lnTo>
                <a:cubicBezTo>
                  <a:pt x="27828" y="30590"/>
                  <a:pt x="70996" y="0"/>
                  <a:pt x="121309" y="0"/>
                </a:cubicBezTo>
                <a:close/>
              </a:path>
            </a:pathLst>
          </a:custGeom>
        </p:spPr>
      </p:pic>
    </p:spTree>
    <p:extLst>
      <p:ext uri="{BB962C8B-B14F-4D97-AF65-F5344CB8AC3E}">
        <p14:creationId xmlns:p14="http://schemas.microsoft.com/office/powerpoint/2010/main" val="1818286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35E6C-9843-7BE3-6861-404C1963B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0603E-6946-0A31-A5C1-B35C7CADF0B3}"/>
              </a:ext>
            </a:extLst>
          </p:cNvPr>
          <p:cNvSpPr>
            <a:spLocks noGrp="1"/>
          </p:cNvSpPr>
          <p:nvPr>
            <p:ph type="title"/>
          </p:nvPr>
        </p:nvSpPr>
        <p:spPr/>
        <p:txBody>
          <a:bodyPr/>
          <a:lstStyle/>
          <a:p>
            <a:r>
              <a:rPr lang="en-US"/>
              <a:t>Application overview</a:t>
            </a:r>
          </a:p>
        </p:txBody>
      </p:sp>
      <p:sp>
        <p:nvSpPr>
          <p:cNvPr id="3" name="Text Placeholder 2">
            <a:extLst>
              <a:ext uri="{FF2B5EF4-FFF2-40B4-BE49-F238E27FC236}">
                <a16:creationId xmlns:a16="http://schemas.microsoft.com/office/drawing/2014/main" id="{54036A85-D793-C2BB-0340-613CA0B7B727}"/>
              </a:ext>
            </a:extLst>
          </p:cNvPr>
          <p:cNvSpPr>
            <a:spLocks noGrp="1"/>
          </p:cNvSpPr>
          <p:nvPr>
            <p:ph type="body" sz="quarter" idx="10"/>
          </p:nvPr>
        </p:nvSpPr>
        <p:spPr/>
        <p:txBody>
          <a:bodyPr/>
          <a:lstStyle/>
          <a:p>
            <a:r>
              <a:rPr lang="en-US"/>
              <a:t>Section 1</a:t>
            </a:r>
          </a:p>
        </p:txBody>
      </p:sp>
    </p:spTree>
    <p:extLst>
      <p:ext uri="{BB962C8B-B14F-4D97-AF65-F5344CB8AC3E}">
        <p14:creationId xmlns:p14="http://schemas.microsoft.com/office/powerpoint/2010/main" val="511200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ounded Rectangle 4">
            <a:extLst>
              <a:ext uri="{FF2B5EF4-FFF2-40B4-BE49-F238E27FC236}">
                <a16:creationId xmlns:a16="http://schemas.microsoft.com/office/drawing/2014/main" id="{6592B50F-B834-D2CE-8DBC-9FADB3C0E34D}"/>
              </a:ext>
            </a:extLst>
          </p:cNvPr>
          <p:cNvSpPr/>
          <p:nvPr/>
        </p:nvSpPr>
        <p:spPr>
          <a:xfrm>
            <a:off x="365459" y="1080573"/>
            <a:ext cx="5089943" cy="5549042"/>
          </a:xfrm>
          <a:prstGeom prst="roundRect">
            <a:avLst>
              <a:gd name="adj" fmla="val 2075"/>
            </a:avLst>
          </a:prstGeom>
          <a:solidFill>
            <a:srgbClr val="F2F1E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srgbClr val="FFFFFF"/>
                </a:solidFill>
                <a:effectLst/>
                <a:uLnTx/>
                <a:uFillTx/>
                <a:latin typeface="Arial" panose="020B0604020202020204"/>
                <a:ea typeface="+mn-ea"/>
                <a:cs typeface="+mn-cs"/>
              </a:rPr>
              <a:t> </a:t>
            </a:r>
            <a:endParaRPr kumimoji="0" lang="en-US" sz="1600" b="0" i="0" u="none" strike="noStrike" kern="0" cap="none" spc="0" normalizeH="0" baseline="0" noProof="0">
              <a:ln>
                <a:noFill/>
              </a:ln>
              <a:solidFill>
                <a:srgbClr val="FFFFFF"/>
              </a:solidFill>
              <a:effectLst/>
              <a:uLnTx/>
              <a:uFillTx/>
              <a:latin typeface="Arial" panose="020B0604020202020204"/>
              <a:ea typeface="Verdana" charset="0"/>
              <a:cs typeface="Arial" panose="020B0604020202020204" pitchFamily="34" charset="0"/>
            </a:endParaRPr>
          </a:p>
        </p:txBody>
      </p:sp>
      <p:sp>
        <p:nvSpPr>
          <p:cNvPr id="53" name="Title 4">
            <a:extLst>
              <a:ext uri="{FF2B5EF4-FFF2-40B4-BE49-F238E27FC236}">
                <a16:creationId xmlns:a16="http://schemas.microsoft.com/office/drawing/2014/main" id="{5B01AEE4-7E65-79E7-98BC-C37173D04865}"/>
              </a:ext>
            </a:extLst>
          </p:cNvPr>
          <p:cNvSpPr txBox="1">
            <a:spLocks/>
          </p:cNvSpPr>
          <p:nvPr/>
        </p:nvSpPr>
        <p:spPr>
          <a:xfrm>
            <a:off x="365460" y="305908"/>
            <a:ext cx="10871904" cy="451405"/>
          </a:xfrm>
          <a:prstGeom prst="rect">
            <a:avLst/>
          </a:prstGeom>
        </p:spPr>
        <p:txBody>
          <a:bodyPr lIns="0" tIns="60960" rIns="0" bIns="60960" anchor="t"/>
          <a:lstStyle>
            <a:lvl1pPr algn="l" defTabSz="914400" rtl="0" eaLnBrk="1" latinLnBrk="0" hangingPunct="1">
              <a:spcBef>
                <a:spcPct val="0"/>
              </a:spcBef>
              <a:buNone/>
              <a:defRPr sz="1600" b="1" i="0" kern="1200">
                <a:solidFill>
                  <a:schemeClr val="bg2"/>
                </a:solidFill>
                <a:latin typeface="Arial" panose="020B0604020202020204" pitchFamily="34" charset="0"/>
                <a:ea typeface="Verdana" charset="0"/>
                <a:cs typeface="Arial" panose="020B0604020202020204" pitchFamily="34" charset="0"/>
              </a:defRPr>
            </a:lvl1pPr>
          </a:lstStyle>
          <a:p>
            <a:r>
              <a:rPr lang="en-US" sz="1800">
                <a:solidFill>
                  <a:schemeClr val="tx2"/>
                </a:solidFill>
                <a:latin typeface="Arial"/>
                <a:ea typeface="Verdana"/>
                <a:cs typeface="Arial"/>
              </a:rPr>
              <a:t>Territory and Quota Planning</a:t>
            </a:r>
            <a:endParaRPr lang="en-US" sz="1400" b="0">
              <a:solidFill>
                <a:schemeClr val="tx2"/>
              </a:solidFill>
              <a:latin typeface="Arial"/>
              <a:ea typeface="Verdana"/>
              <a:cs typeface="Arial"/>
            </a:endParaRPr>
          </a:p>
          <a:p>
            <a:r>
              <a:rPr lang="en-US" sz="1400">
                <a:solidFill>
                  <a:schemeClr val="tx2"/>
                </a:solidFill>
                <a:latin typeface="Arial"/>
                <a:ea typeface="Verdana"/>
                <a:cs typeface="Arial"/>
              </a:rPr>
              <a:t>Out-of-the-box functionalities to support territory design, rep alignment, target setting, and quota allocation</a:t>
            </a:r>
          </a:p>
          <a:p>
            <a:endParaRPr lang="en-US" sz="1400">
              <a:solidFill>
                <a:schemeClr val="tx2"/>
              </a:solidFill>
            </a:endParaRPr>
          </a:p>
          <a:p>
            <a:endParaRPr lang="en-US" sz="1400" b="0">
              <a:solidFill>
                <a:schemeClr val="tx2"/>
              </a:solidFill>
            </a:endParaRPr>
          </a:p>
        </p:txBody>
      </p:sp>
      <p:sp>
        <p:nvSpPr>
          <p:cNvPr id="3" name="Text Placeholder 12">
            <a:extLst>
              <a:ext uri="{FF2B5EF4-FFF2-40B4-BE49-F238E27FC236}">
                <a16:creationId xmlns:a16="http://schemas.microsoft.com/office/drawing/2014/main" id="{14DA160E-ADAA-41E0-476C-436ACB8E635D}"/>
              </a:ext>
            </a:extLst>
          </p:cNvPr>
          <p:cNvSpPr txBox="1">
            <a:spLocks/>
          </p:cNvSpPr>
          <p:nvPr/>
        </p:nvSpPr>
        <p:spPr>
          <a:xfrm>
            <a:off x="499472" y="1118283"/>
            <a:ext cx="4828883" cy="4748500"/>
          </a:xfrm>
          <a:prstGeom prst="rect">
            <a:avLst/>
          </a:prstGeom>
        </p:spPr>
        <p:txBody>
          <a:bodyPr lIns="91440" tIns="45720" rIns="91440" bIns="45720" anchor="t"/>
          <a:lstStyle>
            <a:lvl1pPr marL="380990" indent="-380990" algn="l" defTabSz="1219170" rtl="0" eaLnBrk="1" latinLnBrk="0" hangingPunct="1">
              <a:spcBef>
                <a:spcPct val="20000"/>
              </a:spcBef>
              <a:buClr>
                <a:schemeClr val="accent1"/>
              </a:buClr>
              <a:buFont typeface="Arial" panose="020B0604020202020204" pitchFamily="34" charset="0"/>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1pPr>
            <a:lvl2pPr marL="990575" indent="-380990"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2pPr>
            <a:lvl3pPr marL="1676358" indent="-457189" algn="l" defTabSz="1219170" rtl="0" eaLnBrk="1" latinLnBrk="0" hangingPunct="1">
              <a:spcBef>
                <a:spcPct val="20000"/>
              </a:spcBef>
              <a:buClr>
                <a:schemeClr val="tx2"/>
              </a:buClr>
              <a:buFont typeface="Arial"/>
              <a:buChar char="•"/>
              <a:defRPr sz="2133" b="0" i="0" kern="1200">
                <a:solidFill>
                  <a:schemeClr val="tx1">
                    <a:lumMod val="75000"/>
                    <a:lumOff val="25000"/>
                  </a:schemeClr>
                </a:solidFill>
                <a:latin typeface="Arial" panose="020B0604020202020204" pitchFamily="34" charset="0"/>
                <a:ea typeface="Verdana" charset="0"/>
                <a:cs typeface="Arial" panose="020B0604020202020204" pitchFamily="34" charset="0"/>
              </a:defRPr>
            </a:lvl3pPr>
            <a:lvl4pPr marL="2133547"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chemeClr val="tx1">
                    <a:lumMod val="75000"/>
                    <a:lumOff val="25000"/>
                  </a:schemeClr>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fontAlgn="base">
              <a:buNone/>
            </a:pPr>
            <a:r>
              <a:rPr lang="en-US" sz="900" b="1">
                <a:solidFill>
                  <a:srgbClr val="0A2F46"/>
                </a:solidFill>
                <a:latin typeface="Arial"/>
                <a:ea typeface="Verdana"/>
                <a:cs typeface="Arial"/>
              </a:rPr>
              <a:t>Scenario Planning</a:t>
            </a:r>
            <a:endParaRPr lang="en-US" sz="900">
              <a:solidFill>
                <a:srgbClr val="0A2F46"/>
              </a:solidFill>
              <a:latin typeface="Arial"/>
              <a:ea typeface="Verdana"/>
              <a:cs typeface="Arial"/>
            </a:endParaRPr>
          </a:p>
          <a:p>
            <a:pPr marL="288925" lvl="1" indent="-136525" fontAlgn="base">
              <a:buClr>
                <a:schemeClr val="bg2"/>
              </a:buClr>
            </a:pPr>
            <a:r>
              <a:rPr lang="en-US" sz="900">
                <a:solidFill>
                  <a:srgbClr val="0A2F46"/>
                </a:solidFill>
                <a:latin typeface="Arial"/>
                <a:ea typeface="Verdana"/>
                <a:cs typeface="Arial"/>
              </a:rPr>
              <a:t>Customize forecasts for dynamic planning.</a:t>
            </a:r>
          </a:p>
          <a:p>
            <a:pPr marL="288925" lvl="1" indent="-136525" fontAlgn="base">
              <a:buClr>
                <a:schemeClr val="bg2"/>
              </a:buClr>
            </a:pPr>
            <a:r>
              <a:rPr lang="en-US" sz="900">
                <a:solidFill>
                  <a:srgbClr val="0A2F46"/>
                </a:solidFill>
                <a:latin typeface="Arial"/>
                <a:ea typeface="Verdana"/>
                <a:cs typeface="Arial"/>
              </a:rPr>
              <a:t>Model full-year projections and growth strategies.</a:t>
            </a:r>
          </a:p>
          <a:p>
            <a:pPr marL="288925" lvl="1" indent="-136525" fontAlgn="base">
              <a:buClr>
                <a:schemeClr val="bg2"/>
              </a:buClr>
            </a:pPr>
            <a:r>
              <a:rPr lang="en-US" sz="900">
                <a:solidFill>
                  <a:srgbClr val="0A2F46"/>
                </a:solidFill>
                <a:latin typeface="Arial"/>
                <a:ea typeface="Verdana"/>
                <a:cs typeface="Arial"/>
              </a:rPr>
              <a:t>Build scenario plans by segment, product, or sales role.</a:t>
            </a:r>
          </a:p>
          <a:p>
            <a:pPr marL="288925" lvl="1" indent="-136525" fontAlgn="base">
              <a:buClr>
                <a:schemeClr val="bg2"/>
              </a:buClr>
            </a:pPr>
            <a:r>
              <a:rPr lang="en-US" sz="900">
                <a:solidFill>
                  <a:srgbClr val="0A2F46"/>
                </a:solidFill>
                <a:latin typeface="Arial"/>
                <a:ea typeface="Verdana"/>
                <a:cs typeface="Arial"/>
              </a:rPr>
              <a:t>Create driver-based scenarios (e.g., new business vs. renewals).</a:t>
            </a:r>
          </a:p>
          <a:p>
            <a:pPr marL="288925" lvl="1" indent="-136525" fontAlgn="base">
              <a:buClr>
                <a:schemeClr val="bg2"/>
              </a:buClr>
            </a:pPr>
            <a:r>
              <a:rPr lang="en-US" sz="900">
                <a:solidFill>
                  <a:srgbClr val="0A2F46"/>
                </a:solidFill>
                <a:latin typeface="Arial"/>
                <a:ea typeface="Verdana"/>
                <a:cs typeface="Arial"/>
              </a:rPr>
              <a:t>Compare multiple scenarios to evaluate outcomes.</a:t>
            </a:r>
          </a:p>
          <a:p>
            <a:pPr marL="152400" lvl="1" indent="0" fontAlgn="base">
              <a:buClr>
                <a:schemeClr val="bg2"/>
              </a:buClr>
              <a:buNone/>
            </a:pPr>
            <a:endParaRPr lang="en-US" sz="600">
              <a:solidFill>
                <a:srgbClr val="0A2F46"/>
              </a:solidFill>
              <a:latin typeface="Arial"/>
              <a:ea typeface="Verdana"/>
              <a:cs typeface="Arial"/>
            </a:endParaRPr>
          </a:p>
          <a:p>
            <a:pPr marL="0" indent="0" fontAlgn="base">
              <a:buNone/>
            </a:pPr>
            <a:r>
              <a:rPr lang="en-US" sz="900" b="1">
                <a:solidFill>
                  <a:srgbClr val="0A2F46"/>
                </a:solidFill>
                <a:latin typeface="Arial"/>
                <a:ea typeface="Verdana"/>
                <a:cs typeface="Arial"/>
              </a:rPr>
              <a:t>Target Allocations:</a:t>
            </a:r>
          </a:p>
          <a:p>
            <a:pPr marL="288925" lvl="1" indent="-136525" fontAlgn="base">
              <a:buClr>
                <a:schemeClr val="bg2"/>
              </a:buClr>
            </a:pPr>
            <a:r>
              <a:rPr lang="en-US" sz="900">
                <a:solidFill>
                  <a:srgbClr val="0A2F46"/>
                </a:solidFill>
                <a:latin typeface="Arial"/>
                <a:ea typeface="Verdana"/>
                <a:cs typeface="Arial"/>
              </a:rPr>
              <a:t>Input, adjust, and override sales targets (top-down/bottom-up).</a:t>
            </a:r>
          </a:p>
          <a:p>
            <a:pPr marL="288925" lvl="1" indent="-136525" fontAlgn="base">
              <a:buClr>
                <a:schemeClr val="bg2"/>
              </a:buClr>
            </a:pPr>
            <a:r>
              <a:rPr lang="en-US" sz="900">
                <a:solidFill>
                  <a:srgbClr val="0A2F46"/>
                </a:solidFill>
                <a:latin typeface="Arial"/>
                <a:ea typeface="Verdana"/>
                <a:cs typeface="Arial"/>
              </a:rPr>
              <a:t>Lock targets dynamically with approval workflows.</a:t>
            </a:r>
          </a:p>
          <a:p>
            <a:pPr marL="288925" lvl="1" indent="-136525" fontAlgn="base">
              <a:buClr>
                <a:schemeClr val="bg2"/>
              </a:buClr>
            </a:pPr>
            <a:r>
              <a:rPr lang="en-US" sz="900">
                <a:solidFill>
                  <a:srgbClr val="0A2F46"/>
                </a:solidFill>
                <a:latin typeface="Arial"/>
                <a:ea typeface="Verdana"/>
                <a:cs typeface="Arial"/>
              </a:rPr>
              <a:t>Conduct final reviews and adjustments against roll-up view.</a:t>
            </a:r>
          </a:p>
          <a:p>
            <a:pPr marL="152400" lvl="1" indent="0" fontAlgn="base">
              <a:buClr>
                <a:schemeClr val="bg2"/>
              </a:buClr>
              <a:buNone/>
            </a:pPr>
            <a:endParaRPr lang="en-US" sz="600">
              <a:solidFill>
                <a:srgbClr val="0A2F46"/>
              </a:solidFill>
              <a:latin typeface="Arial"/>
              <a:ea typeface="Verdana"/>
              <a:cs typeface="Arial"/>
            </a:endParaRPr>
          </a:p>
          <a:p>
            <a:pPr marL="0" indent="0" fontAlgn="base">
              <a:buNone/>
            </a:pPr>
            <a:r>
              <a:rPr lang="en-US" sz="900" b="1">
                <a:solidFill>
                  <a:srgbClr val="0A2F46"/>
                </a:solidFill>
                <a:latin typeface="Arial"/>
                <a:ea typeface="Verdana"/>
                <a:cs typeface="Arial"/>
              </a:rPr>
              <a:t>Account-to-Territory Assignment:</a:t>
            </a:r>
          </a:p>
          <a:p>
            <a:pPr marL="288925" lvl="1" indent="-136525" fontAlgn="base">
              <a:buClr>
                <a:schemeClr val="bg2"/>
              </a:buClr>
            </a:pPr>
            <a:r>
              <a:rPr lang="en-US" sz="900">
                <a:solidFill>
                  <a:srgbClr val="0A2F46"/>
                </a:solidFill>
                <a:latin typeface="Arial"/>
                <a:ea typeface="Verdana"/>
                <a:cs typeface="Arial"/>
              </a:rPr>
              <a:t>Optimized account to territory assignments.</a:t>
            </a:r>
          </a:p>
          <a:p>
            <a:pPr marL="288925" lvl="1" indent="-136525">
              <a:buClr>
                <a:schemeClr val="bg2"/>
              </a:buClr>
            </a:pPr>
            <a:r>
              <a:rPr lang="en-US" sz="900">
                <a:solidFill>
                  <a:srgbClr val="0A2F46"/>
                </a:solidFill>
                <a:latin typeface="Arial"/>
                <a:ea typeface="Verdana"/>
                <a:cs typeface="Arial"/>
              </a:rPr>
              <a:t>Assign multiple territories to reps. </a:t>
            </a:r>
            <a:endParaRPr lang="en-US"/>
          </a:p>
          <a:p>
            <a:pPr marL="288925" lvl="1" indent="-136525" fontAlgn="base">
              <a:buClr>
                <a:schemeClr val="bg2"/>
              </a:buClr>
            </a:pPr>
            <a:r>
              <a:rPr lang="en-US" sz="900">
                <a:solidFill>
                  <a:srgbClr val="0A2F46"/>
                </a:solidFill>
                <a:latin typeface="Arial"/>
                <a:ea typeface="Verdana"/>
                <a:cs typeface="Arial"/>
              </a:rPr>
              <a:t>Model redistribution scenarios.</a:t>
            </a:r>
          </a:p>
          <a:p>
            <a:pPr marL="288925" lvl="1" indent="-136525" fontAlgn="base">
              <a:buClr>
                <a:schemeClr val="bg2"/>
              </a:buClr>
            </a:pPr>
            <a:r>
              <a:rPr lang="en-US" sz="900">
                <a:solidFill>
                  <a:srgbClr val="0A2F46"/>
                </a:solidFill>
                <a:latin typeface="Arial"/>
                <a:ea typeface="Verdana"/>
                <a:cs typeface="Arial"/>
              </a:rPr>
              <a:t>Support zip-code planning with geo-mapping capabilities.</a:t>
            </a:r>
          </a:p>
          <a:p>
            <a:pPr marL="288925" lvl="1" indent="-136525" fontAlgn="base">
              <a:buClr>
                <a:schemeClr val="bg2"/>
              </a:buClr>
            </a:pPr>
            <a:r>
              <a:rPr lang="en-US" sz="900">
                <a:solidFill>
                  <a:srgbClr val="0A2F46"/>
                </a:solidFill>
                <a:latin typeface="Arial"/>
                <a:ea typeface="Verdana"/>
                <a:cs typeface="Arial"/>
              </a:rPr>
              <a:t>Assign multiple territories to a single rep as needed.</a:t>
            </a:r>
          </a:p>
          <a:p>
            <a:pPr marL="288925" lvl="1" indent="-136525" fontAlgn="base">
              <a:buClr>
                <a:schemeClr val="bg2"/>
              </a:buClr>
            </a:pPr>
            <a:r>
              <a:rPr lang="en-US" sz="900">
                <a:solidFill>
                  <a:srgbClr val="0A2F46"/>
                </a:solidFill>
                <a:latin typeface="Arial"/>
                <a:ea typeface="Verdana"/>
                <a:cs typeface="Arial"/>
              </a:rPr>
              <a:t>Model different scenarios for account redistribution.</a:t>
            </a:r>
          </a:p>
          <a:p>
            <a:pPr marL="152400" lvl="1" indent="0" fontAlgn="base">
              <a:buClr>
                <a:schemeClr val="bg2"/>
              </a:buClr>
              <a:buNone/>
            </a:pPr>
            <a:endParaRPr lang="en-US" sz="600">
              <a:solidFill>
                <a:srgbClr val="0A2F46"/>
              </a:solidFill>
              <a:latin typeface="Arial"/>
              <a:ea typeface="Verdana"/>
              <a:cs typeface="Arial"/>
            </a:endParaRPr>
          </a:p>
          <a:p>
            <a:pPr marL="0" indent="0" fontAlgn="base">
              <a:buNone/>
            </a:pPr>
            <a:r>
              <a:rPr lang="en-US" sz="900" b="1">
                <a:solidFill>
                  <a:srgbClr val="0A2F46"/>
                </a:solidFill>
                <a:latin typeface="Arial"/>
                <a:ea typeface="Verdana"/>
                <a:cs typeface="Arial"/>
              </a:rPr>
              <a:t>Rep-to-Territory Assignment:</a:t>
            </a:r>
          </a:p>
          <a:p>
            <a:pPr marL="288925" lvl="1" indent="-136525" fontAlgn="base"/>
            <a:r>
              <a:rPr lang="en-US" sz="900">
                <a:solidFill>
                  <a:srgbClr val="0A2F46"/>
                </a:solidFill>
                <a:latin typeface="Arial"/>
                <a:ea typeface="Verdana"/>
                <a:cs typeface="Arial"/>
              </a:rPr>
              <a:t>Assign and update sales teams and overlays by role.</a:t>
            </a:r>
          </a:p>
          <a:p>
            <a:pPr marL="288925" lvl="1" indent="-136525" fontAlgn="base">
              <a:buClr>
                <a:schemeClr val="bg2"/>
              </a:buClr>
            </a:pPr>
            <a:r>
              <a:rPr lang="en-US" sz="900">
                <a:solidFill>
                  <a:srgbClr val="0A2F46"/>
                </a:solidFill>
                <a:latin typeface="Arial"/>
                <a:ea typeface="Verdana"/>
                <a:cs typeface="Arial"/>
              </a:rPr>
              <a:t>Manage temporary assignments, start/end dates, and role transitions with effective dates to plan coverage.</a:t>
            </a:r>
          </a:p>
          <a:p>
            <a:pPr marL="288925" lvl="1" indent="-136525" fontAlgn="base">
              <a:buClr>
                <a:schemeClr val="bg2"/>
              </a:buClr>
            </a:pPr>
            <a:r>
              <a:rPr lang="en-US" sz="900">
                <a:solidFill>
                  <a:srgbClr val="0A2F46"/>
                </a:solidFill>
                <a:latin typeface="Arial"/>
                <a:ea typeface="Verdana"/>
                <a:cs typeface="Arial"/>
              </a:rPr>
              <a:t>View and allocate unassigned reps for proper coverage.</a:t>
            </a:r>
          </a:p>
          <a:p>
            <a:pPr marL="288925" lvl="1" indent="-136525" fontAlgn="base">
              <a:buClr>
                <a:schemeClr val="bg2"/>
              </a:buClr>
            </a:pPr>
            <a:r>
              <a:rPr lang="en-US" sz="900">
                <a:solidFill>
                  <a:srgbClr val="0A2F46"/>
                </a:solidFill>
                <a:latin typeface="Arial"/>
                <a:ea typeface="Verdana"/>
                <a:cs typeface="Arial"/>
              </a:rPr>
              <a:t>Create territory hierarchies based on sales team relationships. </a:t>
            </a:r>
          </a:p>
          <a:p>
            <a:pPr marL="288925" lvl="1" indent="-136525" fontAlgn="base">
              <a:buClr>
                <a:schemeClr val="bg2"/>
              </a:buClr>
            </a:pPr>
            <a:r>
              <a:rPr lang="en-US" sz="900">
                <a:solidFill>
                  <a:srgbClr val="0A2F46"/>
                </a:solidFill>
                <a:latin typeface="Arial"/>
                <a:ea typeface="Verdana"/>
                <a:cs typeface="Arial"/>
              </a:rPr>
              <a:t>Increase flexibility by allowing reps to be assigned to multiple territories or assigned as player/coach roles.</a:t>
            </a:r>
          </a:p>
          <a:p>
            <a:pPr marL="152400" lvl="1" indent="0" fontAlgn="base">
              <a:buClr>
                <a:schemeClr val="bg2"/>
              </a:buClr>
              <a:buNone/>
            </a:pPr>
            <a:endParaRPr lang="en-US" sz="600">
              <a:solidFill>
                <a:srgbClr val="0A2F46"/>
              </a:solidFill>
              <a:latin typeface="Arial"/>
              <a:ea typeface="Verdana"/>
              <a:cs typeface="Arial"/>
            </a:endParaRPr>
          </a:p>
          <a:p>
            <a:pPr marL="0" indent="0" fontAlgn="base">
              <a:buNone/>
            </a:pPr>
            <a:r>
              <a:rPr lang="en-US" sz="900" b="1">
                <a:solidFill>
                  <a:srgbClr val="0A2F46"/>
                </a:solidFill>
                <a:latin typeface="Arial"/>
                <a:ea typeface="Verdana"/>
                <a:cs typeface="Arial"/>
              </a:rPr>
              <a:t>Quota Assignment:</a:t>
            </a:r>
          </a:p>
          <a:p>
            <a:pPr marL="288925" lvl="1" indent="-136525" fontAlgn="base">
              <a:buClr>
                <a:schemeClr val="bg2"/>
              </a:buClr>
            </a:pPr>
            <a:r>
              <a:rPr lang="en-US" sz="900">
                <a:solidFill>
                  <a:srgbClr val="0A2F46"/>
                </a:solidFill>
                <a:latin typeface="Arial"/>
                <a:ea typeface="Verdana"/>
                <a:cs typeface="Arial"/>
              </a:rPr>
              <a:t>Assign quotas directly to reps and overlays, or use role-based targets.</a:t>
            </a:r>
          </a:p>
          <a:p>
            <a:pPr marL="288925" lvl="1" indent="-136525" fontAlgn="base">
              <a:buClr>
                <a:schemeClr val="bg2"/>
              </a:buClr>
            </a:pPr>
            <a:r>
              <a:rPr lang="en-US" sz="900">
                <a:solidFill>
                  <a:srgbClr val="0A2F46"/>
                </a:solidFill>
                <a:latin typeface="Arial"/>
                <a:ea typeface="Verdana"/>
                <a:cs typeface="Arial"/>
              </a:rPr>
              <a:t>Allocate quotas with ramping, seasonality, and flexible dimensions (e.g., hierarchy, role, product line).</a:t>
            </a:r>
          </a:p>
          <a:p>
            <a:pPr marL="288925" lvl="1" indent="-136525" fontAlgn="base">
              <a:buClr>
                <a:schemeClr val="bg2"/>
              </a:buClr>
            </a:pPr>
            <a:r>
              <a:rPr lang="en-US" sz="900">
                <a:solidFill>
                  <a:srgbClr val="0A2F46"/>
                </a:solidFill>
                <a:latin typeface="Arial"/>
                <a:ea typeface="Verdana"/>
                <a:cs typeface="Arial"/>
              </a:rPr>
              <a:t>Compare top-down vs. bottom-up quota allocations.</a:t>
            </a:r>
          </a:p>
          <a:p>
            <a:pPr marL="288925" lvl="1" indent="-136525" fontAlgn="base">
              <a:buClr>
                <a:schemeClr val="bg2"/>
              </a:buClr>
            </a:pPr>
            <a:r>
              <a:rPr lang="en-US" sz="900">
                <a:solidFill>
                  <a:srgbClr val="0A2F46"/>
                </a:solidFill>
                <a:latin typeface="Arial"/>
                <a:ea typeface="Verdana"/>
                <a:cs typeface="Arial"/>
              </a:rPr>
              <a:t>Approve and export finalized assignments.</a:t>
            </a:r>
          </a:p>
          <a:p>
            <a:pPr marL="0" indent="0" fontAlgn="base">
              <a:lnSpc>
                <a:spcPts val="1651"/>
              </a:lnSpc>
              <a:buNone/>
            </a:pPr>
            <a:endParaRPr lang="en-US" sz="900">
              <a:solidFill>
                <a:srgbClr val="0A2F46"/>
              </a:solidFill>
            </a:endParaRPr>
          </a:p>
        </p:txBody>
      </p:sp>
      <p:pic>
        <p:nvPicPr>
          <p:cNvPr id="2" name="Picture 2">
            <a:extLst>
              <a:ext uri="{FF2B5EF4-FFF2-40B4-BE49-F238E27FC236}">
                <a16:creationId xmlns:a16="http://schemas.microsoft.com/office/drawing/2014/main" id="{704A1E3D-DBCC-5824-E6D3-7D46831104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8536" y="1217072"/>
            <a:ext cx="5820227" cy="303573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E08CC92-5171-427D-6C27-E6F69BB5AF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1954" y="3171592"/>
            <a:ext cx="5586845" cy="301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170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9AD62-D23C-BCB9-0BAD-AEB1852267B6}"/>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6580C2B6-DB46-0865-8055-A53ACDD40F55}"/>
              </a:ext>
            </a:extLst>
          </p:cNvPr>
          <p:cNvSpPr/>
          <p:nvPr/>
        </p:nvSpPr>
        <p:spPr>
          <a:xfrm>
            <a:off x="0" y="0"/>
            <a:ext cx="12192001" cy="4856606"/>
          </a:xfrm>
          <a:prstGeom prst="rect">
            <a:avLst/>
          </a:prstGeom>
          <a:solidFill>
            <a:srgbClr val="F3F1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80" name="Rectangle 79">
            <a:extLst>
              <a:ext uri="{FF2B5EF4-FFF2-40B4-BE49-F238E27FC236}">
                <a16:creationId xmlns:a16="http://schemas.microsoft.com/office/drawing/2014/main" id="{7CFA9DA9-F9EB-E475-7B66-384165D888DC}"/>
              </a:ext>
            </a:extLst>
          </p:cNvPr>
          <p:cNvSpPr/>
          <p:nvPr/>
        </p:nvSpPr>
        <p:spPr>
          <a:xfrm>
            <a:off x="1" y="4865776"/>
            <a:ext cx="12192000" cy="2002097"/>
          </a:xfrm>
          <a:prstGeom prst="rect">
            <a:avLst/>
          </a:prstGeom>
          <a:solidFill>
            <a:srgbClr val="092F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28" name="Title 1">
            <a:extLst>
              <a:ext uri="{FF2B5EF4-FFF2-40B4-BE49-F238E27FC236}">
                <a16:creationId xmlns:a16="http://schemas.microsoft.com/office/drawing/2014/main" id="{1C0582A2-1ED7-EDAC-BA10-554B924F8A11}"/>
              </a:ext>
            </a:extLst>
          </p:cNvPr>
          <p:cNvSpPr>
            <a:spLocks noGrp="1"/>
          </p:cNvSpPr>
          <p:nvPr>
            <p:ph type="title"/>
          </p:nvPr>
        </p:nvSpPr>
        <p:spPr>
          <a:xfrm>
            <a:off x="615103" y="392856"/>
            <a:ext cx="10983484" cy="836947"/>
          </a:xfrm>
        </p:spPr>
        <p:txBody>
          <a:bodyPr lIns="0" tIns="60960" rIns="0" bIns="60960" anchor="t"/>
          <a:lstStyle/>
          <a:p>
            <a:pPr>
              <a:lnSpc>
                <a:spcPct val="110000"/>
              </a:lnSpc>
            </a:pPr>
            <a:r>
              <a:rPr lang="en-US">
                <a:solidFill>
                  <a:srgbClr val="0C314B"/>
                </a:solidFill>
                <a:latin typeface="Arial"/>
                <a:ea typeface="Verdana"/>
                <a:cs typeface="Arial"/>
              </a:rPr>
              <a:t>Guided setup powered by the Anaplan Application Framework</a:t>
            </a:r>
            <a:endParaRPr lang="en-GB" sz="1800" b="0">
              <a:solidFill>
                <a:srgbClr val="0C314B"/>
              </a:solidFill>
              <a:latin typeface="Arial"/>
              <a:ea typeface="Verdana"/>
              <a:cs typeface="Arial"/>
            </a:endParaRPr>
          </a:p>
        </p:txBody>
      </p:sp>
      <p:pic>
        <p:nvPicPr>
          <p:cNvPr id="3" name="Picture 2" descr="A screenshot of a computer&#10;&#10;Description automatically generated">
            <a:extLst>
              <a:ext uri="{FF2B5EF4-FFF2-40B4-BE49-F238E27FC236}">
                <a16:creationId xmlns:a16="http://schemas.microsoft.com/office/drawing/2014/main" id="{3D119E7B-1D12-02DA-BAA4-29FA7D2452F3}"/>
              </a:ext>
            </a:extLst>
          </p:cNvPr>
          <p:cNvPicPr>
            <a:picLocks noChangeAspect="1"/>
          </p:cNvPicPr>
          <p:nvPr/>
        </p:nvPicPr>
        <p:blipFill>
          <a:blip r:embed="rId3"/>
          <a:stretch>
            <a:fillRect/>
          </a:stretch>
        </p:blipFill>
        <p:spPr>
          <a:xfrm>
            <a:off x="1555483" y="5244226"/>
            <a:ext cx="1931968" cy="1208599"/>
          </a:xfrm>
          <a:prstGeom prst="rect">
            <a:avLst/>
          </a:prstGeom>
          <a:ln w="6350">
            <a:solidFill>
              <a:schemeClr val="tx1">
                <a:lumMod val="95000"/>
                <a:lumOff val="5000"/>
              </a:schemeClr>
            </a:solidFill>
          </a:ln>
        </p:spPr>
      </p:pic>
      <p:grpSp>
        <p:nvGrpSpPr>
          <p:cNvPr id="53" name="Group 52">
            <a:extLst>
              <a:ext uri="{FF2B5EF4-FFF2-40B4-BE49-F238E27FC236}">
                <a16:creationId xmlns:a16="http://schemas.microsoft.com/office/drawing/2014/main" id="{FB578C15-5E4D-F113-0F92-DF7DC3601326}"/>
              </a:ext>
            </a:extLst>
          </p:cNvPr>
          <p:cNvGrpSpPr/>
          <p:nvPr/>
        </p:nvGrpSpPr>
        <p:grpSpPr>
          <a:xfrm>
            <a:off x="1404407" y="5083980"/>
            <a:ext cx="302151" cy="302151"/>
            <a:chOff x="4203905" y="3643249"/>
            <a:chExt cx="502920" cy="502920"/>
          </a:xfrm>
        </p:grpSpPr>
        <p:sp>
          <p:nvSpPr>
            <p:cNvPr id="51" name="Oval 50">
              <a:extLst>
                <a:ext uri="{FF2B5EF4-FFF2-40B4-BE49-F238E27FC236}">
                  <a16:creationId xmlns:a16="http://schemas.microsoft.com/office/drawing/2014/main" id="{A17EE74E-0A8A-DA1B-2445-6B21EFA07F83}"/>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52" name="TextBox 51">
              <a:extLst>
                <a:ext uri="{FF2B5EF4-FFF2-40B4-BE49-F238E27FC236}">
                  <a16:creationId xmlns:a16="http://schemas.microsoft.com/office/drawing/2014/main" id="{040DEFD1-B354-018D-E3E1-4223587FF871}"/>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rPr>
                <a:t>1</a:t>
              </a:r>
            </a:p>
          </p:txBody>
        </p:sp>
      </p:grpSp>
      <p:pic>
        <p:nvPicPr>
          <p:cNvPr id="84" name="Picture 83" descr="A screenshot of a computer&#10;&#10;Description automatically generated">
            <a:extLst>
              <a:ext uri="{FF2B5EF4-FFF2-40B4-BE49-F238E27FC236}">
                <a16:creationId xmlns:a16="http://schemas.microsoft.com/office/drawing/2014/main" id="{6C405E69-DB3E-9EB6-FC84-C8F54B797685}"/>
              </a:ext>
            </a:extLst>
          </p:cNvPr>
          <p:cNvPicPr>
            <a:picLocks noChangeAspect="1"/>
          </p:cNvPicPr>
          <p:nvPr/>
        </p:nvPicPr>
        <p:blipFill>
          <a:blip r:embed="rId4"/>
          <a:stretch>
            <a:fillRect/>
          </a:stretch>
        </p:blipFill>
        <p:spPr>
          <a:xfrm>
            <a:off x="4034101" y="5244225"/>
            <a:ext cx="1927644" cy="1207008"/>
          </a:xfrm>
          <a:prstGeom prst="rect">
            <a:avLst/>
          </a:prstGeom>
          <a:ln w="6350">
            <a:solidFill>
              <a:schemeClr val="tx1">
                <a:lumMod val="95000"/>
                <a:lumOff val="5000"/>
              </a:schemeClr>
            </a:solidFill>
          </a:ln>
        </p:spPr>
      </p:pic>
      <p:pic>
        <p:nvPicPr>
          <p:cNvPr id="82" name="Picture 81" descr="A screenshot of a computer&#10;&#10;Description automatically generated">
            <a:extLst>
              <a:ext uri="{FF2B5EF4-FFF2-40B4-BE49-F238E27FC236}">
                <a16:creationId xmlns:a16="http://schemas.microsoft.com/office/drawing/2014/main" id="{BADF764F-0B01-FDD5-97BB-9B41F0D2AAF6}"/>
              </a:ext>
            </a:extLst>
          </p:cNvPr>
          <p:cNvPicPr>
            <a:picLocks noChangeAspect="1"/>
          </p:cNvPicPr>
          <p:nvPr/>
        </p:nvPicPr>
        <p:blipFill>
          <a:blip r:embed="rId5"/>
          <a:stretch>
            <a:fillRect/>
          </a:stretch>
        </p:blipFill>
        <p:spPr>
          <a:xfrm>
            <a:off x="5972724" y="1360013"/>
            <a:ext cx="5449360" cy="3134643"/>
          </a:xfrm>
          <a:prstGeom prst="rect">
            <a:avLst/>
          </a:prstGeom>
          <a:ln w="6350">
            <a:solidFill>
              <a:schemeClr val="bg1">
                <a:lumMod val="75000"/>
              </a:schemeClr>
            </a:solidFill>
          </a:ln>
        </p:spPr>
      </p:pic>
      <p:pic>
        <p:nvPicPr>
          <p:cNvPr id="86" name="Picture 85" descr="A screenshot of a computer&#10;&#10;Description automatically generated">
            <a:extLst>
              <a:ext uri="{FF2B5EF4-FFF2-40B4-BE49-F238E27FC236}">
                <a16:creationId xmlns:a16="http://schemas.microsoft.com/office/drawing/2014/main" id="{71EB1C7D-B6D1-2747-9696-7DEA7AAC429F}"/>
              </a:ext>
            </a:extLst>
          </p:cNvPr>
          <p:cNvPicPr>
            <a:picLocks noChangeAspect="1"/>
          </p:cNvPicPr>
          <p:nvPr/>
        </p:nvPicPr>
        <p:blipFill>
          <a:blip r:embed="rId6"/>
          <a:stretch>
            <a:fillRect/>
          </a:stretch>
        </p:blipFill>
        <p:spPr>
          <a:xfrm>
            <a:off x="6509955" y="5250805"/>
            <a:ext cx="1929427" cy="1207008"/>
          </a:xfrm>
          <a:prstGeom prst="rect">
            <a:avLst/>
          </a:prstGeom>
          <a:ln w="6350">
            <a:solidFill>
              <a:schemeClr val="tx1">
                <a:lumMod val="95000"/>
                <a:lumOff val="5000"/>
              </a:schemeClr>
            </a:solidFill>
          </a:ln>
        </p:spPr>
      </p:pic>
      <p:pic>
        <p:nvPicPr>
          <p:cNvPr id="88" name="Picture 87" descr="A screenshot of a computer&#10;&#10;Description automatically generated">
            <a:extLst>
              <a:ext uri="{FF2B5EF4-FFF2-40B4-BE49-F238E27FC236}">
                <a16:creationId xmlns:a16="http://schemas.microsoft.com/office/drawing/2014/main" id="{49BD33C5-3066-9EE1-22AA-1BE7C75A180F}"/>
              </a:ext>
            </a:extLst>
          </p:cNvPr>
          <p:cNvPicPr>
            <a:picLocks noChangeAspect="1"/>
          </p:cNvPicPr>
          <p:nvPr/>
        </p:nvPicPr>
        <p:blipFill>
          <a:blip r:embed="rId7"/>
          <a:stretch>
            <a:fillRect/>
          </a:stretch>
        </p:blipFill>
        <p:spPr>
          <a:xfrm>
            <a:off x="9002207" y="5250805"/>
            <a:ext cx="1929427" cy="1207008"/>
          </a:xfrm>
          <a:prstGeom prst="rect">
            <a:avLst/>
          </a:prstGeom>
          <a:ln w="6350">
            <a:solidFill>
              <a:schemeClr val="tx1">
                <a:lumMod val="95000"/>
                <a:lumOff val="5000"/>
              </a:schemeClr>
            </a:solidFill>
          </a:ln>
        </p:spPr>
      </p:pic>
      <p:sp>
        <p:nvSpPr>
          <p:cNvPr id="89" name="TextBox 88">
            <a:extLst>
              <a:ext uri="{FF2B5EF4-FFF2-40B4-BE49-F238E27FC236}">
                <a16:creationId xmlns:a16="http://schemas.microsoft.com/office/drawing/2014/main" id="{2D6A4687-C7A0-3CEF-BA57-C0C828894859}"/>
              </a:ext>
            </a:extLst>
          </p:cNvPr>
          <p:cNvSpPr txBox="1"/>
          <p:nvPr/>
        </p:nvSpPr>
        <p:spPr>
          <a:xfrm>
            <a:off x="11213749" y="6196903"/>
            <a:ext cx="797013" cy="261610"/>
          </a:xfrm>
          <a:prstGeom prst="rect">
            <a:avLst/>
          </a:prstGeom>
          <a:noFill/>
        </p:spPr>
        <p:txBody>
          <a:bodyPr wrap="none"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Deploy…</a:t>
            </a:r>
          </a:p>
        </p:txBody>
      </p:sp>
      <p:sp>
        <p:nvSpPr>
          <p:cNvPr id="93" name="TextBox 92">
            <a:extLst>
              <a:ext uri="{FF2B5EF4-FFF2-40B4-BE49-F238E27FC236}">
                <a16:creationId xmlns:a16="http://schemas.microsoft.com/office/drawing/2014/main" id="{D4350612-41A2-F1CE-B05C-4425D971F327}"/>
              </a:ext>
            </a:extLst>
          </p:cNvPr>
          <p:cNvSpPr txBox="1"/>
          <p:nvPr/>
        </p:nvSpPr>
        <p:spPr>
          <a:xfrm>
            <a:off x="2290472" y="6510529"/>
            <a:ext cx="461986"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Data</a:t>
            </a:r>
          </a:p>
        </p:txBody>
      </p:sp>
      <p:sp>
        <p:nvSpPr>
          <p:cNvPr id="94" name="TextBox 93">
            <a:extLst>
              <a:ext uri="{FF2B5EF4-FFF2-40B4-BE49-F238E27FC236}">
                <a16:creationId xmlns:a16="http://schemas.microsoft.com/office/drawing/2014/main" id="{E9BFF590-5B51-55CF-B4EE-91C4BFD97C91}"/>
              </a:ext>
            </a:extLst>
          </p:cNvPr>
          <p:cNvSpPr txBox="1"/>
          <p:nvPr/>
        </p:nvSpPr>
        <p:spPr>
          <a:xfrm>
            <a:off x="4561079" y="6509533"/>
            <a:ext cx="878767"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Hierarchies</a:t>
            </a:r>
          </a:p>
        </p:txBody>
      </p:sp>
      <p:sp>
        <p:nvSpPr>
          <p:cNvPr id="95" name="TextBox 94">
            <a:extLst>
              <a:ext uri="{FF2B5EF4-FFF2-40B4-BE49-F238E27FC236}">
                <a16:creationId xmlns:a16="http://schemas.microsoft.com/office/drawing/2014/main" id="{888248F7-EECF-FB19-7BEE-3FFE4424CA87}"/>
              </a:ext>
            </a:extLst>
          </p:cNvPr>
          <p:cNvSpPr txBox="1"/>
          <p:nvPr/>
        </p:nvSpPr>
        <p:spPr>
          <a:xfrm>
            <a:off x="7056127" y="6509533"/>
            <a:ext cx="837089"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Resources</a:t>
            </a:r>
          </a:p>
        </p:txBody>
      </p:sp>
      <p:sp>
        <p:nvSpPr>
          <p:cNvPr id="96" name="TextBox 95">
            <a:extLst>
              <a:ext uri="{FF2B5EF4-FFF2-40B4-BE49-F238E27FC236}">
                <a16:creationId xmlns:a16="http://schemas.microsoft.com/office/drawing/2014/main" id="{53C1FD8F-B3B3-499B-32B6-BB9881EB06E4}"/>
              </a:ext>
            </a:extLst>
          </p:cNvPr>
          <p:cNvSpPr txBox="1"/>
          <p:nvPr/>
        </p:nvSpPr>
        <p:spPr>
          <a:xfrm>
            <a:off x="9608323" y="6510529"/>
            <a:ext cx="987771" cy="246221"/>
          </a:xfrm>
          <a:prstGeom prst="rect">
            <a:avLst/>
          </a:prstGeom>
          <a:noFill/>
        </p:spPr>
        <p:txBody>
          <a:bodyPr wrap="none"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rPr>
              <a:t>Assignments</a:t>
            </a:r>
          </a:p>
        </p:txBody>
      </p:sp>
      <p:sp>
        <p:nvSpPr>
          <p:cNvPr id="97" name="TextBox 96">
            <a:extLst>
              <a:ext uri="{FF2B5EF4-FFF2-40B4-BE49-F238E27FC236}">
                <a16:creationId xmlns:a16="http://schemas.microsoft.com/office/drawing/2014/main" id="{7C3ED99B-89E3-B654-A9A9-9687ACEA6A56}"/>
              </a:ext>
            </a:extLst>
          </p:cNvPr>
          <p:cNvSpPr txBox="1"/>
          <p:nvPr/>
        </p:nvSpPr>
        <p:spPr>
          <a:xfrm>
            <a:off x="256739" y="5644546"/>
            <a:ext cx="1024639" cy="430887"/>
          </a:xfrm>
          <a:prstGeom prst="rect">
            <a:avLst/>
          </a:prstGeom>
          <a:noFill/>
        </p:spPr>
        <p:txBody>
          <a:bodyPr wrap="none" lIns="91440" tIns="45720" rIns="91440" bIns="45720" rtlCol="0" anchor="t">
            <a:spAutoFit/>
          </a:bodyPr>
          <a:lstStyle/>
          <a:p>
            <a:pPr marL="0" marR="0" lvl="0" indent="0" defTabSz="914377" rtl="0" eaLnBrk="1" fontAlgn="auto" latinLnBrk="0" hangingPunct="1">
              <a:lnSpc>
                <a:spcPct val="100000"/>
              </a:lnSpc>
              <a:spcBef>
                <a:spcPts val="0"/>
              </a:spcBef>
              <a:spcAft>
                <a:spcPts val="0"/>
              </a:spcAft>
              <a:buClrTx/>
              <a:buSzTx/>
              <a:buFontTx/>
              <a:buNone/>
              <a:tabLst/>
              <a:defRPr/>
            </a:pPr>
            <a:r>
              <a:rPr lang="en-US" sz="1100">
                <a:solidFill>
                  <a:srgbClr val="FFFFFF"/>
                </a:solidFill>
                <a:latin typeface="Arial" panose="020B0604020202020204"/>
                <a:ea typeface="Verdana"/>
                <a:cs typeface="Verdana" panose="020B0604030504040204" pitchFamily="34" charset="0"/>
              </a:rPr>
              <a:t>Step-by-step</a:t>
            </a:r>
            <a:endParaRPr kumimoji="0" lang="en-US" sz="110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a:p>
            <a:pPr marL="0" marR="0" lvl="0" indent="0" defTabSz="914377" rtl="0" eaLnBrk="1" fontAlgn="auto" latinLnBrk="0" hangingPunct="1">
              <a:lnSpc>
                <a:spcPct val="100000"/>
              </a:lnSpc>
              <a:spcBef>
                <a:spcPts val="0"/>
              </a:spcBef>
              <a:spcAft>
                <a:spcPts val="0"/>
              </a:spcAft>
              <a:buClrTx/>
              <a:buSzTx/>
              <a:buFontTx/>
              <a:buNone/>
              <a:tabLst/>
              <a:defRPr/>
            </a:pPr>
            <a:r>
              <a:rPr lang="en-US" sz="1100">
                <a:solidFill>
                  <a:srgbClr val="FFFFFF"/>
                </a:solidFill>
                <a:latin typeface="Arial" panose="020B0604020202020204"/>
                <a:ea typeface="Verdana"/>
                <a:cs typeface="Verdana" panose="020B0604030504040204" pitchFamily="34" charset="0"/>
              </a:rPr>
              <a:t>configuration</a:t>
            </a:r>
            <a:endParaRPr lang="en-US" sz="1100" i="0" u="none" strike="noStrike" kern="1200" cap="none" spc="0" normalizeH="0" baseline="0" noProof="0">
              <a:ln>
                <a:noFill/>
              </a:ln>
              <a:solidFill>
                <a:srgbClr val="FFFFFF"/>
              </a:solidFill>
              <a:effectLst/>
              <a:uLnTx/>
              <a:uFillTx/>
              <a:latin typeface="Arial" panose="020B0604020202020204"/>
              <a:ea typeface="Verdana" panose="020B0604030504040204" pitchFamily="34" charset="0"/>
              <a:cs typeface="Verdana" panose="020B0604030504040204" pitchFamily="34" charset="0"/>
            </a:endParaRPr>
          </a:p>
        </p:txBody>
      </p:sp>
      <p:sp>
        <p:nvSpPr>
          <p:cNvPr id="6" name="TextBox 5">
            <a:extLst>
              <a:ext uri="{FF2B5EF4-FFF2-40B4-BE49-F238E27FC236}">
                <a16:creationId xmlns:a16="http://schemas.microsoft.com/office/drawing/2014/main" id="{045078C9-A739-06F9-1A90-9E61C947BD3E}"/>
              </a:ext>
            </a:extLst>
          </p:cNvPr>
          <p:cNvSpPr txBox="1"/>
          <p:nvPr/>
        </p:nvSpPr>
        <p:spPr>
          <a:xfrm>
            <a:off x="788952" y="1417394"/>
            <a:ext cx="4660163" cy="584775"/>
          </a:xfrm>
          <a:prstGeom prst="rect">
            <a:avLst/>
          </a:prstGeom>
          <a:noFill/>
        </p:spPr>
        <p:txBody>
          <a:bodyPr wrap="square">
            <a:spAutoFit/>
          </a:bodyPr>
          <a:lstStyle/>
          <a:p>
            <a:pPr algn="ctr"/>
            <a:r>
              <a:rPr lang="en-US" sz="1600"/>
              <a:t>Designed to get you to value faster with a </a:t>
            </a:r>
            <a:r>
              <a:rPr lang="en-US" sz="1600" b="1"/>
              <a:t>proven, repeatable configuration flow</a:t>
            </a:r>
            <a:r>
              <a:rPr lang="en-US" sz="1600"/>
              <a:t> </a:t>
            </a:r>
          </a:p>
        </p:txBody>
      </p:sp>
      <p:grpSp>
        <p:nvGrpSpPr>
          <p:cNvPr id="12" name="Group 11">
            <a:extLst>
              <a:ext uri="{FF2B5EF4-FFF2-40B4-BE49-F238E27FC236}">
                <a16:creationId xmlns:a16="http://schemas.microsoft.com/office/drawing/2014/main" id="{636D81E5-8C32-C36D-2B5F-7B6E347B77B5}"/>
              </a:ext>
            </a:extLst>
          </p:cNvPr>
          <p:cNvGrpSpPr/>
          <p:nvPr/>
        </p:nvGrpSpPr>
        <p:grpSpPr>
          <a:xfrm>
            <a:off x="3583934" y="5714173"/>
            <a:ext cx="365760" cy="365760"/>
            <a:chOff x="3591683" y="5714173"/>
            <a:chExt cx="365760" cy="365760"/>
          </a:xfrm>
        </p:grpSpPr>
        <p:sp>
          <p:nvSpPr>
            <p:cNvPr id="10" name="Oval 9">
              <a:extLst>
                <a:ext uri="{FF2B5EF4-FFF2-40B4-BE49-F238E27FC236}">
                  <a16:creationId xmlns:a16="http://schemas.microsoft.com/office/drawing/2014/main" id="{32A0988E-9680-7F56-25C0-91F075315506}"/>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1" name="Graphic 10">
              <a:extLst>
                <a:ext uri="{FF2B5EF4-FFF2-40B4-BE49-F238E27FC236}">
                  <a16:creationId xmlns:a16="http://schemas.microsoft.com/office/drawing/2014/main" id="{7EB41D08-2345-AFC8-962B-3607D2429CC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11670" y="5718231"/>
              <a:ext cx="332989" cy="357644"/>
            </a:xfrm>
            <a:prstGeom prst="rect">
              <a:avLst/>
            </a:prstGeom>
          </p:spPr>
        </p:pic>
      </p:grpSp>
      <p:grpSp>
        <p:nvGrpSpPr>
          <p:cNvPr id="14" name="Group 13">
            <a:extLst>
              <a:ext uri="{FF2B5EF4-FFF2-40B4-BE49-F238E27FC236}">
                <a16:creationId xmlns:a16="http://schemas.microsoft.com/office/drawing/2014/main" id="{10D07C74-0C5E-C106-FAB9-BBAA0547D094}"/>
              </a:ext>
            </a:extLst>
          </p:cNvPr>
          <p:cNvGrpSpPr/>
          <p:nvPr/>
        </p:nvGrpSpPr>
        <p:grpSpPr>
          <a:xfrm>
            <a:off x="6055913" y="5714173"/>
            <a:ext cx="365760" cy="365760"/>
            <a:chOff x="3591683" y="5714173"/>
            <a:chExt cx="365760" cy="365760"/>
          </a:xfrm>
        </p:grpSpPr>
        <p:sp>
          <p:nvSpPr>
            <p:cNvPr id="15" name="Oval 14">
              <a:extLst>
                <a:ext uri="{FF2B5EF4-FFF2-40B4-BE49-F238E27FC236}">
                  <a16:creationId xmlns:a16="http://schemas.microsoft.com/office/drawing/2014/main" id="{88D467C5-98E8-82E6-44D4-529A1F26D7A1}"/>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6" name="Graphic 15">
              <a:extLst>
                <a:ext uri="{FF2B5EF4-FFF2-40B4-BE49-F238E27FC236}">
                  <a16:creationId xmlns:a16="http://schemas.microsoft.com/office/drawing/2014/main" id="{2814C2C8-46B0-9630-35CA-A98408673E6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11670" y="5718231"/>
              <a:ext cx="332989" cy="357644"/>
            </a:xfrm>
            <a:prstGeom prst="rect">
              <a:avLst/>
            </a:prstGeom>
          </p:spPr>
        </p:pic>
      </p:grpSp>
      <p:grpSp>
        <p:nvGrpSpPr>
          <p:cNvPr id="17" name="Group 16">
            <a:extLst>
              <a:ext uri="{FF2B5EF4-FFF2-40B4-BE49-F238E27FC236}">
                <a16:creationId xmlns:a16="http://schemas.microsoft.com/office/drawing/2014/main" id="{5025B07D-DE92-484B-1D86-CEFF8D58C180}"/>
              </a:ext>
            </a:extLst>
          </p:cNvPr>
          <p:cNvGrpSpPr/>
          <p:nvPr/>
        </p:nvGrpSpPr>
        <p:grpSpPr>
          <a:xfrm>
            <a:off x="8535642" y="5714173"/>
            <a:ext cx="365760" cy="365760"/>
            <a:chOff x="3591683" y="5714173"/>
            <a:chExt cx="365760" cy="365760"/>
          </a:xfrm>
        </p:grpSpPr>
        <p:sp>
          <p:nvSpPr>
            <p:cNvPr id="18" name="Oval 17">
              <a:extLst>
                <a:ext uri="{FF2B5EF4-FFF2-40B4-BE49-F238E27FC236}">
                  <a16:creationId xmlns:a16="http://schemas.microsoft.com/office/drawing/2014/main" id="{4D658884-D7A9-65CB-4055-A92CB16204B3}"/>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19" name="Graphic 18">
              <a:extLst>
                <a:ext uri="{FF2B5EF4-FFF2-40B4-BE49-F238E27FC236}">
                  <a16:creationId xmlns:a16="http://schemas.microsoft.com/office/drawing/2014/main" id="{28F54DB5-D9A1-A188-3743-DA3B903336D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11670" y="5718231"/>
              <a:ext cx="332989" cy="357644"/>
            </a:xfrm>
            <a:prstGeom prst="rect">
              <a:avLst/>
            </a:prstGeom>
          </p:spPr>
        </p:pic>
      </p:grpSp>
      <p:grpSp>
        <p:nvGrpSpPr>
          <p:cNvPr id="20" name="Group 19">
            <a:extLst>
              <a:ext uri="{FF2B5EF4-FFF2-40B4-BE49-F238E27FC236}">
                <a16:creationId xmlns:a16="http://schemas.microsoft.com/office/drawing/2014/main" id="{AE18B8CA-2A44-8B76-F405-B3822C1E0927}"/>
              </a:ext>
            </a:extLst>
          </p:cNvPr>
          <p:cNvGrpSpPr/>
          <p:nvPr/>
        </p:nvGrpSpPr>
        <p:grpSpPr>
          <a:xfrm>
            <a:off x="11030869" y="5714173"/>
            <a:ext cx="365760" cy="365760"/>
            <a:chOff x="3591683" y="5714173"/>
            <a:chExt cx="365760" cy="365760"/>
          </a:xfrm>
        </p:grpSpPr>
        <p:sp>
          <p:nvSpPr>
            <p:cNvPr id="21" name="Oval 20">
              <a:extLst>
                <a:ext uri="{FF2B5EF4-FFF2-40B4-BE49-F238E27FC236}">
                  <a16:creationId xmlns:a16="http://schemas.microsoft.com/office/drawing/2014/main" id="{1CA4CE54-F82E-6309-945B-186CE4332ADA}"/>
                </a:ext>
              </a:extLst>
            </p:cNvPr>
            <p:cNvSpPr/>
            <p:nvPr/>
          </p:nvSpPr>
          <p:spPr>
            <a:xfrm>
              <a:off x="3591683" y="5714173"/>
              <a:ext cx="365760" cy="365760"/>
            </a:xfrm>
            <a:prstGeom prst="ellipse">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200" b="0" i="0" u="none" strike="noStrike" kern="0" cap="none" spc="0" normalizeH="0" baseline="0" noProof="0">
                <a:ln>
                  <a:noFill/>
                </a:ln>
                <a:solidFill>
                  <a:srgbClr val="0A2F46"/>
                </a:solidFill>
                <a:effectLst/>
                <a:uLnTx/>
                <a:uFillTx/>
                <a:latin typeface="Arial" panose="020B0604020202020204"/>
                <a:ea typeface="+mn-ea"/>
                <a:cs typeface="Arial" panose="020B0604020202020204" pitchFamily="34" charset="0"/>
              </a:endParaRPr>
            </a:p>
          </p:txBody>
        </p:sp>
        <p:pic>
          <p:nvPicPr>
            <p:cNvPr id="22" name="Graphic 21">
              <a:extLst>
                <a:ext uri="{FF2B5EF4-FFF2-40B4-BE49-F238E27FC236}">
                  <a16:creationId xmlns:a16="http://schemas.microsoft.com/office/drawing/2014/main" id="{4E0A6CF3-0C17-720B-E60E-41AFC8683A4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611670" y="5718231"/>
              <a:ext cx="332989" cy="357644"/>
            </a:xfrm>
            <a:prstGeom prst="rect">
              <a:avLst/>
            </a:prstGeom>
          </p:spPr>
        </p:pic>
      </p:grpSp>
      <p:grpSp>
        <p:nvGrpSpPr>
          <p:cNvPr id="35" name="Group 34">
            <a:extLst>
              <a:ext uri="{FF2B5EF4-FFF2-40B4-BE49-F238E27FC236}">
                <a16:creationId xmlns:a16="http://schemas.microsoft.com/office/drawing/2014/main" id="{F2CA4C9C-6DF7-85BE-FCD2-4971F57B0AB6}"/>
              </a:ext>
            </a:extLst>
          </p:cNvPr>
          <p:cNvGrpSpPr/>
          <p:nvPr/>
        </p:nvGrpSpPr>
        <p:grpSpPr>
          <a:xfrm>
            <a:off x="612183" y="2604624"/>
            <a:ext cx="5013702" cy="1895934"/>
            <a:chOff x="6342870" y="1785875"/>
            <a:chExt cx="5013702" cy="1895934"/>
          </a:xfrm>
        </p:grpSpPr>
        <p:sp>
          <p:nvSpPr>
            <p:cNvPr id="36" name="TextBox 35">
              <a:extLst>
                <a:ext uri="{FF2B5EF4-FFF2-40B4-BE49-F238E27FC236}">
                  <a16:creationId xmlns:a16="http://schemas.microsoft.com/office/drawing/2014/main" id="{10CF0B25-E446-0578-F498-FF9330C0C635}"/>
                </a:ext>
              </a:extLst>
            </p:cNvPr>
            <p:cNvSpPr txBox="1"/>
            <p:nvPr/>
          </p:nvSpPr>
          <p:spPr>
            <a:xfrm>
              <a:off x="11017374" y="2412109"/>
              <a:ext cx="241300" cy="45134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380981" marR="0" lvl="0" indent="-380981" algn="l" defTabSz="914354"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2133" b="0" i="0" u="none" strike="noStrike" kern="1200" cap="none" spc="0" normalizeH="0" baseline="0" noProof="0">
                <a:ln>
                  <a:noFill/>
                </a:ln>
                <a:solidFill>
                  <a:srgbClr val="1C2345"/>
                </a:solidFill>
                <a:effectLst/>
                <a:uLnTx/>
                <a:uFillTx/>
                <a:latin typeface="Arial" panose="020B0604020202020204" pitchFamily="34" charset="0"/>
                <a:ea typeface="Verdana" charset="0"/>
                <a:cs typeface="Arial" panose="020B0604020202020204" pitchFamily="34" charset="0"/>
              </a:endParaRPr>
            </a:p>
          </p:txBody>
        </p:sp>
        <p:sp>
          <p:nvSpPr>
            <p:cNvPr id="37" name="Rounded Rectangle 36">
              <a:extLst>
                <a:ext uri="{FF2B5EF4-FFF2-40B4-BE49-F238E27FC236}">
                  <a16:creationId xmlns:a16="http://schemas.microsoft.com/office/drawing/2014/main" id="{8472CEFB-8CE8-F549-6A19-8022212CAEE7}"/>
                </a:ext>
              </a:extLst>
            </p:cNvPr>
            <p:cNvSpPr/>
            <p:nvPr/>
          </p:nvSpPr>
          <p:spPr>
            <a:xfrm>
              <a:off x="6342870" y="1785875"/>
              <a:ext cx="5013702" cy="1895934"/>
            </a:xfrm>
            <a:prstGeom prst="roundRect">
              <a:avLst>
                <a:gd name="adj" fmla="val 4905"/>
              </a:avLst>
            </a:prstGeom>
            <a:solidFill>
              <a:schemeClr val="bg1"/>
            </a:solidFill>
            <a:ln w="952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3" name="TextBox 42">
              <a:extLst>
                <a:ext uri="{FF2B5EF4-FFF2-40B4-BE49-F238E27FC236}">
                  <a16:creationId xmlns:a16="http://schemas.microsoft.com/office/drawing/2014/main" id="{7EC4706E-5018-0AFD-AE41-136023256EB6}"/>
                </a:ext>
              </a:extLst>
            </p:cNvPr>
            <p:cNvSpPr txBox="1"/>
            <p:nvPr/>
          </p:nvSpPr>
          <p:spPr>
            <a:xfrm>
              <a:off x="6617560" y="2125002"/>
              <a:ext cx="4399813" cy="1247008"/>
            </a:xfrm>
            <a:prstGeom prst="rect">
              <a:avLst/>
            </a:prstGeom>
            <a:noFill/>
          </p:spPr>
          <p:txBody>
            <a:bodyPr wrap="square" rtlCol="0">
              <a:spAutoFit/>
            </a:bodyPr>
            <a:lstStyle/>
            <a:p>
              <a:pPr lvl="0" algn="ctr" defTabSz="914377">
                <a:lnSpc>
                  <a:spcPct val="120000"/>
                </a:lnSpc>
                <a:defRPr/>
              </a:pPr>
              <a:r>
                <a:rPr lang="en-US" sz="1600">
                  <a:solidFill>
                    <a:srgbClr val="0C314B"/>
                  </a:solidFill>
                </a:rPr>
                <a:t>Quickly configure your application by answering structured questions about your business model, GTM structure, and planning needs. No blank canvas required. </a:t>
              </a:r>
              <a:endParaRPr kumimoji="0" lang="en-US" sz="1600" b="0" u="none" strike="noStrike" kern="1200" cap="none" spc="0" normalizeH="0" baseline="0" noProof="0">
                <a:ln>
                  <a:noFill/>
                </a:ln>
                <a:solidFill>
                  <a:srgbClr val="0C314B"/>
                </a:solidFill>
                <a:effectLst/>
                <a:uLnTx/>
                <a:uFillTx/>
                <a:latin typeface="Arial" panose="020B0604020202020204"/>
                <a:ea typeface="Verdana" panose="020B0604030504040204" pitchFamily="34" charset="0"/>
                <a:cs typeface="Verdana" panose="020B0604030504040204" pitchFamily="34" charset="0"/>
              </a:endParaRPr>
            </a:p>
          </p:txBody>
        </p:sp>
      </p:grpSp>
      <p:sp>
        <p:nvSpPr>
          <p:cNvPr id="45" name="Rounded Rectangle 44">
            <a:extLst>
              <a:ext uri="{FF2B5EF4-FFF2-40B4-BE49-F238E27FC236}">
                <a16:creationId xmlns:a16="http://schemas.microsoft.com/office/drawing/2014/main" id="{5E3EBD6D-3991-0D12-ADA7-41D012E05446}"/>
              </a:ext>
            </a:extLst>
          </p:cNvPr>
          <p:cNvSpPr/>
          <p:nvPr/>
        </p:nvSpPr>
        <p:spPr>
          <a:xfrm>
            <a:off x="2337535" y="2386739"/>
            <a:ext cx="1756950" cy="419446"/>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algn="ctr" defTabSz="1219050">
              <a:spcBef>
                <a:spcPct val="0"/>
              </a:spcBef>
              <a:buClr>
                <a:srgbClr val="3C67EA"/>
              </a:buClr>
              <a:defRPr/>
            </a:pPr>
            <a:r>
              <a:rPr lang="en-GB" sz="1400">
                <a:solidFill>
                  <a:srgbClr val="FFFFFF"/>
                </a:solidFill>
                <a:ea typeface="Verdana"/>
                <a:cs typeface="Verdana" panose="020B0604030504040204" pitchFamily="34" charset="0"/>
              </a:rPr>
              <a:t>Guided Setup</a:t>
            </a:r>
            <a:endParaRPr lang="en-GB" sz="1400">
              <a:solidFill>
                <a:srgbClr val="FFFFFF"/>
              </a:solidFill>
              <a:ea typeface="Verdana" panose="020B0604030504040204" pitchFamily="34" charset="0"/>
              <a:cs typeface="Verdana" panose="020B0604030504040204" pitchFamily="34" charset="0"/>
            </a:endParaRPr>
          </a:p>
        </p:txBody>
      </p:sp>
      <p:grpSp>
        <p:nvGrpSpPr>
          <p:cNvPr id="46" name="Group 45">
            <a:extLst>
              <a:ext uri="{FF2B5EF4-FFF2-40B4-BE49-F238E27FC236}">
                <a16:creationId xmlns:a16="http://schemas.microsoft.com/office/drawing/2014/main" id="{CB79F39E-2D99-60A1-0D8B-DA46AE68C061}"/>
              </a:ext>
            </a:extLst>
          </p:cNvPr>
          <p:cNvGrpSpPr/>
          <p:nvPr/>
        </p:nvGrpSpPr>
        <p:grpSpPr>
          <a:xfrm>
            <a:off x="3870711" y="5083980"/>
            <a:ext cx="302151" cy="302151"/>
            <a:chOff x="4203905" y="3643249"/>
            <a:chExt cx="502920" cy="502920"/>
          </a:xfrm>
        </p:grpSpPr>
        <p:sp>
          <p:nvSpPr>
            <p:cNvPr id="47" name="Oval 46">
              <a:extLst>
                <a:ext uri="{FF2B5EF4-FFF2-40B4-BE49-F238E27FC236}">
                  <a16:creationId xmlns:a16="http://schemas.microsoft.com/office/drawing/2014/main" id="{B008B2DF-09FD-C076-0D0E-D152A5B246C7}"/>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48" name="TextBox 47">
              <a:extLst>
                <a:ext uri="{FF2B5EF4-FFF2-40B4-BE49-F238E27FC236}">
                  <a16:creationId xmlns:a16="http://schemas.microsoft.com/office/drawing/2014/main" id="{B5D71653-44DD-346A-47A2-3F0954F0248C}"/>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a:solidFill>
                    <a:srgbClr val="0C314B"/>
                  </a:solidFill>
                  <a:latin typeface="Arial" panose="020B0604020202020204" pitchFamily="34" charset="0"/>
                  <a:ea typeface="Verdana" panose="020B0604030504040204" pitchFamily="34" charset="0"/>
                  <a:cs typeface="Arial" panose="020B0604020202020204" pitchFamily="34" charset="0"/>
                </a:rPr>
                <a:t>2</a:t>
              </a:r>
              <a:endPar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grpSp>
        <p:nvGrpSpPr>
          <p:cNvPr id="49" name="Group 48">
            <a:extLst>
              <a:ext uri="{FF2B5EF4-FFF2-40B4-BE49-F238E27FC236}">
                <a16:creationId xmlns:a16="http://schemas.microsoft.com/office/drawing/2014/main" id="{5277D035-B233-4670-279F-2F3D4177413A}"/>
              </a:ext>
            </a:extLst>
          </p:cNvPr>
          <p:cNvGrpSpPr/>
          <p:nvPr/>
        </p:nvGrpSpPr>
        <p:grpSpPr>
          <a:xfrm>
            <a:off x="6356333" y="5083980"/>
            <a:ext cx="302151" cy="302151"/>
            <a:chOff x="4203905" y="3643249"/>
            <a:chExt cx="502920" cy="502920"/>
          </a:xfrm>
        </p:grpSpPr>
        <p:sp>
          <p:nvSpPr>
            <p:cNvPr id="50" name="Oval 49">
              <a:extLst>
                <a:ext uri="{FF2B5EF4-FFF2-40B4-BE49-F238E27FC236}">
                  <a16:creationId xmlns:a16="http://schemas.microsoft.com/office/drawing/2014/main" id="{000598A0-88DF-8A11-32E6-F77F7E9630E2}"/>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57" name="TextBox 56">
              <a:extLst>
                <a:ext uri="{FF2B5EF4-FFF2-40B4-BE49-F238E27FC236}">
                  <a16:creationId xmlns:a16="http://schemas.microsoft.com/office/drawing/2014/main" id="{3DDA612E-3437-2A7B-398C-D4C3654BFC51}"/>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a:solidFill>
                    <a:srgbClr val="0C314B"/>
                  </a:solidFill>
                  <a:latin typeface="Arial" panose="020B0604020202020204" pitchFamily="34" charset="0"/>
                  <a:ea typeface="Verdana" panose="020B0604030504040204" pitchFamily="34" charset="0"/>
                  <a:cs typeface="Arial" panose="020B0604020202020204" pitchFamily="34" charset="0"/>
                </a:rPr>
                <a:t>3</a:t>
              </a:r>
              <a:endPar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grpSp>
        <p:nvGrpSpPr>
          <p:cNvPr id="58" name="Group 57">
            <a:extLst>
              <a:ext uri="{FF2B5EF4-FFF2-40B4-BE49-F238E27FC236}">
                <a16:creationId xmlns:a16="http://schemas.microsoft.com/office/drawing/2014/main" id="{39F7EFA7-5B01-BE35-0F2D-07AD4A6E0367}"/>
              </a:ext>
            </a:extLst>
          </p:cNvPr>
          <p:cNvGrpSpPr/>
          <p:nvPr/>
        </p:nvGrpSpPr>
        <p:grpSpPr>
          <a:xfrm>
            <a:off x="8848395" y="5083980"/>
            <a:ext cx="302151" cy="302151"/>
            <a:chOff x="4203905" y="3643249"/>
            <a:chExt cx="502920" cy="502920"/>
          </a:xfrm>
        </p:grpSpPr>
        <p:sp>
          <p:nvSpPr>
            <p:cNvPr id="59" name="Oval 58">
              <a:extLst>
                <a:ext uri="{FF2B5EF4-FFF2-40B4-BE49-F238E27FC236}">
                  <a16:creationId xmlns:a16="http://schemas.microsoft.com/office/drawing/2014/main" id="{D315268C-F399-886D-C096-71D264AD6236}"/>
                </a:ext>
              </a:extLst>
            </p:cNvPr>
            <p:cNvSpPr>
              <a:spLocks/>
            </p:cNvSpPr>
            <p:nvPr/>
          </p:nvSpPr>
          <p:spPr>
            <a:xfrm>
              <a:off x="4203905" y="3643249"/>
              <a:ext cx="502920" cy="502920"/>
            </a:xfrm>
            <a:prstGeom prst="ellipse">
              <a:avLst/>
            </a:prstGeom>
            <a:solidFill>
              <a:srgbClr val="F3F1EE"/>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panose="020B0604020202020204" pitchFamily="34" charset="0"/>
                <a:ea typeface="Verdana" charset="0"/>
                <a:cs typeface="Arial" panose="020B0604020202020204" pitchFamily="34" charset="0"/>
              </a:endParaRPr>
            </a:p>
          </p:txBody>
        </p:sp>
        <p:sp>
          <p:nvSpPr>
            <p:cNvPr id="60" name="TextBox 59">
              <a:extLst>
                <a:ext uri="{FF2B5EF4-FFF2-40B4-BE49-F238E27FC236}">
                  <a16:creationId xmlns:a16="http://schemas.microsoft.com/office/drawing/2014/main" id="{09AD4C91-1A3C-48BC-03D2-D3E3EA59B344}"/>
                </a:ext>
              </a:extLst>
            </p:cNvPr>
            <p:cNvSpPr txBox="1"/>
            <p:nvPr/>
          </p:nvSpPr>
          <p:spPr>
            <a:xfrm>
              <a:off x="4237888" y="3686532"/>
              <a:ext cx="438111" cy="435441"/>
            </a:xfrm>
            <a:prstGeom prst="rect">
              <a:avLst/>
            </a:prstGeom>
            <a:noFill/>
            <a:ln>
              <a:noFill/>
            </a:ln>
          </p:spPr>
          <p:txBody>
            <a:bodyPr wrap="none" rtlCol="0">
              <a:spAutoFit/>
            </a:bodyPr>
            <a:lstStyle/>
            <a:p>
              <a:pPr marL="0" marR="0" lvl="0" indent="0" algn="l" defTabSz="914377" rtl="0" eaLnBrk="1" fontAlgn="auto" latinLnBrk="0" hangingPunct="1">
                <a:lnSpc>
                  <a:spcPct val="100000"/>
                </a:lnSpc>
                <a:spcBef>
                  <a:spcPts val="0"/>
                </a:spcBef>
                <a:spcAft>
                  <a:spcPts val="0"/>
                </a:spcAft>
                <a:buClr>
                  <a:srgbClr val="14A687"/>
                </a:buClr>
                <a:buSzTx/>
                <a:buFontTx/>
                <a:buNone/>
                <a:tabLst/>
                <a:defRPr/>
              </a:pPr>
              <a:r>
                <a:rPr lang="en-US" sz="1100" b="1">
                  <a:solidFill>
                    <a:srgbClr val="0C314B"/>
                  </a:solidFill>
                  <a:latin typeface="Arial" panose="020B0604020202020204" pitchFamily="34" charset="0"/>
                  <a:ea typeface="Verdana" panose="020B0604030504040204" pitchFamily="34" charset="0"/>
                  <a:cs typeface="Arial" panose="020B0604020202020204" pitchFamily="34" charset="0"/>
                </a:rPr>
                <a:t>4</a:t>
              </a:r>
              <a:endParaRPr kumimoji="0" lang="en-US" sz="1100" b="1" i="0" u="none" strike="noStrike" kern="1200" cap="none" spc="0" normalizeH="0" baseline="0" noProof="0">
                <a:ln>
                  <a:noFill/>
                </a:ln>
                <a:solidFill>
                  <a:srgbClr val="0C314B"/>
                </a:solidFill>
                <a:effectLst/>
                <a:uLnTx/>
                <a:uFillTx/>
                <a:latin typeface="Arial" panose="020B0604020202020204" pitchFamily="34" charset="0"/>
                <a:ea typeface="Verdana" panose="020B0604030504040204" pitchFamily="34" charset="0"/>
                <a:cs typeface="Arial" panose="020B0604020202020204" pitchFamily="34" charset="0"/>
              </a:endParaRPr>
            </a:p>
          </p:txBody>
        </p:sp>
      </p:grpSp>
    </p:spTree>
    <p:extLst>
      <p:ext uri="{BB962C8B-B14F-4D97-AF65-F5344CB8AC3E}">
        <p14:creationId xmlns:p14="http://schemas.microsoft.com/office/powerpoint/2010/main" val="3006395161"/>
      </p:ext>
    </p:extLst>
  </p:cSld>
  <p:clrMapOvr>
    <a:masterClrMapping/>
  </p:clrMapOvr>
  <mc:AlternateContent xmlns:mc="http://schemas.openxmlformats.org/markup-compatibility/2006" xmlns:p14="http://schemas.microsoft.com/office/powerpoint/2010/main">
    <mc:Choice Requires="p14">
      <p:transition spd="med" p14:dur="700" advClick="0" advTm="15000">
        <p:fade/>
      </p:transition>
    </mc:Choice>
    <mc:Fallback xmlns="">
      <p:transition spd="med" advClick="0" advTm="15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D1BAA9-833C-5057-147E-610C09CE8970}"/>
              </a:ext>
            </a:extLst>
          </p:cNvPr>
          <p:cNvSpPr/>
          <p:nvPr/>
        </p:nvSpPr>
        <p:spPr>
          <a:xfrm>
            <a:off x="0" y="-1"/>
            <a:ext cx="5891753"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solidFill>
                <a:schemeClr val="bg1"/>
              </a:solidFill>
              <a:latin typeface="Inter" panose="02000503000000020004" pitchFamily="2" charset="0"/>
              <a:ea typeface="Verdana" charset="0"/>
              <a:cs typeface="Arial" panose="020B0604020202020204" pitchFamily="34" charset="0"/>
            </a:endParaRPr>
          </a:p>
        </p:txBody>
      </p:sp>
      <p:sp>
        <p:nvSpPr>
          <p:cNvPr id="3" name="Title 1">
            <a:extLst>
              <a:ext uri="{FF2B5EF4-FFF2-40B4-BE49-F238E27FC236}">
                <a16:creationId xmlns:a16="http://schemas.microsoft.com/office/drawing/2014/main" id="{363ABCBB-F757-19DC-D8EE-536949116C55}"/>
              </a:ext>
            </a:extLst>
          </p:cNvPr>
          <p:cNvSpPr txBox="1">
            <a:spLocks/>
          </p:cNvSpPr>
          <p:nvPr/>
        </p:nvSpPr>
        <p:spPr>
          <a:xfrm>
            <a:off x="558800" y="392853"/>
            <a:ext cx="5749010" cy="451405"/>
          </a:xfrm>
          <a:prstGeom prst="rect">
            <a:avLst/>
          </a:prstGeom>
        </p:spPr>
        <p:txBody>
          <a:bodyPr lIns="0" tIns="60960" rIns="0" bIns="60960" anchor="t"/>
          <a:lstStyle>
            <a:lvl1pPr algn="l" defTabSz="1219170" rtl="0" eaLnBrk="1" latinLnBrk="0" hangingPunct="1">
              <a:spcBef>
                <a:spcPct val="0"/>
              </a:spcBef>
              <a:buNone/>
              <a:defRPr sz="2400" b="0" i="0" kern="1200">
                <a:solidFill>
                  <a:schemeClr val="tx1"/>
                </a:solidFill>
                <a:latin typeface="Arial" panose="020B0604020202020204" pitchFamily="34" charset="0"/>
                <a:ea typeface="Inter Medium" panose="02000503000000020004" pitchFamily="2" charset="0"/>
                <a:cs typeface="Arial" panose="020B060402020202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a:ln>
                  <a:noFill/>
                </a:ln>
                <a:solidFill>
                  <a:srgbClr val="0A2F46"/>
                </a:solidFill>
                <a:effectLst/>
                <a:uLnTx/>
                <a:uFillTx/>
                <a:latin typeface="Arial" panose="020B0604020202020204" pitchFamily="34" charset="0"/>
                <a:ea typeface="Inter Medium" panose="02000503000000020004" pitchFamily="2" charset="0"/>
                <a:cs typeface="Arial" panose="020B0604020202020204" pitchFamily="34" charset="0"/>
              </a:rPr>
              <a:t>Anaplan </a:t>
            </a:r>
            <a:r>
              <a:rPr kumimoji="0" lang="en-GB" sz="2000" b="1"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rPr>
              <a:t>Go-to-Market Planning</a:t>
            </a:r>
            <a:br>
              <a:rPr kumimoji="0" lang="en-GB" sz="2000" b="1"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rPr>
            </a:br>
            <a:r>
              <a:rPr kumimoji="0" lang="en-GB" sz="2000" b="1" i="0" u="none" strike="noStrike" kern="1200" cap="none" spc="0" normalizeH="0" baseline="0" noProof="0">
                <a:ln>
                  <a:noFill/>
                </a:ln>
                <a:solidFill>
                  <a:srgbClr val="0A2F46"/>
                </a:solidFill>
                <a:effectLst/>
                <a:uLnTx/>
                <a:uFillTx/>
                <a:latin typeface="Arial" panose="020B0604020202020204" pitchFamily="34" charset="0"/>
                <a:ea typeface="Verdana"/>
                <a:cs typeface="Arial" panose="020B0604020202020204" pitchFamily="34" charset="0"/>
              </a:rPr>
              <a:t>Application Implementations</a:t>
            </a:r>
            <a:br>
              <a:rPr kumimoji="0" lang="en-GB" sz="2400" b="0" i="0" u="none" strike="noStrike" kern="1200" cap="none" spc="0" normalizeH="0" baseline="0" noProof="0">
                <a:ln>
                  <a:noFill/>
                </a:ln>
                <a:solidFill>
                  <a:srgbClr val="0A2F46"/>
                </a:solidFill>
                <a:effectLst/>
                <a:uLnTx/>
                <a:uFillTx/>
                <a:latin typeface="Arial" panose="020B0604020202020204" pitchFamily="34" charset="0"/>
                <a:ea typeface="Verdana" panose="020B0604030504040204" pitchFamily="34" charset="0"/>
                <a:cs typeface="Arial" panose="020B0604020202020204" pitchFamily="34" charset="0"/>
              </a:rPr>
            </a:br>
            <a:r>
              <a:rPr kumimoji="0" lang="en-US" sz="1600" b="0" i="0" u="none" strike="noStrike" kern="1200" cap="none" spc="0" normalizeH="0" baseline="0" noProof="0">
                <a:ln>
                  <a:noFill/>
                </a:ln>
                <a:solidFill>
                  <a:schemeClr val="accent1"/>
                </a:solidFill>
                <a:effectLst/>
                <a:uLnTx/>
                <a:uFillTx/>
                <a:latin typeface="Arial" panose="020B0604020202020204" pitchFamily="34" charset="0"/>
                <a:ea typeface="Verdana"/>
                <a:cs typeface="Arial" panose="020B0604020202020204" pitchFamily="34" charset="0"/>
              </a:rPr>
              <a:t>3-step implementation: Configure. Extend. Deploy.</a:t>
            </a:r>
            <a:endParaRPr kumimoji="0" lang="en-GB" sz="1600" b="0" i="0" u="none" strike="noStrike" kern="1200" cap="none" spc="0" normalizeH="0" baseline="0" noProof="0">
              <a:ln>
                <a:noFill/>
              </a:ln>
              <a:solidFill>
                <a:schemeClr val="accent1"/>
              </a:solidFill>
              <a:effectLst/>
              <a:uLnTx/>
              <a:uFillTx/>
              <a:latin typeface="Arial" panose="020B0604020202020204" pitchFamily="34" charset="0"/>
              <a:ea typeface="Verdana" panose="020B0604030504040204" pitchFamily="34" charset="0"/>
              <a:cs typeface="Arial" panose="020B0604020202020204" pitchFamily="34" charset="0"/>
            </a:endParaRPr>
          </a:p>
        </p:txBody>
      </p:sp>
      <p:sp>
        <p:nvSpPr>
          <p:cNvPr id="4" name="Rounded Rectangle 3">
            <a:extLst>
              <a:ext uri="{FF2B5EF4-FFF2-40B4-BE49-F238E27FC236}">
                <a16:creationId xmlns:a16="http://schemas.microsoft.com/office/drawing/2014/main" id="{D0814B5B-2B20-1BE4-00C5-C62135F2C0F7}"/>
              </a:ext>
            </a:extLst>
          </p:cNvPr>
          <p:cNvSpPr/>
          <p:nvPr/>
        </p:nvSpPr>
        <p:spPr>
          <a:xfrm>
            <a:off x="506981" y="2111297"/>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Verdana" panose="020B0604030504040204" pitchFamily="34" charset="0"/>
                <a:cs typeface="Arial" panose="020B0604020202020204" pitchFamily="34" charset="0"/>
              </a:rPr>
              <a:t>Configure</a:t>
            </a:r>
          </a:p>
        </p:txBody>
      </p:sp>
      <p:sp>
        <p:nvSpPr>
          <p:cNvPr id="5" name="Rounded Rectangle 4">
            <a:extLst>
              <a:ext uri="{FF2B5EF4-FFF2-40B4-BE49-F238E27FC236}">
                <a16:creationId xmlns:a16="http://schemas.microsoft.com/office/drawing/2014/main" id="{001FEF9C-B216-908D-7C92-38FF793A2EB1}"/>
              </a:ext>
            </a:extLst>
          </p:cNvPr>
          <p:cNvSpPr/>
          <p:nvPr/>
        </p:nvSpPr>
        <p:spPr>
          <a:xfrm>
            <a:off x="495031" y="3498953"/>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Verdana" panose="020B0604030504040204" pitchFamily="34" charset="0"/>
                <a:cs typeface="Arial" panose="020B0604020202020204" pitchFamily="34" charset="0"/>
              </a:rPr>
              <a:t>Extend</a:t>
            </a:r>
          </a:p>
        </p:txBody>
      </p:sp>
      <p:sp>
        <p:nvSpPr>
          <p:cNvPr id="6" name="Rounded Rectangle 5">
            <a:extLst>
              <a:ext uri="{FF2B5EF4-FFF2-40B4-BE49-F238E27FC236}">
                <a16:creationId xmlns:a16="http://schemas.microsoft.com/office/drawing/2014/main" id="{9B6B784A-C1FE-4A73-8EEF-60F52E1C02D4}"/>
              </a:ext>
            </a:extLst>
          </p:cNvPr>
          <p:cNvSpPr/>
          <p:nvPr/>
        </p:nvSpPr>
        <p:spPr>
          <a:xfrm>
            <a:off x="492267" y="4895019"/>
            <a:ext cx="1515848" cy="451405"/>
          </a:xfrm>
          <a:prstGeom prst="roundRect">
            <a:avLst/>
          </a:prstGeom>
          <a:solidFill>
            <a:srgbClr val="FFFFFF"/>
          </a:solidFill>
          <a:ln w="12700" cap="flat" cmpd="sng" algn="ctr">
            <a:solidFill>
              <a:srgbClr val="0C314B"/>
            </a:solidFill>
            <a:prstDash val="solid"/>
          </a:ln>
          <a:effectLst/>
        </p:spPr>
        <p:txBody>
          <a:bodyPr rtlCol="0" anchor="ctr"/>
          <a:lstStyle/>
          <a:p>
            <a:pPr marL="0" marR="0" lvl="0" indent="0" algn="ctr" defTabSz="121914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0000"/>
                </a:solidFill>
                <a:effectLst/>
                <a:uLnTx/>
                <a:uFillTx/>
                <a:latin typeface="Arial" panose="020B0604020202020204"/>
                <a:ea typeface="Verdana" panose="020B0604030504040204" pitchFamily="34" charset="0"/>
                <a:cs typeface="Arial" panose="020B0604020202020204" pitchFamily="34" charset="0"/>
              </a:rPr>
              <a:t>Deploy</a:t>
            </a:r>
          </a:p>
        </p:txBody>
      </p:sp>
      <p:sp>
        <p:nvSpPr>
          <p:cNvPr id="7" name="TextBox 6">
            <a:extLst>
              <a:ext uri="{FF2B5EF4-FFF2-40B4-BE49-F238E27FC236}">
                <a16:creationId xmlns:a16="http://schemas.microsoft.com/office/drawing/2014/main" id="{D193EA40-960C-E837-D26B-FE79324964A7}"/>
              </a:ext>
            </a:extLst>
          </p:cNvPr>
          <p:cNvSpPr txBox="1"/>
          <p:nvPr/>
        </p:nvSpPr>
        <p:spPr>
          <a:xfrm>
            <a:off x="2173972" y="1859101"/>
            <a:ext cx="3320596" cy="1275093"/>
          </a:xfrm>
          <a:prstGeom prst="rect">
            <a:avLst/>
          </a:prstGeom>
          <a:noFill/>
        </p:spPr>
        <p:txBody>
          <a:bodyPr wrap="square">
            <a:spAutoFit/>
          </a:bodyPr>
          <a:lstStyle/>
          <a:p>
            <a:pPr>
              <a:defRPr/>
            </a:pPr>
            <a:br>
              <a:rPr lang="en-US" sz="1093">
                <a:solidFill>
                  <a:srgbClr val="0A2F46"/>
                </a:solidFill>
                <a:cs typeface="Arial" panose="020B0604020202020204" pitchFamily="34" charset="0"/>
              </a:rPr>
            </a:br>
            <a:r>
              <a:rPr lang="en-US" sz="1100">
                <a:solidFill>
                  <a:srgbClr val="0A2F46"/>
                </a:solidFill>
                <a:cs typeface="Arial" panose="020B0604020202020204" pitchFamily="34" charset="0"/>
              </a:rPr>
              <a:t>Start with a guided setup that builds your model and UX automatically, based on structured inputs about your hierarchies, data, naming conventions, and GTM logic. Your planning foundation is purpose-built from day one. </a:t>
            </a:r>
            <a:br>
              <a:rPr lang="en-US" sz="1093">
                <a:solidFill>
                  <a:srgbClr val="0A2F46"/>
                </a:solidFill>
                <a:cs typeface="Arial" panose="020B0604020202020204" pitchFamily="34" charset="0"/>
              </a:rPr>
            </a:br>
            <a:endParaRPr lang="en-US" sz="1093">
              <a:solidFill>
                <a:srgbClr val="0A2F46"/>
              </a:solidFill>
              <a:cs typeface="Arial" panose="020B0604020202020204" pitchFamily="34" charset="0"/>
            </a:endParaRPr>
          </a:p>
        </p:txBody>
      </p:sp>
      <p:sp>
        <p:nvSpPr>
          <p:cNvPr id="8" name="TextBox 7">
            <a:extLst>
              <a:ext uri="{FF2B5EF4-FFF2-40B4-BE49-F238E27FC236}">
                <a16:creationId xmlns:a16="http://schemas.microsoft.com/office/drawing/2014/main" id="{57FFB5E8-4871-5B37-DF3C-98E8B47FAA0C}"/>
              </a:ext>
            </a:extLst>
          </p:cNvPr>
          <p:cNvSpPr txBox="1"/>
          <p:nvPr/>
        </p:nvSpPr>
        <p:spPr>
          <a:xfrm>
            <a:off x="2173972" y="3428999"/>
            <a:ext cx="3320596" cy="767261"/>
          </a:xfrm>
          <a:prstGeom prst="rect">
            <a:avLst/>
          </a:prstGeom>
          <a:noFill/>
        </p:spPr>
        <p:txBody>
          <a:bodyPr wrap="square">
            <a:spAutoFit/>
          </a:bodyPr>
          <a:lstStyle/>
          <a:p>
            <a:pPr>
              <a:defRPr/>
            </a:pPr>
            <a:r>
              <a:rPr lang="en-US" sz="1100">
                <a:solidFill>
                  <a:srgbClr val="0A2F46"/>
                </a:solidFill>
                <a:cs typeface="Arial" panose="020B0604020202020204" pitchFamily="34" charset="0"/>
              </a:rPr>
              <a:t>Adapt and expand the application to reflect your business’s unique needs.</a:t>
            </a:r>
            <a:r>
              <a:rPr lang="en-US" sz="1093">
                <a:solidFill>
                  <a:srgbClr val="0A2F46"/>
                </a:solidFill>
                <a:cs typeface="Arial" panose="020B0604020202020204" pitchFamily="34" charset="0"/>
              </a:rPr>
              <a:t> Leverage the power of Anaplan’s flexible modeling platform to make the</a:t>
            </a:r>
            <a:br>
              <a:rPr lang="en-US" sz="1093">
                <a:solidFill>
                  <a:srgbClr val="0A2F46"/>
                </a:solidFill>
                <a:cs typeface="Arial" panose="020B0604020202020204" pitchFamily="34" charset="0"/>
              </a:rPr>
            </a:br>
            <a:r>
              <a:rPr lang="en-US" sz="1093">
                <a:solidFill>
                  <a:srgbClr val="0A2F46"/>
                </a:solidFill>
                <a:cs typeface="Arial" panose="020B0604020202020204" pitchFamily="34" charset="0"/>
              </a:rPr>
              <a:t>app your own, without starting from scratch.</a:t>
            </a:r>
          </a:p>
        </p:txBody>
      </p:sp>
      <p:sp>
        <p:nvSpPr>
          <p:cNvPr id="9" name="TextBox 8">
            <a:extLst>
              <a:ext uri="{FF2B5EF4-FFF2-40B4-BE49-F238E27FC236}">
                <a16:creationId xmlns:a16="http://schemas.microsoft.com/office/drawing/2014/main" id="{013217C6-A987-6FE1-01FC-178A4A7182EB}"/>
              </a:ext>
            </a:extLst>
          </p:cNvPr>
          <p:cNvSpPr txBox="1"/>
          <p:nvPr/>
        </p:nvSpPr>
        <p:spPr>
          <a:xfrm>
            <a:off x="2173972" y="4876877"/>
            <a:ext cx="3320596" cy="1275093"/>
          </a:xfrm>
          <a:prstGeom prst="rect">
            <a:avLst/>
          </a:prstGeom>
          <a:noFill/>
        </p:spPr>
        <p:txBody>
          <a:bodyPr wrap="square">
            <a:spAutoFit/>
          </a:bodyPr>
          <a:lstStyle/>
          <a:p>
            <a:pPr>
              <a:defRPr/>
            </a:pPr>
            <a:r>
              <a:rPr lang="en-US" sz="1100">
                <a:solidFill>
                  <a:srgbClr val="0A2F46"/>
                </a:solidFill>
                <a:cs typeface="Arial" panose="020B0604020202020204" pitchFamily="34" charset="0"/>
              </a:rPr>
              <a:t>Move quickly into testing and rollout. This accelerated path to deployment helps you capture value sooner, with built-in best practices and a launchpad for future expansion across your business, </a:t>
            </a:r>
            <a:r>
              <a:rPr lang="en-US" sz="1093">
                <a:solidFill>
                  <a:srgbClr val="0A2F46"/>
                </a:solidFill>
                <a:cs typeface="Arial" panose="020B0604020202020204" pitchFamily="34" charset="0"/>
              </a:rPr>
              <a:t>ready to evolve alongside your business with additional Anaplan applications or purpose-built extensions.</a:t>
            </a:r>
          </a:p>
        </p:txBody>
      </p:sp>
      <p:cxnSp>
        <p:nvCxnSpPr>
          <p:cNvPr id="10" name="Straight Arrow Connector 9">
            <a:extLst>
              <a:ext uri="{FF2B5EF4-FFF2-40B4-BE49-F238E27FC236}">
                <a16:creationId xmlns:a16="http://schemas.microsoft.com/office/drawing/2014/main" id="{36C1D865-D56C-E824-FE45-098FF1702A49}"/>
              </a:ext>
            </a:extLst>
          </p:cNvPr>
          <p:cNvCxnSpPr>
            <a:cxnSpLocks/>
          </p:cNvCxnSpPr>
          <p:nvPr/>
        </p:nvCxnSpPr>
        <p:spPr>
          <a:xfrm>
            <a:off x="1249003" y="2727137"/>
            <a:ext cx="0" cy="575661"/>
          </a:xfrm>
          <a:prstGeom prst="straightConnector1">
            <a:avLst/>
          </a:prstGeom>
          <a:noFill/>
          <a:ln w="25400" cap="rnd" cmpd="sng" algn="ctr">
            <a:gradFill>
              <a:gsLst>
                <a:gs pos="0">
                  <a:srgbClr val="FF6100"/>
                </a:gs>
                <a:gs pos="100000">
                  <a:srgbClr val="FF6100"/>
                </a:gs>
              </a:gsLst>
              <a:lin ang="0" scaled="0"/>
            </a:gradFill>
            <a:prstDash val="solid"/>
            <a:headEnd type="none"/>
            <a:tailEnd type="triangle"/>
          </a:ln>
          <a:effectLst/>
        </p:spPr>
      </p:cxnSp>
      <p:pic>
        <p:nvPicPr>
          <p:cNvPr id="12" name="Picture 11" descr="Graphical user interface, application, Teams&#10;&#10;Description automatically generated">
            <a:extLst>
              <a:ext uri="{FF2B5EF4-FFF2-40B4-BE49-F238E27FC236}">
                <a16:creationId xmlns:a16="http://schemas.microsoft.com/office/drawing/2014/main" id="{572197D6-C8E0-29D2-D82E-884DE74A8BD3}"/>
              </a:ext>
            </a:extLst>
          </p:cNvPr>
          <p:cNvPicPr>
            <a:picLocks/>
          </p:cNvPicPr>
          <p:nvPr/>
        </p:nvPicPr>
        <p:blipFill>
          <a:blip r:embed="rId2"/>
          <a:stretch>
            <a:fillRect/>
          </a:stretch>
        </p:blipFill>
        <p:spPr>
          <a:xfrm>
            <a:off x="8955025" y="1115247"/>
            <a:ext cx="2474975" cy="1487709"/>
          </a:xfrm>
          <a:prstGeom prst="rect">
            <a:avLst/>
          </a:prstGeom>
          <a:ln w="3175">
            <a:solidFill>
              <a:schemeClr val="tx1"/>
            </a:solidFill>
          </a:ln>
        </p:spPr>
      </p:pic>
      <p:pic>
        <p:nvPicPr>
          <p:cNvPr id="13" name="Content Placeholder 5">
            <a:extLst>
              <a:ext uri="{FF2B5EF4-FFF2-40B4-BE49-F238E27FC236}">
                <a16:creationId xmlns:a16="http://schemas.microsoft.com/office/drawing/2014/main" id="{494916C7-EEE1-8B4F-3D72-C48E234D4385}"/>
              </a:ext>
            </a:extLst>
          </p:cNvPr>
          <p:cNvPicPr>
            <a:picLocks noChangeAspect="1"/>
          </p:cNvPicPr>
          <p:nvPr/>
        </p:nvPicPr>
        <p:blipFill>
          <a:blip r:embed="rId3"/>
          <a:stretch>
            <a:fillRect/>
          </a:stretch>
        </p:blipFill>
        <p:spPr>
          <a:xfrm>
            <a:off x="6404099" y="1116971"/>
            <a:ext cx="2479516" cy="1487709"/>
          </a:xfrm>
          <a:prstGeom prst="rect">
            <a:avLst/>
          </a:prstGeom>
          <a:ln w="3175">
            <a:solidFill>
              <a:schemeClr val="tx1"/>
            </a:solidFill>
          </a:ln>
        </p:spPr>
      </p:pic>
      <p:pic>
        <p:nvPicPr>
          <p:cNvPr id="14" name="Picture 13" descr="Graphical user interface, application, table, Excel&#10;&#10;Description automatically generated">
            <a:extLst>
              <a:ext uri="{FF2B5EF4-FFF2-40B4-BE49-F238E27FC236}">
                <a16:creationId xmlns:a16="http://schemas.microsoft.com/office/drawing/2014/main" id="{348B713E-AC21-A492-DAEB-A22E56B12A33}"/>
              </a:ext>
            </a:extLst>
          </p:cNvPr>
          <p:cNvPicPr>
            <a:picLocks/>
          </p:cNvPicPr>
          <p:nvPr/>
        </p:nvPicPr>
        <p:blipFill>
          <a:blip r:embed="rId4"/>
          <a:stretch>
            <a:fillRect/>
          </a:stretch>
        </p:blipFill>
        <p:spPr>
          <a:xfrm>
            <a:off x="6404101" y="4443752"/>
            <a:ext cx="2474975" cy="1487424"/>
          </a:xfrm>
          <a:prstGeom prst="rect">
            <a:avLst/>
          </a:prstGeom>
          <a:ln w="3175">
            <a:solidFill>
              <a:schemeClr val="tx1"/>
            </a:solidFill>
          </a:ln>
        </p:spPr>
      </p:pic>
      <p:grpSp>
        <p:nvGrpSpPr>
          <p:cNvPr id="15" name="Group 14">
            <a:extLst>
              <a:ext uri="{FF2B5EF4-FFF2-40B4-BE49-F238E27FC236}">
                <a16:creationId xmlns:a16="http://schemas.microsoft.com/office/drawing/2014/main" id="{365FE6BF-5A94-3C87-CDA1-FA6D05F03D94}"/>
              </a:ext>
            </a:extLst>
          </p:cNvPr>
          <p:cNvGrpSpPr/>
          <p:nvPr/>
        </p:nvGrpSpPr>
        <p:grpSpPr>
          <a:xfrm>
            <a:off x="8962469" y="4443756"/>
            <a:ext cx="2466667" cy="1487424"/>
            <a:chOff x="5197143" y="3525232"/>
            <a:chExt cx="1653740" cy="1002350"/>
          </a:xfrm>
        </p:grpSpPr>
        <p:pic>
          <p:nvPicPr>
            <p:cNvPr id="16" name="Picture 15" descr="Graphical user interface, application, Teams&#10;&#10;Description automatically generated">
              <a:extLst>
                <a:ext uri="{FF2B5EF4-FFF2-40B4-BE49-F238E27FC236}">
                  <a16:creationId xmlns:a16="http://schemas.microsoft.com/office/drawing/2014/main" id="{7165F623-2706-7E84-02BB-CED8E7941860}"/>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197143" y="3525232"/>
              <a:ext cx="1653740" cy="1002350"/>
            </a:xfrm>
            <a:prstGeom prst="rect">
              <a:avLst/>
            </a:prstGeom>
            <a:ln w="3175">
              <a:solidFill>
                <a:schemeClr val="tx1"/>
              </a:solidFill>
            </a:ln>
            <a:effectLst>
              <a:outerShdw blurRad="63500" algn="ctr" rotWithShape="0">
                <a:prstClr val="black">
                  <a:alpha val="20000"/>
                </a:prstClr>
              </a:outerShdw>
            </a:effectLst>
          </p:spPr>
        </p:pic>
        <p:pic>
          <p:nvPicPr>
            <p:cNvPr id="17" name="Picture 16" descr="A map of the united states&#10;&#10;Description automatically generated">
              <a:extLst>
                <a:ext uri="{FF2B5EF4-FFF2-40B4-BE49-F238E27FC236}">
                  <a16:creationId xmlns:a16="http://schemas.microsoft.com/office/drawing/2014/main" id="{76115021-96E5-1AA3-8D8D-E24DE9C63D53}"/>
                </a:ext>
              </a:extLst>
            </p:cNvPr>
            <p:cNvPicPr>
              <a:picLocks noChangeAspect="1"/>
            </p:cNvPicPr>
            <p:nvPr/>
          </p:nvPicPr>
          <p:blipFill rotWithShape="1">
            <a:blip r:embed="rId6"/>
            <a:srcRect l="8702" r="7861"/>
            <a:stretch/>
          </p:blipFill>
          <p:spPr>
            <a:xfrm>
              <a:off x="5216987" y="3719355"/>
              <a:ext cx="653500" cy="459960"/>
            </a:xfrm>
            <a:prstGeom prst="rect">
              <a:avLst/>
            </a:prstGeom>
            <a:ln w="3175">
              <a:solidFill>
                <a:schemeClr val="tx1"/>
              </a:solidFill>
            </a:ln>
          </p:spPr>
        </p:pic>
      </p:grpSp>
      <p:pic>
        <p:nvPicPr>
          <p:cNvPr id="18" name="Picture 17" descr="Graphical user interface&#10;&#10;Description automatically generated">
            <a:extLst>
              <a:ext uri="{FF2B5EF4-FFF2-40B4-BE49-F238E27FC236}">
                <a16:creationId xmlns:a16="http://schemas.microsoft.com/office/drawing/2014/main" id="{69F22EE2-58F3-0DD3-A65C-825AE21612AC}"/>
              </a:ext>
            </a:extLst>
          </p:cNvPr>
          <p:cNvPicPr>
            <a:picLocks/>
          </p:cNvPicPr>
          <p:nvPr/>
        </p:nvPicPr>
        <p:blipFill>
          <a:blip r:embed="rId7"/>
          <a:stretch>
            <a:fillRect/>
          </a:stretch>
        </p:blipFill>
        <p:spPr>
          <a:xfrm>
            <a:off x="8954163" y="2771706"/>
            <a:ext cx="2474975" cy="1487424"/>
          </a:xfrm>
          <a:prstGeom prst="rect">
            <a:avLst/>
          </a:prstGeom>
          <a:ln w="3175">
            <a:solidFill>
              <a:schemeClr val="tx1"/>
            </a:solidFill>
          </a:ln>
        </p:spPr>
      </p:pic>
      <p:pic>
        <p:nvPicPr>
          <p:cNvPr id="19" name="Picture 18" descr="A screenshot of a computer&#10;&#10;Description automatically generated with medium confidence">
            <a:extLst>
              <a:ext uri="{FF2B5EF4-FFF2-40B4-BE49-F238E27FC236}">
                <a16:creationId xmlns:a16="http://schemas.microsoft.com/office/drawing/2014/main" id="{075E97F8-A412-59B6-0A8F-4E3A2D237F18}"/>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6404101" y="2780621"/>
            <a:ext cx="2474975" cy="1487748"/>
          </a:xfrm>
          <a:prstGeom prst="rect">
            <a:avLst/>
          </a:prstGeom>
          <a:ln w="3175">
            <a:solidFill>
              <a:schemeClr val="tx1"/>
            </a:solidFill>
          </a:ln>
        </p:spPr>
      </p:pic>
      <p:cxnSp>
        <p:nvCxnSpPr>
          <p:cNvPr id="21" name="Straight Arrow Connector 20">
            <a:extLst>
              <a:ext uri="{FF2B5EF4-FFF2-40B4-BE49-F238E27FC236}">
                <a16:creationId xmlns:a16="http://schemas.microsoft.com/office/drawing/2014/main" id="{6F086640-7764-7169-5B2E-8ABD5B7D6F0B}"/>
              </a:ext>
            </a:extLst>
          </p:cNvPr>
          <p:cNvCxnSpPr>
            <a:cxnSpLocks/>
          </p:cNvCxnSpPr>
          <p:nvPr/>
        </p:nvCxnSpPr>
        <p:spPr>
          <a:xfrm>
            <a:off x="1249003" y="4146513"/>
            <a:ext cx="0" cy="575661"/>
          </a:xfrm>
          <a:prstGeom prst="straightConnector1">
            <a:avLst/>
          </a:prstGeom>
          <a:noFill/>
          <a:ln w="25400" cap="rnd" cmpd="sng" algn="ctr">
            <a:gradFill>
              <a:gsLst>
                <a:gs pos="0">
                  <a:srgbClr val="FF6100"/>
                </a:gs>
                <a:gs pos="100000">
                  <a:srgbClr val="FF6100"/>
                </a:gs>
              </a:gsLst>
              <a:lin ang="0" scaled="0"/>
            </a:gradFill>
            <a:prstDash val="solid"/>
            <a:headEnd type="none"/>
            <a:tailEnd type="triangle"/>
          </a:ln>
          <a:effectLst/>
        </p:spPr>
      </p:cxnSp>
    </p:spTree>
    <p:extLst>
      <p:ext uri="{BB962C8B-B14F-4D97-AF65-F5344CB8AC3E}">
        <p14:creationId xmlns:p14="http://schemas.microsoft.com/office/powerpoint/2010/main" val="3454293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C9800-2F87-EFE4-FCBE-CB6EB07096FC}"/>
              </a:ext>
            </a:extLst>
          </p:cNvPr>
          <p:cNvSpPr>
            <a:spLocks noGrp="1"/>
          </p:cNvSpPr>
          <p:nvPr>
            <p:ph type="title"/>
          </p:nvPr>
        </p:nvSpPr>
        <p:spPr>
          <a:xfrm>
            <a:off x="1018036" y="3536015"/>
            <a:ext cx="6277814" cy="2117424"/>
          </a:xfrm>
        </p:spPr>
        <p:txBody>
          <a:bodyPr lIns="0" tIns="45720" rIns="0" bIns="45720" anchor="t"/>
          <a:lstStyle/>
          <a:p>
            <a:r>
              <a:rPr lang="en-US" sz="4250">
                <a:latin typeface="Arial"/>
                <a:cs typeface="Arial"/>
              </a:rPr>
              <a:t>Process and </a:t>
            </a:r>
            <a:br>
              <a:rPr lang="en-US" sz="4250">
                <a:latin typeface="Arial"/>
                <a:cs typeface="Arial"/>
              </a:rPr>
            </a:br>
            <a:r>
              <a:rPr lang="en-US" sz="4250">
                <a:latin typeface="Arial"/>
                <a:cs typeface="Arial"/>
              </a:rPr>
              <a:t>configurable elements</a:t>
            </a:r>
          </a:p>
        </p:txBody>
      </p:sp>
      <p:sp>
        <p:nvSpPr>
          <p:cNvPr id="3" name="Text Placeholder 2">
            <a:extLst>
              <a:ext uri="{FF2B5EF4-FFF2-40B4-BE49-F238E27FC236}">
                <a16:creationId xmlns:a16="http://schemas.microsoft.com/office/drawing/2014/main" id="{C61AB046-3307-7487-01E9-CAEC127AEE52}"/>
              </a:ext>
            </a:extLst>
          </p:cNvPr>
          <p:cNvSpPr>
            <a:spLocks noGrp="1"/>
          </p:cNvSpPr>
          <p:nvPr>
            <p:ph type="body" sz="quarter" idx="10"/>
          </p:nvPr>
        </p:nvSpPr>
        <p:spPr/>
        <p:txBody>
          <a:bodyPr lIns="0" tIns="45720" rIns="91440" bIns="45720" anchor="b"/>
          <a:lstStyle/>
          <a:p>
            <a:r>
              <a:rPr lang="en-US">
                <a:latin typeface="Arial"/>
                <a:cs typeface="Arial"/>
              </a:rPr>
              <a:t>Section 2</a:t>
            </a:r>
            <a:endParaRPr lang="en-US"/>
          </a:p>
        </p:txBody>
      </p:sp>
    </p:spTree>
    <p:extLst>
      <p:ext uri="{BB962C8B-B14F-4D97-AF65-F5344CB8AC3E}">
        <p14:creationId xmlns:p14="http://schemas.microsoft.com/office/powerpoint/2010/main" val="2919953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9B34A30-FAB7-EB0A-025C-54626DB1C260}"/>
              </a:ext>
            </a:extLst>
          </p:cNvPr>
          <p:cNvGrpSpPr/>
          <p:nvPr/>
        </p:nvGrpSpPr>
        <p:grpSpPr>
          <a:xfrm>
            <a:off x="397691" y="1173189"/>
            <a:ext cx="11170329" cy="5434642"/>
            <a:chOff x="311429" y="1063973"/>
            <a:chExt cx="11739131" cy="5544512"/>
          </a:xfrm>
        </p:grpSpPr>
        <p:sp>
          <p:nvSpPr>
            <p:cNvPr id="3" name="Rectangle 2">
              <a:extLst>
                <a:ext uri="{FF2B5EF4-FFF2-40B4-BE49-F238E27FC236}">
                  <a16:creationId xmlns:a16="http://schemas.microsoft.com/office/drawing/2014/main" id="{AD291F1F-5908-A688-7274-CFDFEF87743E}"/>
                </a:ext>
              </a:extLst>
            </p:cNvPr>
            <p:cNvSpPr/>
            <p:nvPr/>
          </p:nvSpPr>
          <p:spPr>
            <a:xfrm>
              <a:off x="890464" y="1067662"/>
              <a:ext cx="11153369" cy="1821313"/>
            </a:xfrm>
            <a:prstGeom prst="rect">
              <a:avLst/>
            </a:prstGeom>
            <a:solidFill>
              <a:srgbClr val="F9F9F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4" name="Rectangle 3">
              <a:extLst>
                <a:ext uri="{FF2B5EF4-FFF2-40B4-BE49-F238E27FC236}">
                  <a16:creationId xmlns:a16="http://schemas.microsoft.com/office/drawing/2014/main" id="{E30B4DAE-52EC-6E6A-0489-06BECDD43C9A}"/>
                </a:ext>
              </a:extLst>
            </p:cNvPr>
            <p:cNvSpPr/>
            <p:nvPr/>
          </p:nvSpPr>
          <p:spPr>
            <a:xfrm>
              <a:off x="890463" y="2925850"/>
              <a:ext cx="11153371" cy="1821313"/>
            </a:xfrm>
            <a:prstGeom prst="rect">
              <a:avLst/>
            </a:prstGeom>
            <a:solidFill>
              <a:srgbClr val="E9E9E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5" name="Rectangle 4">
              <a:extLst>
                <a:ext uri="{FF2B5EF4-FFF2-40B4-BE49-F238E27FC236}">
                  <a16:creationId xmlns:a16="http://schemas.microsoft.com/office/drawing/2014/main" id="{E71A4F79-1D23-778F-60B1-7A49B625C0CB}"/>
                </a:ext>
              </a:extLst>
            </p:cNvPr>
            <p:cNvSpPr/>
            <p:nvPr/>
          </p:nvSpPr>
          <p:spPr>
            <a:xfrm>
              <a:off x="890461" y="4784038"/>
              <a:ext cx="11160099" cy="1821313"/>
            </a:xfrm>
            <a:prstGeom prst="rect">
              <a:avLst/>
            </a:prstGeom>
            <a:solidFill>
              <a:srgbClr val="CCCCCC"/>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6" name="Rectangle 5">
              <a:extLst>
                <a:ext uri="{FF2B5EF4-FFF2-40B4-BE49-F238E27FC236}">
                  <a16:creationId xmlns:a16="http://schemas.microsoft.com/office/drawing/2014/main" id="{8CB1BC5B-403D-9887-99A4-11A32FF430FD}"/>
                </a:ext>
              </a:extLst>
            </p:cNvPr>
            <p:cNvSpPr/>
            <p:nvPr/>
          </p:nvSpPr>
          <p:spPr>
            <a:xfrm>
              <a:off x="311895" y="1063973"/>
              <a:ext cx="578679" cy="1821313"/>
            </a:xfrm>
            <a:prstGeom prst="rect">
              <a:avLst/>
            </a:prstGeom>
            <a:solidFill>
              <a:schemeClr val="accent4">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7" name="Rectangle 6">
              <a:extLst>
                <a:ext uri="{FF2B5EF4-FFF2-40B4-BE49-F238E27FC236}">
                  <a16:creationId xmlns:a16="http://schemas.microsoft.com/office/drawing/2014/main" id="{C338DE8E-3762-6BA2-D210-0B3BE9A78DC2}"/>
                </a:ext>
              </a:extLst>
            </p:cNvPr>
            <p:cNvSpPr/>
            <p:nvPr/>
          </p:nvSpPr>
          <p:spPr>
            <a:xfrm>
              <a:off x="311783" y="2922717"/>
              <a:ext cx="578679" cy="1821313"/>
            </a:xfrm>
            <a:prstGeom prst="rect">
              <a:avLst/>
            </a:prstGeom>
            <a:solidFill>
              <a:schemeClr val="accent4">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8" name="Rectangle 7">
              <a:extLst>
                <a:ext uri="{FF2B5EF4-FFF2-40B4-BE49-F238E27FC236}">
                  <a16:creationId xmlns:a16="http://schemas.microsoft.com/office/drawing/2014/main" id="{3E55B245-C496-C963-24BB-1FC5E36F3969}"/>
                </a:ext>
              </a:extLst>
            </p:cNvPr>
            <p:cNvSpPr/>
            <p:nvPr/>
          </p:nvSpPr>
          <p:spPr>
            <a:xfrm>
              <a:off x="311429" y="4787172"/>
              <a:ext cx="578679" cy="1821313"/>
            </a:xfrm>
            <a:prstGeom prst="rect">
              <a:avLst/>
            </a:prstGeom>
            <a:solidFill>
              <a:schemeClr val="bg1">
                <a:lumMod val="5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a:solidFill>
                  <a:srgbClr val="FFFFFF"/>
                </a:solidFill>
                <a:latin typeface="Arial" panose="020B0604020202020204" pitchFamily="34" charset="0"/>
                <a:ea typeface="Verdana" charset="0"/>
                <a:cs typeface="Arial" panose="020B0604020202020204" pitchFamily="34" charset="0"/>
              </a:endParaRPr>
            </a:p>
          </p:txBody>
        </p:sp>
        <p:sp>
          <p:nvSpPr>
            <p:cNvPr id="11" name="TextBox 10">
              <a:extLst>
                <a:ext uri="{FF2B5EF4-FFF2-40B4-BE49-F238E27FC236}">
                  <a16:creationId xmlns:a16="http://schemas.microsoft.com/office/drawing/2014/main" id="{53587CBC-6AA2-02E6-60A9-C74E3CB91624}"/>
                </a:ext>
              </a:extLst>
            </p:cNvPr>
            <p:cNvSpPr txBox="1"/>
            <p:nvPr/>
          </p:nvSpPr>
          <p:spPr>
            <a:xfrm rot="16200000">
              <a:off x="-231068" y="1843502"/>
              <a:ext cx="1670650" cy="256545"/>
            </a:xfrm>
            <a:prstGeom prst="rect">
              <a:avLst/>
            </a:prstGeom>
            <a:noFill/>
          </p:spPr>
          <p:txBody>
            <a:bodyPr wrap="none" rtlCol="0">
              <a:spAutoFit/>
            </a:bodyPr>
            <a:lstStyle/>
            <a:p>
              <a:pPr defTabSz="1219170"/>
              <a:r>
                <a:rPr lang="en-US" sz="1067">
                  <a:solidFill>
                    <a:srgbClr val="FFFFFF"/>
                  </a:solidFill>
                  <a:latin typeface="Arial" panose="020B0604020202020204" pitchFamily="34" charset="0"/>
                  <a:ea typeface="Verdana" charset="0"/>
                  <a:cs typeface="Arial" panose="020B0604020202020204" pitchFamily="34" charset="0"/>
                </a:rPr>
                <a:t>STRUCTURAL DESIGN</a:t>
              </a:r>
            </a:p>
          </p:txBody>
        </p:sp>
        <p:sp>
          <p:nvSpPr>
            <p:cNvPr id="12" name="TextBox 11">
              <a:extLst>
                <a:ext uri="{FF2B5EF4-FFF2-40B4-BE49-F238E27FC236}">
                  <a16:creationId xmlns:a16="http://schemas.microsoft.com/office/drawing/2014/main" id="{1778DBEE-4214-B683-21F1-01F0937A4DED}"/>
                </a:ext>
              </a:extLst>
            </p:cNvPr>
            <p:cNvSpPr txBox="1"/>
            <p:nvPr/>
          </p:nvSpPr>
          <p:spPr>
            <a:xfrm rot="16200000">
              <a:off x="89959" y="3706390"/>
              <a:ext cx="1050288" cy="256545"/>
            </a:xfrm>
            <a:prstGeom prst="rect">
              <a:avLst/>
            </a:prstGeom>
            <a:noFill/>
          </p:spPr>
          <p:txBody>
            <a:bodyPr wrap="none" rtlCol="0">
              <a:spAutoFit/>
            </a:bodyPr>
            <a:lstStyle/>
            <a:p>
              <a:pPr defTabSz="1219170"/>
              <a:r>
                <a:rPr lang="en-US" sz="1067">
                  <a:solidFill>
                    <a:srgbClr val="FFFFFF"/>
                  </a:solidFill>
                  <a:latin typeface="Arial" panose="020B0604020202020204" pitchFamily="34" charset="0"/>
                  <a:ea typeface="Verdana" charset="0"/>
                  <a:cs typeface="Arial" panose="020B0604020202020204" pitchFamily="34" charset="0"/>
                </a:rPr>
                <a:t>ALLOCATION</a:t>
              </a:r>
            </a:p>
          </p:txBody>
        </p:sp>
        <p:sp>
          <p:nvSpPr>
            <p:cNvPr id="13" name="TextBox 12">
              <a:extLst>
                <a:ext uri="{FF2B5EF4-FFF2-40B4-BE49-F238E27FC236}">
                  <a16:creationId xmlns:a16="http://schemas.microsoft.com/office/drawing/2014/main" id="{96C397AB-62C9-6A6B-6195-EE832B3D06EA}"/>
                </a:ext>
              </a:extLst>
            </p:cNvPr>
            <p:cNvSpPr txBox="1"/>
            <p:nvPr/>
          </p:nvSpPr>
          <p:spPr>
            <a:xfrm rot="16200000">
              <a:off x="-280254" y="5566422"/>
              <a:ext cx="1800493" cy="256545"/>
            </a:xfrm>
            <a:prstGeom prst="rect">
              <a:avLst/>
            </a:prstGeom>
            <a:noFill/>
          </p:spPr>
          <p:txBody>
            <a:bodyPr wrap="none" rtlCol="0">
              <a:spAutoFit/>
            </a:bodyPr>
            <a:lstStyle/>
            <a:p>
              <a:pPr defTabSz="1219170"/>
              <a:r>
                <a:rPr lang="en-US" sz="1067">
                  <a:solidFill>
                    <a:srgbClr val="FFFFFF"/>
                  </a:solidFill>
                  <a:latin typeface="Arial" panose="020B0604020202020204" pitchFamily="34" charset="0"/>
                  <a:ea typeface="Verdana" charset="0"/>
                  <a:cs typeface="Arial" panose="020B0604020202020204" pitchFamily="34" charset="0"/>
                </a:rPr>
                <a:t>ADJACENT PROCESSES</a:t>
              </a:r>
            </a:p>
          </p:txBody>
        </p:sp>
        <p:sp>
          <p:nvSpPr>
            <p:cNvPr id="14" name="Rounded Rectangle 13">
              <a:extLst>
                <a:ext uri="{FF2B5EF4-FFF2-40B4-BE49-F238E27FC236}">
                  <a16:creationId xmlns:a16="http://schemas.microsoft.com/office/drawing/2014/main" id="{6FC37D7D-3E56-67B0-8374-28D7BF6B89CF}"/>
                </a:ext>
              </a:extLst>
            </p:cNvPr>
            <p:cNvSpPr/>
            <p:nvPr/>
          </p:nvSpPr>
          <p:spPr>
            <a:xfrm>
              <a:off x="1243831" y="1332235"/>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38" name="TextBox 37">
              <a:extLst>
                <a:ext uri="{FF2B5EF4-FFF2-40B4-BE49-F238E27FC236}">
                  <a16:creationId xmlns:a16="http://schemas.microsoft.com/office/drawing/2014/main" id="{5E60C480-C43C-E9E3-7C5F-4DDE7A10E5D5}"/>
                </a:ext>
              </a:extLst>
            </p:cNvPr>
            <p:cNvSpPr txBox="1"/>
            <p:nvPr/>
          </p:nvSpPr>
          <p:spPr>
            <a:xfrm>
              <a:off x="1168302" y="1293871"/>
              <a:ext cx="546945" cy="235898"/>
            </a:xfrm>
            <a:prstGeom prst="rect">
              <a:avLst/>
            </a:prstGeom>
            <a:noFill/>
          </p:spPr>
          <p:txBody>
            <a:bodyPr wrap="none" rtlCol="0">
              <a:spAutoFit/>
            </a:bodyPr>
            <a:lstStyle/>
            <a:p>
              <a:pPr defTabSz="1219170"/>
              <a:r>
                <a:rPr lang="en-US" sz="933" b="1">
                  <a:solidFill>
                    <a:srgbClr val="1C2345"/>
                  </a:solidFill>
                  <a:latin typeface="Arial" panose="020B0604020202020204" pitchFamily="34" charset="0"/>
                  <a:ea typeface="Verdana" charset="0"/>
                  <a:cs typeface="Arial" panose="020B0604020202020204" pitchFamily="34" charset="0"/>
                </a:rPr>
                <a:t>Step 0</a:t>
              </a:r>
            </a:p>
          </p:txBody>
        </p:sp>
        <p:sp>
          <p:nvSpPr>
            <p:cNvPr id="39" name="Rounded Rectangle 38">
              <a:extLst>
                <a:ext uri="{FF2B5EF4-FFF2-40B4-BE49-F238E27FC236}">
                  <a16:creationId xmlns:a16="http://schemas.microsoft.com/office/drawing/2014/main" id="{96B34E2D-D65B-AC50-46A0-FF8A5EABD52D}"/>
                </a:ext>
              </a:extLst>
            </p:cNvPr>
            <p:cNvSpPr/>
            <p:nvPr/>
          </p:nvSpPr>
          <p:spPr>
            <a:xfrm>
              <a:off x="2390453" y="1328929"/>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40" name="Rounded Rectangle 39">
              <a:extLst>
                <a:ext uri="{FF2B5EF4-FFF2-40B4-BE49-F238E27FC236}">
                  <a16:creationId xmlns:a16="http://schemas.microsoft.com/office/drawing/2014/main" id="{A6B62EB8-BE4D-88F9-8E44-56B956880ACC}"/>
                </a:ext>
              </a:extLst>
            </p:cNvPr>
            <p:cNvSpPr/>
            <p:nvPr/>
          </p:nvSpPr>
          <p:spPr>
            <a:xfrm>
              <a:off x="3535513" y="1328929"/>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41" name="Rounded Rectangle 40">
              <a:extLst>
                <a:ext uri="{FF2B5EF4-FFF2-40B4-BE49-F238E27FC236}">
                  <a16:creationId xmlns:a16="http://schemas.microsoft.com/office/drawing/2014/main" id="{CA5A70D9-16FA-9952-7E67-4644E994E0DA}"/>
                </a:ext>
              </a:extLst>
            </p:cNvPr>
            <p:cNvSpPr/>
            <p:nvPr/>
          </p:nvSpPr>
          <p:spPr>
            <a:xfrm>
              <a:off x="5039403" y="1326949"/>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42" name="Rounded Rectangle 41">
              <a:extLst>
                <a:ext uri="{FF2B5EF4-FFF2-40B4-BE49-F238E27FC236}">
                  <a16:creationId xmlns:a16="http://schemas.microsoft.com/office/drawing/2014/main" id="{16F1C645-A545-068F-0EDF-7EF5DAB8561D}"/>
                </a:ext>
              </a:extLst>
            </p:cNvPr>
            <p:cNvSpPr/>
            <p:nvPr/>
          </p:nvSpPr>
          <p:spPr>
            <a:xfrm>
              <a:off x="6184463" y="1328929"/>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43" name="Rounded Rectangle 42">
              <a:extLst>
                <a:ext uri="{FF2B5EF4-FFF2-40B4-BE49-F238E27FC236}">
                  <a16:creationId xmlns:a16="http://schemas.microsoft.com/office/drawing/2014/main" id="{B7A9F58F-C739-461C-E1A5-E36041C839A9}"/>
                </a:ext>
              </a:extLst>
            </p:cNvPr>
            <p:cNvSpPr/>
            <p:nvPr/>
          </p:nvSpPr>
          <p:spPr>
            <a:xfrm>
              <a:off x="2390453" y="3190862"/>
              <a:ext cx="1005267" cy="1316375"/>
            </a:xfrm>
            <a:prstGeom prst="roundRect">
              <a:avLst>
                <a:gd name="adj" fmla="val 7106"/>
              </a:avLst>
            </a:prstGeom>
            <a:solidFill>
              <a:schemeClr val="bg1">
                <a:lumMod val="95000"/>
              </a:schemeClr>
            </a:solidFill>
            <a:ln w="1270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49" name="Rounded Rectangle 48">
              <a:extLst>
                <a:ext uri="{FF2B5EF4-FFF2-40B4-BE49-F238E27FC236}">
                  <a16:creationId xmlns:a16="http://schemas.microsoft.com/office/drawing/2014/main" id="{DA24246F-8ECB-2A96-97D9-982F1899B6B2}"/>
                </a:ext>
              </a:extLst>
            </p:cNvPr>
            <p:cNvSpPr/>
            <p:nvPr/>
          </p:nvSpPr>
          <p:spPr>
            <a:xfrm>
              <a:off x="1243831" y="5079461"/>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50" name="Rounded Rectangle 49">
              <a:extLst>
                <a:ext uri="{FF2B5EF4-FFF2-40B4-BE49-F238E27FC236}">
                  <a16:creationId xmlns:a16="http://schemas.microsoft.com/office/drawing/2014/main" id="{844CF4A2-34DA-33B9-6277-72A3353D9284}"/>
                </a:ext>
              </a:extLst>
            </p:cNvPr>
            <p:cNvSpPr/>
            <p:nvPr/>
          </p:nvSpPr>
          <p:spPr>
            <a:xfrm>
              <a:off x="2390453" y="5077034"/>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51" name="Rounded Rectangle 50">
              <a:extLst>
                <a:ext uri="{FF2B5EF4-FFF2-40B4-BE49-F238E27FC236}">
                  <a16:creationId xmlns:a16="http://schemas.microsoft.com/office/drawing/2014/main" id="{16F1B0AA-C249-8BBF-5198-831274BD53BA}"/>
                </a:ext>
              </a:extLst>
            </p:cNvPr>
            <p:cNvSpPr/>
            <p:nvPr/>
          </p:nvSpPr>
          <p:spPr>
            <a:xfrm>
              <a:off x="3535513" y="5077034"/>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52" name="Rounded Rectangle 51">
              <a:extLst>
                <a:ext uri="{FF2B5EF4-FFF2-40B4-BE49-F238E27FC236}">
                  <a16:creationId xmlns:a16="http://schemas.microsoft.com/office/drawing/2014/main" id="{B52A9ABB-0A7E-3C24-5166-7D7B42D1C162}"/>
                </a:ext>
              </a:extLst>
            </p:cNvPr>
            <p:cNvSpPr/>
            <p:nvPr/>
          </p:nvSpPr>
          <p:spPr>
            <a:xfrm>
              <a:off x="8461028" y="5079459"/>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53" name="Rounded Rectangle 52">
              <a:extLst>
                <a:ext uri="{FF2B5EF4-FFF2-40B4-BE49-F238E27FC236}">
                  <a16:creationId xmlns:a16="http://schemas.microsoft.com/office/drawing/2014/main" id="{D84CEDD8-5340-A2B1-674E-1C4A38418CE5}"/>
                </a:ext>
              </a:extLst>
            </p:cNvPr>
            <p:cNvSpPr/>
            <p:nvPr/>
          </p:nvSpPr>
          <p:spPr>
            <a:xfrm>
              <a:off x="10768275" y="5085925"/>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1070" name="TextBox 1069">
              <a:extLst>
                <a:ext uri="{FF2B5EF4-FFF2-40B4-BE49-F238E27FC236}">
                  <a16:creationId xmlns:a16="http://schemas.microsoft.com/office/drawing/2014/main" id="{49D7FF63-C863-6E3B-03CF-40E4F83A1976}"/>
                </a:ext>
              </a:extLst>
            </p:cNvPr>
            <p:cNvSpPr txBox="1"/>
            <p:nvPr/>
          </p:nvSpPr>
          <p:spPr>
            <a:xfrm>
              <a:off x="2315691" y="1295851"/>
              <a:ext cx="546945" cy="235898"/>
            </a:xfrm>
            <a:prstGeom prst="rect">
              <a:avLst/>
            </a:prstGeom>
            <a:noFill/>
          </p:spPr>
          <p:txBody>
            <a:bodyPr wrap="none" rtlCol="0">
              <a:spAutoFit/>
            </a:bodyPr>
            <a:lstStyle/>
            <a:p>
              <a:pPr defTabSz="1219170"/>
              <a:r>
                <a:rPr lang="en-US" sz="933" b="1">
                  <a:solidFill>
                    <a:srgbClr val="1C2345"/>
                  </a:solidFill>
                  <a:latin typeface="Arial" panose="020B0604020202020204" pitchFamily="34" charset="0"/>
                  <a:ea typeface="Verdana" charset="0"/>
                  <a:cs typeface="Arial" panose="020B0604020202020204" pitchFamily="34" charset="0"/>
                </a:rPr>
                <a:t>Step 1</a:t>
              </a:r>
            </a:p>
          </p:txBody>
        </p:sp>
        <p:sp>
          <p:nvSpPr>
            <p:cNvPr id="1071" name="TextBox 1070">
              <a:extLst>
                <a:ext uri="{FF2B5EF4-FFF2-40B4-BE49-F238E27FC236}">
                  <a16:creationId xmlns:a16="http://schemas.microsoft.com/office/drawing/2014/main" id="{32F9D186-1BEE-8728-A13C-31CB32EF0236}"/>
                </a:ext>
              </a:extLst>
            </p:cNvPr>
            <p:cNvSpPr txBox="1"/>
            <p:nvPr/>
          </p:nvSpPr>
          <p:spPr>
            <a:xfrm>
              <a:off x="3457823" y="1295851"/>
              <a:ext cx="546945" cy="235898"/>
            </a:xfrm>
            <a:prstGeom prst="rect">
              <a:avLst/>
            </a:prstGeom>
            <a:noFill/>
          </p:spPr>
          <p:txBody>
            <a:bodyPr wrap="none" rtlCol="0">
              <a:spAutoFit/>
            </a:bodyPr>
            <a:lstStyle/>
            <a:p>
              <a:pPr defTabSz="1219170"/>
              <a:r>
                <a:rPr lang="en-US" sz="933" b="1">
                  <a:solidFill>
                    <a:srgbClr val="1C2345"/>
                  </a:solidFill>
                  <a:latin typeface="Arial" panose="020B0604020202020204" pitchFamily="34" charset="0"/>
                  <a:ea typeface="Verdana" charset="0"/>
                  <a:cs typeface="Arial" panose="020B0604020202020204" pitchFamily="34" charset="0"/>
                </a:rPr>
                <a:t>Step 2</a:t>
              </a:r>
            </a:p>
          </p:txBody>
        </p:sp>
        <p:sp>
          <p:nvSpPr>
            <p:cNvPr id="1072" name="TextBox 1071">
              <a:extLst>
                <a:ext uri="{FF2B5EF4-FFF2-40B4-BE49-F238E27FC236}">
                  <a16:creationId xmlns:a16="http://schemas.microsoft.com/office/drawing/2014/main" id="{2871BB7C-1C04-62BD-765C-49B578D457E6}"/>
                </a:ext>
              </a:extLst>
            </p:cNvPr>
            <p:cNvSpPr txBox="1"/>
            <p:nvPr/>
          </p:nvSpPr>
          <p:spPr>
            <a:xfrm>
              <a:off x="4968694" y="1295851"/>
              <a:ext cx="614271" cy="235898"/>
            </a:xfrm>
            <a:prstGeom prst="rect">
              <a:avLst/>
            </a:prstGeom>
            <a:noFill/>
          </p:spPr>
          <p:txBody>
            <a:bodyPr wrap="none" rtlCol="0">
              <a:spAutoFit/>
            </a:bodyPr>
            <a:lstStyle/>
            <a:p>
              <a:pPr defTabSz="1219170"/>
              <a:r>
                <a:rPr lang="en-US" sz="933" b="1">
                  <a:solidFill>
                    <a:srgbClr val="1C2345"/>
                  </a:solidFill>
                  <a:latin typeface="Arial" panose="020B0604020202020204" pitchFamily="34" charset="0"/>
                  <a:ea typeface="Verdana" charset="0"/>
                  <a:cs typeface="Arial" panose="020B0604020202020204" pitchFamily="34" charset="0"/>
                </a:rPr>
                <a:t>Step 3a</a:t>
              </a:r>
            </a:p>
          </p:txBody>
        </p:sp>
        <p:sp>
          <p:nvSpPr>
            <p:cNvPr id="1073" name="TextBox 1072">
              <a:extLst>
                <a:ext uri="{FF2B5EF4-FFF2-40B4-BE49-F238E27FC236}">
                  <a16:creationId xmlns:a16="http://schemas.microsoft.com/office/drawing/2014/main" id="{7EFA0FE0-9997-F974-2E2F-FCFA245EF895}"/>
                </a:ext>
              </a:extLst>
            </p:cNvPr>
            <p:cNvSpPr txBox="1"/>
            <p:nvPr/>
          </p:nvSpPr>
          <p:spPr>
            <a:xfrm>
              <a:off x="6104133" y="1293871"/>
              <a:ext cx="546945" cy="235898"/>
            </a:xfrm>
            <a:prstGeom prst="rect">
              <a:avLst/>
            </a:prstGeom>
            <a:noFill/>
          </p:spPr>
          <p:txBody>
            <a:bodyPr wrap="none" rtlCol="0">
              <a:spAutoFit/>
            </a:bodyPr>
            <a:lstStyle/>
            <a:p>
              <a:pPr defTabSz="1219170"/>
              <a:r>
                <a:rPr lang="en-US" sz="933" b="1">
                  <a:solidFill>
                    <a:srgbClr val="1C2345"/>
                  </a:solidFill>
                  <a:latin typeface="Arial" panose="020B0604020202020204" pitchFamily="34" charset="0"/>
                  <a:ea typeface="Verdana" charset="0"/>
                  <a:cs typeface="Arial" panose="020B0604020202020204" pitchFamily="34" charset="0"/>
                </a:rPr>
                <a:t>Step 4</a:t>
              </a:r>
            </a:p>
          </p:txBody>
        </p:sp>
        <p:sp>
          <p:nvSpPr>
            <p:cNvPr id="1074" name="Rounded Rectangle 1073">
              <a:extLst>
                <a:ext uri="{FF2B5EF4-FFF2-40B4-BE49-F238E27FC236}">
                  <a16:creationId xmlns:a16="http://schemas.microsoft.com/office/drawing/2014/main" id="{EB51900D-0367-5BF2-484B-027FC150F2E7}"/>
                </a:ext>
              </a:extLst>
            </p:cNvPr>
            <p:cNvSpPr/>
            <p:nvPr/>
          </p:nvSpPr>
          <p:spPr>
            <a:xfrm>
              <a:off x="5040723" y="3192023"/>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1075" name="TextBox 1074">
              <a:extLst>
                <a:ext uri="{FF2B5EF4-FFF2-40B4-BE49-F238E27FC236}">
                  <a16:creationId xmlns:a16="http://schemas.microsoft.com/office/drawing/2014/main" id="{D284C25D-B79A-D407-8BEE-82E8343CE80E}"/>
                </a:ext>
              </a:extLst>
            </p:cNvPr>
            <p:cNvSpPr txBox="1"/>
            <p:nvPr/>
          </p:nvSpPr>
          <p:spPr>
            <a:xfrm>
              <a:off x="4970014" y="3160925"/>
              <a:ext cx="620683" cy="235898"/>
            </a:xfrm>
            <a:prstGeom prst="rect">
              <a:avLst/>
            </a:prstGeom>
            <a:noFill/>
          </p:spPr>
          <p:txBody>
            <a:bodyPr wrap="none" rtlCol="0">
              <a:spAutoFit/>
            </a:bodyPr>
            <a:lstStyle/>
            <a:p>
              <a:pPr defTabSz="1219170"/>
              <a:r>
                <a:rPr lang="en-US" sz="933" b="1">
                  <a:solidFill>
                    <a:srgbClr val="1C2345"/>
                  </a:solidFill>
                  <a:latin typeface="Arial" panose="020B0604020202020204" pitchFamily="34" charset="0"/>
                  <a:ea typeface="Verdana" charset="0"/>
                  <a:cs typeface="Arial" panose="020B0604020202020204" pitchFamily="34" charset="0"/>
                </a:rPr>
                <a:t>Step 3b</a:t>
              </a:r>
            </a:p>
          </p:txBody>
        </p:sp>
        <p:sp>
          <p:nvSpPr>
            <p:cNvPr id="1076" name="Rounded Rectangle 1075">
              <a:extLst>
                <a:ext uri="{FF2B5EF4-FFF2-40B4-BE49-F238E27FC236}">
                  <a16:creationId xmlns:a16="http://schemas.microsoft.com/office/drawing/2014/main" id="{93F0453B-4CE5-5F8B-94B8-85D96CB62830}"/>
                </a:ext>
              </a:extLst>
            </p:cNvPr>
            <p:cNvSpPr/>
            <p:nvPr/>
          </p:nvSpPr>
          <p:spPr>
            <a:xfrm>
              <a:off x="7312781" y="3190862"/>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1077" name="TextBox 1076">
              <a:extLst>
                <a:ext uri="{FF2B5EF4-FFF2-40B4-BE49-F238E27FC236}">
                  <a16:creationId xmlns:a16="http://schemas.microsoft.com/office/drawing/2014/main" id="{9CB00149-D8A0-B382-DAC0-BA539C1F1722}"/>
                </a:ext>
              </a:extLst>
            </p:cNvPr>
            <p:cNvSpPr txBox="1"/>
            <p:nvPr/>
          </p:nvSpPr>
          <p:spPr>
            <a:xfrm>
              <a:off x="7232451" y="3171147"/>
              <a:ext cx="546945" cy="235898"/>
            </a:xfrm>
            <a:prstGeom prst="rect">
              <a:avLst/>
            </a:prstGeom>
            <a:noFill/>
          </p:spPr>
          <p:txBody>
            <a:bodyPr wrap="none" rtlCol="0">
              <a:spAutoFit/>
            </a:bodyPr>
            <a:lstStyle/>
            <a:p>
              <a:pPr defTabSz="1219170"/>
              <a:r>
                <a:rPr lang="en-US" sz="933" b="1">
                  <a:solidFill>
                    <a:srgbClr val="1C2345"/>
                  </a:solidFill>
                  <a:latin typeface="Arial" panose="020B0604020202020204" pitchFamily="34" charset="0"/>
                  <a:ea typeface="Verdana" charset="0"/>
                  <a:cs typeface="Arial" panose="020B0604020202020204" pitchFamily="34" charset="0"/>
                </a:rPr>
                <a:t>Step 5</a:t>
              </a:r>
            </a:p>
          </p:txBody>
        </p:sp>
        <p:sp>
          <p:nvSpPr>
            <p:cNvPr id="1078" name="Rounded Rectangle 1077">
              <a:extLst>
                <a:ext uri="{FF2B5EF4-FFF2-40B4-BE49-F238E27FC236}">
                  <a16:creationId xmlns:a16="http://schemas.microsoft.com/office/drawing/2014/main" id="{EAAFE82B-6B9F-30E1-7B34-7BC0CFD85911}"/>
                </a:ext>
              </a:extLst>
            </p:cNvPr>
            <p:cNvSpPr/>
            <p:nvPr/>
          </p:nvSpPr>
          <p:spPr>
            <a:xfrm>
              <a:off x="8461028" y="3190862"/>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1079" name="TextBox 1078">
              <a:extLst>
                <a:ext uri="{FF2B5EF4-FFF2-40B4-BE49-F238E27FC236}">
                  <a16:creationId xmlns:a16="http://schemas.microsoft.com/office/drawing/2014/main" id="{E9084292-FB97-F483-A765-37047BD95025}"/>
                </a:ext>
              </a:extLst>
            </p:cNvPr>
            <p:cNvSpPr txBox="1"/>
            <p:nvPr/>
          </p:nvSpPr>
          <p:spPr>
            <a:xfrm>
              <a:off x="8380698" y="3171147"/>
              <a:ext cx="546945" cy="235898"/>
            </a:xfrm>
            <a:prstGeom prst="rect">
              <a:avLst/>
            </a:prstGeom>
            <a:noFill/>
          </p:spPr>
          <p:txBody>
            <a:bodyPr wrap="none" rtlCol="0">
              <a:spAutoFit/>
            </a:bodyPr>
            <a:lstStyle/>
            <a:p>
              <a:pPr defTabSz="1219170"/>
              <a:r>
                <a:rPr lang="en-US" sz="933" b="1">
                  <a:solidFill>
                    <a:srgbClr val="1C2345"/>
                  </a:solidFill>
                  <a:latin typeface="Arial" panose="020B0604020202020204" pitchFamily="34" charset="0"/>
                  <a:ea typeface="Verdana" charset="0"/>
                  <a:cs typeface="Arial" panose="020B0604020202020204" pitchFamily="34" charset="0"/>
                </a:rPr>
                <a:t>Step 6</a:t>
              </a:r>
            </a:p>
          </p:txBody>
        </p:sp>
        <p:sp>
          <p:nvSpPr>
            <p:cNvPr id="1085" name="Rounded Rectangle 1084">
              <a:extLst>
                <a:ext uri="{FF2B5EF4-FFF2-40B4-BE49-F238E27FC236}">
                  <a16:creationId xmlns:a16="http://schemas.microsoft.com/office/drawing/2014/main" id="{2E5CFFD8-04B8-131F-3B96-B7037274A4C1}"/>
                </a:ext>
              </a:extLst>
            </p:cNvPr>
            <p:cNvSpPr/>
            <p:nvPr/>
          </p:nvSpPr>
          <p:spPr>
            <a:xfrm>
              <a:off x="9611671" y="3190862"/>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1086" name="TextBox 1085">
              <a:extLst>
                <a:ext uri="{FF2B5EF4-FFF2-40B4-BE49-F238E27FC236}">
                  <a16:creationId xmlns:a16="http://schemas.microsoft.com/office/drawing/2014/main" id="{1BA1AAE3-3CDA-1891-8082-BCC7F0BE4D0D}"/>
                </a:ext>
              </a:extLst>
            </p:cNvPr>
            <p:cNvSpPr txBox="1"/>
            <p:nvPr/>
          </p:nvSpPr>
          <p:spPr>
            <a:xfrm>
              <a:off x="9531341" y="3171147"/>
              <a:ext cx="546945" cy="235898"/>
            </a:xfrm>
            <a:prstGeom prst="rect">
              <a:avLst/>
            </a:prstGeom>
            <a:noFill/>
          </p:spPr>
          <p:txBody>
            <a:bodyPr wrap="none" rtlCol="0">
              <a:spAutoFit/>
            </a:bodyPr>
            <a:lstStyle/>
            <a:p>
              <a:pPr defTabSz="1219170"/>
              <a:r>
                <a:rPr lang="en-US" sz="933" b="1">
                  <a:solidFill>
                    <a:srgbClr val="1C2345"/>
                  </a:solidFill>
                  <a:latin typeface="Arial" panose="020B0604020202020204" pitchFamily="34" charset="0"/>
                  <a:ea typeface="Verdana" charset="0"/>
                  <a:cs typeface="Arial" panose="020B0604020202020204" pitchFamily="34" charset="0"/>
                </a:rPr>
                <a:t>Step 7</a:t>
              </a:r>
            </a:p>
          </p:txBody>
        </p:sp>
        <p:sp>
          <p:nvSpPr>
            <p:cNvPr id="1087" name="Rounded Rectangle 1086">
              <a:extLst>
                <a:ext uri="{FF2B5EF4-FFF2-40B4-BE49-F238E27FC236}">
                  <a16:creationId xmlns:a16="http://schemas.microsoft.com/office/drawing/2014/main" id="{65393C95-4A38-A7EF-EF29-68EC9FA2AE61}"/>
                </a:ext>
              </a:extLst>
            </p:cNvPr>
            <p:cNvSpPr/>
            <p:nvPr/>
          </p:nvSpPr>
          <p:spPr>
            <a:xfrm>
              <a:off x="10759917" y="3190862"/>
              <a:ext cx="1005267" cy="1316375"/>
            </a:xfrm>
            <a:prstGeom prst="roundRect">
              <a:avLst>
                <a:gd name="adj" fmla="val 7106"/>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133" err="1">
                <a:solidFill>
                  <a:srgbClr val="FFFFFF"/>
                </a:solidFill>
                <a:latin typeface="Arial" panose="020B0604020202020204" pitchFamily="34" charset="0"/>
                <a:ea typeface="Verdana" charset="0"/>
                <a:cs typeface="Arial" panose="020B0604020202020204" pitchFamily="34" charset="0"/>
              </a:endParaRPr>
            </a:p>
          </p:txBody>
        </p:sp>
        <p:sp>
          <p:nvSpPr>
            <p:cNvPr id="1088" name="TextBox 1087">
              <a:extLst>
                <a:ext uri="{FF2B5EF4-FFF2-40B4-BE49-F238E27FC236}">
                  <a16:creationId xmlns:a16="http://schemas.microsoft.com/office/drawing/2014/main" id="{A14F5E76-1C3F-C34B-3772-CF7A75C7FB51}"/>
                </a:ext>
              </a:extLst>
            </p:cNvPr>
            <p:cNvSpPr txBox="1"/>
            <p:nvPr/>
          </p:nvSpPr>
          <p:spPr>
            <a:xfrm>
              <a:off x="10679587" y="3171147"/>
              <a:ext cx="546945" cy="235898"/>
            </a:xfrm>
            <a:prstGeom prst="rect">
              <a:avLst/>
            </a:prstGeom>
            <a:noFill/>
          </p:spPr>
          <p:txBody>
            <a:bodyPr wrap="none" rtlCol="0">
              <a:spAutoFit/>
            </a:bodyPr>
            <a:lstStyle/>
            <a:p>
              <a:pPr defTabSz="1219170"/>
              <a:r>
                <a:rPr lang="en-US" sz="933" b="1">
                  <a:solidFill>
                    <a:srgbClr val="1C2345"/>
                  </a:solidFill>
                  <a:latin typeface="Arial" panose="020B0604020202020204" pitchFamily="34" charset="0"/>
                  <a:ea typeface="Verdana" charset="0"/>
                  <a:cs typeface="Arial" panose="020B0604020202020204" pitchFamily="34" charset="0"/>
                </a:rPr>
                <a:t>Step 8</a:t>
              </a:r>
            </a:p>
          </p:txBody>
        </p:sp>
        <p:sp>
          <p:nvSpPr>
            <p:cNvPr id="1089" name="TextBox 1088">
              <a:extLst>
                <a:ext uri="{FF2B5EF4-FFF2-40B4-BE49-F238E27FC236}">
                  <a16:creationId xmlns:a16="http://schemas.microsoft.com/office/drawing/2014/main" id="{814C843F-4BB2-BE7E-1544-4B7499A40A20}"/>
                </a:ext>
              </a:extLst>
            </p:cNvPr>
            <p:cNvSpPr txBox="1"/>
            <p:nvPr/>
          </p:nvSpPr>
          <p:spPr>
            <a:xfrm>
              <a:off x="1219686" y="5417695"/>
              <a:ext cx="1029412" cy="376799"/>
            </a:xfrm>
            <a:prstGeom prst="rect">
              <a:avLst/>
            </a:prstGeom>
            <a:noFill/>
          </p:spPr>
          <p:txBody>
            <a:bodyPr wrap="square" lIns="91440" tIns="45720" rIns="91440" bIns="45720" rtlCol="0" anchor="t">
              <a:spAutoFit/>
            </a:bodyPr>
            <a:lstStyle/>
            <a:p>
              <a:pPr algn="ctr" defTabSz="1219170"/>
              <a:r>
                <a:rPr lang="en-US" sz="900">
                  <a:solidFill>
                    <a:srgbClr val="FFFFFF">
                      <a:lumMod val="50000"/>
                    </a:srgbClr>
                  </a:solidFill>
                  <a:latin typeface="Arial"/>
                  <a:ea typeface="Verdana"/>
                  <a:cs typeface="Arial"/>
                </a:rPr>
                <a:t>Segmentation &amp; Scoring</a:t>
              </a:r>
            </a:p>
          </p:txBody>
        </p:sp>
        <p:sp>
          <p:nvSpPr>
            <p:cNvPr id="1090" name="TextBox 1089">
              <a:extLst>
                <a:ext uri="{FF2B5EF4-FFF2-40B4-BE49-F238E27FC236}">
                  <a16:creationId xmlns:a16="http://schemas.microsoft.com/office/drawing/2014/main" id="{37855369-345C-EB1E-563E-4024174B2AAC}"/>
                </a:ext>
              </a:extLst>
            </p:cNvPr>
            <p:cNvSpPr txBox="1"/>
            <p:nvPr/>
          </p:nvSpPr>
          <p:spPr>
            <a:xfrm>
              <a:off x="2366309" y="5489508"/>
              <a:ext cx="1029412" cy="379463"/>
            </a:xfrm>
            <a:prstGeom prst="rect">
              <a:avLst/>
            </a:prstGeom>
            <a:noFill/>
          </p:spPr>
          <p:txBody>
            <a:bodyPr wrap="square" rtlCol="0">
              <a:spAutoFit/>
            </a:bodyPr>
            <a:lstStyle/>
            <a:p>
              <a:pPr algn="ctr" defTabSz="1219170"/>
              <a:r>
                <a:rPr lang="en-US" sz="933">
                  <a:solidFill>
                    <a:srgbClr val="FFFFFF">
                      <a:lumMod val="50000"/>
                    </a:srgbClr>
                  </a:solidFill>
                  <a:latin typeface="Arial" panose="020B0604020202020204" pitchFamily="34" charset="0"/>
                  <a:ea typeface="Verdana" charset="0"/>
                  <a:cs typeface="Arial" panose="020B0604020202020204" pitchFamily="34" charset="0"/>
                </a:rPr>
                <a:t>Sales Forecasting</a:t>
              </a:r>
            </a:p>
          </p:txBody>
        </p:sp>
        <p:sp>
          <p:nvSpPr>
            <p:cNvPr id="1091" name="TextBox 1090">
              <a:extLst>
                <a:ext uri="{FF2B5EF4-FFF2-40B4-BE49-F238E27FC236}">
                  <a16:creationId xmlns:a16="http://schemas.microsoft.com/office/drawing/2014/main" id="{22BD1852-DCB9-D207-8208-49C78EEA55CC}"/>
                </a:ext>
              </a:extLst>
            </p:cNvPr>
            <p:cNvSpPr txBox="1"/>
            <p:nvPr/>
          </p:nvSpPr>
          <p:spPr>
            <a:xfrm>
              <a:off x="3523441" y="5489508"/>
              <a:ext cx="1029412" cy="379463"/>
            </a:xfrm>
            <a:prstGeom prst="rect">
              <a:avLst/>
            </a:prstGeom>
            <a:noFill/>
          </p:spPr>
          <p:txBody>
            <a:bodyPr wrap="square" rtlCol="0">
              <a:spAutoFit/>
            </a:bodyPr>
            <a:lstStyle/>
            <a:p>
              <a:pPr algn="ctr" defTabSz="1219170"/>
              <a:r>
                <a:rPr lang="en-US" sz="933">
                  <a:solidFill>
                    <a:srgbClr val="FFFFFF">
                      <a:lumMod val="50000"/>
                    </a:srgbClr>
                  </a:solidFill>
                  <a:latin typeface="Arial" panose="020B0604020202020204" pitchFamily="34" charset="0"/>
                  <a:ea typeface="Verdana" charset="0"/>
                  <a:cs typeface="Arial" panose="020B0604020202020204" pitchFamily="34" charset="0"/>
                </a:rPr>
                <a:t>Compensation Design</a:t>
              </a:r>
            </a:p>
          </p:txBody>
        </p:sp>
        <p:sp>
          <p:nvSpPr>
            <p:cNvPr id="1092" name="TextBox 1091">
              <a:extLst>
                <a:ext uri="{FF2B5EF4-FFF2-40B4-BE49-F238E27FC236}">
                  <a16:creationId xmlns:a16="http://schemas.microsoft.com/office/drawing/2014/main" id="{F9C0A9F2-C95F-4A48-9D64-1A5BCDD90659}"/>
                </a:ext>
              </a:extLst>
            </p:cNvPr>
            <p:cNvSpPr txBox="1"/>
            <p:nvPr/>
          </p:nvSpPr>
          <p:spPr>
            <a:xfrm>
              <a:off x="8436883" y="5482282"/>
              <a:ext cx="1029412" cy="379463"/>
            </a:xfrm>
            <a:prstGeom prst="rect">
              <a:avLst/>
            </a:prstGeom>
            <a:noFill/>
          </p:spPr>
          <p:txBody>
            <a:bodyPr wrap="square" rtlCol="0">
              <a:spAutoFit/>
            </a:bodyPr>
            <a:lstStyle/>
            <a:p>
              <a:pPr algn="ctr" defTabSz="1219170"/>
              <a:r>
                <a:rPr lang="en-US" sz="933">
                  <a:solidFill>
                    <a:srgbClr val="FFFFFF">
                      <a:lumMod val="50000"/>
                    </a:srgbClr>
                  </a:solidFill>
                  <a:latin typeface="Arial" panose="020B0604020202020204" pitchFamily="34" charset="0"/>
                  <a:ea typeface="Verdana" charset="0"/>
                  <a:cs typeface="Arial" panose="020B0604020202020204" pitchFamily="34" charset="0"/>
                </a:rPr>
                <a:t>Capacity Planning</a:t>
              </a:r>
            </a:p>
          </p:txBody>
        </p:sp>
        <p:sp>
          <p:nvSpPr>
            <p:cNvPr id="1093" name="TextBox 1092">
              <a:extLst>
                <a:ext uri="{FF2B5EF4-FFF2-40B4-BE49-F238E27FC236}">
                  <a16:creationId xmlns:a16="http://schemas.microsoft.com/office/drawing/2014/main" id="{F5C7A307-9FDC-B9A6-AF10-3C6025FB1502}"/>
                </a:ext>
              </a:extLst>
            </p:cNvPr>
            <p:cNvSpPr txBox="1"/>
            <p:nvPr/>
          </p:nvSpPr>
          <p:spPr>
            <a:xfrm>
              <a:off x="10753371" y="5489507"/>
              <a:ext cx="1029412" cy="523028"/>
            </a:xfrm>
            <a:prstGeom prst="rect">
              <a:avLst/>
            </a:prstGeom>
            <a:noFill/>
          </p:spPr>
          <p:txBody>
            <a:bodyPr wrap="square" rtlCol="0">
              <a:spAutoFit/>
            </a:bodyPr>
            <a:lstStyle/>
            <a:p>
              <a:pPr algn="ctr" defTabSz="1219170"/>
              <a:r>
                <a:rPr lang="en-US" sz="933">
                  <a:solidFill>
                    <a:srgbClr val="FFFFFF">
                      <a:lumMod val="50000"/>
                    </a:srgbClr>
                  </a:solidFill>
                  <a:latin typeface="Arial" panose="020B0604020202020204" pitchFamily="34" charset="0"/>
                  <a:ea typeface="Verdana" charset="0"/>
                  <a:cs typeface="Arial" panose="020B0604020202020204" pitchFamily="34" charset="0"/>
                </a:rPr>
                <a:t>Incentive Compensation Management</a:t>
              </a:r>
            </a:p>
          </p:txBody>
        </p:sp>
        <p:sp>
          <p:nvSpPr>
            <p:cNvPr id="1094" name="TextBox 1093">
              <a:extLst>
                <a:ext uri="{FF2B5EF4-FFF2-40B4-BE49-F238E27FC236}">
                  <a16:creationId xmlns:a16="http://schemas.microsoft.com/office/drawing/2014/main" id="{4829E275-17F5-A47F-E821-7ADA302A4A9F}"/>
                </a:ext>
              </a:extLst>
            </p:cNvPr>
            <p:cNvSpPr txBox="1"/>
            <p:nvPr/>
          </p:nvSpPr>
          <p:spPr>
            <a:xfrm>
              <a:off x="1227807" y="1588017"/>
              <a:ext cx="1134551" cy="338554"/>
            </a:xfrm>
            <a:prstGeom prst="rect">
              <a:avLst/>
            </a:prstGeom>
            <a:noFill/>
          </p:spPr>
          <p:txBody>
            <a:bodyPr wrap="square" lIns="60960" rIns="60960" rtlCol="0">
              <a:spAutoFit/>
            </a:bodyPr>
            <a:lstStyle/>
            <a:p>
              <a:pPr defTabSz="1219170"/>
              <a:r>
                <a:rPr lang="en-US" sz="800">
                  <a:solidFill>
                    <a:srgbClr val="1C2345"/>
                  </a:solidFill>
                  <a:latin typeface="Arial" panose="020B0604020202020204" pitchFamily="34" charset="0"/>
                  <a:ea typeface="Verdana" charset="0"/>
                  <a:cs typeface="Arial" panose="020B0604020202020204" pitchFamily="34" charset="0"/>
                </a:rPr>
                <a:t>Score the market</a:t>
              </a:r>
            </a:p>
            <a:p>
              <a:pPr defTabSz="1219170"/>
              <a:r>
                <a:rPr lang="en-US" sz="800">
                  <a:solidFill>
                    <a:srgbClr val="1C2345"/>
                  </a:solidFill>
                  <a:latin typeface="Arial" panose="020B0604020202020204" pitchFamily="34" charset="0"/>
                  <a:ea typeface="Verdana" charset="0"/>
                  <a:cs typeface="Arial" panose="020B0604020202020204" pitchFamily="34" charset="0"/>
                </a:rPr>
                <a:t>(import)</a:t>
              </a:r>
            </a:p>
          </p:txBody>
        </p:sp>
        <p:cxnSp>
          <p:nvCxnSpPr>
            <p:cNvPr id="1096" name="Elbow Connector 1095">
              <a:extLst>
                <a:ext uri="{FF2B5EF4-FFF2-40B4-BE49-F238E27FC236}">
                  <a16:creationId xmlns:a16="http://schemas.microsoft.com/office/drawing/2014/main" id="{CD245A74-2BC7-6AB3-44FA-0C7C01602BDF}"/>
                </a:ext>
              </a:extLst>
            </p:cNvPr>
            <p:cNvCxnSpPr>
              <a:cxnSpLocks/>
              <a:stCxn id="14" idx="0"/>
              <a:endCxn id="41" idx="0"/>
            </p:cNvCxnSpPr>
            <p:nvPr/>
          </p:nvCxnSpPr>
          <p:spPr>
            <a:xfrm rot="5400000" flipH="1" flipV="1">
              <a:off x="3641607" y="-568193"/>
              <a:ext cx="5287" cy="3795572"/>
            </a:xfrm>
            <a:prstGeom prst="bentConnector3">
              <a:avLst>
                <a:gd name="adj1" fmla="val 5865448"/>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099" name="Straight Arrow Connector 1098">
              <a:extLst>
                <a:ext uri="{FF2B5EF4-FFF2-40B4-BE49-F238E27FC236}">
                  <a16:creationId xmlns:a16="http://schemas.microsoft.com/office/drawing/2014/main" id="{314F8299-BFED-19E6-2F28-7B586BAE47DA}"/>
                </a:ext>
              </a:extLst>
            </p:cNvPr>
            <p:cNvCxnSpPr>
              <a:cxnSpLocks/>
              <a:stCxn id="39" idx="3"/>
              <a:endCxn id="40" idx="1"/>
            </p:cNvCxnSpPr>
            <p:nvPr/>
          </p:nvCxnSpPr>
          <p:spPr>
            <a:xfrm>
              <a:off x="3395721" y="1987116"/>
              <a:ext cx="139793" cy="0"/>
            </a:xfrm>
            <a:prstGeom prst="straightConnector1">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01" name="Straight Arrow Connector 1100">
              <a:extLst>
                <a:ext uri="{FF2B5EF4-FFF2-40B4-BE49-F238E27FC236}">
                  <a16:creationId xmlns:a16="http://schemas.microsoft.com/office/drawing/2014/main" id="{D9EE0440-1564-6BA0-EF14-8AFD64C50942}"/>
                </a:ext>
              </a:extLst>
            </p:cNvPr>
            <p:cNvCxnSpPr>
              <a:cxnSpLocks/>
              <a:stCxn id="40" idx="3"/>
              <a:endCxn id="41" idx="1"/>
            </p:cNvCxnSpPr>
            <p:nvPr/>
          </p:nvCxnSpPr>
          <p:spPr>
            <a:xfrm flipV="1">
              <a:off x="4540781" y="1985137"/>
              <a:ext cx="498623" cy="1980"/>
            </a:xfrm>
            <a:prstGeom prst="straightConnector1">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04" name="Straight Arrow Connector 1103">
              <a:extLst>
                <a:ext uri="{FF2B5EF4-FFF2-40B4-BE49-F238E27FC236}">
                  <a16:creationId xmlns:a16="http://schemas.microsoft.com/office/drawing/2014/main" id="{FB5DAB35-C271-A9D2-0774-5AFECC152F9E}"/>
                </a:ext>
              </a:extLst>
            </p:cNvPr>
            <p:cNvCxnSpPr>
              <a:cxnSpLocks/>
              <a:stCxn id="41" idx="3"/>
              <a:endCxn id="42" idx="1"/>
            </p:cNvCxnSpPr>
            <p:nvPr/>
          </p:nvCxnSpPr>
          <p:spPr>
            <a:xfrm>
              <a:off x="6044670" y="1985137"/>
              <a:ext cx="139793" cy="1980"/>
            </a:xfrm>
            <a:prstGeom prst="straightConnector1">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07" name="Elbow Connector 1106">
              <a:extLst>
                <a:ext uri="{FF2B5EF4-FFF2-40B4-BE49-F238E27FC236}">
                  <a16:creationId xmlns:a16="http://schemas.microsoft.com/office/drawing/2014/main" id="{7D13A074-F739-E412-8326-E6416B66DAAC}"/>
                </a:ext>
              </a:extLst>
            </p:cNvPr>
            <p:cNvCxnSpPr>
              <a:cxnSpLocks/>
              <a:stCxn id="40" idx="3"/>
              <a:endCxn id="1074" idx="1"/>
            </p:cNvCxnSpPr>
            <p:nvPr/>
          </p:nvCxnSpPr>
          <p:spPr>
            <a:xfrm>
              <a:off x="4540781" y="1987117"/>
              <a:ext cx="499943" cy="1863095"/>
            </a:xfrm>
            <a:prstGeom prst="bentConnector3">
              <a:avLst>
                <a:gd name="adj1" fmla="val 50000"/>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12" name="Elbow Connector 1111">
              <a:extLst>
                <a:ext uri="{FF2B5EF4-FFF2-40B4-BE49-F238E27FC236}">
                  <a16:creationId xmlns:a16="http://schemas.microsoft.com/office/drawing/2014/main" id="{7E4479EB-64E9-36C6-D49F-B21DDEDDAFFC}"/>
                </a:ext>
              </a:extLst>
            </p:cNvPr>
            <p:cNvCxnSpPr>
              <a:cxnSpLocks/>
              <a:stCxn id="43" idx="3"/>
            </p:cNvCxnSpPr>
            <p:nvPr/>
          </p:nvCxnSpPr>
          <p:spPr>
            <a:xfrm>
              <a:off x="3395720" y="3849050"/>
              <a:ext cx="1643683" cy="1161"/>
            </a:xfrm>
            <a:prstGeom prst="bentConnector3">
              <a:avLst>
                <a:gd name="adj1" fmla="val 50000"/>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18" name="Straight Arrow Connector 1117">
              <a:extLst>
                <a:ext uri="{FF2B5EF4-FFF2-40B4-BE49-F238E27FC236}">
                  <a16:creationId xmlns:a16="http://schemas.microsoft.com/office/drawing/2014/main" id="{637638BF-B043-5573-EB15-1F7A8C869C4F}"/>
                </a:ext>
              </a:extLst>
            </p:cNvPr>
            <p:cNvCxnSpPr>
              <a:cxnSpLocks/>
              <a:stCxn id="39" idx="2"/>
              <a:endCxn id="43" idx="0"/>
            </p:cNvCxnSpPr>
            <p:nvPr/>
          </p:nvCxnSpPr>
          <p:spPr>
            <a:xfrm>
              <a:off x="2893087" y="2645303"/>
              <a:ext cx="0" cy="545559"/>
            </a:xfrm>
            <a:prstGeom prst="straightConnector1">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22" name="Straight Arrow Connector 1121">
              <a:extLst>
                <a:ext uri="{FF2B5EF4-FFF2-40B4-BE49-F238E27FC236}">
                  <a16:creationId xmlns:a16="http://schemas.microsoft.com/office/drawing/2014/main" id="{1CF97427-AE23-B016-6D4B-A8D7A07BC7EE}"/>
                </a:ext>
              </a:extLst>
            </p:cNvPr>
            <p:cNvCxnSpPr>
              <a:cxnSpLocks/>
              <a:stCxn id="49" idx="0"/>
              <a:endCxn id="14" idx="2"/>
            </p:cNvCxnSpPr>
            <p:nvPr/>
          </p:nvCxnSpPr>
          <p:spPr>
            <a:xfrm flipV="1">
              <a:off x="1746464" y="2648609"/>
              <a:ext cx="0" cy="2430851"/>
            </a:xfrm>
            <a:prstGeom prst="straightConnector1">
              <a:avLst/>
            </a:prstGeom>
            <a:ln w="12700">
              <a:solidFill>
                <a:schemeClr val="tx1">
                  <a:lumMod val="50000"/>
                  <a:lumOff val="50000"/>
                </a:schemeClr>
              </a:solidFill>
              <a:prstDash val="dash"/>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25" name="Straight Arrow Connector 1124">
              <a:extLst>
                <a:ext uri="{FF2B5EF4-FFF2-40B4-BE49-F238E27FC236}">
                  <a16:creationId xmlns:a16="http://schemas.microsoft.com/office/drawing/2014/main" id="{2A28A1CD-E438-F059-5B9A-883E3061D54B}"/>
                </a:ext>
              </a:extLst>
            </p:cNvPr>
            <p:cNvCxnSpPr>
              <a:cxnSpLocks/>
              <a:stCxn id="50" idx="0"/>
              <a:endCxn id="43" idx="2"/>
            </p:cNvCxnSpPr>
            <p:nvPr/>
          </p:nvCxnSpPr>
          <p:spPr>
            <a:xfrm flipV="1">
              <a:off x="2893087" y="4507236"/>
              <a:ext cx="0" cy="569797"/>
            </a:xfrm>
            <a:prstGeom prst="straightConnector1">
              <a:avLst/>
            </a:prstGeom>
            <a:ln w="12700">
              <a:solidFill>
                <a:schemeClr val="tx1">
                  <a:lumMod val="50000"/>
                  <a:lumOff val="50000"/>
                </a:schemeClr>
              </a:solidFill>
              <a:prstDash val="dash"/>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28" name="Straight Arrow Connector 1127">
              <a:extLst>
                <a:ext uri="{FF2B5EF4-FFF2-40B4-BE49-F238E27FC236}">
                  <a16:creationId xmlns:a16="http://schemas.microsoft.com/office/drawing/2014/main" id="{D2F9F8CD-EE45-CDE4-F5E8-AE5792AD7005}"/>
                </a:ext>
              </a:extLst>
            </p:cNvPr>
            <p:cNvCxnSpPr>
              <a:cxnSpLocks/>
            </p:cNvCxnSpPr>
            <p:nvPr/>
          </p:nvCxnSpPr>
          <p:spPr>
            <a:xfrm flipV="1">
              <a:off x="4050292" y="2643323"/>
              <a:ext cx="0" cy="2433711"/>
            </a:xfrm>
            <a:prstGeom prst="straightConnector1">
              <a:avLst/>
            </a:prstGeom>
            <a:ln w="12700">
              <a:solidFill>
                <a:schemeClr val="tx1">
                  <a:lumMod val="50000"/>
                  <a:lumOff val="50000"/>
                </a:schemeClr>
              </a:solidFill>
              <a:prstDash val="dash"/>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31" name="Elbow Connector 1130">
              <a:extLst>
                <a:ext uri="{FF2B5EF4-FFF2-40B4-BE49-F238E27FC236}">
                  <a16:creationId xmlns:a16="http://schemas.microsoft.com/office/drawing/2014/main" id="{5159256B-E83A-B182-62D2-BCA55A2A613A}"/>
                </a:ext>
              </a:extLst>
            </p:cNvPr>
            <p:cNvCxnSpPr>
              <a:cxnSpLocks/>
              <a:stCxn id="1074" idx="3"/>
            </p:cNvCxnSpPr>
            <p:nvPr/>
          </p:nvCxnSpPr>
          <p:spPr>
            <a:xfrm flipV="1">
              <a:off x="6045989" y="2643320"/>
              <a:ext cx="431011" cy="1206891"/>
            </a:xfrm>
            <a:prstGeom prst="bentConnector2">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34" name="Elbow Connector 1133">
              <a:extLst>
                <a:ext uri="{FF2B5EF4-FFF2-40B4-BE49-F238E27FC236}">
                  <a16:creationId xmlns:a16="http://schemas.microsoft.com/office/drawing/2014/main" id="{3779CE30-0BD7-5554-FD91-10F1DAFEF093}"/>
                </a:ext>
              </a:extLst>
            </p:cNvPr>
            <p:cNvCxnSpPr>
              <a:cxnSpLocks/>
              <a:endCxn id="1076" idx="1"/>
            </p:cNvCxnSpPr>
            <p:nvPr/>
          </p:nvCxnSpPr>
          <p:spPr>
            <a:xfrm rot="16200000" flipH="1">
              <a:off x="6483819" y="3020086"/>
              <a:ext cx="1205727" cy="452199"/>
            </a:xfrm>
            <a:prstGeom prst="bentConnector2">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41" name="Straight Arrow Connector 1140">
              <a:extLst>
                <a:ext uri="{FF2B5EF4-FFF2-40B4-BE49-F238E27FC236}">
                  <a16:creationId xmlns:a16="http://schemas.microsoft.com/office/drawing/2014/main" id="{41DD9978-335B-B570-FBC8-99E06BF9FBCB}"/>
                </a:ext>
              </a:extLst>
            </p:cNvPr>
            <p:cNvCxnSpPr>
              <a:cxnSpLocks/>
              <a:stCxn id="1076" idx="3"/>
              <a:endCxn id="1078" idx="1"/>
            </p:cNvCxnSpPr>
            <p:nvPr/>
          </p:nvCxnSpPr>
          <p:spPr>
            <a:xfrm>
              <a:off x="8318049" y="3849049"/>
              <a:ext cx="142980" cy="0"/>
            </a:xfrm>
            <a:prstGeom prst="straightConnector1">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45" name="Straight Arrow Connector 1144">
              <a:extLst>
                <a:ext uri="{FF2B5EF4-FFF2-40B4-BE49-F238E27FC236}">
                  <a16:creationId xmlns:a16="http://schemas.microsoft.com/office/drawing/2014/main" id="{E26EF74D-E497-09C3-0DB3-CECF8DF836B6}"/>
                </a:ext>
              </a:extLst>
            </p:cNvPr>
            <p:cNvCxnSpPr>
              <a:cxnSpLocks/>
              <a:stCxn id="1078" idx="3"/>
            </p:cNvCxnSpPr>
            <p:nvPr/>
          </p:nvCxnSpPr>
          <p:spPr>
            <a:xfrm flipV="1">
              <a:off x="9466295" y="3849049"/>
              <a:ext cx="145376" cy="1"/>
            </a:xfrm>
            <a:prstGeom prst="straightConnector1">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47" name="Straight Arrow Connector 1146">
              <a:extLst>
                <a:ext uri="{FF2B5EF4-FFF2-40B4-BE49-F238E27FC236}">
                  <a16:creationId xmlns:a16="http://schemas.microsoft.com/office/drawing/2014/main" id="{1AF2B036-E8AA-6258-C93D-8C729C52CC1D}"/>
                </a:ext>
              </a:extLst>
            </p:cNvPr>
            <p:cNvCxnSpPr>
              <a:cxnSpLocks/>
              <a:stCxn id="1085" idx="3"/>
              <a:endCxn id="1087" idx="1"/>
            </p:cNvCxnSpPr>
            <p:nvPr/>
          </p:nvCxnSpPr>
          <p:spPr>
            <a:xfrm>
              <a:off x="10616938" y="3849049"/>
              <a:ext cx="142980" cy="0"/>
            </a:xfrm>
            <a:prstGeom prst="straightConnector1">
              <a:avLst/>
            </a:prstGeom>
            <a:ln w="12700">
              <a:solidFill>
                <a:schemeClr val="tx1">
                  <a:lumMod val="50000"/>
                  <a:lumOff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50" name="Straight Arrow Connector 1149">
              <a:extLst>
                <a:ext uri="{FF2B5EF4-FFF2-40B4-BE49-F238E27FC236}">
                  <a16:creationId xmlns:a16="http://schemas.microsoft.com/office/drawing/2014/main" id="{D3D4CF67-AB78-9630-60FF-8EC7B3423036}"/>
                </a:ext>
              </a:extLst>
            </p:cNvPr>
            <p:cNvCxnSpPr>
              <a:cxnSpLocks/>
              <a:stCxn id="52" idx="0"/>
            </p:cNvCxnSpPr>
            <p:nvPr/>
          </p:nvCxnSpPr>
          <p:spPr>
            <a:xfrm flipV="1">
              <a:off x="8963662" y="4507237"/>
              <a:ext cx="9505" cy="572223"/>
            </a:xfrm>
            <a:prstGeom prst="straightConnector1">
              <a:avLst/>
            </a:prstGeom>
            <a:ln w="12700">
              <a:solidFill>
                <a:schemeClr val="tx1">
                  <a:lumMod val="50000"/>
                  <a:lumOff val="50000"/>
                </a:schemeClr>
              </a:solidFill>
              <a:prstDash val="dash"/>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53" name="Elbow Connector 1152">
              <a:extLst>
                <a:ext uri="{FF2B5EF4-FFF2-40B4-BE49-F238E27FC236}">
                  <a16:creationId xmlns:a16="http://schemas.microsoft.com/office/drawing/2014/main" id="{6D52D77F-FAAE-D87E-EDE2-7522C31F0FAF}"/>
                </a:ext>
              </a:extLst>
            </p:cNvPr>
            <p:cNvCxnSpPr>
              <a:cxnSpLocks/>
              <a:stCxn id="52" idx="0"/>
              <a:endCxn id="1085" idx="2"/>
            </p:cNvCxnSpPr>
            <p:nvPr/>
          </p:nvCxnSpPr>
          <p:spPr>
            <a:xfrm rot="5400000" flipH="1" flipV="1">
              <a:off x="9252873" y="4218027"/>
              <a:ext cx="572223" cy="1150643"/>
            </a:xfrm>
            <a:prstGeom prst="bentConnector3">
              <a:avLst>
                <a:gd name="adj1" fmla="val 38903"/>
              </a:avLst>
            </a:prstGeom>
            <a:ln w="12700">
              <a:solidFill>
                <a:schemeClr val="tx1">
                  <a:lumMod val="50000"/>
                  <a:lumOff val="50000"/>
                </a:schemeClr>
              </a:solidFill>
              <a:prstDash val="dash"/>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60" name="Elbow Connector 1159">
              <a:extLst>
                <a:ext uri="{FF2B5EF4-FFF2-40B4-BE49-F238E27FC236}">
                  <a16:creationId xmlns:a16="http://schemas.microsoft.com/office/drawing/2014/main" id="{405C9369-22A1-CC21-3623-67EA8593E375}"/>
                </a:ext>
              </a:extLst>
            </p:cNvPr>
            <p:cNvCxnSpPr>
              <a:cxnSpLocks/>
              <a:endCxn id="1093" idx="1"/>
            </p:cNvCxnSpPr>
            <p:nvPr/>
          </p:nvCxnSpPr>
          <p:spPr>
            <a:xfrm rot="16200000" flipH="1">
              <a:off x="9881360" y="4879010"/>
              <a:ext cx="1243784" cy="500238"/>
            </a:xfrm>
            <a:prstGeom prst="bentConnector2">
              <a:avLst/>
            </a:prstGeom>
            <a:ln w="12700">
              <a:solidFill>
                <a:schemeClr val="tx1">
                  <a:lumMod val="50000"/>
                  <a:lumOff val="50000"/>
                </a:schemeClr>
              </a:solidFill>
              <a:prstDash val="dash"/>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68" name="Elbow Connector 1167">
              <a:extLst>
                <a:ext uri="{FF2B5EF4-FFF2-40B4-BE49-F238E27FC236}">
                  <a16:creationId xmlns:a16="http://schemas.microsoft.com/office/drawing/2014/main" id="{ECB936D9-B30A-CE18-581D-9F70F196345E}"/>
                </a:ext>
              </a:extLst>
            </p:cNvPr>
            <p:cNvCxnSpPr>
              <a:cxnSpLocks/>
              <a:endCxn id="1093" idx="1"/>
            </p:cNvCxnSpPr>
            <p:nvPr/>
          </p:nvCxnSpPr>
          <p:spPr>
            <a:xfrm>
              <a:off x="9153830" y="4507236"/>
              <a:ext cx="1599541" cy="1243785"/>
            </a:xfrm>
            <a:prstGeom prst="bentConnector3">
              <a:avLst>
                <a:gd name="adj1" fmla="val 50000"/>
              </a:avLst>
            </a:prstGeom>
            <a:ln w="12700">
              <a:solidFill>
                <a:schemeClr val="tx1">
                  <a:lumMod val="50000"/>
                  <a:lumOff val="50000"/>
                </a:schemeClr>
              </a:solidFill>
              <a:prstDash val="dash"/>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175" name="Straight Arrow Connector 1174">
              <a:extLst>
                <a:ext uri="{FF2B5EF4-FFF2-40B4-BE49-F238E27FC236}">
                  <a16:creationId xmlns:a16="http://schemas.microsoft.com/office/drawing/2014/main" id="{5F70B3B4-2625-DC39-8E5D-A08B79130EE1}"/>
                </a:ext>
              </a:extLst>
            </p:cNvPr>
            <p:cNvCxnSpPr>
              <a:cxnSpLocks/>
              <a:stCxn id="1087" idx="2"/>
              <a:endCxn id="53" idx="0"/>
            </p:cNvCxnSpPr>
            <p:nvPr/>
          </p:nvCxnSpPr>
          <p:spPr>
            <a:xfrm>
              <a:off x="11262551" y="4507236"/>
              <a:ext cx="8357" cy="578688"/>
            </a:xfrm>
            <a:prstGeom prst="straightConnector1">
              <a:avLst/>
            </a:prstGeom>
            <a:ln w="12700">
              <a:solidFill>
                <a:schemeClr val="tx1">
                  <a:lumMod val="50000"/>
                  <a:lumOff val="50000"/>
                </a:schemeClr>
              </a:solidFill>
              <a:prstDash val="dash"/>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177" name="TextBox 1176">
              <a:extLst>
                <a:ext uri="{FF2B5EF4-FFF2-40B4-BE49-F238E27FC236}">
                  <a16:creationId xmlns:a16="http://schemas.microsoft.com/office/drawing/2014/main" id="{C93A983C-D47A-5B17-8FF2-1EE0B3C9338E}"/>
                </a:ext>
              </a:extLst>
            </p:cNvPr>
            <p:cNvSpPr txBox="1"/>
            <p:nvPr/>
          </p:nvSpPr>
          <p:spPr>
            <a:xfrm>
              <a:off x="2408535" y="1584960"/>
              <a:ext cx="1003927" cy="954107"/>
            </a:xfrm>
            <a:prstGeom prst="rect">
              <a:avLst/>
            </a:prstGeom>
            <a:noFill/>
          </p:spPr>
          <p:txBody>
            <a:bodyPr wrap="square" lIns="60960" rIns="60960" rtlCol="0">
              <a:spAutoFit/>
            </a:bodyPr>
            <a:lstStyle/>
            <a:p>
              <a:pPr defTabSz="1219170"/>
              <a:r>
                <a:rPr lang="en-US" sz="800">
                  <a:solidFill>
                    <a:srgbClr val="1C2345"/>
                  </a:solidFill>
                  <a:latin typeface="Arial" panose="020B0604020202020204" pitchFamily="34" charset="0"/>
                  <a:ea typeface="Verdana" charset="0"/>
                  <a:cs typeface="Arial" panose="020B0604020202020204" pitchFamily="34" charset="0"/>
                </a:rPr>
                <a:t>Create or refine the sales hierarchy</a:t>
              </a: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r>
                <a:rPr lang="en-US" sz="800">
                  <a:solidFill>
                    <a:srgbClr val="1C2345"/>
                  </a:solidFill>
                  <a:latin typeface="Arial" panose="020B0604020202020204" pitchFamily="34" charset="0"/>
                  <a:ea typeface="Verdana" charset="0"/>
                  <a:cs typeface="Arial" panose="020B0604020202020204" pitchFamily="34" charset="0"/>
                </a:rPr>
                <a:t>(Org Design)</a:t>
              </a:r>
            </a:p>
          </p:txBody>
        </p:sp>
        <p:sp>
          <p:nvSpPr>
            <p:cNvPr id="1178" name="TextBox 1177">
              <a:extLst>
                <a:ext uri="{FF2B5EF4-FFF2-40B4-BE49-F238E27FC236}">
                  <a16:creationId xmlns:a16="http://schemas.microsoft.com/office/drawing/2014/main" id="{F760B7B4-2525-F070-3E45-92A37F905C2B}"/>
                </a:ext>
              </a:extLst>
            </p:cNvPr>
            <p:cNvSpPr txBox="1"/>
            <p:nvPr/>
          </p:nvSpPr>
          <p:spPr>
            <a:xfrm>
              <a:off x="3548926" y="1584961"/>
              <a:ext cx="1003927" cy="707886"/>
            </a:xfrm>
            <a:prstGeom prst="rect">
              <a:avLst/>
            </a:prstGeom>
            <a:noFill/>
          </p:spPr>
          <p:txBody>
            <a:bodyPr wrap="square" lIns="60960" rIns="60960" rtlCol="0">
              <a:spAutoFit/>
            </a:bodyPr>
            <a:lstStyle/>
            <a:p>
              <a:pPr defTabSz="1219170"/>
              <a:r>
                <a:rPr lang="en-US" sz="800">
                  <a:solidFill>
                    <a:srgbClr val="1C2345"/>
                  </a:solidFill>
                  <a:latin typeface="Arial" panose="020B0604020202020204" pitchFamily="34" charset="0"/>
                  <a:ea typeface="Verdana" charset="0"/>
                  <a:cs typeface="Arial" panose="020B0604020202020204" pitchFamily="34" charset="0"/>
                </a:rPr>
                <a:t>Create or refine sales roles</a:t>
              </a: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p:txBody>
        </p:sp>
        <p:sp>
          <p:nvSpPr>
            <p:cNvPr id="1179" name="TextBox 1178">
              <a:extLst>
                <a:ext uri="{FF2B5EF4-FFF2-40B4-BE49-F238E27FC236}">
                  <a16:creationId xmlns:a16="http://schemas.microsoft.com/office/drawing/2014/main" id="{6E452FBB-C25A-3D63-E289-D4D5221D85E2}"/>
                </a:ext>
              </a:extLst>
            </p:cNvPr>
            <p:cNvSpPr txBox="1"/>
            <p:nvPr/>
          </p:nvSpPr>
          <p:spPr>
            <a:xfrm>
              <a:off x="5057485" y="1576555"/>
              <a:ext cx="1003927" cy="830997"/>
            </a:xfrm>
            <a:prstGeom prst="rect">
              <a:avLst/>
            </a:prstGeom>
            <a:noFill/>
          </p:spPr>
          <p:txBody>
            <a:bodyPr wrap="square" lIns="60960" rIns="60960" rtlCol="0">
              <a:spAutoFit/>
            </a:bodyPr>
            <a:lstStyle/>
            <a:p>
              <a:pPr defTabSz="1219170"/>
              <a:r>
                <a:rPr lang="en-US" sz="800">
                  <a:solidFill>
                    <a:srgbClr val="1C2345"/>
                  </a:solidFill>
                  <a:latin typeface="Arial" panose="020B0604020202020204" pitchFamily="34" charset="0"/>
                  <a:ea typeface="Verdana" charset="0"/>
                  <a:cs typeface="Arial" panose="020B0604020202020204" pitchFamily="34" charset="0"/>
                </a:rPr>
                <a:t>Segment accounts</a:t>
              </a:r>
            </a:p>
            <a:p>
              <a:pPr defTabSz="1219170"/>
              <a:r>
                <a:rPr lang="en-US" sz="800">
                  <a:solidFill>
                    <a:srgbClr val="1C2345"/>
                  </a:solidFill>
                  <a:latin typeface="Arial" panose="020B0604020202020204" pitchFamily="34" charset="0"/>
                  <a:ea typeface="Verdana" charset="0"/>
                  <a:cs typeface="Arial" panose="020B0604020202020204" pitchFamily="34" charset="0"/>
                </a:rPr>
                <a:t>(set potential account values)</a:t>
              </a: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p:txBody>
        </p:sp>
        <p:sp>
          <p:nvSpPr>
            <p:cNvPr id="1180" name="TextBox 1179">
              <a:extLst>
                <a:ext uri="{FF2B5EF4-FFF2-40B4-BE49-F238E27FC236}">
                  <a16:creationId xmlns:a16="http://schemas.microsoft.com/office/drawing/2014/main" id="{BAA53627-E40D-F34B-9935-8711156D5335}"/>
                </a:ext>
              </a:extLst>
            </p:cNvPr>
            <p:cNvSpPr txBox="1"/>
            <p:nvPr/>
          </p:nvSpPr>
          <p:spPr>
            <a:xfrm>
              <a:off x="6194638" y="1556226"/>
              <a:ext cx="1003927" cy="722197"/>
            </a:xfrm>
            <a:prstGeom prst="rect">
              <a:avLst/>
            </a:prstGeom>
            <a:noFill/>
          </p:spPr>
          <p:txBody>
            <a:bodyPr wrap="square" lIns="60960" tIns="45720" rIns="60960" bIns="45720" rtlCol="0" anchor="t">
              <a:spAutoFit/>
            </a:bodyPr>
            <a:lstStyle/>
            <a:p>
              <a:pPr defTabSz="1219170"/>
              <a:r>
                <a:rPr lang="en-US" sz="800">
                  <a:solidFill>
                    <a:srgbClr val="1C2345"/>
                  </a:solidFill>
                  <a:latin typeface="Arial"/>
                  <a:ea typeface="Verdana"/>
                  <a:cs typeface="Arial"/>
                </a:rPr>
                <a:t>Top-down target planning</a:t>
              </a:r>
              <a:endParaRPr lang="en-US"/>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p:txBody>
        </p:sp>
        <p:sp>
          <p:nvSpPr>
            <p:cNvPr id="1181" name="TextBox 1180">
              <a:extLst>
                <a:ext uri="{FF2B5EF4-FFF2-40B4-BE49-F238E27FC236}">
                  <a16:creationId xmlns:a16="http://schemas.microsoft.com/office/drawing/2014/main" id="{DEBF1E12-F18F-D6A4-970D-672BAF94AB4D}"/>
                </a:ext>
              </a:extLst>
            </p:cNvPr>
            <p:cNvSpPr txBox="1"/>
            <p:nvPr/>
          </p:nvSpPr>
          <p:spPr>
            <a:xfrm>
              <a:off x="7322957" y="3400807"/>
              <a:ext cx="1003927" cy="585377"/>
            </a:xfrm>
            <a:prstGeom prst="rect">
              <a:avLst/>
            </a:prstGeom>
            <a:noFill/>
          </p:spPr>
          <p:txBody>
            <a:bodyPr wrap="square" lIns="60960" rIns="60960" rtlCol="0">
              <a:spAutoFit/>
            </a:bodyPr>
            <a:lstStyle/>
            <a:p>
              <a:pPr defTabSz="1219170"/>
              <a:r>
                <a:rPr lang="en-US" sz="800">
                  <a:solidFill>
                    <a:srgbClr val="1C2345"/>
                  </a:solidFill>
                  <a:latin typeface="Arial" panose="020B0604020202020204" pitchFamily="34" charset="0"/>
                  <a:ea typeface="Verdana" charset="0"/>
                  <a:cs typeface="Arial" panose="020B0604020202020204" pitchFamily="34" charset="0"/>
                </a:rPr>
                <a:t>Allocate territory targets</a:t>
              </a: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p:txBody>
        </p:sp>
        <p:sp>
          <p:nvSpPr>
            <p:cNvPr id="1182" name="TextBox 1181">
              <a:extLst>
                <a:ext uri="{FF2B5EF4-FFF2-40B4-BE49-F238E27FC236}">
                  <a16:creationId xmlns:a16="http://schemas.microsoft.com/office/drawing/2014/main" id="{52875297-284D-B163-4591-A12B0B9E4B83}"/>
                </a:ext>
              </a:extLst>
            </p:cNvPr>
            <p:cNvSpPr txBox="1"/>
            <p:nvPr/>
          </p:nvSpPr>
          <p:spPr>
            <a:xfrm>
              <a:off x="8487249" y="3399239"/>
              <a:ext cx="1003927" cy="1200329"/>
            </a:xfrm>
            <a:prstGeom prst="rect">
              <a:avLst/>
            </a:prstGeom>
            <a:noFill/>
          </p:spPr>
          <p:txBody>
            <a:bodyPr wrap="square" lIns="60960" rIns="60960" rtlCol="0">
              <a:spAutoFit/>
            </a:bodyPr>
            <a:lstStyle/>
            <a:p>
              <a:pPr defTabSz="1219170"/>
              <a:r>
                <a:rPr lang="en-US" sz="800">
                  <a:solidFill>
                    <a:srgbClr val="1C2345"/>
                  </a:solidFill>
                  <a:latin typeface="Arial" panose="020B0604020202020204" pitchFamily="34" charset="0"/>
                  <a:ea typeface="Verdana" charset="0"/>
                  <a:cs typeface="Arial" panose="020B0604020202020204" pitchFamily="34" charset="0"/>
                </a:rPr>
                <a:t>Assign reps to territories</a:t>
              </a: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r>
                <a:rPr lang="en-US" sz="800">
                  <a:solidFill>
                    <a:srgbClr val="1C2345"/>
                  </a:solidFill>
                  <a:latin typeface="Arial" panose="020B0604020202020204" pitchFamily="34" charset="0"/>
                  <a:ea typeface="Verdana" charset="0"/>
                  <a:cs typeface="Arial" panose="020B0604020202020204" pitchFamily="34" charset="0"/>
                </a:rPr>
                <a:t>(Set Quota)</a:t>
              </a: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p:txBody>
        </p:sp>
        <p:sp>
          <p:nvSpPr>
            <p:cNvPr id="1183" name="TextBox 1182">
              <a:extLst>
                <a:ext uri="{FF2B5EF4-FFF2-40B4-BE49-F238E27FC236}">
                  <a16:creationId xmlns:a16="http://schemas.microsoft.com/office/drawing/2014/main" id="{B3DB7B09-A16E-A124-FC76-B1D022B2B73A}"/>
                </a:ext>
              </a:extLst>
            </p:cNvPr>
            <p:cNvSpPr txBox="1"/>
            <p:nvPr/>
          </p:nvSpPr>
          <p:spPr>
            <a:xfrm>
              <a:off x="9633370" y="3399240"/>
              <a:ext cx="1003927" cy="1200329"/>
            </a:xfrm>
            <a:prstGeom prst="rect">
              <a:avLst/>
            </a:prstGeom>
            <a:noFill/>
          </p:spPr>
          <p:txBody>
            <a:bodyPr wrap="square" lIns="60960" rIns="60960" rtlCol="0">
              <a:spAutoFit/>
            </a:bodyPr>
            <a:lstStyle/>
            <a:p>
              <a:pPr defTabSz="1219170"/>
              <a:r>
                <a:rPr lang="en-US" sz="800">
                  <a:solidFill>
                    <a:srgbClr val="1C2345"/>
                  </a:solidFill>
                  <a:latin typeface="Arial" panose="020B0604020202020204" pitchFamily="34" charset="0"/>
                  <a:ea typeface="Verdana" charset="0"/>
                  <a:cs typeface="Arial" panose="020B0604020202020204" pitchFamily="34" charset="0"/>
                </a:rPr>
                <a:t>Roll up overlay reps and management</a:t>
              </a: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r>
                <a:rPr lang="en-US" sz="800">
                  <a:solidFill>
                    <a:srgbClr val="1C2345"/>
                  </a:solidFill>
                  <a:latin typeface="Arial" panose="020B0604020202020204" pitchFamily="34" charset="0"/>
                  <a:ea typeface="Verdana" charset="0"/>
                  <a:cs typeface="Arial" panose="020B0604020202020204" pitchFamily="34" charset="0"/>
                </a:rPr>
                <a:t>(Set Quota)</a:t>
              </a: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p:txBody>
        </p:sp>
        <p:sp>
          <p:nvSpPr>
            <p:cNvPr id="1184" name="TextBox 1183">
              <a:extLst>
                <a:ext uri="{FF2B5EF4-FFF2-40B4-BE49-F238E27FC236}">
                  <a16:creationId xmlns:a16="http://schemas.microsoft.com/office/drawing/2014/main" id="{7078C0C3-3B06-11EF-D682-7C2118CED8CC}"/>
                </a:ext>
              </a:extLst>
            </p:cNvPr>
            <p:cNvSpPr txBox="1"/>
            <p:nvPr/>
          </p:nvSpPr>
          <p:spPr>
            <a:xfrm>
              <a:off x="10778857" y="3399239"/>
              <a:ext cx="1003927" cy="1077218"/>
            </a:xfrm>
            <a:prstGeom prst="rect">
              <a:avLst/>
            </a:prstGeom>
            <a:noFill/>
          </p:spPr>
          <p:txBody>
            <a:bodyPr wrap="square" lIns="60960" rIns="60960" rtlCol="0">
              <a:spAutoFit/>
            </a:bodyPr>
            <a:lstStyle/>
            <a:p>
              <a:pPr defTabSz="1219170"/>
              <a:r>
                <a:rPr lang="en-US" sz="800">
                  <a:solidFill>
                    <a:srgbClr val="1C2345"/>
                  </a:solidFill>
                  <a:latin typeface="Arial" panose="020B0604020202020204" pitchFamily="34" charset="0"/>
                  <a:ea typeface="Verdana" charset="0"/>
                  <a:cs typeface="Arial" panose="020B0604020202020204" pitchFamily="34" charset="0"/>
                </a:rPr>
                <a:t>Territory &amp; Quota management</a:t>
              </a: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p:txBody>
        </p:sp>
        <p:sp>
          <p:nvSpPr>
            <p:cNvPr id="1185" name="TextBox 1184">
              <a:extLst>
                <a:ext uri="{FF2B5EF4-FFF2-40B4-BE49-F238E27FC236}">
                  <a16:creationId xmlns:a16="http://schemas.microsoft.com/office/drawing/2014/main" id="{FA7DC332-0215-DA2D-424D-22248F797542}"/>
                </a:ext>
              </a:extLst>
            </p:cNvPr>
            <p:cNvSpPr txBox="1"/>
            <p:nvPr/>
          </p:nvSpPr>
          <p:spPr>
            <a:xfrm>
              <a:off x="5066943" y="3437887"/>
              <a:ext cx="1003927" cy="462140"/>
            </a:xfrm>
            <a:prstGeom prst="rect">
              <a:avLst/>
            </a:prstGeom>
            <a:noFill/>
          </p:spPr>
          <p:txBody>
            <a:bodyPr wrap="square" lIns="60960" rIns="60960" rtlCol="0">
              <a:spAutoFit/>
            </a:bodyPr>
            <a:lstStyle/>
            <a:p>
              <a:pPr defTabSz="1219170"/>
              <a:r>
                <a:rPr lang="en-US" sz="800">
                  <a:solidFill>
                    <a:srgbClr val="1C2345"/>
                  </a:solidFill>
                  <a:latin typeface="Arial" panose="020B0604020202020204" pitchFamily="34" charset="0"/>
                  <a:ea typeface="Verdana" charset="0"/>
                  <a:cs typeface="Arial" panose="020B0604020202020204" pitchFamily="34" charset="0"/>
                </a:rPr>
                <a:t>Set organizational targets</a:t>
              </a: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p:txBody>
        </p:sp>
        <p:sp>
          <p:nvSpPr>
            <p:cNvPr id="1186" name="TextBox 1185">
              <a:extLst>
                <a:ext uri="{FF2B5EF4-FFF2-40B4-BE49-F238E27FC236}">
                  <a16:creationId xmlns:a16="http://schemas.microsoft.com/office/drawing/2014/main" id="{5EE2CE7F-E375-F8E0-4F10-F92EFEFEC432}"/>
                </a:ext>
              </a:extLst>
            </p:cNvPr>
            <p:cNvSpPr txBox="1"/>
            <p:nvPr/>
          </p:nvSpPr>
          <p:spPr>
            <a:xfrm>
              <a:off x="2408505" y="3622075"/>
              <a:ext cx="1003927" cy="470998"/>
            </a:xfrm>
            <a:prstGeom prst="rect">
              <a:avLst/>
            </a:prstGeom>
            <a:noFill/>
          </p:spPr>
          <p:txBody>
            <a:bodyPr wrap="square" lIns="60960" rIns="60960" rtlCol="0">
              <a:spAutoFit/>
            </a:bodyPr>
            <a:lstStyle/>
            <a:p>
              <a:r>
                <a:rPr lang="en-US" sz="800"/>
                <a:t>Bottom-up scenario planning</a:t>
              </a:r>
              <a:endParaRPr lang="en-US" sz="800">
                <a:solidFill>
                  <a:srgbClr val="1C2345"/>
                </a:solidFill>
                <a:latin typeface="Arial" panose="020B0604020202020204" pitchFamily="34" charset="0"/>
                <a:ea typeface="Verdana" charset="0"/>
                <a:cs typeface="Arial" panose="020B0604020202020204" pitchFamily="34" charset="0"/>
              </a:endParaRPr>
            </a:p>
            <a:p>
              <a:pPr defTabSz="1219170"/>
              <a:endParaRPr lang="en-US" sz="800">
                <a:solidFill>
                  <a:srgbClr val="1C2345"/>
                </a:solidFill>
                <a:latin typeface="Arial" panose="020B0604020202020204" pitchFamily="34" charset="0"/>
                <a:ea typeface="Verdana" charset="0"/>
                <a:cs typeface="Arial" panose="020B0604020202020204" pitchFamily="34" charset="0"/>
              </a:endParaRPr>
            </a:p>
          </p:txBody>
        </p:sp>
      </p:grpSp>
      <p:sp>
        <p:nvSpPr>
          <p:cNvPr id="16" name="Title 1">
            <a:extLst>
              <a:ext uri="{FF2B5EF4-FFF2-40B4-BE49-F238E27FC236}">
                <a16:creationId xmlns:a16="http://schemas.microsoft.com/office/drawing/2014/main" id="{CF9DEFDA-FE17-95FF-4519-97D784ED15B3}"/>
              </a:ext>
            </a:extLst>
          </p:cNvPr>
          <p:cNvSpPr txBox="1">
            <a:spLocks/>
          </p:cNvSpPr>
          <p:nvPr/>
        </p:nvSpPr>
        <p:spPr>
          <a:xfrm>
            <a:off x="604258" y="292976"/>
            <a:ext cx="10983484" cy="836947"/>
          </a:xfrm>
          <a:prstGeom prst="rect">
            <a:avLst/>
          </a:prstGeom>
        </p:spPr>
        <p:txBody>
          <a:bodyPr lIns="0" tIns="60960" rIns="0" bIns="60960" anchor="t"/>
          <a:lstStyle>
            <a:lvl1pPr algn="l" defTabSz="1219170" rtl="0" eaLnBrk="1" latinLnBrk="0" hangingPunct="1">
              <a:spcBef>
                <a:spcPct val="0"/>
              </a:spcBef>
              <a:buNone/>
              <a:defRPr sz="2400" b="1" i="0" kern="1200">
                <a:solidFill>
                  <a:schemeClr val="bg2"/>
                </a:solidFill>
                <a:latin typeface="Arial" panose="020B0604020202020204" pitchFamily="34" charset="0"/>
                <a:ea typeface="Verdana" charset="0"/>
                <a:cs typeface="Arial" panose="020B0604020202020204" pitchFamily="34" charset="0"/>
              </a:defRPr>
            </a:lvl1pPr>
          </a:lstStyle>
          <a:p>
            <a:r>
              <a:rPr lang="en-GB" b="0">
                <a:solidFill>
                  <a:schemeClr val="tx2"/>
                </a:solidFill>
                <a:latin typeface="Arial"/>
                <a:ea typeface="Verdana"/>
                <a:cs typeface="Arial"/>
              </a:rPr>
              <a:t>Territory and Quota Planning framework</a:t>
            </a:r>
            <a:br>
              <a:rPr lang="en-GB">
                <a:ea typeface="Verdana" panose="020B0604030504040204" pitchFamily="34" charset="0"/>
              </a:rPr>
            </a:br>
            <a:endParaRPr lang="en-US" sz="1800" b="0">
              <a:solidFill>
                <a:schemeClr val="bg1">
                  <a:lumMod val="50000"/>
                </a:schemeClr>
              </a:solidFill>
              <a:ea typeface="Verdana"/>
            </a:endParaRPr>
          </a:p>
        </p:txBody>
      </p:sp>
    </p:spTree>
    <p:extLst>
      <p:ext uri="{BB962C8B-B14F-4D97-AF65-F5344CB8AC3E}">
        <p14:creationId xmlns:p14="http://schemas.microsoft.com/office/powerpoint/2010/main" val="403569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3DC45B7E-9C9F-CEB8-99BC-D16DF02BCA5E}"/>
              </a:ext>
            </a:extLst>
          </p:cNvPr>
          <p:cNvGraphicFramePr>
            <a:graphicFrameLocks noGrp="1"/>
          </p:cNvGraphicFramePr>
          <p:nvPr>
            <p:extLst>
              <p:ext uri="{D42A27DB-BD31-4B8C-83A1-F6EECF244321}">
                <p14:modId xmlns:p14="http://schemas.microsoft.com/office/powerpoint/2010/main" val="3826103116"/>
              </p:ext>
            </p:extLst>
          </p:nvPr>
        </p:nvGraphicFramePr>
        <p:xfrm>
          <a:off x="615103" y="990822"/>
          <a:ext cx="10904108" cy="5486810"/>
        </p:xfrm>
        <a:graphic>
          <a:graphicData uri="http://schemas.openxmlformats.org/drawingml/2006/table">
            <a:tbl>
              <a:tblPr firstRow="1" bandRow="1">
                <a:tableStyleId>{00A15C55-8517-42AA-B614-E9B94910E393}</a:tableStyleId>
              </a:tblPr>
              <a:tblGrid>
                <a:gridCol w="870797">
                  <a:extLst>
                    <a:ext uri="{9D8B030D-6E8A-4147-A177-3AD203B41FA5}">
                      <a16:colId xmlns:a16="http://schemas.microsoft.com/office/drawing/2014/main" val="841697569"/>
                    </a:ext>
                  </a:extLst>
                </a:gridCol>
                <a:gridCol w="1409700">
                  <a:extLst>
                    <a:ext uri="{9D8B030D-6E8A-4147-A177-3AD203B41FA5}">
                      <a16:colId xmlns:a16="http://schemas.microsoft.com/office/drawing/2014/main" val="83425204"/>
                    </a:ext>
                  </a:extLst>
                </a:gridCol>
                <a:gridCol w="4426993">
                  <a:extLst>
                    <a:ext uri="{9D8B030D-6E8A-4147-A177-3AD203B41FA5}">
                      <a16:colId xmlns:a16="http://schemas.microsoft.com/office/drawing/2014/main" val="243471327"/>
                    </a:ext>
                  </a:extLst>
                </a:gridCol>
                <a:gridCol w="4196618">
                  <a:extLst>
                    <a:ext uri="{9D8B030D-6E8A-4147-A177-3AD203B41FA5}">
                      <a16:colId xmlns:a16="http://schemas.microsoft.com/office/drawing/2014/main" val="2834086973"/>
                    </a:ext>
                  </a:extLst>
                </a:gridCol>
              </a:tblGrid>
              <a:tr h="496719">
                <a:tc>
                  <a:txBody>
                    <a:bodyPr/>
                    <a:lstStyle/>
                    <a:p>
                      <a:r>
                        <a:rPr lang="en-US" sz="1100"/>
                        <a:t>Step</a:t>
                      </a:r>
                    </a:p>
                  </a:txBody>
                  <a:tcPr anchor="ctr">
                    <a:solidFill>
                      <a:schemeClr val="tx2"/>
                    </a:solidFill>
                  </a:tcPr>
                </a:tc>
                <a:tc>
                  <a:txBody>
                    <a:bodyPr/>
                    <a:lstStyle/>
                    <a:p>
                      <a:r>
                        <a:rPr lang="en-US" sz="1100"/>
                        <a:t>Process Name</a:t>
                      </a:r>
                    </a:p>
                  </a:txBody>
                  <a:tcPr anchor="ctr">
                    <a:solidFill>
                      <a:schemeClr val="tx2"/>
                    </a:solidFill>
                  </a:tcPr>
                </a:tc>
                <a:tc>
                  <a:txBody>
                    <a:bodyPr/>
                    <a:lstStyle/>
                    <a:p>
                      <a:r>
                        <a:rPr lang="en-US" sz="1100"/>
                        <a:t>Process Description</a:t>
                      </a:r>
                    </a:p>
                  </a:txBody>
                  <a:tcPr anchor="ctr">
                    <a:solidFill>
                      <a:schemeClr val="tx2"/>
                    </a:solidFill>
                  </a:tcPr>
                </a:tc>
                <a:tc>
                  <a:txBody>
                    <a:bodyPr/>
                    <a:lstStyle/>
                    <a:p>
                      <a:r>
                        <a:rPr lang="en-US" sz="1100"/>
                        <a:t>Configurability</a:t>
                      </a:r>
                    </a:p>
                  </a:txBody>
                  <a:tcPr anchor="ctr">
                    <a:solidFill>
                      <a:schemeClr val="tx2"/>
                    </a:solidFill>
                  </a:tcPr>
                </a:tc>
                <a:extLst>
                  <a:ext uri="{0D108BD9-81ED-4DB2-BD59-A6C34878D82A}">
                    <a16:rowId xmlns:a16="http://schemas.microsoft.com/office/drawing/2014/main" val="3514735591"/>
                  </a:ext>
                </a:extLst>
              </a:tr>
              <a:tr h="713182">
                <a:tc>
                  <a:txBody>
                    <a:bodyPr/>
                    <a:lstStyle/>
                    <a:p>
                      <a:r>
                        <a:rPr lang="en-US" sz="900"/>
                        <a:t>0</a:t>
                      </a:r>
                    </a:p>
                  </a:txBody>
                  <a:tcPr anchor="ctr">
                    <a:solidFill>
                      <a:srgbClr val="F2F1EE"/>
                    </a:solidFill>
                  </a:tcPr>
                </a:tc>
                <a:tc>
                  <a:txBody>
                    <a:bodyPr/>
                    <a:lstStyle/>
                    <a:p>
                      <a:r>
                        <a:rPr lang="en-US" sz="900"/>
                        <a:t>Account Value</a:t>
                      </a:r>
                    </a:p>
                  </a:txBody>
                  <a:tcPr anchor="ctr">
                    <a:solidFill>
                      <a:srgbClr val="F2F1EE"/>
                    </a:solidFill>
                  </a:tcPr>
                </a:tc>
                <a:tc>
                  <a:txBody>
                    <a:bodyPr/>
                    <a:lstStyle/>
                    <a:p>
                      <a:pPr marL="171450" indent="-171450">
                        <a:buFont typeface="Arial" panose="020B0604020202020204" pitchFamily="34" charset="0"/>
                        <a:buChar char="•"/>
                      </a:pPr>
                      <a:r>
                        <a:rPr lang="en-US" sz="900"/>
                        <a:t>Review historical sales data.</a:t>
                      </a:r>
                    </a:p>
                    <a:p>
                      <a:pPr marL="171450" indent="-171450">
                        <a:buFont typeface="Arial" panose="020B0604020202020204" pitchFamily="34" charset="0"/>
                        <a:buChar char="•"/>
                      </a:pPr>
                      <a:r>
                        <a:rPr lang="en-US" sz="900"/>
                        <a:t>Load addressable Market.</a:t>
                      </a:r>
                    </a:p>
                    <a:p>
                      <a:pPr marL="171450" indent="-171450">
                        <a:buFont typeface="Arial" panose="020B0604020202020204" pitchFamily="34" charset="0"/>
                        <a:buChar char="•"/>
                      </a:pPr>
                      <a:r>
                        <a:rPr lang="en-US" sz="900"/>
                        <a:t>Review Account level data and determine and set account value using selected methods.</a:t>
                      </a:r>
                    </a:p>
                  </a:txBody>
                  <a:tcPr anchor="ctr">
                    <a:solidFill>
                      <a:srgbClr val="F2F1EE"/>
                    </a:solidFill>
                  </a:tcPr>
                </a:tc>
                <a:tc>
                  <a:txBody>
                    <a:bodyPr/>
                    <a:lstStyle/>
                    <a:p>
                      <a:pPr marL="171450" indent="-171450">
                        <a:buFont typeface="Arial" panose="020B0604020202020204" pitchFamily="34" charset="0"/>
                        <a:buChar char="•"/>
                      </a:pPr>
                      <a:r>
                        <a:rPr lang="en-US" sz="900"/>
                        <a:t>Select dimensionality and metrics to report on historical sales data.</a:t>
                      </a:r>
                    </a:p>
                    <a:p>
                      <a:pPr marL="171450" indent="-171450">
                        <a:buFont typeface="Arial" panose="020B0604020202020204" pitchFamily="34" charset="0"/>
                        <a:buChar char="•"/>
                      </a:pPr>
                      <a:r>
                        <a:rPr lang="en-US" sz="900"/>
                        <a:t>Select dimensionality to load addressable market.</a:t>
                      </a:r>
                    </a:p>
                    <a:p>
                      <a:pPr marL="171450" indent="-171450">
                        <a:buFont typeface="Arial" panose="020B0604020202020204" pitchFamily="34" charset="0"/>
                        <a:buChar char="•"/>
                      </a:pPr>
                      <a:r>
                        <a:rPr lang="en-US" sz="900"/>
                        <a:t>Select metrics used to calculate account value.</a:t>
                      </a:r>
                    </a:p>
                  </a:txBody>
                  <a:tcPr anchor="ctr">
                    <a:solidFill>
                      <a:srgbClr val="F2F1EE"/>
                    </a:solidFill>
                  </a:tcPr>
                </a:tc>
                <a:extLst>
                  <a:ext uri="{0D108BD9-81ED-4DB2-BD59-A6C34878D82A}">
                    <a16:rowId xmlns:a16="http://schemas.microsoft.com/office/drawing/2014/main" val="1341170248"/>
                  </a:ext>
                </a:extLst>
              </a:tr>
              <a:tr h="889000">
                <a:tc>
                  <a:txBody>
                    <a:bodyPr/>
                    <a:lstStyle/>
                    <a:p>
                      <a:r>
                        <a:rPr lang="en-US" sz="900"/>
                        <a:t>3b</a:t>
                      </a:r>
                    </a:p>
                  </a:txBody>
                  <a:tcPr anchor="ctr">
                    <a:solidFill>
                      <a:schemeClr val="bg1"/>
                    </a:solidFill>
                  </a:tcPr>
                </a:tc>
                <a:tc>
                  <a:txBody>
                    <a:bodyPr/>
                    <a:lstStyle/>
                    <a:p>
                      <a:r>
                        <a:rPr lang="en-US" sz="900"/>
                        <a:t>Scenario Planning</a:t>
                      </a:r>
                    </a:p>
                  </a:txBody>
                  <a:tcPr anchor="ctr">
                    <a:solidFill>
                      <a:schemeClr val="bg1"/>
                    </a:solidFill>
                  </a:tcPr>
                </a:tc>
                <a:tc>
                  <a:txBody>
                    <a:bodyPr/>
                    <a:lstStyle/>
                    <a:p>
                      <a:pPr marL="171450" indent="-171450">
                        <a:buFont typeface="Arial" panose="020B0604020202020204" pitchFamily="34" charset="0"/>
                        <a:buChar char="•"/>
                      </a:pPr>
                      <a:r>
                        <a:rPr lang="en-US" sz="900"/>
                        <a:t>Create full year data set combining actuals and forecast for remainder of year.</a:t>
                      </a:r>
                    </a:p>
                    <a:p>
                      <a:pPr marL="171450" indent="-171450">
                        <a:buFont typeface="Arial" panose="020B0604020202020204" pitchFamily="34" charset="0"/>
                        <a:buChar char="•"/>
                      </a:pPr>
                      <a:r>
                        <a:rPr lang="en-US" sz="900"/>
                        <a:t>Generate two scenario plans:</a:t>
                      </a:r>
                    </a:p>
                    <a:p>
                      <a:pPr marL="780415" lvl="1" indent="-171450">
                        <a:buFont typeface="Arial" panose="020B0604020202020204" pitchFamily="34" charset="0"/>
                        <a:buChar char="•"/>
                      </a:pPr>
                      <a:r>
                        <a:rPr lang="en-US" sz="900"/>
                        <a:t>Account Attribute Plan</a:t>
                      </a:r>
                    </a:p>
                    <a:p>
                      <a:pPr marL="780415" lvl="1" indent="-171450">
                        <a:buFont typeface="Arial" panose="020B0604020202020204" pitchFamily="34" charset="0"/>
                        <a:buChar char="•"/>
                      </a:pPr>
                      <a:r>
                        <a:rPr lang="en-US" sz="900"/>
                        <a:t>Resource Plan based on Avg Quota</a:t>
                      </a:r>
                    </a:p>
                    <a:p>
                      <a:pPr marL="171450" lvl="0" indent="-171450">
                        <a:buFont typeface="Arial" panose="020B0604020202020204" pitchFamily="34" charset="0"/>
                        <a:buChar char="•"/>
                      </a:pPr>
                      <a:r>
                        <a:rPr lang="en-US" sz="900"/>
                        <a:t>Compare plans and make final selection.</a:t>
                      </a:r>
                    </a:p>
                  </a:txBody>
                  <a:tcPr anchor="ctr">
                    <a:solidFill>
                      <a:schemeClr val="bg1"/>
                    </a:solidFill>
                  </a:tcPr>
                </a:tc>
                <a:tc>
                  <a:txBody>
                    <a:bodyPr/>
                    <a:lstStyle/>
                    <a:p>
                      <a:pPr marL="171450" indent="-171450">
                        <a:buFont typeface="Arial" panose="020B0604020202020204" pitchFamily="34" charset="0"/>
                        <a:buChar char="•"/>
                      </a:pPr>
                      <a:r>
                        <a:rPr lang="en-US" sz="900"/>
                        <a:t>Select data source for actuals and forecast.</a:t>
                      </a:r>
                    </a:p>
                    <a:p>
                      <a:pPr marL="171450" indent="-171450">
                        <a:buFont typeface="Arial" panose="020B0604020202020204" pitchFamily="34" charset="0"/>
                        <a:buChar char="•"/>
                      </a:pPr>
                      <a:r>
                        <a:rPr lang="en-US" sz="900"/>
                        <a:t>Select territory hierarchy level and additional dimensionality used for scenario planning.</a:t>
                      </a:r>
                    </a:p>
                    <a:p>
                      <a:pPr marL="171450" indent="-171450">
                        <a:buFont typeface="Arial" panose="020B0604020202020204" pitchFamily="34" charset="0"/>
                        <a:buChar char="•"/>
                      </a:pPr>
                      <a:r>
                        <a:rPr lang="en-US" sz="900"/>
                        <a:t>Create scenarios through Optimizer or manually. </a:t>
                      </a:r>
                    </a:p>
                    <a:p>
                      <a:pPr marL="171450" indent="-171450">
                        <a:buFont typeface="Arial" panose="020B0604020202020204" pitchFamily="34" charset="0"/>
                        <a:buChar char="•"/>
                      </a:pPr>
                      <a:r>
                        <a:rPr lang="en-US" sz="900"/>
                        <a:t>Add and configure planning measure KPIs. </a:t>
                      </a:r>
                    </a:p>
                  </a:txBody>
                  <a:tcPr anchor="ctr">
                    <a:solidFill>
                      <a:schemeClr val="bg1"/>
                    </a:solidFill>
                  </a:tcPr>
                </a:tc>
                <a:extLst>
                  <a:ext uri="{0D108BD9-81ED-4DB2-BD59-A6C34878D82A}">
                    <a16:rowId xmlns:a16="http://schemas.microsoft.com/office/drawing/2014/main" val="933960491"/>
                  </a:ext>
                </a:extLst>
              </a:tr>
              <a:tr h="748289">
                <a:tc>
                  <a:txBody>
                    <a:bodyPr/>
                    <a:lstStyle/>
                    <a:p>
                      <a:r>
                        <a:rPr lang="en-US" sz="900"/>
                        <a:t>3b,5</a:t>
                      </a:r>
                    </a:p>
                  </a:txBody>
                  <a:tcPr anchor="ctr">
                    <a:solidFill>
                      <a:schemeClr val="bg2"/>
                    </a:solidFill>
                  </a:tcPr>
                </a:tc>
                <a:tc>
                  <a:txBody>
                    <a:bodyPr/>
                    <a:lstStyle/>
                    <a:p>
                      <a:r>
                        <a:rPr lang="en-US" sz="900"/>
                        <a:t>Goal/Target Setting</a:t>
                      </a:r>
                    </a:p>
                  </a:txBody>
                  <a:tcPr anchor="ctr">
                    <a:solidFill>
                      <a:schemeClr val="bg2"/>
                    </a:solidFill>
                  </a:tcPr>
                </a:tc>
                <a:tc>
                  <a:txBody>
                    <a:bodyPr/>
                    <a:lstStyle/>
                    <a:p>
                      <a:pPr marL="171450" indent="-171450">
                        <a:buFont typeface="Arial" panose="020B0604020202020204" pitchFamily="34" charset="0"/>
                        <a:buChar char="•"/>
                      </a:pPr>
                      <a:r>
                        <a:rPr lang="en-US" sz="900"/>
                        <a:t>Load initial target. </a:t>
                      </a:r>
                    </a:p>
                    <a:p>
                      <a:pPr marL="171450" indent="-171450">
                        <a:buFont typeface="Arial" panose="020B0604020202020204" pitchFamily="34" charset="0"/>
                        <a:buChar char="•"/>
                      </a:pPr>
                      <a:r>
                        <a:rPr lang="en-US" sz="900"/>
                        <a:t>Top-down allocation of the target throughout the territory hierarchy. </a:t>
                      </a:r>
                    </a:p>
                    <a:p>
                      <a:pPr marL="171450" indent="-171450">
                        <a:buFont typeface="Arial" panose="020B0604020202020204" pitchFamily="34" charset="0"/>
                        <a:buChar char="•"/>
                      </a:pPr>
                      <a:r>
                        <a:rPr lang="en-US" sz="900"/>
                        <a:t>Input overallocation percentages and overrides throughout territory hierarchy. </a:t>
                      </a:r>
                    </a:p>
                    <a:p>
                      <a:pPr marL="171450" indent="-171450">
                        <a:buFont typeface="Arial" panose="020B0604020202020204" pitchFamily="34" charset="0"/>
                        <a:buChar char="•"/>
                      </a:pPr>
                      <a:r>
                        <a:rPr lang="en-US" sz="900"/>
                        <a:t>Bottom-up allocation of the targets from the account level.</a:t>
                      </a:r>
                    </a:p>
                  </a:txBody>
                  <a:tcPr anchor="ctr">
                    <a:solidFill>
                      <a:schemeClr val="bg2"/>
                    </a:solidFill>
                  </a:tcPr>
                </a:tc>
                <a:tc>
                  <a:txBody>
                    <a:bodyPr/>
                    <a:lstStyle/>
                    <a:p>
                      <a:pPr marL="171450" indent="-171450">
                        <a:buFont typeface="Arial" panose="020B0604020202020204" pitchFamily="34" charset="0"/>
                        <a:buChar char="•"/>
                      </a:pPr>
                      <a:r>
                        <a:rPr lang="en-US" sz="900"/>
                        <a:t>Select territory hierarchy level and additional dimensionality to load initial target. </a:t>
                      </a:r>
                    </a:p>
                    <a:p>
                      <a:pPr marL="171450" indent="-171450">
                        <a:buFont typeface="Arial" panose="020B0604020202020204" pitchFamily="34" charset="0"/>
                        <a:buChar char="•"/>
                      </a:pPr>
                      <a:r>
                        <a:rPr lang="en-US" sz="900"/>
                        <a:t>Add and configure allocation metrics. </a:t>
                      </a:r>
                    </a:p>
                    <a:p>
                      <a:pPr marL="171450" indent="-171450">
                        <a:buFont typeface="Arial" panose="020B0604020202020204" pitchFamily="34" charset="0"/>
                        <a:buChar char="•"/>
                      </a:pPr>
                      <a:r>
                        <a:rPr lang="en-US" sz="900"/>
                        <a:t>Select territory hierarchy levels to input overallocations and overrides.</a:t>
                      </a:r>
                    </a:p>
                    <a:p>
                      <a:pPr marL="171450" indent="-171450">
                        <a:buFont typeface="Arial" panose="020B0604020202020204" pitchFamily="34" charset="0"/>
                        <a:buChar char="•"/>
                      </a:pPr>
                      <a:r>
                        <a:rPr lang="en-US" sz="900"/>
                        <a:t>Select account attributes to view while allocating quota to account.</a:t>
                      </a:r>
                    </a:p>
                  </a:txBody>
                  <a:tcPr anchor="ctr">
                    <a:solidFill>
                      <a:schemeClr val="bg2"/>
                    </a:solidFill>
                  </a:tcPr>
                </a:tc>
                <a:extLst>
                  <a:ext uri="{0D108BD9-81ED-4DB2-BD59-A6C34878D82A}">
                    <a16:rowId xmlns:a16="http://schemas.microsoft.com/office/drawing/2014/main" val="2865483205"/>
                  </a:ext>
                </a:extLst>
              </a:tr>
              <a:tr h="713181">
                <a:tc>
                  <a:txBody>
                    <a:bodyPr/>
                    <a:lstStyle/>
                    <a:p>
                      <a:pPr lvl="0">
                        <a:buNone/>
                      </a:pPr>
                      <a:r>
                        <a:rPr lang="en-US" sz="900"/>
                        <a:t>3a,5</a:t>
                      </a:r>
                    </a:p>
                  </a:txBody>
                  <a:tcPr anchor="ctr">
                    <a:solidFill>
                      <a:schemeClr val="bg1"/>
                    </a:solidFill>
                  </a:tcPr>
                </a:tc>
                <a:tc>
                  <a:txBody>
                    <a:bodyPr/>
                    <a:lstStyle/>
                    <a:p>
                      <a:pPr lvl="0">
                        <a:buNone/>
                      </a:pPr>
                      <a:r>
                        <a:rPr lang="en-US" sz="900"/>
                        <a:t>Target Approval Process</a:t>
                      </a:r>
                    </a:p>
                  </a:txBody>
                  <a:tcPr anchor="ctr">
                    <a:solidFill>
                      <a:schemeClr val="bg1"/>
                    </a:solidFill>
                  </a:tcPr>
                </a:tc>
                <a:tc>
                  <a:txBody>
                    <a:bodyPr/>
                    <a:lstStyle/>
                    <a:p>
                      <a:pPr marL="171450" lvl="0" indent="-171450">
                        <a:buFont typeface="Arial" panose="020B0604020202020204" pitchFamily="34" charset="0"/>
                        <a:buChar char="•"/>
                      </a:pPr>
                      <a:r>
                        <a:rPr lang="en-US" sz="900"/>
                        <a:t>Review summary of assigned targets based on territory level. </a:t>
                      </a:r>
                    </a:p>
                    <a:p>
                      <a:pPr marL="171450" lvl="0" indent="-171450">
                        <a:buFont typeface="Arial" panose="020B0604020202020204" pitchFamily="34" charset="0"/>
                        <a:buChar char="•"/>
                      </a:pPr>
                      <a:r>
                        <a:rPr lang="en-US" sz="900"/>
                        <a:t>Approve or reject and send notifications either up or down the hierarchy based on the level. </a:t>
                      </a:r>
                    </a:p>
                    <a:p>
                      <a:pPr marL="171450" lvl="0" indent="-171450">
                        <a:buFont typeface="Arial" panose="020B0604020202020204" pitchFamily="34" charset="0"/>
                        <a:buChar char="•"/>
                      </a:pPr>
                      <a:r>
                        <a:rPr lang="en-US" sz="900"/>
                        <a:t>Lock target once finalized. </a:t>
                      </a:r>
                    </a:p>
                  </a:txBody>
                  <a:tcPr anchor="ctr">
                    <a:solidFill>
                      <a:schemeClr val="bg1"/>
                    </a:solidFill>
                  </a:tcPr>
                </a:tc>
                <a:tc>
                  <a:txBody>
                    <a:bodyPr/>
                    <a:lstStyle/>
                    <a:p>
                      <a:pPr marL="171450" lvl="0" indent="-171450">
                        <a:buFont typeface="Arial" panose="020B0604020202020204" pitchFamily="34" charset="0"/>
                        <a:buChar char="•"/>
                      </a:pPr>
                      <a:r>
                        <a:rPr lang="en-US" sz="900"/>
                        <a:t>Select levels of the territory hierarchy to set approvals on. </a:t>
                      </a:r>
                    </a:p>
                  </a:txBody>
                  <a:tcPr anchor="ctr">
                    <a:solidFill>
                      <a:schemeClr val="bg1"/>
                    </a:solidFill>
                  </a:tcPr>
                </a:tc>
                <a:extLst>
                  <a:ext uri="{0D108BD9-81ED-4DB2-BD59-A6C34878D82A}">
                    <a16:rowId xmlns:a16="http://schemas.microsoft.com/office/drawing/2014/main" val="993330033"/>
                  </a:ext>
                </a:extLst>
              </a:tr>
              <a:tr h="747376">
                <a:tc>
                  <a:txBody>
                    <a:bodyPr/>
                    <a:lstStyle/>
                    <a:p>
                      <a:pPr lvl="0">
                        <a:buNone/>
                      </a:pPr>
                      <a:r>
                        <a:rPr lang="en-US" sz="900"/>
                        <a:t>6,7</a:t>
                      </a:r>
                    </a:p>
                  </a:txBody>
                  <a:tcPr anchor="ctr">
                    <a:solidFill>
                      <a:schemeClr val="bg2"/>
                    </a:solidFill>
                  </a:tcPr>
                </a:tc>
                <a:tc>
                  <a:txBody>
                    <a:bodyPr/>
                    <a:lstStyle/>
                    <a:p>
                      <a:pPr lvl="0">
                        <a:buNone/>
                      </a:pPr>
                      <a:r>
                        <a:rPr lang="en-US" sz="900"/>
                        <a:t>Resource Alignment</a:t>
                      </a:r>
                    </a:p>
                  </a:txBody>
                  <a:tcPr anchor="ctr">
                    <a:solidFill>
                      <a:schemeClr val="bg2"/>
                    </a:solidFill>
                  </a:tcPr>
                </a:tc>
                <a:tc>
                  <a:txBody>
                    <a:bodyPr/>
                    <a:lstStyle/>
                    <a:p>
                      <a:pPr marL="171450" lvl="0" indent="-171450">
                        <a:buFont typeface="Arial" panose="020B0604020202020204" pitchFamily="34" charset="0"/>
                        <a:buChar char="•"/>
                      </a:pPr>
                      <a:r>
                        <a:rPr lang="en-US" sz="900"/>
                        <a:t>Simple direct assignment of employees to role and territory level for high level assignments.  </a:t>
                      </a:r>
                    </a:p>
                    <a:p>
                      <a:pPr marL="171450" lvl="0" indent="-171450">
                        <a:buFont typeface="Arial" panose="020B0604020202020204" pitchFamily="34" charset="0"/>
                        <a:buChar char="•"/>
                      </a:pPr>
                      <a:r>
                        <a:rPr lang="en-US" sz="900"/>
                        <a:t>Assignment of reps to territory level. </a:t>
                      </a:r>
                    </a:p>
                    <a:p>
                      <a:pPr marL="171450" lvl="0" indent="-171450">
                        <a:buFont typeface="Arial" panose="020B0604020202020204" pitchFamily="34" charset="0"/>
                        <a:buChar char="•"/>
                      </a:pPr>
                      <a:r>
                        <a:rPr lang="en-US" sz="900"/>
                        <a:t>Assignment of overlay reps to upper territory level.</a:t>
                      </a:r>
                    </a:p>
                    <a:p>
                      <a:pPr marL="171450" lvl="0" indent="-171450">
                        <a:buFont typeface="Arial" panose="020B0604020202020204" pitchFamily="34" charset="0"/>
                        <a:buChar char="•"/>
                      </a:pPr>
                      <a:r>
                        <a:rPr lang="en-US" sz="900"/>
                        <a:t>Creation and assignment of TBH reps.</a:t>
                      </a:r>
                    </a:p>
                  </a:txBody>
                  <a:tcPr anchor="ctr">
                    <a:solidFill>
                      <a:schemeClr val="bg2"/>
                    </a:solidFill>
                  </a:tcPr>
                </a:tc>
                <a:tc>
                  <a:txBody>
                    <a:bodyPr/>
                    <a:lstStyle/>
                    <a:p>
                      <a:pPr marL="171450" lvl="0" indent="-171450">
                        <a:buFont typeface="Arial" panose="020B0604020202020204" pitchFamily="34" charset="0"/>
                        <a:buChar char="•"/>
                      </a:pPr>
                      <a:r>
                        <a:rPr lang="en-US" sz="900"/>
                        <a:t>Select levels for high level assignment. </a:t>
                      </a:r>
                    </a:p>
                    <a:p>
                      <a:pPr marL="171450" lvl="0" indent="-171450">
                        <a:buFont typeface="Arial" panose="020B0604020202020204" pitchFamily="34" charset="0"/>
                        <a:buChar char="•"/>
                      </a:pPr>
                      <a:r>
                        <a:rPr lang="en-US" sz="900"/>
                        <a:t>Select territory level for rep and overlay assignment. </a:t>
                      </a:r>
                    </a:p>
                    <a:p>
                      <a:pPr marL="171450" marR="0" lvl="0" indent="-171450" algn="l" rtl="0">
                        <a:lnSpc>
                          <a:spcPct val="100000"/>
                        </a:lnSpc>
                        <a:spcBef>
                          <a:spcPts val="0"/>
                        </a:spcBef>
                        <a:spcAft>
                          <a:spcPts val="0"/>
                        </a:spcAft>
                        <a:buClrTx/>
                        <a:buSzTx/>
                        <a:buFont typeface="Arial" panose="020B0604020202020204" pitchFamily="34" charset="0"/>
                        <a:buChar char="•"/>
                      </a:pPr>
                      <a:r>
                        <a:rPr lang="en-US" sz="900"/>
                        <a:t>Select employee attributes to view while processing assignments.</a:t>
                      </a:r>
                    </a:p>
                    <a:p>
                      <a:pPr marL="171450" lvl="0" indent="-171450">
                        <a:buFont typeface="Arial" panose="020B0604020202020204" pitchFamily="34" charset="0"/>
                        <a:buChar char="•"/>
                      </a:pPr>
                      <a:endParaRPr lang="en-US" sz="900"/>
                    </a:p>
                  </a:txBody>
                  <a:tcPr anchor="ctr">
                    <a:solidFill>
                      <a:schemeClr val="bg2"/>
                    </a:solidFill>
                  </a:tcPr>
                </a:tc>
                <a:extLst>
                  <a:ext uri="{0D108BD9-81ED-4DB2-BD59-A6C34878D82A}">
                    <a16:rowId xmlns:a16="http://schemas.microsoft.com/office/drawing/2014/main" val="2603690080"/>
                  </a:ext>
                </a:extLst>
              </a:tr>
              <a:tr h="407067">
                <a:tc>
                  <a:txBody>
                    <a:bodyPr/>
                    <a:lstStyle/>
                    <a:p>
                      <a:pPr lvl="0">
                        <a:buNone/>
                      </a:pPr>
                      <a:r>
                        <a:rPr lang="en-US" sz="900"/>
                        <a:t>4</a:t>
                      </a:r>
                    </a:p>
                  </a:txBody>
                  <a:tcPr anchor="ctr">
                    <a:solidFill>
                      <a:schemeClr val="bg1"/>
                    </a:solidFill>
                  </a:tcPr>
                </a:tc>
                <a:tc>
                  <a:txBody>
                    <a:bodyPr/>
                    <a:lstStyle/>
                    <a:p>
                      <a:pPr lvl="0">
                        <a:buNone/>
                      </a:pPr>
                      <a:r>
                        <a:rPr lang="en-US" sz="900"/>
                        <a:t>Manage Territory Hierarchy</a:t>
                      </a:r>
                    </a:p>
                  </a:txBody>
                  <a:tcPr anchor="ctr">
                    <a:solidFill>
                      <a:schemeClr val="bg1"/>
                    </a:solidFill>
                  </a:tcPr>
                </a:tc>
                <a:tc>
                  <a:txBody>
                    <a:bodyPr/>
                    <a:lstStyle/>
                    <a:p>
                      <a:pPr marL="171450" lvl="0" indent="-171450">
                        <a:buFont typeface="Arial" panose="020B0604020202020204" pitchFamily="34" charset="0"/>
                        <a:buChar char="•"/>
                      </a:pPr>
                      <a:r>
                        <a:rPr lang="en-US" sz="900"/>
                        <a:t>Ability to update and change the territory hierarchy for all levels. </a:t>
                      </a:r>
                    </a:p>
                    <a:p>
                      <a:pPr marL="171450" lvl="0" indent="-171450">
                        <a:buFont typeface="Arial" panose="020B0604020202020204" pitchFamily="34" charset="0"/>
                        <a:buChar char="•"/>
                      </a:pPr>
                      <a:r>
                        <a:rPr lang="en-US" sz="900"/>
                        <a:t>Add or remove items in the hierarchy. </a:t>
                      </a:r>
                    </a:p>
                  </a:txBody>
                  <a:tcPr anchor="ctr">
                    <a:solidFill>
                      <a:schemeClr val="bg1"/>
                    </a:solidFill>
                  </a:tcPr>
                </a:tc>
                <a:tc>
                  <a:txBody>
                    <a:bodyPr/>
                    <a:lstStyle/>
                    <a:p>
                      <a:pPr marL="171450" lvl="0" indent="-171450">
                        <a:buFont typeface="Arial" panose="020B0604020202020204" pitchFamily="34" charset="0"/>
                        <a:buChar char="•"/>
                      </a:pPr>
                      <a:r>
                        <a:rPr lang="en-US" sz="900"/>
                        <a:t>Select and name levels of the territory hierarchy.</a:t>
                      </a:r>
                    </a:p>
                  </a:txBody>
                  <a:tcPr anchor="ctr">
                    <a:solidFill>
                      <a:schemeClr val="bg1"/>
                    </a:solidFill>
                  </a:tcPr>
                </a:tc>
                <a:extLst>
                  <a:ext uri="{0D108BD9-81ED-4DB2-BD59-A6C34878D82A}">
                    <a16:rowId xmlns:a16="http://schemas.microsoft.com/office/drawing/2014/main" val="1879725759"/>
                  </a:ext>
                </a:extLst>
              </a:tr>
              <a:tr h="713181">
                <a:tc>
                  <a:txBody>
                    <a:bodyPr/>
                    <a:lstStyle/>
                    <a:p>
                      <a:pPr lvl="0">
                        <a:buNone/>
                      </a:pPr>
                      <a:r>
                        <a:rPr lang="en-US" sz="900"/>
                        <a:t>3a,4</a:t>
                      </a:r>
                    </a:p>
                  </a:txBody>
                  <a:tcPr anchor="ctr">
                    <a:solidFill>
                      <a:schemeClr val="bg2"/>
                    </a:solidFill>
                  </a:tcPr>
                </a:tc>
                <a:tc>
                  <a:txBody>
                    <a:bodyPr/>
                    <a:lstStyle/>
                    <a:p>
                      <a:pPr lvl="0">
                        <a:buNone/>
                      </a:pPr>
                      <a:r>
                        <a:rPr lang="en-US" sz="900"/>
                        <a:t>Account Alignment</a:t>
                      </a:r>
                    </a:p>
                  </a:txBody>
                  <a:tcPr anchor="ctr">
                    <a:solidFill>
                      <a:schemeClr val="bg2"/>
                    </a:solidFill>
                  </a:tcPr>
                </a:tc>
                <a:tc>
                  <a:txBody>
                    <a:bodyPr/>
                    <a:lstStyle/>
                    <a:p>
                      <a:pPr marL="171450" lvl="0" indent="-171450">
                        <a:buFont typeface="Arial" panose="020B0604020202020204" pitchFamily="34" charset="0"/>
                        <a:buChar char="•"/>
                      </a:pPr>
                      <a:r>
                        <a:rPr lang="en-US" sz="900"/>
                        <a:t>Reporting on assignments, PV and potential spend over various levels of territory hierarchy. </a:t>
                      </a:r>
                    </a:p>
                    <a:p>
                      <a:pPr marL="171450" lvl="0" indent="-171450">
                        <a:buFont typeface="Arial" panose="020B0604020202020204" pitchFamily="34" charset="0"/>
                        <a:buChar char="•"/>
                      </a:pPr>
                      <a:r>
                        <a:rPr lang="en-US" sz="900"/>
                        <a:t>Assignment of accounts to territory level. </a:t>
                      </a:r>
                    </a:p>
                    <a:p>
                      <a:pPr marL="171450" lvl="0" indent="-171450">
                        <a:buFont typeface="Arial" panose="020B0604020202020204" pitchFamily="34" charset="0"/>
                        <a:buChar char="•"/>
                      </a:pPr>
                      <a:r>
                        <a:rPr lang="en-US" sz="900"/>
                        <a:t>Manage account hierarchy (parent and child accounts).</a:t>
                      </a:r>
                    </a:p>
                  </a:txBody>
                  <a:tcPr anchor="ctr">
                    <a:solidFill>
                      <a:schemeClr val="bg2"/>
                    </a:solidFill>
                  </a:tcPr>
                </a:tc>
                <a:tc>
                  <a:txBody>
                    <a:bodyPr/>
                    <a:lstStyle/>
                    <a:p>
                      <a:pPr marL="171450" lvl="0" indent="-171450">
                        <a:buFont typeface="Arial" panose="020B0604020202020204" pitchFamily="34" charset="0"/>
                        <a:buChar char="•"/>
                      </a:pPr>
                      <a:r>
                        <a:rPr lang="en-US" sz="900"/>
                        <a:t>Select levels of the territory hierarchy for geospatial mapping.</a:t>
                      </a:r>
                    </a:p>
                    <a:p>
                      <a:pPr marL="171450" lvl="0" indent="-171450">
                        <a:buFont typeface="Arial" panose="020B0604020202020204" pitchFamily="34" charset="0"/>
                        <a:buChar char="•"/>
                      </a:pPr>
                      <a:r>
                        <a:rPr lang="en-US" sz="900"/>
                        <a:t>Select territory level for account assignment. </a:t>
                      </a:r>
                    </a:p>
                    <a:p>
                      <a:pPr marL="171450" marR="0" lvl="0" indent="-171450" algn="l" rtl="0">
                        <a:lnSpc>
                          <a:spcPct val="100000"/>
                        </a:lnSpc>
                        <a:spcBef>
                          <a:spcPts val="0"/>
                        </a:spcBef>
                        <a:spcAft>
                          <a:spcPts val="0"/>
                        </a:spcAft>
                        <a:buClrTx/>
                        <a:buSzTx/>
                        <a:buFont typeface="Arial" panose="020B0604020202020204" pitchFamily="34" charset="0"/>
                        <a:buChar char="•"/>
                      </a:pPr>
                      <a:r>
                        <a:rPr lang="en-US" sz="900"/>
                        <a:t>Select account attributes to view while processing assignments.</a:t>
                      </a:r>
                    </a:p>
                  </a:txBody>
                  <a:tcPr anchor="ctr">
                    <a:solidFill>
                      <a:schemeClr val="bg2"/>
                    </a:solidFill>
                  </a:tcPr>
                </a:tc>
                <a:extLst>
                  <a:ext uri="{0D108BD9-81ED-4DB2-BD59-A6C34878D82A}">
                    <a16:rowId xmlns:a16="http://schemas.microsoft.com/office/drawing/2014/main" val="3408103969"/>
                  </a:ext>
                </a:extLst>
              </a:tr>
            </a:tbl>
          </a:graphicData>
        </a:graphic>
      </p:graphicFrame>
      <p:sp>
        <p:nvSpPr>
          <p:cNvPr id="6" name="Title 1">
            <a:extLst>
              <a:ext uri="{FF2B5EF4-FFF2-40B4-BE49-F238E27FC236}">
                <a16:creationId xmlns:a16="http://schemas.microsoft.com/office/drawing/2014/main" id="{DE935BD1-440A-1009-BFE8-AD35FD53475F}"/>
              </a:ext>
            </a:extLst>
          </p:cNvPr>
          <p:cNvSpPr>
            <a:spLocks noGrp="1"/>
          </p:cNvSpPr>
          <p:nvPr>
            <p:ph type="title"/>
          </p:nvPr>
        </p:nvSpPr>
        <p:spPr>
          <a:xfrm>
            <a:off x="615103" y="392855"/>
            <a:ext cx="9824299" cy="451405"/>
          </a:xfrm>
        </p:spPr>
        <p:txBody>
          <a:bodyPr lIns="0" tIns="60960" rIns="0" bIns="60960" anchor="t"/>
          <a:lstStyle/>
          <a:p>
            <a:r>
              <a:rPr lang="en-GB" sz="2000" b="1">
                <a:ea typeface="Verdana"/>
              </a:rPr>
              <a:t>Territory and Quota Planning: </a:t>
            </a:r>
            <a:r>
              <a:rPr lang="en-US" sz="2000" b="1"/>
              <a:t>Key processes and configurable elements</a:t>
            </a:r>
            <a:r>
              <a:rPr lang="en-US" sz="2000"/>
              <a:t>​</a:t>
            </a:r>
            <a:endParaRPr lang="en-GB" sz="2000" b="0">
              <a:latin typeface="Verdana"/>
              <a:ea typeface="Verdana"/>
              <a:cs typeface="Verdana" panose="020B0604030504040204" pitchFamily="34" charset="0"/>
            </a:endParaRPr>
          </a:p>
        </p:txBody>
      </p:sp>
    </p:spTree>
    <p:extLst>
      <p:ext uri="{BB962C8B-B14F-4D97-AF65-F5344CB8AC3E}">
        <p14:creationId xmlns:p14="http://schemas.microsoft.com/office/powerpoint/2010/main" val="3414936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3DC45B7E-9C9F-CEB8-99BC-D16DF02BCA5E}"/>
              </a:ext>
            </a:extLst>
          </p:cNvPr>
          <p:cNvGraphicFramePr>
            <a:graphicFrameLocks noGrp="1"/>
          </p:cNvGraphicFramePr>
          <p:nvPr>
            <p:extLst>
              <p:ext uri="{D42A27DB-BD31-4B8C-83A1-F6EECF244321}">
                <p14:modId xmlns:p14="http://schemas.microsoft.com/office/powerpoint/2010/main" val="3248405531"/>
              </p:ext>
            </p:extLst>
          </p:nvPr>
        </p:nvGraphicFramePr>
        <p:xfrm>
          <a:off x="615101" y="1076961"/>
          <a:ext cx="10904108" cy="4862660"/>
        </p:xfrm>
        <a:graphic>
          <a:graphicData uri="http://schemas.openxmlformats.org/drawingml/2006/table">
            <a:tbl>
              <a:tblPr firstRow="1" bandRow="1">
                <a:tableStyleId>{00A15C55-8517-42AA-B614-E9B94910E393}</a:tableStyleId>
              </a:tblPr>
              <a:tblGrid>
                <a:gridCol w="845399">
                  <a:extLst>
                    <a:ext uri="{9D8B030D-6E8A-4147-A177-3AD203B41FA5}">
                      <a16:colId xmlns:a16="http://schemas.microsoft.com/office/drawing/2014/main" val="2476928422"/>
                    </a:ext>
                  </a:extLst>
                </a:gridCol>
                <a:gridCol w="1295400">
                  <a:extLst>
                    <a:ext uri="{9D8B030D-6E8A-4147-A177-3AD203B41FA5}">
                      <a16:colId xmlns:a16="http://schemas.microsoft.com/office/drawing/2014/main" val="83425204"/>
                    </a:ext>
                  </a:extLst>
                </a:gridCol>
                <a:gridCol w="4566691">
                  <a:extLst>
                    <a:ext uri="{9D8B030D-6E8A-4147-A177-3AD203B41FA5}">
                      <a16:colId xmlns:a16="http://schemas.microsoft.com/office/drawing/2014/main" val="243471327"/>
                    </a:ext>
                  </a:extLst>
                </a:gridCol>
                <a:gridCol w="4196618">
                  <a:extLst>
                    <a:ext uri="{9D8B030D-6E8A-4147-A177-3AD203B41FA5}">
                      <a16:colId xmlns:a16="http://schemas.microsoft.com/office/drawing/2014/main" val="2834086973"/>
                    </a:ext>
                  </a:extLst>
                </a:gridCol>
              </a:tblGrid>
              <a:tr h="473543">
                <a:tc>
                  <a:txBody>
                    <a:bodyPr/>
                    <a:lstStyle/>
                    <a:p>
                      <a:r>
                        <a:rPr lang="en-US" sz="950"/>
                        <a:t>Step</a:t>
                      </a:r>
                    </a:p>
                  </a:txBody>
                  <a:tcPr anchor="ctr">
                    <a:solidFill>
                      <a:schemeClr val="tx2"/>
                    </a:solidFill>
                  </a:tcPr>
                </a:tc>
                <a:tc>
                  <a:txBody>
                    <a:bodyPr/>
                    <a:lstStyle/>
                    <a:p>
                      <a:r>
                        <a:rPr lang="en-US" sz="950"/>
                        <a:t>Process Name</a:t>
                      </a:r>
                    </a:p>
                  </a:txBody>
                  <a:tcPr anchor="ctr">
                    <a:solidFill>
                      <a:schemeClr val="tx2"/>
                    </a:solidFill>
                  </a:tcPr>
                </a:tc>
                <a:tc>
                  <a:txBody>
                    <a:bodyPr/>
                    <a:lstStyle/>
                    <a:p>
                      <a:r>
                        <a:rPr lang="en-US" sz="950"/>
                        <a:t>Process Description</a:t>
                      </a:r>
                    </a:p>
                  </a:txBody>
                  <a:tcPr anchor="ctr">
                    <a:solidFill>
                      <a:schemeClr val="tx2"/>
                    </a:solidFill>
                  </a:tcPr>
                </a:tc>
                <a:tc>
                  <a:txBody>
                    <a:bodyPr/>
                    <a:lstStyle/>
                    <a:p>
                      <a:r>
                        <a:rPr lang="en-US" sz="950"/>
                        <a:t>Configurability</a:t>
                      </a:r>
                    </a:p>
                  </a:txBody>
                  <a:tcPr anchor="ctr">
                    <a:solidFill>
                      <a:schemeClr val="tx2"/>
                    </a:solidFill>
                  </a:tcPr>
                </a:tc>
                <a:extLst>
                  <a:ext uri="{0D108BD9-81ED-4DB2-BD59-A6C34878D82A}">
                    <a16:rowId xmlns:a16="http://schemas.microsoft.com/office/drawing/2014/main" val="3514735591"/>
                  </a:ext>
                </a:extLst>
              </a:tr>
              <a:tr h="1066799">
                <a:tc>
                  <a:txBody>
                    <a:bodyPr/>
                    <a:lstStyle/>
                    <a:p>
                      <a:pPr lvl="0">
                        <a:buNone/>
                      </a:pPr>
                      <a:r>
                        <a:rPr lang="en-US" sz="900"/>
                        <a:t>1, 7</a:t>
                      </a:r>
                    </a:p>
                  </a:txBody>
                  <a:tcPr anchor="ctr">
                    <a:solidFill>
                      <a:schemeClr val="bg2"/>
                    </a:solidFill>
                  </a:tcPr>
                </a:tc>
                <a:tc>
                  <a:txBody>
                    <a:bodyPr/>
                    <a:lstStyle/>
                    <a:p>
                      <a:pPr lvl="0">
                        <a:buNone/>
                      </a:pPr>
                      <a:r>
                        <a:rPr lang="en-US" sz="900"/>
                        <a:t>Global Account Management (GAM)</a:t>
                      </a:r>
                    </a:p>
                  </a:txBody>
                  <a:tcPr anchor="ctr">
                    <a:solidFill>
                      <a:schemeClr val="bg2"/>
                    </a:solidFill>
                  </a:tcPr>
                </a:tc>
                <a:tc>
                  <a:txBody>
                    <a:bodyPr/>
                    <a:lstStyle/>
                    <a:p>
                      <a:pPr marL="171450" lvl="0" indent="-171450">
                        <a:buFont typeface="Arial"/>
                        <a:buChar char="•"/>
                      </a:pPr>
                      <a:r>
                        <a:rPr lang="en-US" sz="900" b="0" u="none" strike="noStrike" noProof="0">
                          <a:solidFill>
                            <a:srgbClr val="1D1C1D"/>
                          </a:solidFill>
                        </a:rPr>
                        <a:t>Identify global parent accounts that are part of GAM program.</a:t>
                      </a:r>
                      <a:endParaRPr lang="en-US" sz="900"/>
                    </a:p>
                    <a:p>
                      <a:pPr marL="171450" lvl="0" indent="-171450">
                        <a:buFont typeface="Arial"/>
                        <a:buChar char="•"/>
                      </a:pPr>
                      <a:r>
                        <a:rPr lang="en-US" sz="900" b="0" u="none" strike="noStrike" noProof="0">
                          <a:solidFill>
                            <a:srgbClr val="1D1C1D"/>
                          </a:solidFill>
                        </a:rPr>
                        <a:t>Create GAM Hierarchy.</a:t>
                      </a:r>
                      <a:endParaRPr lang="en-US" sz="900"/>
                    </a:p>
                    <a:p>
                      <a:pPr marL="171450" lvl="0" indent="-171450">
                        <a:buFont typeface="Arial"/>
                        <a:buChar char="•"/>
                      </a:pPr>
                      <a:r>
                        <a:rPr lang="en-US" sz="900" b="0" u="none" strike="noStrike" noProof="0">
                          <a:solidFill>
                            <a:srgbClr val="1D1C1D"/>
                          </a:solidFill>
                        </a:rPr>
                        <a:t>Identify GAM Reps.</a:t>
                      </a:r>
                      <a:endParaRPr lang="en-US" sz="900"/>
                    </a:p>
                    <a:p>
                      <a:pPr marL="171450" lvl="0" indent="-171450">
                        <a:buFont typeface="Arial"/>
                        <a:buChar char="•"/>
                      </a:pPr>
                      <a:r>
                        <a:rPr lang="en-US" sz="900" b="0" u="none" strike="noStrike" noProof="0">
                          <a:solidFill>
                            <a:srgbClr val="1D1C1D"/>
                          </a:solidFill>
                        </a:rPr>
                        <a:t>Input GAM Targets and allocate top-down.</a:t>
                      </a:r>
                      <a:endParaRPr lang="en-US" sz="900"/>
                    </a:p>
                    <a:p>
                      <a:pPr marL="171450" lvl="0" indent="-171450">
                        <a:buFont typeface="Arial"/>
                        <a:buChar char="•"/>
                      </a:pPr>
                      <a:r>
                        <a:rPr lang="en-US" sz="900" b="0" u="none" strike="noStrike" noProof="0">
                          <a:solidFill>
                            <a:srgbClr val="1D1C1D"/>
                          </a:solidFill>
                        </a:rPr>
                        <a:t>Update GAM rep assignment matrix (GAM, Theatre Leads and Country GAM’s).</a:t>
                      </a:r>
                      <a:endParaRPr lang="en-US" sz="900"/>
                    </a:p>
                    <a:p>
                      <a:pPr marL="171450" lvl="0" indent="-171450">
                        <a:buFont typeface="Arial"/>
                        <a:buChar char="•"/>
                      </a:pPr>
                      <a:r>
                        <a:rPr lang="en-US" sz="900" b="0" u="none" strike="noStrike" noProof="0">
                          <a:solidFill>
                            <a:srgbClr val="1D1C1D"/>
                          </a:solidFill>
                        </a:rPr>
                        <a:t>Create Territories, Rep to territory assignments and account to territory assignments.</a:t>
                      </a:r>
                      <a:endParaRPr lang="en-US" sz="900"/>
                    </a:p>
                    <a:p>
                      <a:pPr marL="171450" lvl="0" indent="-171450">
                        <a:buFont typeface="Arial"/>
                        <a:buChar char="•"/>
                      </a:pPr>
                      <a:r>
                        <a:rPr lang="en-US" sz="900" b="0" u="none" strike="noStrike" noProof="0">
                          <a:solidFill>
                            <a:srgbClr val="1D1C1D"/>
                          </a:solidFill>
                        </a:rPr>
                        <a:t>Calculate quotas.</a:t>
                      </a:r>
                      <a:endParaRPr lang="en-US" sz="900"/>
                    </a:p>
                  </a:txBody>
                  <a:tcPr anchor="ctr">
                    <a:solidFill>
                      <a:schemeClr val="bg2"/>
                    </a:solidFill>
                  </a:tcPr>
                </a:tc>
                <a:tc>
                  <a:txBody>
                    <a:bodyPr/>
                    <a:lstStyle/>
                    <a:p>
                      <a:pPr marL="171450" lvl="0" indent="-171450">
                        <a:buFont typeface="Arial"/>
                        <a:buChar char="•"/>
                      </a:pPr>
                      <a:r>
                        <a:rPr lang="en-US" sz="900"/>
                        <a:t>Select level of territory hierarchy to link to country.</a:t>
                      </a:r>
                    </a:p>
                  </a:txBody>
                  <a:tcPr anchor="ctr">
                    <a:solidFill>
                      <a:schemeClr val="bg2"/>
                    </a:solidFill>
                  </a:tcPr>
                </a:tc>
                <a:extLst>
                  <a:ext uri="{0D108BD9-81ED-4DB2-BD59-A6C34878D82A}">
                    <a16:rowId xmlns:a16="http://schemas.microsoft.com/office/drawing/2014/main" val="760899326"/>
                  </a:ext>
                </a:extLst>
              </a:tr>
              <a:tr h="1066799">
                <a:tc>
                  <a:txBody>
                    <a:bodyPr/>
                    <a:lstStyle/>
                    <a:p>
                      <a:pPr lvl="0">
                        <a:buNone/>
                      </a:pPr>
                      <a:r>
                        <a:rPr lang="en-US" sz="900"/>
                        <a:t>1, 7</a:t>
                      </a:r>
                    </a:p>
                  </a:txBody>
                  <a:tcPr anchor="ctr">
                    <a:solidFill>
                      <a:schemeClr val="bg1"/>
                    </a:solidFill>
                  </a:tcPr>
                </a:tc>
                <a:tc>
                  <a:txBody>
                    <a:bodyPr/>
                    <a:lstStyle/>
                    <a:p>
                      <a:pPr lvl="0">
                        <a:buNone/>
                      </a:pPr>
                      <a:r>
                        <a:rPr lang="en-US" sz="900"/>
                        <a:t>Named Account Management</a:t>
                      </a:r>
                    </a:p>
                  </a:txBody>
                  <a:tcPr anchor="ctr">
                    <a:solidFill>
                      <a:schemeClr val="bg1"/>
                    </a:solidFill>
                  </a:tcPr>
                </a:tc>
                <a:tc>
                  <a:txBody>
                    <a:bodyPr/>
                    <a:lstStyle/>
                    <a:p>
                      <a:pPr marL="171450" lvl="0" indent="-171450">
                        <a:buFont typeface="Arial"/>
                        <a:buChar char="•"/>
                      </a:pPr>
                      <a:r>
                        <a:rPr lang="en-US" sz="900" b="0" u="none" strike="noStrike" noProof="0">
                          <a:solidFill>
                            <a:srgbClr val="1D1C1D"/>
                          </a:solidFill>
                        </a:rPr>
                        <a:t>Identify named parent accounts.</a:t>
                      </a:r>
                      <a:endParaRPr lang="en-US" sz="900"/>
                    </a:p>
                    <a:p>
                      <a:pPr marL="171450" lvl="0" indent="-171450">
                        <a:buFont typeface="Arial"/>
                        <a:buChar char="•"/>
                      </a:pPr>
                      <a:r>
                        <a:rPr lang="en-US" sz="900" b="0" u="none" strike="noStrike" noProof="0">
                          <a:solidFill>
                            <a:srgbClr val="1D1C1D"/>
                          </a:solidFill>
                        </a:rPr>
                        <a:t>Input global targets for named accounts.</a:t>
                      </a:r>
                      <a:endParaRPr lang="en-US" sz="900"/>
                    </a:p>
                    <a:p>
                      <a:pPr marL="171450" lvl="0" indent="-171450">
                        <a:buFont typeface="Arial"/>
                        <a:buChar char="•"/>
                      </a:pPr>
                      <a:r>
                        <a:rPr lang="en-US" sz="900" b="0" u="none" strike="noStrike" noProof="0">
                          <a:solidFill>
                            <a:srgbClr val="1D1C1D"/>
                          </a:solidFill>
                        </a:rPr>
                        <a:t>Identify Named Account Executive (NAE) and Supporting Named Account Executive (SNAE).</a:t>
                      </a:r>
                      <a:endParaRPr lang="en-US" sz="900"/>
                    </a:p>
                    <a:p>
                      <a:pPr marL="171450" lvl="0" indent="-171450">
                        <a:buFont typeface="Arial"/>
                        <a:buChar char="•"/>
                      </a:pPr>
                      <a:r>
                        <a:rPr lang="en-US" sz="900" b="0" u="none" strike="noStrike" noProof="0">
                          <a:solidFill>
                            <a:srgbClr val="1D1C1D"/>
                          </a:solidFill>
                        </a:rPr>
                        <a:t>Assign accounts to NAE and SNAE territories.</a:t>
                      </a:r>
                      <a:endParaRPr lang="en-US" sz="900"/>
                    </a:p>
                    <a:p>
                      <a:pPr marL="171450" lvl="0" indent="-171450">
                        <a:buFont typeface="Arial"/>
                        <a:buChar char="•"/>
                      </a:pPr>
                      <a:r>
                        <a:rPr lang="en-US" sz="900" b="0" u="none" strike="noStrike" noProof="0">
                          <a:solidFill>
                            <a:srgbClr val="1D1C1D"/>
                          </a:solidFill>
                        </a:rPr>
                        <a:t>Override quotas by account and calculate quotas.</a:t>
                      </a:r>
                      <a:endParaRPr lang="en-US" sz="900"/>
                    </a:p>
                  </a:txBody>
                  <a:tcPr anchor="ctr">
                    <a:solidFill>
                      <a:schemeClr val="bg1"/>
                    </a:solidFill>
                  </a:tcPr>
                </a:tc>
                <a:tc>
                  <a:txBody>
                    <a:bodyPr/>
                    <a:lstStyle/>
                    <a:p>
                      <a:pPr marL="171450" lvl="0" indent="-171450">
                        <a:buFont typeface="Arial"/>
                        <a:buChar char="•"/>
                      </a:pPr>
                      <a:endParaRPr lang="en-US" sz="900"/>
                    </a:p>
                  </a:txBody>
                  <a:tcPr anchor="ctr">
                    <a:solidFill>
                      <a:schemeClr val="bg1"/>
                    </a:solidFill>
                  </a:tcPr>
                </a:tc>
                <a:extLst>
                  <a:ext uri="{0D108BD9-81ED-4DB2-BD59-A6C34878D82A}">
                    <a16:rowId xmlns:a16="http://schemas.microsoft.com/office/drawing/2014/main" val="3692900813"/>
                  </a:ext>
                </a:extLst>
              </a:tr>
              <a:tr h="1066799">
                <a:tc>
                  <a:txBody>
                    <a:bodyPr/>
                    <a:lstStyle/>
                    <a:p>
                      <a:pPr lvl="0">
                        <a:buNone/>
                      </a:pPr>
                      <a:r>
                        <a:rPr lang="en-US" sz="900"/>
                        <a:t>2,6,7</a:t>
                      </a:r>
                    </a:p>
                  </a:txBody>
                  <a:tcPr anchor="ctr">
                    <a:solidFill>
                      <a:schemeClr val="bg2"/>
                    </a:solidFill>
                  </a:tcPr>
                </a:tc>
                <a:tc>
                  <a:txBody>
                    <a:bodyPr/>
                    <a:lstStyle/>
                    <a:p>
                      <a:pPr lvl="0">
                        <a:buNone/>
                      </a:pPr>
                      <a:r>
                        <a:rPr lang="en-US" sz="900"/>
                        <a:t>Quota Setting</a:t>
                      </a:r>
                    </a:p>
                  </a:txBody>
                  <a:tcPr anchor="ctr">
                    <a:solidFill>
                      <a:schemeClr val="bg2"/>
                    </a:solidFill>
                  </a:tcPr>
                </a:tc>
                <a:tc>
                  <a:txBody>
                    <a:bodyPr/>
                    <a:lstStyle/>
                    <a:p>
                      <a:pPr marL="171450" lvl="0" indent="-171450">
                        <a:buClr>
                          <a:srgbClr val="000000"/>
                        </a:buClr>
                        <a:buFont typeface="Arial,Sans-Serif" panose="020B0604020202020204" pitchFamily="34" charset="0"/>
                        <a:buChar char="•"/>
                      </a:pPr>
                      <a:r>
                        <a:rPr lang="en-US" sz="900" b="0" u="none" strike="noStrike" noProof="0">
                          <a:solidFill>
                            <a:srgbClr val="000000"/>
                          </a:solidFill>
                        </a:rPr>
                        <a:t>Define quota types for each sales role by identifying the measures used to calculate the quota.</a:t>
                      </a:r>
                    </a:p>
                    <a:p>
                      <a:pPr marL="171450" lvl="0" indent="-171450">
                        <a:buClr>
                          <a:srgbClr val="000000"/>
                        </a:buClr>
                        <a:buFont typeface="Arial,Sans-Serif" panose="020B0604020202020204" pitchFamily="34" charset="0"/>
                        <a:buChar char="•"/>
                      </a:pPr>
                      <a:r>
                        <a:rPr lang="en-US" sz="900" b="0" u="none" strike="noStrike" noProof="0">
                          <a:solidFill>
                            <a:srgbClr val="000000"/>
                          </a:solidFill>
                        </a:rPr>
                        <a:t>Calculate quota at each level of the territory hierarchy where reps are assigned based on the quota types.</a:t>
                      </a:r>
                    </a:p>
                    <a:p>
                      <a:pPr marL="171450" lvl="0" indent="-171450">
                        <a:buClr>
                          <a:srgbClr val="000000"/>
                        </a:buClr>
                        <a:buFont typeface="Arial,Sans-Serif" panose="020B0604020202020204" pitchFamily="34" charset="0"/>
                        <a:buChar char="•"/>
                      </a:pPr>
                      <a:r>
                        <a:rPr lang="en-US" sz="900" b="0" u="none" strike="noStrike" noProof="0">
                          <a:solidFill>
                            <a:srgbClr val="000000"/>
                          </a:solidFill>
                        </a:rPr>
                        <a:t>Compare total front line rep quota to target.</a:t>
                      </a:r>
                    </a:p>
                    <a:p>
                      <a:pPr marL="171450" lvl="0" indent="-171450">
                        <a:buClr>
                          <a:srgbClr val="000000"/>
                        </a:buClr>
                        <a:buFont typeface="Arial,Sans-Serif" panose="020B0604020202020204" pitchFamily="34" charset="0"/>
                        <a:buChar char="•"/>
                      </a:pPr>
                      <a:r>
                        <a:rPr lang="en-US" sz="900" b="0" u="none" strike="noStrike" noProof="0">
                          <a:solidFill>
                            <a:srgbClr val="000000"/>
                          </a:solidFill>
                        </a:rPr>
                        <a:t>Export view of final quota by resource.</a:t>
                      </a:r>
                      <a:endParaRPr lang="en-US" sz="900" b="0" i="0" u="none" strike="noStrike" noProof="0">
                        <a:solidFill>
                          <a:srgbClr val="000000"/>
                        </a:solidFill>
                        <a:latin typeface="Arial"/>
                      </a:endParaRPr>
                    </a:p>
                  </a:txBody>
                  <a:tcPr anchor="ctr">
                    <a:solidFill>
                      <a:schemeClr val="bg2"/>
                    </a:solidFill>
                  </a:tcPr>
                </a:tc>
                <a:tc>
                  <a:txBody>
                    <a:bodyPr/>
                    <a:lstStyle/>
                    <a:p>
                      <a:pPr marL="171450" lvl="0" indent="-171450">
                        <a:buFont typeface="Arial" panose="020B0604020202020204" pitchFamily="34" charset="0"/>
                        <a:buChar char="•"/>
                      </a:pPr>
                      <a:r>
                        <a:rPr lang="en-US" sz="900"/>
                        <a:t>Select time period for quota calculation.</a:t>
                      </a:r>
                    </a:p>
                    <a:p>
                      <a:pPr marL="171450" lvl="0" indent="-171450">
                        <a:buFont typeface="Arial" panose="020B0604020202020204" pitchFamily="34" charset="0"/>
                        <a:buChar char="•"/>
                      </a:pPr>
                      <a:r>
                        <a:rPr lang="en-US" sz="900"/>
                        <a:t>Select measures used to calculate the quota.</a:t>
                      </a:r>
                    </a:p>
                  </a:txBody>
                  <a:tcPr anchor="ctr">
                    <a:solidFill>
                      <a:schemeClr val="bg2"/>
                    </a:solidFill>
                  </a:tcPr>
                </a:tc>
                <a:extLst>
                  <a:ext uri="{0D108BD9-81ED-4DB2-BD59-A6C34878D82A}">
                    <a16:rowId xmlns:a16="http://schemas.microsoft.com/office/drawing/2014/main" val="1836622429"/>
                  </a:ext>
                </a:extLst>
              </a:tr>
              <a:tr h="1066799">
                <a:tc>
                  <a:txBody>
                    <a:bodyPr/>
                    <a:lstStyle/>
                    <a:p>
                      <a:pPr lvl="0">
                        <a:buNone/>
                      </a:pPr>
                      <a:r>
                        <a:rPr lang="en-US" sz="900"/>
                        <a:t>4</a:t>
                      </a:r>
                    </a:p>
                  </a:txBody>
                  <a:tcPr anchor="ctr">
                    <a:solidFill>
                      <a:schemeClr val="bg1"/>
                    </a:solidFill>
                  </a:tcPr>
                </a:tc>
                <a:tc>
                  <a:txBody>
                    <a:bodyPr/>
                    <a:lstStyle/>
                    <a:p>
                      <a:pPr lvl="0">
                        <a:buNone/>
                      </a:pPr>
                      <a:r>
                        <a:rPr lang="en-US" sz="900"/>
                        <a:t>Assignment Rules</a:t>
                      </a:r>
                    </a:p>
                  </a:txBody>
                  <a:tcPr anchor="ctr">
                    <a:solidFill>
                      <a:schemeClr val="bg1"/>
                    </a:solidFill>
                  </a:tcPr>
                </a:tc>
                <a:tc>
                  <a:txBody>
                    <a:bodyPr/>
                    <a:lstStyle/>
                    <a:p>
                      <a:pPr marL="171450" lvl="0" indent="-171450">
                        <a:buFont typeface="Arial" panose="020B0604020202020204" pitchFamily="34" charset="0"/>
                        <a:buChar char="•"/>
                      </a:pPr>
                      <a:r>
                        <a:rPr lang="en-US" sz="900"/>
                        <a:t>Set priority of account attributes for evaluating rules.</a:t>
                      </a:r>
                    </a:p>
                    <a:p>
                      <a:pPr marL="171450" lvl="0" indent="-171450">
                        <a:buFont typeface="Arial" panose="020B0604020202020204" pitchFamily="34" charset="0"/>
                        <a:buChar char="•"/>
                      </a:pPr>
                      <a:r>
                        <a:rPr lang="en-US" sz="900"/>
                        <a:t>Add and modify criteria to set which accounts are eligible to be processed by rules. </a:t>
                      </a:r>
                    </a:p>
                    <a:p>
                      <a:pPr marL="171450" lvl="0" indent="-171450">
                        <a:buFont typeface="Arial" panose="020B0604020202020204" pitchFamily="34" charset="0"/>
                        <a:buChar char="•"/>
                      </a:pPr>
                      <a:r>
                        <a:rPr lang="en-US" sz="900"/>
                        <a:t>Create rules by territory to set which accounts should be assigned to the territory.   </a:t>
                      </a:r>
                    </a:p>
                    <a:p>
                      <a:pPr marL="171450" lvl="0" indent="-171450">
                        <a:buFont typeface="Arial" panose="020B0604020202020204" pitchFamily="34" charset="0"/>
                        <a:buChar char="•"/>
                      </a:pPr>
                      <a:r>
                        <a:rPr lang="en-US" sz="900"/>
                        <a:t>Manage and act on accounts with conflicts between rules.</a:t>
                      </a:r>
                    </a:p>
                  </a:txBody>
                  <a:tcPr anchor="ctr">
                    <a:solidFill>
                      <a:schemeClr val="bg1"/>
                    </a:solidFill>
                  </a:tcPr>
                </a:tc>
                <a:tc>
                  <a:txBody>
                    <a:bodyPr/>
                    <a:lstStyle/>
                    <a:p>
                      <a:pPr marL="171450" lvl="0" indent="-171450">
                        <a:buFont typeface="Arial" panose="020B0604020202020204" pitchFamily="34" charset="0"/>
                        <a:buChar char="•"/>
                      </a:pPr>
                      <a:r>
                        <a:rPr lang="en-US" sz="900"/>
                        <a:t>Select account attributes for rule eligibility. </a:t>
                      </a:r>
                    </a:p>
                    <a:p>
                      <a:pPr marL="171450" lvl="0" indent="-171450">
                        <a:buFont typeface="Arial" panose="020B0604020202020204" pitchFamily="34" charset="0"/>
                        <a:buChar char="•"/>
                      </a:pPr>
                      <a:r>
                        <a:rPr lang="en-US" sz="900"/>
                        <a:t>Select account attributes for matching criteria.</a:t>
                      </a:r>
                    </a:p>
                  </a:txBody>
                  <a:tcPr anchor="ctr">
                    <a:solidFill>
                      <a:schemeClr val="bg1"/>
                    </a:solidFill>
                  </a:tcPr>
                </a:tc>
                <a:extLst>
                  <a:ext uri="{0D108BD9-81ED-4DB2-BD59-A6C34878D82A}">
                    <a16:rowId xmlns:a16="http://schemas.microsoft.com/office/drawing/2014/main" val="1875784931"/>
                  </a:ext>
                </a:extLst>
              </a:tr>
            </a:tbl>
          </a:graphicData>
        </a:graphic>
      </p:graphicFrame>
      <p:sp>
        <p:nvSpPr>
          <p:cNvPr id="6" name="Title 1">
            <a:extLst>
              <a:ext uri="{FF2B5EF4-FFF2-40B4-BE49-F238E27FC236}">
                <a16:creationId xmlns:a16="http://schemas.microsoft.com/office/drawing/2014/main" id="{F76016CA-7FBA-4CD7-0662-317635AEED5A}"/>
              </a:ext>
            </a:extLst>
          </p:cNvPr>
          <p:cNvSpPr>
            <a:spLocks noGrp="1"/>
          </p:cNvSpPr>
          <p:nvPr>
            <p:ph type="title"/>
          </p:nvPr>
        </p:nvSpPr>
        <p:spPr>
          <a:xfrm>
            <a:off x="615103" y="392855"/>
            <a:ext cx="9824299" cy="451405"/>
          </a:xfrm>
        </p:spPr>
        <p:txBody>
          <a:bodyPr lIns="0" tIns="60960" rIns="0" bIns="60960" anchor="t"/>
          <a:lstStyle/>
          <a:p>
            <a:r>
              <a:rPr lang="en-GB" sz="2000" b="1">
                <a:ea typeface="Verdana"/>
              </a:rPr>
              <a:t>Territory and Quota Planning: </a:t>
            </a:r>
            <a:r>
              <a:rPr lang="en-US" sz="2000" b="1"/>
              <a:t>Key processes and configurable elements</a:t>
            </a:r>
            <a:r>
              <a:rPr lang="en-US" sz="2000"/>
              <a:t>​ - </a:t>
            </a:r>
            <a:r>
              <a:rPr lang="en-US" sz="2000" b="1"/>
              <a:t>cont</a:t>
            </a:r>
            <a:r>
              <a:rPr lang="en-US" sz="2000"/>
              <a:t>. </a:t>
            </a:r>
            <a:endParaRPr lang="en-GB" sz="2000" b="0">
              <a:latin typeface="Verdana"/>
              <a:ea typeface="Verdana"/>
              <a:cs typeface="Verdana" panose="020B0604030504040204" pitchFamily="34" charset="0"/>
            </a:endParaRPr>
          </a:p>
        </p:txBody>
      </p:sp>
    </p:spTree>
    <p:extLst>
      <p:ext uri="{BB962C8B-B14F-4D97-AF65-F5344CB8AC3E}">
        <p14:creationId xmlns:p14="http://schemas.microsoft.com/office/powerpoint/2010/main" val="3168121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C9800-2F87-EFE4-FCBE-CB6EB07096FC}"/>
              </a:ext>
            </a:extLst>
          </p:cNvPr>
          <p:cNvSpPr>
            <a:spLocks noGrp="1"/>
          </p:cNvSpPr>
          <p:nvPr>
            <p:ph type="title"/>
          </p:nvPr>
        </p:nvSpPr>
        <p:spPr>
          <a:xfrm>
            <a:off x="1018036" y="3066667"/>
            <a:ext cx="5946510" cy="2117424"/>
          </a:xfrm>
        </p:spPr>
        <p:txBody>
          <a:bodyPr lIns="91440" tIns="45720" rIns="91440" bIns="45720" anchor="ctr" anchorCtr="0"/>
          <a:lstStyle/>
          <a:p>
            <a:r>
              <a:rPr lang="en-US" sz="4250">
                <a:latin typeface="Arial"/>
                <a:ea typeface="Verdana"/>
                <a:cs typeface="Arial"/>
              </a:rPr>
              <a:t>Prework and assumptions</a:t>
            </a:r>
            <a:endParaRPr lang="en-US"/>
          </a:p>
        </p:txBody>
      </p:sp>
      <p:sp>
        <p:nvSpPr>
          <p:cNvPr id="4" name="Text Placeholder 3">
            <a:extLst>
              <a:ext uri="{FF2B5EF4-FFF2-40B4-BE49-F238E27FC236}">
                <a16:creationId xmlns:a16="http://schemas.microsoft.com/office/drawing/2014/main" id="{CCB98553-BB1A-17E2-F835-738F7477271C}"/>
              </a:ext>
            </a:extLst>
          </p:cNvPr>
          <p:cNvSpPr>
            <a:spLocks noGrp="1"/>
          </p:cNvSpPr>
          <p:nvPr>
            <p:ph type="body" sz="quarter" idx="10"/>
          </p:nvPr>
        </p:nvSpPr>
        <p:spPr/>
        <p:txBody>
          <a:bodyPr lIns="0" tIns="45720" rIns="91440" bIns="45720" anchor="b"/>
          <a:lstStyle/>
          <a:p>
            <a:r>
              <a:rPr lang="en-US">
                <a:latin typeface="Arial"/>
                <a:cs typeface="Arial"/>
              </a:rPr>
              <a:t>Section 3</a:t>
            </a:r>
          </a:p>
        </p:txBody>
      </p:sp>
    </p:spTree>
    <p:extLst>
      <p:ext uri="{BB962C8B-B14F-4D97-AF65-F5344CB8AC3E}">
        <p14:creationId xmlns:p14="http://schemas.microsoft.com/office/powerpoint/2010/main" val="3800431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83154B-0AE2-9420-4E14-487642E1B704}"/>
              </a:ext>
            </a:extLst>
          </p:cNvPr>
          <p:cNvSpPr/>
          <p:nvPr/>
        </p:nvSpPr>
        <p:spPr>
          <a:xfrm>
            <a:off x="484070" y="1906879"/>
            <a:ext cx="10755264" cy="262536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Assumptions</a:t>
            </a:r>
            <a:r>
              <a:rPr lang="en-GB">
                <a:latin typeface="Arial"/>
                <a:ea typeface="Verdana"/>
                <a:cs typeface="Arial"/>
              </a:rPr>
              <a:t> </a:t>
            </a:r>
            <a:endParaRPr lang="en-GB"/>
          </a:p>
        </p:txBody>
      </p:sp>
      <p:sp>
        <p:nvSpPr>
          <p:cNvPr id="5" name="TextBox 4">
            <a:extLst>
              <a:ext uri="{FF2B5EF4-FFF2-40B4-BE49-F238E27FC236}">
                <a16:creationId xmlns:a16="http://schemas.microsoft.com/office/drawing/2014/main" id="{4661C2E2-B526-ADC9-BC75-FB727256AEA4}"/>
              </a:ext>
            </a:extLst>
          </p:cNvPr>
          <p:cNvSpPr txBox="1"/>
          <p:nvPr/>
        </p:nvSpPr>
        <p:spPr>
          <a:xfrm>
            <a:off x="952666" y="1111078"/>
            <a:ext cx="9833868" cy="5379806"/>
          </a:xfrm>
          <a:prstGeom prst="rect">
            <a:avLst/>
          </a:prstGeom>
          <a:noFill/>
        </p:spPr>
        <p:txBody>
          <a:bodyPr wrap="square" lIns="91440" tIns="45720" rIns="91440" bIns="45720" rtlCol="0" anchor="t">
            <a:spAutoFit/>
          </a:bodyPr>
          <a:lstStyle/>
          <a:p>
            <a:r>
              <a:rPr lang="en-US" sz="1600" b="1"/>
              <a:t>To successfully implement this application as designed, the planning process must meet the following assumptions.</a:t>
            </a:r>
          </a:p>
          <a:p>
            <a:br>
              <a:rPr lang="en-US" sz="1600"/>
            </a:br>
            <a:endParaRPr lang="en-US" sz="1600" b="1"/>
          </a:p>
          <a:p>
            <a:pPr>
              <a:lnSpc>
                <a:spcPct val="150000"/>
              </a:lnSpc>
            </a:pPr>
            <a:r>
              <a:rPr lang="en-US" sz="1600" b="1"/>
              <a:t>Assumptions:</a:t>
            </a:r>
            <a:endParaRPr lang="en-US" sz="1600" b="1">
              <a:cs typeface="Arial"/>
            </a:endParaRPr>
          </a:p>
          <a:p>
            <a:pPr marL="285750" indent="-285750">
              <a:lnSpc>
                <a:spcPct val="150000"/>
              </a:lnSpc>
              <a:buFont typeface="Arial" pitchFamily="2" charset="2"/>
              <a:buChar char="•"/>
            </a:pPr>
            <a:r>
              <a:rPr lang="en-US" sz="1600"/>
              <a:t>Your planning process includes only a </a:t>
            </a:r>
            <a:r>
              <a:rPr lang="en-US" sz="1600" b="1"/>
              <a:t>single direct plus overlay hierarchy.</a:t>
            </a:r>
          </a:p>
          <a:p>
            <a:pPr marL="285750" indent="-285750">
              <a:lnSpc>
                <a:spcPct val="150000"/>
              </a:lnSpc>
              <a:buFont typeface="Arial" pitchFamily="2" charset="2"/>
              <a:buChar char="•"/>
            </a:pPr>
            <a:r>
              <a:rPr lang="en-US" sz="1600"/>
              <a:t>You </a:t>
            </a:r>
            <a:r>
              <a:rPr lang="en-US" sz="1600" i="1"/>
              <a:t>must</a:t>
            </a:r>
            <a:r>
              <a:rPr lang="en-US" sz="1600"/>
              <a:t> have an </a:t>
            </a:r>
            <a:r>
              <a:rPr lang="en-US" sz="1600" b="1"/>
              <a:t>existing</a:t>
            </a:r>
            <a:r>
              <a:rPr lang="en-US" sz="1600"/>
              <a:t> </a:t>
            </a:r>
            <a:r>
              <a:rPr lang="en-US" sz="1600" b="1"/>
              <a:t>territory hierarchy.</a:t>
            </a:r>
          </a:p>
          <a:p>
            <a:pPr marL="285750" indent="-285750">
              <a:lnSpc>
                <a:spcPct val="150000"/>
              </a:lnSpc>
              <a:buFont typeface="Arial" pitchFamily="2" charset="2"/>
              <a:buChar char="•"/>
            </a:pPr>
            <a:r>
              <a:rPr lang="en-US" sz="1600"/>
              <a:t>You </a:t>
            </a:r>
            <a:r>
              <a:rPr lang="en-US" sz="1600" i="1"/>
              <a:t>should not </a:t>
            </a:r>
            <a:r>
              <a:rPr lang="en-US" sz="1600"/>
              <a:t>have more than </a:t>
            </a:r>
            <a:r>
              <a:rPr lang="en-US" sz="1600" b="1"/>
              <a:t>5 planning measures</a:t>
            </a:r>
            <a:r>
              <a:rPr lang="en-US" sz="1600"/>
              <a:t> (e.g., New Business or Expansions).</a:t>
            </a:r>
          </a:p>
          <a:p>
            <a:pPr marL="285750" indent="-285750">
              <a:lnSpc>
                <a:spcPct val="150000"/>
              </a:lnSpc>
              <a:buFont typeface="Arial" pitchFamily="2" charset="2"/>
              <a:buChar char="•"/>
            </a:pPr>
            <a:r>
              <a:rPr lang="en-US" sz="1600"/>
              <a:t>You </a:t>
            </a:r>
            <a:r>
              <a:rPr lang="en-US" sz="1600" i="1"/>
              <a:t>should not </a:t>
            </a:r>
            <a:r>
              <a:rPr lang="en-US" sz="1600"/>
              <a:t>set quotas for </a:t>
            </a:r>
            <a:r>
              <a:rPr lang="en-US" sz="1600" b="1"/>
              <a:t>more than 10 products.</a:t>
            </a:r>
          </a:p>
          <a:p>
            <a:pPr marL="285750" indent="-285750">
              <a:lnSpc>
                <a:spcPct val="150000"/>
              </a:lnSpc>
              <a:buFont typeface="Arial" pitchFamily="2" charset="2"/>
              <a:buChar char="•"/>
            </a:pPr>
            <a:r>
              <a:rPr lang="en-US" sz="1600"/>
              <a:t>Assignment rules x # of </a:t>
            </a:r>
            <a:r>
              <a:rPr lang="en-US" sz="1600" b="1"/>
              <a:t>accounts </a:t>
            </a:r>
            <a:r>
              <a:rPr lang="en-US" sz="1600" b="1" i="1"/>
              <a:t>should not</a:t>
            </a:r>
            <a:r>
              <a:rPr lang="en-US" sz="1600" b="1"/>
              <a:t> exceed 1.5B</a:t>
            </a:r>
          </a:p>
          <a:p>
            <a:endParaRPr lang="en-US" sz="1600"/>
          </a:p>
          <a:p>
            <a:endParaRPr lang="en-US" sz="1600"/>
          </a:p>
          <a:p>
            <a:r>
              <a:rPr lang="en-US" sz="1600"/>
              <a:t> </a:t>
            </a:r>
            <a:r>
              <a:rPr lang="en-US" sz="1400"/>
              <a:t>If these are not true today, there are two options: </a:t>
            </a:r>
            <a:br>
              <a:rPr lang="en-US" sz="1400"/>
            </a:br>
            <a:endParaRPr lang="en-US" sz="1400"/>
          </a:p>
          <a:p>
            <a:pPr marL="285750" indent="-285750">
              <a:buFont typeface="Arial"/>
              <a:buChar char="•"/>
            </a:pPr>
            <a:r>
              <a:rPr lang="en-US" sz="1400" b="1">
                <a:solidFill>
                  <a:schemeClr val="accent1"/>
                </a:solidFill>
              </a:rPr>
              <a:t>Modify or extend the application</a:t>
            </a:r>
            <a:r>
              <a:rPr lang="en-US" sz="1400">
                <a:solidFill>
                  <a:schemeClr val="accent1"/>
                </a:solidFill>
              </a:rPr>
              <a:t> </a:t>
            </a:r>
            <a:r>
              <a:rPr lang="en-US" sz="1400"/>
              <a:t>to accommodate the existing planning model.</a:t>
            </a:r>
            <a:br>
              <a:rPr lang="en-US" sz="1400"/>
            </a:br>
            <a:endParaRPr lang="en-US" sz="1400">
              <a:cs typeface="Arial"/>
            </a:endParaRPr>
          </a:p>
          <a:p>
            <a:pPr marL="285750" indent="-285750">
              <a:buFont typeface="Arial"/>
              <a:buChar char="•"/>
            </a:pPr>
            <a:r>
              <a:rPr lang="en-US" sz="1400" b="1">
                <a:solidFill>
                  <a:schemeClr val="accent1"/>
                </a:solidFill>
              </a:rPr>
              <a:t>Adjust the planning process</a:t>
            </a:r>
            <a:r>
              <a:rPr lang="en-US" sz="1400">
                <a:solidFill>
                  <a:schemeClr val="accent1"/>
                </a:solidFill>
              </a:rPr>
              <a:t> </a:t>
            </a:r>
            <a:r>
              <a:rPr lang="en-US" sz="1400"/>
              <a:t>to align with supported methodologies and industry best practices.</a:t>
            </a:r>
            <a:endParaRPr lang="en-US" sz="1400">
              <a:cs typeface="Arial"/>
            </a:endParaRPr>
          </a:p>
          <a:p>
            <a:endParaRPr lang="en-US" sz="1333">
              <a:solidFill>
                <a:srgbClr val="1C2345"/>
              </a:solidFill>
              <a:latin typeface="Arial" panose="020B0604020202020204" pitchFamily="34" charset="0"/>
              <a:ea typeface="Verdana" charset="0"/>
              <a:cs typeface="Arial" panose="020B0604020202020204" pitchFamily="34" charset="0"/>
            </a:endParaRPr>
          </a:p>
          <a:p>
            <a:pPr defTabSz="1219170">
              <a:lnSpc>
                <a:spcPct val="110000"/>
              </a:lnSpc>
            </a:pPr>
            <a:endParaRPr lang="en-US" kern="100">
              <a:solidFill>
                <a:srgbClr val="1D1C1D"/>
              </a:solidFill>
              <a:latin typeface="Arial" panose="020B0604020202020204" pitchFamily="34" charset="0"/>
              <a:ea typeface="Verdana" charset="0"/>
              <a:cs typeface="Times New Roman"/>
            </a:endParaRPr>
          </a:p>
        </p:txBody>
      </p:sp>
    </p:spTree>
    <p:extLst>
      <p:ext uri="{BB962C8B-B14F-4D97-AF65-F5344CB8AC3E}">
        <p14:creationId xmlns:p14="http://schemas.microsoft.com/office/powerpoint/2010/main" val="20879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Sales Data Requirements and Description</a:t>
            </a:r>
            <a:endParaRPr lang="en-US">
              <a:solidFill>
                <a:schemeClr val="tx2"/>
              </a:solidFill>
            </a:endParaRPr>
          </a:p>
        </p:txBody>
      </p:sp>
      <p:graphicFrame>
        <p:nvGraphicFramePr>
          <p:cNvPr id="7" name="Table 6">
            <a:extLst>
              <a:ext uri="{FF2B5EF4-FFF2-40B4-BE49-F238E27FC236}">
                <a16:creationId xmlns:a16="http://schemas.microsoft.com/office/drawing/2014/main" id="{CED2003E-17BB-D070-4312-E23A7B54ED6C}"/>
              </a:ext>
            </a:extLst>
          </p:cNvPr>
          <p:cNvGraphicFramePr>
            <a:graphicFrameLocks noGrp="1"/>
          </p:cNvGraphicFramePr>
          <p:nvPr>
            <p:extLst>
              <p:ext uri="{D42A27DB-BD31-4B8C-83A1-F6EECF244321}">
                <p14:modId xmlns:p14="http://schemas.microsoft.com/office/powerpoint/2010/main" val="3495974773"/>
              </p:ext>
            </p:extLst>
          </p:nvPr>
        </p:nvGraphicFramePr>
        <p:xfrm>
          <a:off x="612388" y="954734"/>
          <a:ext cx="10969634" cy="3705613"/>
        </p:xfrm>
        <a:graphic>
          <a:graphicData uri="http://schemas.openxmlformats.org/drawingml/2006/table">
            <a:tbl>
              <a:tblPr firstRow="1" bandRow="1">
                <a:tableStyleId>{793D81CF-94F2-401A-BA57-92F5A7B2D0C5}</a:tableStyleId>
              </a:tblPr>
              <a:tblGrid>
                <a:gridCol w="1719848">
                  <a:extLst>
                    <a:ext uri="{9D8B030D-6E8A-4147-A177-3AD203B41FA5}">
                      <a16:colId xmlns:a16="http://schemas.microsoft.com/office/drawing/2014/main" val="3697837074"/>
                    </a:ext>
                  </a:extLst>
                </a:gridCol>
                <a:gridCol w="4190055">
                  <a:extLst>
                    <a:ext uri="{9D8B030D-6E8A-4147-A177-3AD203B41FA5}">
                      <a16:colId xmlns:a16="http://schemas.microsoft.com/office/drawing/2014/main" val="2947779872"/>
                    </a:ext>
                  </a:extLst>
                </a:gridCol>
                <a:gridCol w="5059731">
                  <a:extLst>
                    <a:ext uri="{9D8B030D-6E8A-4147-A177-3AD203B41FA5}">
                      <a16:colId xmlns:a16="http://schemas.microsoft.com/office/drawing/2014/main" val="3748911495"/>
                    </a:ext>
                  </a:extLst>
                </a:gridCol>
              </a:tblGrid>
              <a:tr h="650585">
                <a:tc>
                  <a:txBody>
                    <a:bodyPr/>
                    <a:lstStyle/>
                    <a:p>
                      <a:pPr rtl="0" fontAlgn="base"/>
                      <a:r>
                        <a:rPr lang="en-US" sz="1600">
                          <a:solidFill>
                            <a:schemeClr val="bg2"/>
                          </a:solidFill>
                          <a:effectLst/>
                        </a:rPr>
                        <a:t>Data</a:t>
                      </a:r>
                      <a:endParaRPr lang="en-US">
                        <a:solidFill>
                          <a:schemeClr val="bg2"/>
                        </a:solidFill>
                        <a:effectLst/>
                      </a:endParaRPr>
                    </a:p>
                  </a:txBody>
                  <a:tcPr anchor="ctr"/>
                </a:tc>
                <a:tc>
                  <a:txBody>
                    <a:bodyPr/>
                    <a:lstStyle/>
                    <a:p>
                      <a:pPr lvl="0">
                        <a:buNone/>
                      </a:pPr>
                      <a:r>
                        <a:rPr lang="en-US" sz="1600">
                          <a:solidFill>
                            <a:schemeClr val="bg2"/>
                          </a:solidFill>
                          <a:effectLst/>
                        </a:rPr>
                        <a:t>Description</a:t>
                      </a:r>
                    </a:p>
                  </a:txBody>
                  <a:tcPr anchor="ctr"/>
                </a:tc>
                <a:tc>
                  <a:txBody>
                    <a:bodyPr/>
                    <a:lstStyle/>
                    <a:p>
                      <a:pPr rtl="0" fontAlgn="base"/>
                      <a:r>
                        <a:rPr lang="en-US" sz="1600">
                          <a:solidFill>
                            <a:schemeClr val="bg2"/>
                          </a:solidFill>
                          <a:effectLst/>
                        </a:rPr>
                        <a:t>Mandatory Attributes​</a:t>
                      </a:r>
                      <a:endParaRPr lang="en-US">
                        <a:solidFill>
                          <a:schemeClr val="bg2"/>
                        </a:solidFill>
                        <a:effectLst/>
                      </a:endParaRPr>
                    </a:p>
                  </a:txBody>
                  <a:tcPr anchor="ctr"/>
                </a:tc>
                <a:extLst>
                  <a:ext uri="{0D108BD9-81ED-4DB2-BD59-A6C34878D82A}">
                    <a16:rowId xmlns:a16="http://schemas.microsoft.com/office/drawing/2014/main" val="737408206"/>
                  </a:ext>
                </a:extLst>
              </a:tr>
              <a:tr h="1495524">
                <a:tc>
                  <a:txBody>
                    <a:bodyPr/>
                    <a:lstStyle/>
                    <a:p>
                      <a:pPr marL="0" marR="0" lvl="0" indent="0" algn="l" defTabSz="1219170" rtl="0" eaLnBrk="1" latinLnBrk="0" hangingPunct="1">
                        <a:lnSpc>
                          <a:spcPct val="110000"/>
                        </a:lnSpc>
                        <a:spcBef>
                          <a:spcPts val="0"/>
                        </a:spcBef>
                        <a:spcAft>
                          <a:spcPts val="0"/>
                        </a:spcAft>
                        <a:buClr>
                          <a:srgbClr val="000000"/>
                        </a:buClr>
                        <a:buNone/>
                      </a:pPr>
                      <a:r>
                        <a:rPr lang="en-US" sz="1400" b="1" u="none" strike="noStrike" noProof="0">
                          <a:solidFill>
                            <a:srgbClr val="0C314B"/>
                          </a:solidFill>
                          <a:effectLst/>
                        </a:rPr>
                        <a:t>Actuals</a:t>
                      </a:r>
                      <a:r>
                        <a:rPr lang="en-US" sz="1800" b="1" u="none" strike="noStrike" noProof="0">
                          <a:solidFill>
                            <a:srgbClr val="0C314B"/>
                          </a:solidFill>
                          <a:effectLst/>
                        </a:rPr>
                        <a:t> </a:t>
                      </a:r>
                      <a:endParaRPr lang="en-US" sz="1800" b="1" u="none" strike="noStrike">
                        <a:solidFill>
                          <a:srgbClr val="0C314B"/>
                        </a:solidFill>
                        <a:effectLst/>
                      </a:endParaRPr>
                    </a:p>
                    <a:p>
                      <a:pPr marL="0" marR="0" lvl="0" indent="0" algn="l" rtl="0" eaLnBrk="1" latinLnBrk="0" hangingPunct="1">
                        <a:lnSpc>
                          <a:spcPct val="110000"/>
                        </a:lnSpc>
                        <a:spcBef>
                          <a:spcPts val="0"/>
                        </a:spcBef>
                        <a:spcAft>
                          <a:spcPts val="0"/>
                        </a:spcAft>
                        <a:buFont typeface="Arial,Sans-Serif"/>
                        <a:buNone/>
                      </a:pPr>
                      <a:r>
                        <a:rPr lang="en-US" sz="1100" b="0" u="none" strike="noStrike" noProof="0">
                          <a:solidFill>
                            <a:srgbClr val="0C314B"/>
                          </a:solidFill>
                          <a:effectLst/>
                        </a:rPr>
                        <a:t>(such as orders, bookings, invoices, transactions, etc.)</a:t>
                      </a:r>
                    </a:p>
                  </a:txBody>
                  <a:tcPr anchor="ctr"/>
                </a:tc>
                <a:tc>
                  <a:txBody>
                    <a:bodyPr/>
                    <a:lstStyle/>
                    <a:p>
                      <a:pPr marL="0" marR="0" lvl="0" indent="-151765" algn="l">
                        <a:lnSpc>
                          <a:spcPct val="110000"/>
                        </a:lnSpc>
                        <a:spcBef>
                          <a:spcPts val="0"/>
                        </a:spcBef>
                        <a:spcAft>
                          <a:spcPts val="0"/>
                        </a:spcAft>
                        <a:buClr>
                          <a:srgbClr val="000000"/>
                        </a:buClr>
                        <a:buNone/>
                      </a:pPr>
                      <a:r>
                        <a:rPr lang="en-US" sz="1200" u="none" strike="noStrike" noProof="0">
                          <a:solidFill>
                            <a:srgbClr val="000000"/>
                          </a:solidFill>
                          <a:effectLst/>
                        </a:rPr>
                        <a:t>This can be either one data file or can be loaded with two data files where the second is a more detailed line-item level (i.e., Orders and order lines where the order lines contain details by products).</a:t>
                      </a:r>
                    </a:p>
                    <a:p>
                      <a:pPr lvl="0">
                        <a:buNone/>
                      </a:pPr>
                      <a:endParaRPr lang="en-US" sz="1600">
                        <a:effectLst/>
                      </a:endParaRPr>
                    </a:p>
                  </a:txBody>
                  <a:tcPr anchor="ctr"/>
                </a:tc>
                <a:tc>
                  <a:txBody>
                    <a:bodyPr/>
                    <a:lstStyle/>
                    <a:p>
                      <a:pPr lvl="0" algn="l">
                        <a:lnSpc>
                          <a:spcPct val="100000"/>
                        </a:lnSpc>
                        <a:spcBef>
                          <a:spcPts val="0"/>
                        </a:spcBef>
                        <a:spcAft>
                          <a:spcPts val="0"/>
                        </a:spcAft>
                        <a:buNone/>
                      </a:pPr>
                      <a:r>
                        <a:rPr lang="en-US" sz="1200" u="none" strike="noStrike" noProof="0">
                          <a:solidFill>
                            <a:srgbClr val="000000"/>
                          </a:solidFill>
                          <a:effectLst/>
                        </a:rPr>
                        <a:t>ID, name, account, planning measure, product, date, amount</a:t>
                      </a:r>
                    </a:p>
                    <a:p>
                      <a:pPr lvl="0" algn="l">
                        <a:lnSpc>
                          <a:spcPct val="100000"/>
                        </a:lnSpc>
                        <a:spcBef>
                          <a:spcPts val="0"/>
                        </a:spcBef>
                        <a:spcAft>
                          <a:spcPts val="0"/>
                        </a:spcAft>
                        <a:buNone/>
                      </a:pPr>
                      <a:endParaRPr lang="en-US" sz="1200" u="none" strike="noStrike" noProof="0">
                        <a:solidFill>
                          <a:srgbClr val="000000"/>
                        </a:solidFill>
                        <a:effectLst/>
                      </a:endParaRPr>
                    </a:p>
                    <a:p>
                      <a:pPr lvl="0" algn="l">
                        <a:lnSpc>
                          <a:spcPct val="100000"/>
                        </a:lnSpc>
                        <a:spcBef>
                          <a:spcPts val="0"/>
                        </a:spcBef>
                        <a:spcAft>
                          <a:spcPts val="0"/>
                        </a:spcAft>
                        <a:buNone/>
                      </a:pPr>
                      <a:r>
                        <a:rPr lang="en-US" sz="1200" u="none" strike="noStrike" noProof="0">
                          <a:solidFill>
                            <a:srgbClr val="000000"/>
                          </a:solidFill>
                          <a:effectLst/>
                        </a:rPr>
                        <a:t>If using the detailed data file, have an ID to link to the initial file</a:t>
                      </a:r>
                    </a:p>
                    <a:p>
                      <a:pPr lvl="0" algn="l">
                        <a:lnSpc>
                          <a:spcPct val="100000"/>
                        </a:lnSpc>
                        <a:spcBef>
                          <a:spcPts val="0"/>
                        </a:spcBef>
                        <a:spcAft>
                          <a:spcPts val="0"/>
                        </a:spcAft>
                        <a:buNone/>
                      </a:pPr>
                      <a:endParaRPr lang="en-US" sz="1200" u="none" strike="noStrike" noProof="0">
                        <a:solidFill>
                          <a:srgbClr val="000000"/>
                        </a:solidFill>
                        <a:effectLst/>
                      </a:endParaRPr>
                    </a:p>
                    <a:p>
                      <a:pPr lvl="0">
                        <a:buNone/>
                      </a:pPr>
                      <a:r>
                        <a:rPr lang="en-US" sz="1200">
                          <a:effectLst/>
                        </a:rPr>
                        <a:t>The mandatory attributes must be present between the two data files</a:t>
                      </a:r>
                    </a:p>
                  </a:txBody>
                  <a:tcPr anchor="ctr"/>
                </a:tc>
                <a:extLst>
                  <a:ext uri="{0D108BD9-81ED-4DB2-BD59-A6C34878D82A}">
                    <a16:rowId xmlns:a16="http://schemas.microsoft.com/office/drawing/2014/main" val="1534925166"/>
                  </a:ext>
                </a:extLst>
              </a:tr>
              <a:tr h="1559504">
                <a:tc>
                  <a:txBody>
                    <a:bodyPr/>
                    <a:lstStyle/>
                    <a:p>
                      <a:pPr lvl="0" algn="l">
                        <a:lnSpc>
                          <a:spcPct val="100000"/>
                        </a:lnSpc>
                        <a:spcBef>
                          <a:spcPts val="0"/>
                        </a:spcBef>
                        <a:spcAft>
                          <a:spcPts val="0"/>
                        </a:spcAft>
                        <a:buNone/>
                      </a:pPr>
                      <a:r>
                        <a:rPr lang="en-US" sz="1400" b="1" u="none" strike="noStrike" noProof="0">
                          <a:solidFill>
                            <a:srgbClr val="000000"/>
                          </a:solidFill>
                          <a:effectLst/>
                        </a:rPr>
                        <a:t>Forecast </a:t>
                      </a:r>
                      <a:endParaRPr lang="en-US" b="1"/>
                    </a:p>
                    <a:p>
                      <a:pPr lvl="0" algn="l">
                        <a:lnSpc>
                          <a:spcPct val="100000"/>
                        </a:lnSpc>
                        <a:spcBef>
                          <a:spcPts val="0"/>
                        </a:spcBef>
                        <a:spcAft>
                          <a:spcPts val="0"/>
                        </a:spcAft>
                        <a:buNone/>
                      </a:pPr>
                      <a:r>
                        <a:rPr lang="en-US" sz="1100" u="none" strike="noStrike" noProof="0">
                          <a:solidFill>
                            <a:srgbClr val="000000"/>
                          </a:solidFill>
                          <a:effectLst/>
                        </a:rPr>
                        <a:t>(</a:t>
                      </a:r>
                      <a:r>
                        <a:rPr lang="en-US" sz="1100" u="none" strike="noStrike" noProof="0" err="1">
                          <a:solidFill>
                            <a:srgbClr val="000000"/>
                          </a:solidFill>
                          <a:effectLst/>
                        </a:rPr>
                        <a:t>ie</a:t>
                      </a:r>
                      <a:r>
                        <a:rPr lang="en-US" sz="1100" u="none" strike="noStrike" noProof="0">
                          <a:solidFill>
                            <a:srgbClr val="000000"/>
                          </a:solidFill>
                          <a:effectLst/>
                        </a:rPr>
                        <a:t>. Opportunities)</a:t>
                      </a:r>
                    </a:p>
                    <a:p>
                      <a:pPr lvl="0">
                        <a:buNone/>
                      </a:pPr>
                      <a:endParaRPr lang="en-US" sz="1600">
                        <a:effectLst/>
                      </a:endParaRPr>
                    </a:p>
                  </a:txBody>
                  <a:tcPr anchor="ctr"/>
                </a:tc>
                <a:tc>
                  <a:txBody>
                    <a:bodyPr/>
                    <a:lstStyle/>
                    <a:p>
                      <a:pPr lvl="0" algn="l">
                        <a:lnSpc>
                          <a:spcPct val="100000"/>
                        </a:lnSpc>
                        <a:spcBef>
                          <a:spcPts val="0"/>
                        </a:spcBef>
                        <a:spcAft>
                          <a:spcPts val="0"/>
                        </a:spcAft>
                        <a:buNone/>
                      </a:pPr>
                      <a:r>
                        <a:rPr lang="en-US" sz="1200" u="none" strike="noStrike" noProof="0">
                          <a:solidFill>
                            <a:srgbClr val="000000"/>
                          </a:solidFill>
                          <a:effectLst/>
                        </a:rPr>
                        <a:t>This can be either one data file or can be loaded with two data files where the second is a more detailed line-item level (i.e., Opportunities and opportunity lines where the lines contain details by products).</a:t>
                      </a:r>
                      <a:endParaRPr lang="en-US" sz="1200"/>
                    </a:p>
                  </a:txBody>
                  <a:tcPr anchor="ctr"/>
                </a:tc>
                <a:tc>
                  <a:txBody>
                    <a:bodyPr/>
                    <a:lstStyle/>
                    <a:p>
                      <a:pPr lvl="0" algn="l">
                        <a:lnSpc>
                          <a:spcPct val="100000"/>
                        </a:lnSpc>
                        <a:spcBef>
                          <a:spcPts val="0"/>
                        </a:spcBef>
                        <a:spcAft>
                          <a:spcPts val="0"/>
                        </a:spcAft>
                        <a:buNone/>
                      </a:pPr>
                      <a:r>
                        <a:rPr lang="en-US" sz="1200" u="none" strike="noStrike" noProof="0">
                          <a:solidFill>
                            <a:srgbClr val="000000"/>
                          </a:solidFill>
                          <a:effectLst/>
                        </a:rPr>
                        <a:t>ID, name, account, planning measure, product, date, amount, attribute to filter likely deals</a:t>
                      </a:r>
                      <a:r>
                        <a:rPr lang="en-US" sz="1200" u="none" strike="noStrike" noProof="0">
                          <a:solidFill>
                            <a:srgbClr val="1C2345"/>
                          </a:solidFill>
                          <a:effectLst/>
                        </a:rPr>
                        <a:t>  (such as forecast category or deal stage)</a:t>
                      </a:r>
                      <a:endParaRPr lang="en-US" sz="1200"/>
                    </a:p>
                    <a:p>
                      <a:pPr lvl="0" algn="l">
                        <a:lnSpc>
                          <a:spcPct val="100000"/>
                        </a:lnSpc>
                        <a:spcBef>
                          <a:spcPts val="0"/>
                        </a:spcBef>
                        <a:spcAft>
                          <a:spcPts val="0"/>
                        </a:spcAft>
                        <a:buNone/>
                      </a:pPr>
                      <a:endParaRPr lang="en-US" sz="1200" u="none" strike="noStrike" noProof="0">
                        <a:solidFill>
                          <a:srgbClr val="1C2345"/>
                        </a:solidFill>
                        <a:effectLst/>
                      </a:endParaRPr>
                    </a:p>
                    <a:p>
                      <a:pPr lvl="0" algn="l">
                        <a:lnSpc>
                          <a:spcPct val="100000"/>
                        </a:lnSpc>
                        <a:spcBef>
                          <a:spcPts val="0"/>
                        </a:spcBef>
                        <a:spcAft>
                          <a:spcPts val="0"/>
                        </a:spcAft>
                        <a:buNone/>
                      </a:pPr>
                      <a:r>
                        <a:rPr lang="en-US" sz="1200" u="none" strike="noStrike" noProof="0">
                          <a:solidFill>
                            <a:srgbClr val="000000"/>
                          </a:solidFill>
                          <a:effectLst/>
                        </a:rPr>
                        <a:t>If using the detailed data file, have an ID to link to the initial file</a:t>
                      </a:r>
                    </a:p>
                    <a:p>
                      <a:pPr lvl="0" algn="l">
                        <a:lnSpc>
                          <a:spcPct val="100000"/>
                        </a:lnSpc>
                        <a:spcBef>
                          <a:spcPts val="0"/>
                        </a:spcBef>
                        <a:spcAft>
                          <a:spcPts val="0"/>
                        </a:spcAft>
                        <a:buNone/>
                      </a:pPr>
                      <a:endParaRPr lang="en-US" sz="1200" u="none" strike="noStrike" noProof="0">
                        <a:solidFill>
                          <a:srgbClr val="000000"/>
                        </a:solidFill>
                        <a:effectLst/>
                      </a:endParaRPr>
                    </a:p>
                    <a:p>
                      <a:pPr lvl="0" algn="l">
                        <a:lnSpc>
                          <a:spcPct val="100000"/>
                        </a:lnSpc>
                        <a:spcBef>
                          <a:spcPts val="0"/>
                        </a:spcBef>
                        <a:spcAft>
                          <a:spcPts val="0"/>
                        </a:spcAft>
                        <a:buNone/>
                      </a:pPr>
                      <a:r>
                        <a:rPr lang="en-US" sz="1200" u="none" strike="noStrike" noProof="0">
                          <a:solidFill>
                            <a:srgbClr val="000000"/>
                          </a:solidFill>
                          <a:effectLst/>
                        </a:rPr>
                        <a:t>The mandatory attributes must be present between the two data files</a:t>
                      </a:r>
                    </a:p>
                  </a:txBody>
                  <a:tcPr anchor="ctr"/>
                </a:tc>
                <a:extLst>
                  <a:ext uri="{0D108BD9-81ED-4DB2-BD59-A6C34878D82A}">
                    <a16:rowId xmlns:a16="http://schemas.microsoft.com/office/drawing/2014/main" val="3431287782"/>
                  </a:ext>
                </a:extLst>
              </a:tr>
            </a:tbl>
          </a:graphicData>
        </a:graphic>
      </p:graphicFrame>
      <p:sp>
        <p:nvSpPr>
          <p:cNvPr id="9" name="TextBox 8">
            <a:extLst>
              <a:ext uri="{FF2B5EF4-FFF2-40B4-BE49-F238E27FC236}">
                <a16:creationId xmlns:a16="http://schemas.microsoft.com/office/drawing/2014/main" id="{076DAF24-F629-FBD1-65C0-86D7CCCD5BEB}"/>
              </a:ext>
            </a:extLst>
          </p:cNvPr>
          <p:cNvSpPr txBox="1"/>
          <p:nvPr/>
        </p:nvSpPr>
        <p:spPr>
          <a:xfrm>
            <a:off x="615102" y="4767507"/>
            <a:ext cx="979714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900">
                <a:solidFill>
                  <a:srgbClr val="7F7F7F"/>
                </a:solidFill>
                <a:latin typeface="Arial"/>
                <a:ea typeface="Verdana"/>
                <a:cs typeface="Arial"/>
              </a:rPr>
              <a:t>CSV files should be a flat view with the attribute fields in columns and items in rows</a:t>
            </a:r>
            <a:endParaRPr lang="en-US" sz="900">
              <a:solidFill>
                <a:srgbClr val="7F7F7F"/>
              </a:solidFill>
              <a:latin typeface="Arial" panose="020B0604020202020204" pitchFamily="34" charset="0"/>
              <a:ea typeface="Verdana" charset="0"/>
              <a:cs typeface="Arial" panose="020B0604020202020204" pitchFamily="34" charset="0"/>
            </a:endParaRPr>
          </a:p>
          <a:p>
            <a:pPr marL="285750" indent="-285750">
              <a:buFont typeface="Arial" panose="020B0604020202020204" pitchFamily="34" charset="0"/>
              <a:buChar char="•"/>
            </a:pPr>
            <a:r>
              <a:rPr lang="en-US" sz="900">
                <a:solidFill>
                  <a:srgbClr val="7F7F7F"/>
                </a:solidFill>
                <a:latin typeface="Arial"/>
                <a:ea typeface="Verdana"/>
                <a:cs typeface="Arial"/>
              </a:rPr>
              <a:t>The files can include additional attribute fields </a:t>
            </a:r>
          </a:p>
          <a:p>
            <a:pPr marL="285750" indent="-285750">
              <a:buFont typeface="Arial" panose="020B0604020202020204" pitchFamily="34" charset="0"/>
              <a:buChar char="•"/>
            </a:pPr>
            <a:r>
              <a:rPr lang="en-US" sz="900">
                <a:solidFill>
                  <a:srgbClr val="7F7F7F"/>
                </a:solidFill>
                <a:latin typeface="Arial"/>
                <a:ea typeface="Verdana"/>
                <a:cs typeface="Arial"/>
              </a:rPr>
              <a:t>Can bring additional data files in as needed</a:t>
            </a:r>
          </a:p>
          <a:p>
            <a:pPr marL="285750" indent="-285750">
              <a:buFont typeface="Arial" panose="020B0604020202020204" pitchFamily="34" charset="0"/>
              <a:buChar char="•"/>
            </a:pPr>
            <a:r>
              <a:rPr lang="en-US" sz="900">
                <a:solidFill>
                  <a:srgbClr val="7F7F7F"/>
                </a:solidFill>
                <a:latin typeface="Arial"/>
                <a:ea typeface="Verdana"/>
                <a:cs typeface="Arial"/>
              </a:rPr>
              <a:t>All files should have a column for "Date Loaded to Anaplan" which should be populated by current date</a:t>
            </a:r>
            <a:endParaRPr lang="en-US" sz="900">
              <a:solidFill>
                <a:srgbClr val="7F7F7F"/>
              </a:solidFill>
              <a:latin typeface="Arial" panose="020B0604020202020204" pitchFamily="34" charset="0"/>
              <a:ea typeface="Verdana" charset="0"/>
              <a:cs typeface="Arial" panose="020B0604020202020204" pitchFamily="34" charset="0"/>
            </a:endParaRPr>
          </a:p>
        </p:txBody>
      </p:sp>
    </p:spTree>
    <p:extLst>
      <p:ext uri="{BB962C8B-B14F-4D97-AF65-F5344CB8AC3E}">
        <p14:creationId xmlns:p14="http://schemas.microsoft.com/office/powerpoint/2010/main" val="2874624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BAB17-B830-AFF7-0AFC-7BC751C3DD0C}"/>
              </a:ext>
            </a:extLst>
          </p:cNvPr>
          <p:cNvSpPr>
            <a:spLocks noGrp="1"/>
          </p:cNvSpPr>
          <p:nvPr>
            <p:ph type="title"/>
          </p:nvPr>
        </p:nvSpPr>
        <p:spPr/>
        <p:txBody>
          <a:bodyPr lIns="0" tIns="60960" rIns="0" bIns="60960" anchor="t"/>
          <a:lstStyle/>
          <a:p>
            <a:r>
              <a:rPr lang="en-GB">
                <a:solidFill>
                  <a:schemeClr val="tx2"/>
                </a:solidFill>
                <a:latin typeface="Arial"/>
                <a:ea typeface="Verdana"/>
                <a:cs typeface="Arial"/>
              </a:rPr>
              <a:t>Metadata requirements and description </a:t>
            </a:r>
            <a:endParaRPr lang="en-US">
              <a:solidFill>
                <a:schemeClr val="tx2"/>
              </a:solidFill>
            </a:endParaRPr>
          </a:p>
        </p:txBody>
      </p:sp>
      <p:graphicFrame>
        <p:nvGraphicFramePr>
          <p:cNvPr id="3" name="Table 2">
            <a:extLst>
              <a:ext uri="{FF2B5EF4-FFF2-40B4-BE49-F238E27FC236}">
                <a16:creationId xmlns:a16="http://schemas.microsoft.com/office/drawing/2014/main" id="{1EEB7865-534A-EC35-EC6F-EE409591E758}"/>
              </a:ext>
            </a:extLst>
          </p:cNvPr>
          <p:cNvGraphicFramePr>
            <a:graphicFrameLocks noGrp="1"/>
          </p:cNvGraphicFramePr>
          <p:nvPr/>
        </p:nvGraphicFramePr>
        <p:xfrm>
          <a:off x="614038" y="1017522"/>
          <a:ext cx="10956062" cy="4053271"/>
        </p:xfrm>
        <a:graphic>
          <a:graphicData uri="http://schemas.openxmlformats.org/drawingml/2006/table">
            <a:tbl>
              <a:tblPr firstRow="1" bandRow="1">
                <a:tableStyleId>{793D81CF-94F2-401A-BA57-92F5A7B2D0C5}</a:tableStyleId>
              </a:tblPr>
              <a:tblGrid>
                <a:gridCol w="2827420">
                  <a:extLst>
                    <a:ext uri="{9D8B030D-6E8A-4147-A177-3AD203B41FA5}">
                      <a16:colId xmlns:a16="http://schemas.microsoft.com/office/drawing/2014/main" val="1536700407"/>
                    </a:ext>
                  </a:extLst>
                </a:gridCol>
                <a:gridCol w="4030942">
                  <a:extLst>
                    <a:ext uri="{9D8B030D-6E8A-4147-A177-3AD203B41FA5}">
                      <a16:colId xmlns:a16="http://schemas.microsoft.com/office/drawing/2014/main" val="1882405905"/>
                    </a:ext>
                  </a:extLst>
                </a:gridCol>
                <a:gridCol w="4097700">
                  <a:extLst>
                    <a:ext uri="{9D8B030D-6E8A-4147-A177-3AD203B41FA5}">
                      <a16:colId xmlns:a16="http://schemas.microsoft.com/office/drawing/2014/main" val="1929866753"/>
                    </a:ext>
                  </a:extLst>
                </a:gridCol>
              </a:tblGrid>
              <a:tr h="433430">
                <a:tc>
                  <a:txBody>
                    <a:bodyPr/>
                    <a:lstStyle/>
                    <a:p>
                      <a:pPr algn="ctr"/>
                      <a:r>
                        <a:rPr lang="en-US" sz="1600">
                          <a:solidFill>
                            <a:schemeClr val="bg1"/>
                          </a:solidFill>
                        </a:rPr>
                        <a:t>Dimensions</a:t>
                      </a:r>
                    </a:p>
                  </a:txBody>
                  <a:tcPr anchor="ctr">
                    <a:solidFill>
                      <a:srgbClr val="0C314B"/>
                    </a:solidFill>
                  </a:tcPr>
                </a:tc>
                <a:tc>
                  <a:txBody>
                    <a:bodyPr/>
                    <a:lstStyle/>
                    <a:p>
                      <a:pPr lvl="0" algn="ctr">
                        <a:buNone/>
                      </a:pPr>
                      <a:r>
                        <a:rPr lang="en-US" sz="1600">
                          <a:solidFill>
                            <a:schemeClr val="bg1"/>
                          </a:solidFill>
                        </a:rPr>
                        <a:t>Description</a:t>
                      </a:r>
                    </a:p>
                  </a:txBody>
                  <a:tcPr anchor="ctr">
                    <a:solidFill>
                      <a:srgbClr val="0C314B"/>
                    </a:solidFill>
                  </a:tcPr>
                </a:tc>
                <a:tc>
                  <a:txBody>
                    <a:bodyPr/>
                    <a:lstStyle/>
                    <a:p>
                      <a:pPr algn="ctr"/>
                      <a:r>
                        <a:rPr lang="en-US" sz="1600">
                          <a:solidFill>
                            <a:schemeClr val="bg1"/>
                          </a:solidFill>
                        </a:rPr>
                        <a:t>Mandatory attributes</a:t>
                      </a:r>
                    </a:p>
                  </a:txBody>
                  <a:tcPr anchor="ctr">
                    <a:solidFill>
                      <a:srgbClr val="0C314B"/>
                    </a:solidFill>
                  </a:tcPr>
                </a:tc>
                <a:extLst>
                  <a:ext uri="{0D108BD9-81ED-4DB2-BD59-A6C34878D82A}">
                    <a16:rowId xmlns:a16="http://schemas.microsoft.com/office/drawing/2014/main" val="2060222883"/>
                  </a:ext>
                </a:extLst>
              </a:tr>
              <a:tr h="661428">
                <a:tc>
                  <a:txBody>
                    <a:bodyPr/>
                    <a:lstStyle/>
                    <a:p>
                      <a:pPr marL="0" marR="0" lvl="0" indent="0" algn="l">
                        <a:lnSpc>
                          <a:spcPct val="110000"/>
                        </a:lnSpc>
                        <a:spcBef>
                          <a:spcPts val="0"/>
                        </a:spcBef>
                        <a:spcAft>
                          <a:spcPts val="0"/>
                        </a:spcAft>
                        <a:buClr>
                          <a:srgbClr val="000000"/>
                        </a:buClr>
                        <a:buNone/>
                      </a:pPr>
                      <a:r>
                        <a:rPr lang="en-US" sz="1400" b="1" u="none" strike="noStrike" noProof="0">
                          <a:solidFill>
                            <a:srgbClr val="0C314B"/>
                          </a:solidFill>
                        </a:rPr>
                        <a:t>Accounts </a:t>
                      </a:r>
                      <a:endParaRPr lang="en-US" sz="1400" b="1">
                        <a:solidFill>
                          <a:srgbClr val="0C314B"/>
                        </a:solidFill>
                      </a:endParaRPr>
                    </a:p>
                    <a:p>
                      <a:pPr marL="0" marR="0" lvl="0" indent="0" algn="l">
                        <a:lnSpc>
                          <a:spcPct val="110000"/>
                        </a:lnSpc>
                        <a:spcBef>
                          <a:spcPts val="0"/>
                        </a:spcBef>
                        <a:spcAft>
                          <a:spcPts val="0"/>
                        </a:spcAft>
                        <a:buNone/>
                      </a:pPr>
                      <a:r>
                        <a:rPr lang="en-US" sz="1100" b="0" u="none" strike="noStrike" noProof="0">
                          <a:solidFill>
                            <a:srgbClr val="0C314B"/>
                          </a:solidFill>
                        </a:rPr>
                        <a:t>(could also be clients, customers, etc.) </a:t>
                      </a:r>
                    </a:p>
                  </a:txBody>
                  <a:tcPr anchor="ctr">
                    <a:solidFill>
                      <a:srgbClr val="F3F1EE"/>
                    </a:solidFill>
                  </a:tcPr>
                </a:tc>
                <a:tc>
                  <a:txBody>
                    <a:bodyPr/>
                    <a:lstStyle/>
                    <a:p>
                      <a:pPr marL="171450" lvl="0" indent="-171450" algn="l">
                        <a:lnSpc>
                          <a:spcPct val="100000"/>
                        </a:lnSpc>
                        <a:spcBef>
                          <a:spcPts val="0"/>
                        </a:spcBef>
                        <a:spcAft>
                          <a:spcPts val="0"/>
                        </a:spcAft>
                        <a:buFont typeface="Arial"/>
                        <a:buChar char="•"/>
                      </a:pPr>
                      <a:endParaRPr lang="en-US" sz="1000" u="none" strike="noStrike" noProof="0">
                        <a:solidFill>
                          <a:srgbClr val="0C314B"/>
                        </a:solidFill>
                      </a:endParaRPr>
                    </a:p>
                  </a:txBody>
                  <a:tcPr anchor="ctr">
                    <a:solidFill>
                      <a:srgbClr val="F3F1EE"/>
                    </a:solidFill>
                  </a:tcPr>
                </a:tc>
                <a:tc>
                  <a:txBody>
                    <a:bodyPr/>
                    <a:lstStyle/>
                    <a:p>
                      <a:pPr lvl="0" algn="l">
                        <a:lnSpc>
                          <a:spcPct val="100000"/>
                        </a:lnSpc>
                        <a:spcBef>
                          <a:spcPts val="0"/>
                        </a:spcBef>
                        <a:spcAft>
                          <a:spcPts val="0"/>
                        </a:spcAft>
                        <a:buNone/>
                      </a:pPr>
                      <a:r>
                        <a:rPr lang="en-US" sz="1200" u="none" strike="noStrike" noProof="0">
                          <a:solidFill>
                            <a:srgbClr val="0C314B"/>
                          </a:solidFill>
                        </a:rPr>
                        <a:t>Name, ID, Parent, Territory, Address</a:t>
                      </a:r>
                      <a:br>
                        <a:rPr lang="en-US" sz="1200" u="none" strike="noStrike" noProof="0">
                          <a:solidFill>
                            <a:srgbClr val="0C314B"/>
                          </a:solidFill>
                        </a:rPr>
                      </a:br>
                      <a:r>
                        <a:rPr lang="en-US" sz="1200" u="none" strike="noStrike" noProof="0">
                          <a:solidFill>
                            <a:srgbClr val="0C314B"/>
                          </a:solidFill>
                        </a:rPr>
                        <a:t>(city, state, country, postal code), account owner </a:t>
                      </a:r>
                    </a:p>
                  </a:txBody>
                  <a:tcPr anchor="ctr">
                    <a:solidFill>
                      <a:srgbClr val="F3F1EE"/>
                    </a:solidFill>
                  </a:tcPr>
                </a:tc>
                <a:extLst>
                  <a:ext uri="{0D108BD9-81ED-4DB2-BD59-A6C34878D82A}">
                    <a16:rowId xmlns:a16="http://schemas.microsoft.com/office/drawing/2014/main" val="1998209985"/>
                  </a:ext>
                </a:extLst>
              </a:tr>
              <a:tr h="738031">
                <a:tc>
                  <a:txBody>
                    <a:bodyPr/>
                    <a:lstStyle/>
                    <a:p>
                      <a:pPr marL="0" marR="0" lvl="1" indent="0" algn="l">
                        <a:lnSpc>
                          <a:spcPct val="110000"/>
                        </a:lnSpc>
                        <a:spcBef>
                          <a:spcPts val="0"/>
                        </a:spcBef>
                        <a:spcAft>
                          <a:spcPts val="0"/>
                        </a:spcAft>
                        <a:buClr>
                          <a:srgbClr val="000000"/>
                        </a:buClr>
                        <a:buNone/>
                      </a:pPr>
                      <a:r>
                        <a:rPr lang="en-US" sz="1400" b="1" u="none" strike="noStrike" noProof="0">
                          <a:solidFill>
                            <a:srgbClr val="0C314B"/>
                          </a:solidFill>
                        </a:rPr>
                        <a:t>Product </a:t>
                      </a:r>
                      <a:endParaRPr lang="en-US" sz="1400" b="1">
                        <a:solidFill>
                          <a:srgbClr val="0C314B"/>
                        </a:solidFill>
                      </a:endParaRPr>
                    </a:p>
                    <a:p>
                      <a:pPr marL="0" marR="0" lvl="1" indent="0" algn="l">
                        <a:lnSpc>
                          <a:spcPct val="110000"/>
                        </a:lnSpc>
                        <a:spcBef>
                          <a:spcPts val="0"/>
                        </a:spcBef>
                        <a:spcAft>
                          <a:spcPts val="0"/>
                        </a:spcAft>
                        <a:buNone/>
                      </a:pPr>
                      <a:r>
                        <a:rPr lang="en-US" sz="1100" b="0" u="none" strike="noStrike" noProof="0">
                          <a:solidFill>
                            <a:srgbClr val="0C314B"/>
                          </a:solidFill>
                        </a:rPr>
                        <a:t>(could also be offerings, services, etc.) </a:t>
                      </a:r>
                      <a:endParaRPr lang="en-US" sz="1100" b="0">
                        <a:solidFill>
                          <a:srgbClr val="0C314B"/>
                        </a:solidFill>
                      </a:endParaRPr>
                    </a:p>
                  </a:txBody>
                  <a:tcPr anchor="ctr">
                    <a:solidFill>
                      <a:schemeClr val="bg1"/>
                    </a:solidFill>
                  </a:tcPr>
                </a:tc>
                <a:tc>
                  <a:txBody>
                    <a:bodyPr/>
                    <a:lstStyle/>
                    <a:p>
                      <a:pPr marL="171450" lvl="0" indent="-171450" algn="l">
                        <a:lnSpc>
                          <a:spcPct val="100000"/>
                        </a:lnSpc>
                        <a:spcBef>
                          <a:spcPts val="0"/>
                        </a:spcBef>
                        <a:spcAft>
                          <a:spcPts val="0"/>
                        </a:spcAft>
                        <a:buFont typeface="Arial"/>
                        <a:buChar char="•"/>
                      </a:pPr>
                      <a:endParaRPr lang="en-US" sz="1000">
                        <a:solidFill>
                          <a:srgbClr val="0C314B"/>
                        </a:solidFill>
                      </a:endParaRPr>
                    </a:p>
                  </a:txBody>
                  <a:tcPr anchor="ctr">
                    <a:solidFill>
                      <a:schemeClr val="bg1"/>
                    </a:solidFill>
                  </a:tcPr>
                </a:tc>
                <a:tc>
                  <a:txBody>
                    <a:bodyPr/>
                    <a:lstStyle/>
                    <a:p>
                      <a:pPr lvl="0" algn="l">
                        <a:lnSpc>
                          <a:spcPct val="100000"/>
                        </a:lnSpc>
                        <a:spcBef>
                          <a:spcPts val="0"/>
                        </a:spcBef>
                        <a:spcAft>
                          <a:spcPts val="0"/>
                        </a:spcAft>
                        <a:buNone/>
                      </a:pPr>
                      <a:r>
                        <a:rPr lang="en-US" sz="1200" u="none" strike="noStrike" noProof="0">
                          <a:solidFill>
                            <a:srgbClr val="0C314B"/>
                          </a:solidFill>
                        </a:rPr>
                        <a:t>Name, ID, Parent</a:t>
                      </a:r>
                    </a:p>
                  </a:txBody>
                  <a:tcPr anchor="ctr">
                    <a:solidFill>
                      <a:schemeClr val="bg1"/>
                    </a:solidFill>
                  </a:tcPr>
                </a:tc>
                <a:extLst>
                  <a:ext uri="{0D108BD9-81ED-4DB2-BD59-A6C34878D82A}">
                    <a16:rowId xmlns:a16="http://schemas.microsoft.com/office/drawing/2014/main" val="2213606848"/>
                  </a:ext>
                </a:extLst>
              </a:tr>
              <a:tr h="608024">
                <a:tc>
                  <a:txBody>
                    <a:bodyPr/>
                    <a:lstStyle/>
                    <a:p>
                      <a:pPr lvl="0">
                        <a:buNone/>
                      </a:pPr>
                      <a:r>
                        <a:rPr lang="en-US" sz="1400" b="1" u="none" strike="noStrike" noProof="0">
                          <a:solidFill>
                            <a:srgbClr val="0C314B"/>
                          </a:solidFill>
                        </a:rPr>
                        <a:t>Employee </a:t>
                      </a:r>
                      <a:endParaRPr lang="en-US" sz="1400" b="1">
                        <a:solidFill>
                          <a:srgbClr val="0C314B"/>
                        </a:solidFill>
                      </a:endParaRPr>
                    </a:p>
                    <a:p>
                      <a:pPr lvl="0">
                        <a:buNone/>
                      </a:pPr>
                      <a:r>
                        <a:rPr lang="en-US" sz="1100" b="0" u="none" strike="noStrike" noProof="0">
                          <a:solidFill>
                            <a:srgbClr val="0C314B"/>
                          </a:solidFill>
                        </a:rPr>
                        <a:t>(could also be sales reps, sellers, etc.)</a:t>
                      </a:r>
                      <a:endParaRPr lang="en-US" sz="1100" b="0">
                        <a:solidFill>
                          <a:srgbClr val="0C314B"/>
                        </a:solidFill>
                      </a:endParaRPr>
                    </a:p>
                  </a:txBody>
                  <a:tcPr anchor="ctr">
                    <a:solidFill>
                      <a:schemeClr val="bg2"/>
                    </a:solidFill>
                  </a:tcPr>
                </a:tc>
                <a:tc>
                  <a:txBody>
                    <a:bodyPr/>
                    <a:lstStyle/>
                    <a:p>
                      <a:pPr marL="171450" lvl="0" indent="-171450" algn="l">
                        <a:lnSpc>
                          <a:spcPct val="100000"/>
                        </a:lnSpc>
                        <a:spcBef>
                          <a:spcPts val="0"/>
                        </a:spcBef>
                        <a:spcAft>
                          <a:spcPts val="0"/>
                        </a:spcAft>
                        <a:buFont typeface="Arial"/>
                        <a:buChar char="•"/>
                      </a:pPr>
                      <a:endParaRPr lang="en-US" sz="1000" u="none" strike="noStrike" noProof="0">
                        <a:solidFill>
                          <a:srgbClr val="0C314B"/>
                        </a:solidFill>
                      </a:endParaRPr>
                    </a:p>
                  </a:txBody>
                  <a:tcPr anchor="ctr">
                    <a:solidFill>
                      <a:schemeClr val="bg2"/>
                    </a:solidFill>
                  </a:tcPr>
                </a:tc>
                <a:tc>
                  <a:txBody>
                    <a:bodyPr/>
                    <a:lstStyle/>
                    <a:p>
                      <a:pPr lvl="0" algn="l">
                        <a:lnSpc>
                          <a:spcPct val="100000"/>
                        </a:lnSpc>
                        <a:spcBef>
                          <a:spcPts val="0"/>
                        </a:spcBef>
                        <a:spcAft>
                          <a:spcPts val="0"/>
                        </a:spcAft>
                        <a:buNone/>
                      </a:pPr>
                      <a:r>
                        <a:rPr lang="en-US" sz="1200" u="none" strike="noStrike" noProof="0">
                          <a:solidFill>
                            <a:srgbClr val="0C314B"/>
                          </a:solidFill>
                        </a:rPr>
                        <a:t>Name, ID, territory, Manager, email, Role, Role start date</a:t>
                      </a:r>
                    </a:p>
                  </a:txBody>
                  <a:tcPr anchor="ctr">
                    <a:solidFill>
                      <a:schemeClr val="bg2"/>
                    </a:solidFill>
                  </a:tcPr>
                </a:tc>
                <a:extLst>
                  <a:ext uri="{0D108BD9-81ED-4DB2-BD59-A6C34878D82A}">
                    <a16:rowId xmlns:a16="http://schemas.microsoft.com/office/drawing/2014/main" val="733539446"/>
                  </a:ext>
                </a:extLst>
              </a:tr>
              <a:tr h="464959">
                <a:tc>
                  <a:txBody>
                    <a:bodyPr/>
                    <a:lstStyle/>
                    <a:p>
                      <a:pPr marL="0" marR="0" lvl="0" indent="0" algn="l">
                        <a:lnSpc>
                          <a:spcPct val="110000"/>
                        </a:lnSpc>
                        <a:spcBef>
                          <a:spcPts val="0"/>
                        </a:spcBef>
                        <a:spcAft>
                          <a:spcPts val="0"/>
                        </a:spcAft>
                        <a:buClr>
                          <a:srgbClr val="000000"/>
                        </a:buClr>
                        <a:buNone/>
                      </a:pPr>
                      <a:r>
                        <a:rPr lang="en-US" sz="1400" b="1" u="none" strike="noStrike" noProof="0">
                          <a:solidFill>
                            <a:srgbClr val="0C314B"/>
                          </a:solidFill>
                        </a:rPr>
                        <a:t>Territory</a:t>
                      </a:r>
                    </a:p>
                  </a:txBody>
                  <a:tcPr anchor="ctr">
                    <a:solidFill>
                      <a:schemeClr val="bg1"/>
                    </a:solidFill>
                  </a:tcPr>
                </a:tc>
                <a:tc>
                  <a:txBody>
                    <a:bodyPr/>
                    <a:lstStyle/>
                    <a:p>
                      <a:pPr marL="171450" lvl="0" indent="-171450" algn="l">
                        <a:lnSpc>
                          <a:spcPct val="100000"/>
                        </a:lnSpc>
                        <a:spcBef>
                          <a:spcPts val="0"/>
                        </a:spcBef>
                        <a:spcAft>
                          <a:spcPts val="0"/>
                        </a:spcAft>
                        <a:buFont typeface="Arial"/>
                        <a:buChar char="•"/>
                      </a:pPr>
                      <a:endParaRPr lang="en-US" sz="1000" u="none" strike="noStrike" noProof="0">
                        <a:solidFill>
                          <a:srgbClr val="0C314B"/>
                        </a:solidFill>
                      </a:endParaRPr>
                    </a:p>
                  </a:txBody>
                  <a:tcPr anchor="ctr">
                    <a:solidFill>
                      <a:schemeClr val="bg1"/>
                    </a:solidFill>
                  </a:tcPr>
                </a:tc>
                <a:tc>
                  <a:txBody>
                    <a:bodyPr/>
                    <a:lstStyle/>
                    <a:p>
                      <a:pPr lvl="0" algn="l">
                        <a:lnSpc>
                          <a:spcPct val="100000"/>
                        </a:lnSpc>
                        <a:spcBef>
                          <a:spcPts val="0"/>
                        </a:spcBef>
                        <a:spcAft>
                          <a:spcPts val="0"/>
                        </a:spcAft>
                        <a:buNone/>
                      </a:pPr>
                      <a:r>
                        <a:rPr lang="en-US" sz="1200" u="none" strike="noStrike" noProof="0">
                          <a:solidFill>
                            <a:srgbClr val="0C314B"/>
                          </a:solidFill>
                        </a:rPr>
                        <a:t>Name, ID, Parent, Territory manager</a:t>
                      </a:r>
                    </a:p>
                  </a:txBody>
                  <a:tcPr anchor="ctr">
                    <a:solidFill>
                      <a:schemeClr val="bg1"/>
                    </a:solidFill>
                  </a:tcPr>
                </a:tc>
                <a:extLst>
                  <a:ext uri="{0D108BD9-81ED-4DB2-BD59-A6C34878D82A}">
                    <a16:rowId xmlns:a16="http://schemas.microsoft.com/office/drawing/2014/main" val="819309534"/>
                  </a:ext>
                </a:extLst>
              </a:tr>
              <a:tr h="464959">
                <a:tc>
                  <a:txBody>
                    <a:bodyPr/>
                    <a:lstStyle/>
                    <a:p>
                      <a:pPr marL="0" marR="0" lvl="0" indent="0" algn="l">
                        <a:lnSpc>
                          <a:spcPct val="110000"/>
                        </a:lnSpc>
                        <a:spcBef>
                          <a:spcPts val="0"/>
                        </a:spcBef>
                        <a:spcAft>
                          <a:spcPts val="0"/>
                        </a:spcAft>
                        <a:buClr>
                          <a:srgbClr val="000000"/>
                        </a:buClr>
                        <a:buNone/>
                      </a:pPr>
                      <a:r>
                        <a:rPr lang="en-US" sz="1400" b="1" u="none" strike="noStrike" noProof="0">
                          <a:solidFill>
                            <a:srgbClr val="0C314B"/>
                          </a:solidFill>
                        </a:rPr>
                        <a:t>Geography </a:t>
                      </a:r>
                    </a:p>
                  </a:txBody>
                  <a:tcPr anchor="ctr">
                    <a:solidFill>
                      <a:srgbClr val="F3F1EE"/>
                    </a:solidFill>
                  </a:tcPr>
                </a:tc>
                <a:tc>
                  <a:txBody>
                    <a:bodyPr/>
                    <a:lstStyle/>
                    <a:p>
                      <a:pPr marL="171450" lvl="0" indent="-171450" algn="l">
                        <a:lnSpc>
                          <a:spcPct val="100000"/>
                        </a:lnSpc>
                        <a:spcBef>
                          <a:spcPts val="0"/>
                        </a:spcBef>
                        <a:spcAft>
                          <a:spcPts val="0"/>
                        </a:spcAft>
                        <a:buFont typeface="Arial"/>
                        <a:buChar char="•"/>
                      </a:pPr>
                      <a:endParaRPr lang="en-US" sz="1000">
                        <a:solidFill>
                          <a:srgbClr val="0C314B"/>
                        </a:solidFill>
                      </a:endParaRPr>
                    </a:p>
                  </a:txBody>
                  <a:tcPr anchor="ctr">
                    <a:solidFill>
                      <a:srgbClr val="F3F1EE"/>
                    </a:solidFill>
                  </a:tcPr>
                </a:tc>
                <a:tc>
                  <a:txBody>
                    <a:bodyPr/>
                    <a:lstStyle/>
                    <a:p>
                      <a:pPr lvl="0" algn="l">
                        <a:lnSpc>
                          <a:spcPct val="100000"/>
                        </a:lnSpc>
                        <a:spcBef>
                          <a:spcPts val="0"/>
                        </a:spcBef>
                        <a:spcAft>
                          <a:spcPts val="0"/>
                        </a:spcAft>
                        <a:buNone/>
                      </a:pPr>
                      <a:r>
                        <a:rPr lang="en-US" sz="1200" u="none" strike="noStrike" noProof="0">
                          <a:solidFill>
                            <a:srgbClr val="0C314B"/>
                          </a:solidFill>
                        </a:rPr>
                        <a:t>Name, ID, Parent </a:t>
                      </a:r>
                    </a:p>
                  </a:txBody>
                  <a:tcPr anchor="ctr">
                    <a:solidFill>
                      <a:srgbClr val="F3F1EE"/>
                    </a:solidFill>
                  </a:tcPr>
                </a:tc>
                <a:extLst>
                  <a:ext uri="{0D108BD9-81ED-4DB2-BD59-A6C34878D82A}">
                    <a16:rowId xmlns:a16="http://schemas.microsoft.com/office/drawing/2014/main" val="4043371168"/>
                  </a:ext>
                </a:extLst>
              </a:tr>
              <a:tr h="682440">
                <a:tc>
                  <a:txBody>
                    <a:bodyPr/>
                    <a:lstStyle/>
                    <a:p>
                      <a:pPr marL="0" marR="0" lvl="0" indent="0" algn="l" defTabSz="1219170" rtl="0" eaLnBrk="1" fontAlgn="auto" latinLnBrk="0" hangingPunct="1">
                        <a:lnSpc>
                          <a:spcPct val="110000"/>
                        </a:lnSpc>
                        <a:spcBef>
                          <a:spcPts val="0"/>
                        </a:spcBef>
                        <a:spcAft>
                          <a:spcPts val="0"/>
                        </a:spcAft>
                        <a:buClrTx/>
                        <a:buSzTx/>
                        <a:buFontTx/>
                        <a:buNone/>
                        <a:tabLst/>
                        <a:defRPr/>
                      </a:pPr>
                      <a:r>
                        <a:rPr lang="en-US" sz="1400" b="1" u="none" strike="noStrike" noProof="0">
                          <a:solidFill>
                            <a:srgbClr val="0C314B"/>
                          </a:solidFill>
                        </a:rPr>
                        <a:t>Sales Role </a:t>
                      </a:r>
                      <a:br>
                        <a:rPr lang="en-US" sz="1400" b="1" u="none" strike="noStrike" noProof="0">
                          <a:solidFill>
                            <a:srgbClr val="0C314B"/>
                          </a:solidFill>
                        </a:rPr>
                      </a:br>
                      <a:r>
                        <a:rPr lang="en-US" sz="1100" b="0" u="none" strike="noStrike" noProof="0">
                          <a:solidFill>
                            <a:srgbClr val="0C314B"/>
                          </a:solidFill>
                        </a:rPr>
                        <a:t>(Seller type)</a:t>
                      </a:r>
                      <a:endParaRPr lang="en-US" sz="1100" b="0">
                        <a:solidFill>
                          <a:srgbClr val="0C314B"/>
                        </a:solidFill>
                      </a:endParaRPr>
                    </a:p>
                  </a:txBody>
                  <a:tcPr anchor="ctr"/>
                </a:tc>
                <a:tc>
                  <a:txBody>
                    <a:bodyPr/>
                    <a:lstStyle/>
                    <a:p>
                      <a:pPr marL="171450" lvl="0" indent="-171450" algn="l">
                        <a:lnSpc>
                          <a:spcPct val="100000"/>
                        </a:lnSpc>
                        <a:spcBef>
                          <a:spcPts val="0"/>
                        </a:spcBef>
                        <a:spcAft>
                          <a:spcPts val="0"/>
                        </a:spcAft>
                        <a:buFont typeface="Arial"/>
                        <a:buChar char="•"/>
                      </a:pPr>
                      <a:endParaRPr lang="en-US" sz="1000">
                        <a:solidFill>
                          <a:srgbClr val="0C314B"/>
                        </a:solidFill>
                      </a:endParaRPr>
                    </a:p>
                  </a:txBody>
                  <a:tcPr anchor="ctr"/>
                </a:tc>
                <a:tc>
                  <a:txBody>
                    <a:bodyPr/>
                    <a:lstStyle/>
                    <a:p>
                      <a:pPr lvl="0" algn="l">
                        <a:lnSpc>
                          <a:spcPct val="100000"/>
                        </a:lnSpc>
                        <a:spcBef>
                          <a:spcPts val="0"/>
                        </a:spcBef>
                        <a:spcAft>
                          <a:spcPts val="0"/>
                        </a:spcAft>
                        <a:buNone/>
                      </a:pPr>
                      <a:r>
                        <a:rPr lang="en-US" sz="1200" u="none" strike="noStrike" noProof="0">
                          <a:solidFill>
                            <a:srgbClr val="0C314B"/>
                          </a:solidFill>
                        </a:rPr>
                        <a:t>Name, ID</a:t>
                      </a:r>
                      <a:endParaRPr lang="en-US" sz="1200">
                        <a:solidFill>
                          <a:srgbClr val="0C314B"/>
                        </a:solidFill>
                      </a:endParaRPr>
                    </a:p>
                  </a:txBody>
                  <a:tcPr anchor="ctr"/>
                </a:tc>
                <a:extLst>
                  <a:ext uri="{0D108BD9-81ED-4DB2-BD59-A6C34878D82A}">
                    <a16:rowId xmlns:a16="http://schemas.microsoft.com/office/drawing/2014/main" val="794455313"/>
                  </a:ext>
                </a:extLst>
              </a:tr>
            </a:tbl>
          </a:graphicData>
        </a:graphic>
      </p:graphicFrame>
      <p:sp>
        <p:nvSpPr>
          <p:cNvPr id="7" name="TextBox 6">
            <a:extLst>
              <a:ext uri="{FF2B5EF4-FFF2-40B4-BE49-F238E27FC236}">
                <a16:creationId xmlns:a16="http://schemas.microsoft.com/office/drawing/2014/main" id="{4178F6A4-EB68-7E93-CCED-0933EAE263E7}"/>
              </a:ext>
            </a:extLst>
          </p:cNvPr>
          <p:cNvSpPr txBox="1"/>
          <p:nvPr/>
        </p:nvSpPr>
        <p:spPr>
          <a:xfrm>
            <a:off x="614038" y="5215678"/>
            <a:ext cx="1068049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panose="020B0604020202020204" pitchFamily="34" charset="0"/>
              <a:buChar char="•"/>
            </a:pPr>
            <a:r>
              <a:rPr lang="en-US" sz="900">
                <a:solidFill>
                  <a:srgbClr val="7F7F7F"/>
                </a:solidFill>
                <a:latin typeface="Arial"/>
                <a:ea typeface="Verdana"/>
                <a:cs typeface="Arial"/>
              </a:rPr>
              <a:t>CSV files should be a flat view with the attribute fields in columns and dimension items in rows.</a:t>
            </a:r>
            <a:endParaRPr lang="en-US" sz="900">
              <a:solidFill>
                <a:srgbClr val="7F7F7F"/>
              </a:solidFill>
              <a:latin typeface="Arial" panose="020B0604020202020204" pitchFamily="34" charset="0"/>
              <a:ea typeface="Verdana" charset="0"/>
              <a:cs typeface="Arial" panose="020B0604020202020204" pitchFamily="34" charset="0"/>
            </a:endParaRPr>
          </a:p>
          <a:p>
            <a:pPr marL="285750" indent="-285750">
              <a:buFont typeface="Arial,Sans-Serif" panose="020B0604020202020204" pitchFamily="34" charset="0"/>
              <a:buChar char="•"/>
            </a:pPr>
            <a:r>
              <a:rPr lang="en-US" sz="900">
                <a:solidFill>
                  <a:srgbClr val="7F7F7F"/>
                </a:solidFill>
                <a:latin typeface="Arial"/>
                <a:ea typeface="Verdana"/>
                <a:cs typeface="Arial"/>
              </a:rPr>
              <a:t>The files can include additional attribute fields.</a:t>
            </a:r>
          </a:p>
          <a:p>
            <a:pPr marL="285750" indent="-285750">
              <a:buFont typeface="Arial,Sans-Serif" panose="020B0604020202020204" pitchFamily="34" charset="0"/>
              <a:buChar char="•"/>
            </a:pPr>
            <a:r>
              <a:rPr lang="en-US" sz="900">
                <a:solidFill>
                  <a:srgbClr val="7F7F7F"/>
                </a:solidFill>
                <a:latin typeface="Arial"/>
                <a:ea typeface="Verdana"/>
                <a:cs typeface="Arial"/>
              </a:rPr>
              <a:t>They can bring additional dimensions and hierarchies in as needed.</a:t>
            </a:r>
          </a:p>
          <a:p>
            <a:pPr marL="285750" indent="-285750">
              <a:buFont typeface="Arial,Sans-Serif" panose="020B0604020202020204" pitchFamily="34" charset="0"/>
              <a:buChar char="•"/>
            </a:pPr>
            <a:r>
              <a:rPr lang="en-US" sz="900">
                <a:solidFill>
                  <a:srgbClr val="7F7F7F"/>
                </a:solidFill>
                <a:latin typeface="Arial"/>
                <a:ea typeface="Verdana"/>
                <a:cs typeface="Arial"/>
              </a:rPr>
              <a:t>Where numbered lists are referenced (e.g. </a:t>
            </a:r>
            <a:r>
              <a:rPr lang="en-US" sz="900">
                <a:solidFill>
                  <a:srgbClr val="7F7F7F"/>
                </a:solidFill>
                <a:highlight>
                  <a:srgbClr val="C0C0C0"/>
                </a:highlight>
                <a:latin typeface="Consolas"/>
                <a:ea typeface="Verdana"/>
                <a:cs typeface="Arial"/>
              </a:rPr>
              <a:t>DH Attributes by Account </a:t>
            </a:r>
            <a:r>
              <a:rPr lang="en-US" sz="900" err="1">
                <a:solidFill>
                  <a:srgbClr val="7F7F7F"/>
                </a:solidFill>
                <a:highlight>
                  <a:srgbClr val="C0C0C0"/>
                </a:highlight>
                <a:latin typeface="Consolas"/>
                <a:ea typeface="Verdana"/>
                <a:cs typeface="Arial"/>
              </a:rPr>
              <a:t>Flat.Account</a:t>
            </a:r>
            <a:r>
              <a:rPr lang="en-US" sz="900">
                <a:solidFill>
                  <a:srgbClr val="7F7F7F"/>
                </a:solidFill>
                <a:highlight>
                  <a:srgbClr val="C0C0C0"/>
                </a:highlight>
                <a:latin typeface="Consolas"/>
                <a:ea typeface="Verdana"/>
                <a:cs typeface="Arial"/>
              </a:rPr>
              <a:t> Parent</a:t>
            </a:r>
            <a:r>
              <a:rPr lang="en-US" sz="900">
                <a:solidFill>
                  <a:srgbClr val="7F7F7F"/>
                </a:solidFill>
                <a:latin typeface="Arial"/>
                <a:ea typeface="Verdana"/>
                <a:cs typeface="Arial"/>
              </a:rPr>
              <a:t>), the value loaded to that field in the data hub should be the code, not the name (e.g., 1234 rather than Procter and Gamble).</a:t>
            </a:r>
          </a:p>
          <a:p>
            <a:pPr marL="285750" indent="-285750">
              <a:buFont typeface="Arial,Sans-Serif" panose="020B0604020202020204" pitchFamily="34" charset="0"/>
              <a:buChar char="•"/>
            </a:pPr>
            <a:r>
              <a:rPr lang="en-US" sz="900">
                <a:solidFill>
                  <a:srgbClr val="7F7F7F"/>
                </a:solidFill>
                <a:latin typeface="Arial"/>
                <a:ea typeface="Verdana"/>
                <a:cs typeface="Arial"/>
              </a:rPr>
              <a:t>For files that contain hierarchies, these must be in parent child format. There is no need to include a parent for the first level of the hierarchy.</a:t>
            </a:r>
            <a:endParaRPr lang="en-US" sz="900">
              <a:solidFill>
                <a:srgbClr val="7F7F7F"/>
              </a:solidFill>
            </a:endParaRPr>
          </a:p>
        </p:txBody>
      </p:sp>
    </p:spTree>
    <p:extLst>
      <p:ext uri="{BB962C8B-B14F-4D97-AF65-F5344CB8AC3E}">
        <p14:creationId xmlns:p14="http://schemas.microsoft.com/office/powerpoint/2010/main" val="43075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C9800-2F87-EFE4-FCBE-CB6EB07096FC}"/>
              </a:ext>
            </a:extLst>
          </p:cNvPr>
          <p:cNvSpPr>
            <a:spLocks noGrp="1"/>
          </p:cNvSpPr>
          <p:nvPr>
            <p:ph type="title"/>
          </p:nvPr>
        </p:nvSpPr>
        <p:spPr>
          <a:xfrm>
            <a:off x="957297" y="3066667"/>
            <a:ext cx="5681467" cy="1498990"/>
          </a:xfrm>
        </p:spPr>
        <p:txBody>
          <a:bodyPr lIns="91440" tIns="45720" rIns="91440" bIns="45720" anchor="ctr" anchorCtr="0"/>
          <a:lstStyle/>
          <a:p>
            <a:r>
              <a:rPr lang="en-US" sz="4250">
                <a:latin typeface="Arial"/>
                <a:ea typeface="Verdana"/>
                <a:cs typeface="Arial"/>
              </a:rPr>
              <a:t>Model design</a:t>
            </a:r>
            <a:endParaRPr lang="en-US" sz="4250"/>
          </a:p>
        </p:txBody>
      </p:sp>
      <p:sp>
        <p:nvSpPr>
          <p:cNvPr id="3" name="Text Placeholder 2">
            <a:extLst>
              <a:ext uri="{FF2B5EF4-FFF2-40B4-BE49-F238E27FC236}">
                <a16:creationId xmlns:a16="http://schemas.microsoft.com/office/drawing/2014/main" id="{DB069419-D807-693C-D436-A3F667AC0F51}"/>
              </a:ext>
            </a:extLst>
          </p:cNvPr>
          <p:cNvSpPr>
            <a:spLocks noGrp="1"/>
          </p:cNvSpPr>
          <p:nvPr>
            <p:ph type="body" sz="quarter" idx="10"/>
          </p:nvPr>
        </p:nvSpPr>
        <p:spPr/>
        <p:txBody>
          <a:bodyPr lIns="0" tIns="45720" rIns="91440" bIns="45720" anchor="b"/>
          <a:lstStyle/>
          <a:p>
            <a:r>
              <a:rPr lang="en-US">
                <a:latin typeface="Arial"/>
                <a:cs typeface="Arial"/>
              </a:rPr>
              <a:t>Section 4</a:t>
            </a:r>
            <a:endParaRPr lang="en-US"/>
          </a:p>
        </p:txBody>
      </p:sp>
    </p:spTree>
    <p:extLst>
      <p:ext uri="{BB962C8B-B14F-4D97-AF65-F5344CB8AC3E}">
        <p14:creationId xmlns:p14="http://schemas.microsoft.com/office/powerpoint/2010/main" val="1118384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ACDFB-95D8-AD76-FF7E-6FF69BF48EBC}"/>
              </a:ext>
            </a:extLst>
          </p:cNvPr>
          <p:cNvSpPr>
            <a:spLocks noGrp="1"/>
          </p:cNvSpPr>
          <p:nvPr>
            <p:ph type="title"/>
          </p:nvPr>
        </p:nvSpPr>
        <p:spPr/>
        <p:txBody>
          <a:bodyPr lIns="0" tIns="45720" rIns="0" bIns="45720" anchor="t"/>
          <a:lstStyle/>
          <a:p>
            <a:r>
              <a:rPr lang="en-US">
                <a:solidFill>
                  <a:schemeClr val="tx2"/>
                </a:solidFill>
              </a:rPr>
              <a:t>Model diagram overview</a:t>
            </a:r>
            <a:r>
              <a:rPr lang="en-US" b="0">
                <a:solidFill>
                  <a:schemeClr val="tx2"/>
                </a:solidFill>
              </a:rPr>
              <a:t>​</a:t>
            </a:r>
            <a:endParaRPr lang="en-US">
              <a:solidFill>
                <a:schemeClr val="tx2"/>
              </a:solidFill>
            </a:endParaRPr>
          </a:p>
        </p:txBody>
      </p:sp>
      <p:pic>
        <p:nvPicPr>
          <p:cNvPr id="4" name="Picture 3" descr="A diagram of a company&#10;&#10;Description automatically generated">
            <a:extLst>
              <a:ext uri="{FF2B5EF4-FFF2-40B4-BE49-F238E27FC236}">
                <a16:creationId xmlns:a16="http://schemas.microsoft.com/office/drawing/2014/main" id="{4C0A73BC-3475-8406-376C-B9894B543C96}"/>
              </a:ext>
            </a:extLst>
          </p:cNvPr>
          <p:cNvPicPr>
            <a:picLocks noChangeAspect="1"/>
          </p:cNvPicPr>
          <p:nvPr/>
        </p:nvPicPr>
        <p:blipFill>
          <a:blip r:embed="rId2"/>
          <a:stretch>
            <a:fillRect/>
          </a:stretch>
        </p:blipFill>
        <p:spPr>
          <a:xfrm>
            <a:off x="1088834" y="878591"/>
            <a:ext cx="8949368" cy="5633300"/>
          </a:xfrm>
          <a:prstGeom prst="rect">
            <a:avLst/>
          </a:prstGeom>
        </p:spPr>
      </p:pic>
    </p:spTree>
    <p:extLst>
      <p:ext uri="{BB962C8B-B14F-4D97-AF65-F5344CB8AC3E}">
        <p14:creationId xmlns:p14="http://schemas.microsoft.com/office/powerpoint/2010/main" val="212714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67AE9-AABB-D31D-C9E2-331E8E229D88}"/>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Historical data, addressable market, and potential account value</a:t>
            </a:r>
            <a:br>
              <a:rPr lang="en-US" sz="1700">
                <a:solidFill>
                  <a:schemeClr val="tx2"/>
                </a:solidFill>
                <a:latin typeface="Arial"/>
                <a:ea typeface="Verdana"/>
                <a:cs typeface="Arial"/>
              </a:rPr>
            </a:br>
            <a:r>
              <a:rPr lang="en-US" sz="2000">
                <a:solidFill>
                  <a:schemeClr val="accent1"/>
                </a:solidFill>
                <a:latin typeface="Arial"/>
                <a:ea typeface="Verdana"/>
                <a:cs typeface="Arial"/>
              </a:rPr>
              <a:t>Overview</a:t>
            </a:r>
            <a:endParaRPr lang="en-US" sz="2000">
              <a:solidFill>
                <a:schemeClr val="accent1"/>
              </a:solidFill>
            </a:endParaRPr>
          </a:p>
        </p:txBody>
      </p:sp>
      <p:sp>
        <p:nvSpPr>
          <p:cNvPr id="6" name="Content Placeholder 2">
            <a:extLst>
              <a:ext uri="{FF2B5EF4-FFF2-40B4-BE49-F238E27FC236}">
                <a16:creationId xmlns:a16="http://schemas.microsoft.com/office/drawing/2014/main" id="{D3BC26E2-6F50-F969-6590-402792F2F18B}"/>
              </a:ext>
            </a:extLst>
          </p:cNvPr>
          <p:cNvSpPr>
            <a:spLocks noGrp="1"/>
          </p:cNvSpPr>
          <p:nvPr/>
        </p:nvSpPr>
        <p:spPr>
          <a:xfrm>
            <a:off x="603006" y="1261281"/>
            <a:ext cx="10983484" cy="4906606"/>
          </a:xfrm>
          <a:prstGeom prst="rect">
            <a:avLst/>
          </a:prstGeom>
        </p:spPr>
        <p:txBody>
          <a:bodyPr lIns="0" tIns="45720" rIns="0" bIns="45720" anchor="t"/>
          <a:lstStyle>
            <a:lvl1pPr marL="232828" indent="-232828"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Arial" panose="020B0604020202020204" pitchFamily="34" charset="0"/>
              </a:defRPr>
            </a:lvl1pPr>
            <a:lvl2pPr marL="842412" indent="-232828" algn="l" defTabSz="1219170" rtl="0" eaLnBrk="1" latinLnBrk="0" hangingPunct="1">
              <a:spcBef>
                <a:spcPct val="20000"/>
              </a:spcBef>
              <a:buClrTx/>
              <a:buFont typeface="Arial"/>
              <a:buChar char="•"/>
              <a:tabLst/>
              <a:defRPr sz="2133" b="0" i="0" kern="1200">
                <a:solidFill>
                  <a:schemeClr val="bg2"/>
                </a:solidFill>
                <a:latin typeface="Arial" panose="020B0604020202020204" pitchFamily="34" charset="0"/>
                <a:ea typeface="Verdana" charset="0"/>
                <a:cs typeface="Gotham Book" pitchFamily="2" charset="0"/>
              </a:defRPr>
            </a:lvl2pPr>
            <a:lvl3pPr marL="1449881" indent="-230712" algn="l" defTabSz="1219170" rtl="0" eaLnBrk="1" latinLnBrk="0" hangingPunct="1">
              <a:spcBef>
                <a:spcPct val="20000"/>
              </a:spcBef>
              <a:buClrTx/>
              <a:buFont typeface="Arial" panose="020B0604020202020204" pitchFamily="34" charset="0"/>
              <a:buChar char="•"/>
              <a:tabLst/>
              <a:defRPr sz="2133" b="0" i="0" kern="1200">
                <a:solidFill>
                  <a:schemeClr val="bg2"/>
                </a:solidFill>
                <a:latin typeface="Arial" panose="020B0604020202020204" pitchFamily="34" charset="0"/>
                <a:ea typeface="Verdana" charset="0"/>
                <a:cs typeface="Gotham Book" pitchFamily="2" charset="0"/>
              </a:defRPr>
            </a:lvl3pPr>
            <a:lvl4pPr marL="2133547"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4pPr>
            <a:lvl5pPr marL="2743131" indent="-304792" algn="l" defTabSz="1219170" rtl="0" eaLnBrk="1" latinLnBrk="0" hangingPunct="1">
              <a:spcBef>
                <a:spcPct val="20000"/>
              </a:spcBef>
              <a:buFont typeface="Arial" pitchFamily="34" charset="0"/>
              <a:buChar char="»"/>
              <a:defRPr sz="2133" kern="1200">
                <a:solidFill>
                  <a:srgbClr val="7F7F7F"/>
                </a:solidFill>
                <a:latin typeface="Trebuchet MS"/>
                <a:ea typeface="+mn-ea"/>
                <a:cs typeface="Trebuchet M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indent="0">
              <a:buNone/>
            </a:pPr>
            <a:r>
              <a:rPr lang="en-US" sz="1200">
                <a:solidFill>
                  <a:srgbClr val="1C1917"/>
                </a:solidFill>
                <a:latin typeface="Arial"/>
                <a:ea typeface="Verdana"/>
                <a:cs typeface="Arial"/>
              </a:rPr>
              <a:t>Allows businesses to leverage account data to calculate value and segment accounts for deeper planning and targeting. The guided setup enables configuration of account attributes and calculations. The dashboards provide analysis of accounts across different attributes and dimensions.</a:t>
            </a:r>
            <a:endParaRPr lang="en-US" sz="1200">
              <a:latin typeface="Arial"/>
              <a:ea typeface="Verdana"/>
              <a:cs typeface="Arial"/>
            </a:endParaRPr>
          </a:p>
          <a:p>
            <a:pPr marL="232410" indent="-232410"/>
            <a:endParaRPr lang="en-US" sz="1200"/>
          </a:p>
          <a:p>
            <a:pPr marL="0" indent="0">
              <a:buNone/>
            </a:pPr>
            <a:r>
              <a:rPr lang="en-US" sz="1200" b="1">
                <a:solidFill>
                  <a:srgbClr val="1C1917"/>
                </a:solidFill>
                <a:latin typeface="Arial"/>
                <a:ea typeface="Verdana"/>
                <a:cs typeface="Arial"/>
              </a:rPr>
              <a:t>Import account data and addressable market</a:t>
            </a:r>
            <a:endParaRPr lang="en-US" sz="1200" b="1">
              <a:latin typeface="Arial"/>
              <a:ea typeface="Verdana"/>
              <a:cs typeface="Arial"/>
            </a:endParaRPr>
          </a:p>
          <a:p>
            <a:pPr marL="171450" indent="-171450"/>
            <a:r>
              <a:rPr lang="en-US" sz="1200">
                <a:solidFill>
                  <a:srgbClr val="1C1917"/>
                </a:solidFill>
                <a:latin typeface="Arial"/>
                <a:ea typeface="Verdana"/>
                <a:cs typeface="Arial"/>
              </a:rPr>
              <a:t>Bring in book of business from source system.</a:t>
            </a:r>
            <a:endParaRPr lang="en-US" sz="1200">
              <a:latin typeface="Arial"/>
              <a:ea typeface="Verdana"/>
              <a:cs typeface="Arial"/>
            </a:endParaRPr>
          </a:p>
          <a:p>
            <a:pPr marL="171450" indent="-171450"/>
            <a:r>
              <a:rPr lang="en-US" sz="1200">
                <a:solidFill>
                  <a:srgbClr val="1C1917"/>
                </a:solidFill>
                <a:latin typeface="Arial"/>
                <a:ea typeface="Verdana"/>
                <a:cs typeface="Arial"/>
              </a:rPr>
              <a:t>Include attributes identified in setup process such as industry, size, location, sales history.</a:t>
            </a:r>
            <a:endParaRPr lang="en-US" sz="1200">
              <a:latin typeface="Arial"/>
              <a:ea typeface="Verdana"/>
              <a:cs typeface="Arial"/>
            </a:endParaRPr>
          </a:p>
          <a:p>
            <a:pPr marL="171450" indent="-171450"/>
            <a:r>
              <a:rPr lang="en-US" sz="1200">
                <a:solidFill>
                  <a:srgbClr val="1C1917"/>
                </a:solidFill>
                <a:latin typeface="Arial"/>
                <a:ea typeface="Verdana"/>
                <a:cs typeface="Arial"/>
              </a:rPr>
              <a:t>Set up additional account fields to use like predictive scores, segments.</a:t>
            </a:r>
            <a:endParaRPr lang="en-US" sz="1200">
              <a:solidFill>
                <a:srgbClr val="404040"/>
              </a:solidFill>
              <a:latin typeface="Arial"/>
              <a:ea typeface="Verdana"/>
              <a:cs typeface="Arial"/>
            </a:endParaRPr>
          </a:p>
          <a:p>
            <a:pPr marL="171450" indent="-171450"/>
            <a:r>
              <a:rPr lang="en-US" sz="1200">
                <a:solidFill>
                  <a:srgbClr val="1C1917"/>
                </a:solidFill>
                <a:latin typeface="Arial"/>
                <a:ea typeface="Verdana"/>
                <a:cs typeface="Arial"/>
              </a:rPr>
              <a:t>Provide reporting on selected dimensions such as industry, segment, product, and time and selected KPIs such as PY Sales, CY Sales, YoY Growth, # of Accounts, Average Sales.</a:t>
            </a:r>
            <a:endParaRPr lang="en-US" sz="1200">
              <a:latin typeface="Arial"/>
              <a:ea typeface="Verdana"/>
              <a:cs typeface="Arial"/>
            </a:endParaRPr>
          </a:p>
          <a:p>
            <a:pPr marL="171450" indent="-171450"/>
            <a:r>
              <a:rPr lang="en-US" sz="1200">
                <a:solidFill>
                  <a:srgbClr val="1C1917"/>
                </a:solidFill>
                <a:latin typeface="Arial"/>
                <a:ea typeface="Verdana"/>
                <a:cs typeface="Arial"/>
              </a:rPr>
              <a:t>Import addressable Market by selected dimensionality. </a:t>
            </a:r>
            <a:endParaRPr lang="en-US" sz="1200"/>
          </a:p>
          <a:p>
            <a:pPr marL="232410" indent="-232410"/>
            <a:endParaRPr lang="en-US" sz="1200">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Calculate account value</a:t>
            </a:r>
            <a:endParaRPr lang="en-US" sz="1200" b="1">
              <a:solidFill>
                <a:srgbClr val="404040"/>
              </a:solidFill>
            </a:endParaRPr>
          </a:p>
          <a:p>
            <a:pPr marL="0" indent="0">
              <a:buNone/>
            </a:pPr>
            <a:r>
              <a:rPr lang="en-US" sz="1200">
                <a:solidFill>
                  <a:srgbClr val="1C1917"/>
                </a:solidFill>
                <a:latin typeface="Arial"/>
                <a:ea typeface="Verdana"/>
                <a:cs typeface="Arial"/>
              </a:rPr>
              <a:t>Set up and use multiple different methods to estimate account value. This includes methods such as: </a:t>
            </a:r>
            <a:endParaRPr lang="en-US" sz="1200">
              <a:solidFill>
                <a:srgbClr val="404040"/>
              </a:solidFill>
              <a:latin typeface="Arial"/>
              <a:ea typeface="Verdana"/>
            </a:endParaRPr>
          </a:p>
          <a:p>
            <a:pPr marL="781050" lvl="1" indent="-232410">
              <a:buFont typeface="Arial" panose="020B0604020202020204" pitchFamily="34" charset="0"/>
            </a:pPr>
            <a:r>
              <a:rPr lang="en-US" sz="1200">
                <a:solidFill>
                  <a:srgbClr val="1C1917"/>
                </a:solidFill>
                <a:latin typeface="Arial"/>
                <a:ea typeface="Verdana"/>
                <a:cs typeface="Arial"/>
              </a:rPr>
              <a:t>Industry Average: Average prior year sales value by industry.</a:t>
            </a:r>
            <a:endParaRPr lang="en-US" sz="1200">
              <a:latin typeface="Arial"/>
              <a:ea typeface="Verdana"/>
              <a:cs typeface="Arial"/>
            </a:endParaRPr>
          </a:p>
          <a:p>
            <a:pPr marL="781050" lvl="1" indent="-232410">
              <a:buFont typeface="Arial" panose="020B0604020202020204" pitchFamily="34" charset="0"/>
              <a:buChar char="•"/>
            </a:pPr>
            <a:r>
              <a:rPr lang="en-US" sz="1200">
                <a:solidFill>
                  <a:srgbClr val="1C1917"/>
                </a:solidFill>
                <a:latin typeface="Arial"/>
                <a:ea typeface="Verdana"/>
              </a:rPr>
              <a:t>Predictive Spend Average: Average prior year sales by predictive account rank (A, B, C, </a:t>
            </a:r>
            <a:r>
              <a:rPr lang="en-US" sz="1200" err="1">
                <a:solidFill>
                  <a:srgbClr val="1C1917"/>
                </a:solidFill>
                <a:latin typeface="Arial"/>
                <a:ea typeface="Verdana"/>
              </a:rPr>
              <a:t>etc</a:t>
            </a:r>
            <a:r>
              <a:rPr lang="en-US" sz="1200">
                <a:solidFill>
                  <a:srgbClr val="1C1917"/>
                </a:solidFill>
                <a:latin typeface="Arial"/>
                <a:ea typeface="Verdana"/>
              </a:rPr>
              <a:t>).</a:t>
            </a:r>
            <a:endParaRPr lang="en-US" sz="1200">
              <a:solidFill>
                <a:srgbClr val="404040"/>
              </a:solidFill>
            </a:endParaRPr>
          </a:p>
          <a:p>
            <a:pPr marL="781050" lvl="1" indent="-232410">
              <a:buFont typeface="Arial" panose="020B0604020202020204" pitchFamily="34" charset="0"/>
              <a:buChar char="•"/>
            </a:pPr>
            <a:r>
              <a:rPr lang="en-US" sz="1200">
                <a:solidFill>
                  <a:srgbClr val="1C1917"/>
                </a:solidFill>
                <a:latin typeface="Arial"/>
                <a:ea typeface="Verdana"/>
              </a:rPr>
              <a:t>Selection of one average value on which to include a lift factor.</a:t>
            </a:r>
            <a:endParaRPr lang="en-US" sz="1200">
              <a:solidFill>
                <a:srgbClr val="404040"/>
              </a:solidFill>
              <a:latin typeface="Arial"/>
              <a:ea typeface="Verdana"/>
            </a:endParaRPr>
          </a:p>
          <a:p>
            <a:pPr marL="781050" lvl="1" indent="-232410">
              <a:buFont typeface="Arial" panose="020B0604020202020204" pitchFamily="34" charset="0"/>
              <a:buChar char="•"/>
            </a:pPr>
            <a:r>
              <a:rPr lang="en-US" sz="1200">
                <a:solidFill>
                  <a:srgbClr val="1C1917"/>
                </a:solidFill>
                <a:latin typeface="Arial"/>
                <a:ea typeface="Verdana"/>
              </a:rPr>
              <a:t>Growth %: Apply growth rate to prior year sales.</a:t>
            </a:r>
            <a:endParaRPr lang="en-US" sz="1200">
              <a:latin typeface="Arial"/>
              <a:ea typeface="Verdana"/>
            </a:endParaRPr>
          </a:p>
          <a:p>
            <a:pPr marL="781050" lvl="1" indent="-232410">
              <a:buFont typeface="Arial" panose="020B0604020202020204" pitchFamily="34" charset="0"/>
            </a:pPr>
            <a:r>
              <a:rPr lang="en-US" sz="1200">
                <a:solidFill>
                  <a:srgbClr val="1C1917"/>
                </a:solidFill>
                <a:latin typeface="Arial"/>
                <a:ea typeface="Verdana"/>
              </a:rPr>
              <a:t>Manual override of calculated account values on individual basis.</a:t>
            </a:r>
            <a:endParaRPr lang="en-US" sz="1200">
              <a:latin typeface="Arial"/>
              <a:ea typeface="Verdana"/>
            </a:endParaRPr>
          </a:p>
        </p:txBody>
      </p:sp>
    </p:spTree>
    <p:extLst>
      <p:ext uri="{BB962C8B-B14F-4D97-AF65-F5344CB8AC3E}">
        <p14:creationId xmlns:p14="http://schemas.microsoft.com/office/powerpoint/2010/main" val="1817286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230E9-B667-1EF5-A755-F6A5715A239A}"/>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C1AE275A-CEFD-10BC-2F9C-133A86955A8C}"/>
              </a:ext>
            </a:extLst>
          </p:cNvPr>
          <p:cNvGraphicFramePr>
            <a:graphicFrameLocks noGrp="1"/>
          </p:cNvGraphicFramePr>
          <p:nvPr>
            <p:extLst>
              <p:ext uri="{D42A27DB-BD31-4B8C-83A1-F6EECF244321}">
                <p14:modId xmlns:p14="http://schemas.microsoft.com/office/powerpoint/2010/main" val="2360301881"/>
              </p:ext>
            </p:extLst>
          </p:nvPr>
        </p:nvGraphicFramePr>
        <p:xfrm>
          <a:off x="604632" y="1345162"/>
          <a:ext cx="10720406" cy="3840739"/>
        </p:xfrm>
        <a:graphic>
          <a:graphicData uri="http://schemas.openxmlformats.org/drawingml/2006/table">
            <a:tbl>
              <a:tblPr firstRow="1" bandRow="1">
                <a:tableStyleId>{793D81CF-94F2-401A-BA57-92F5A7B2D0C5}</a:tableStyleId>
              </a:tblPr>
              <a:tblGrid>
                <a:gridCol w="2693609">
                  <a:extLst>
                    <a:ext uri="{9D8B030D-6E8A-4147-A177-3AD203B41FA5}">
                      <a16:colId xmlns:a16="http://schemas.microsoft.com/office/drawing/2014/main" val="3697837074"/>
                    </a:ext>
                  </a:extLst>
                </a:gridCol>
                <a:gridCol w="5170481">
                  <a:extLst>
                    <a:ext uri="{9D8B030D-6E8A-4147-A177-3AD203B41FA5}">
                      <a16:colId xmlns:a16="http://schemas.microsoft.com/office/drawing/2014/main" val="2947779872"/>
                    </a:ext>
                  </a:extLst>
                </a:gridCol>
                <a:gridCol w="2856316">
                  <a:extLst>
                    <a:ext uri="{9D8B030D-6E8A-4147-A177-3AD203B41FA5}">
                      <a16:colId xmlns:a16="http://schemas.microsoft.com/office/drawing/2014/main" val="3748911495"/>
                    </a:ext>
                  </a:extLst>
                </a:gridCol>
              </a:tblGrid>
              <a:tr h="585210">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Generic module name</a:t>
                      </a:r>
                    </a:p>
                  </a:txBody>
                  <a:tcPr anchor="ctr">
                    <a:solidFill>
                      <a:srgbClr val="0C314B"/>
                    </a:solidFill>
                  </a:tcPr>
                </a:tc>
                <a:tc>
                  <a:txBody>
                    <a:bodyPr/>
                    <a:lstStyle/>
                    <a:p>
                      <a:pPr lvl="0" algn="ctr">
                        <a:buNone/>
                      </a:pPr>
                      <a:r>
                        <a:rPr lang="en-US" sz="1600">
                          <a:solidFill>
                            <a:schemeClr val="bg1"/>
                          </a:solidFill>
                          <a:effectLst/>
                          <a:latin typeface="Arial" panose="020B0604020202020204" pitchFamily="34" charset="0"/>
                          <a:cs typeface="Arial" panose="020B0604020202020204" pitchFamily="34" charset="0"/>
                        </a:rPr>
                        <a:t>Description</a:t>
                      </a:r>
                    </a:p>
                  </a:txBody>
                  <a:tcPr anchor="ctr">
                    <a:solidFill>
                      <a:srgbClr val="0C314B"/>
                    </a:solidFill>
                  </a:tcPr>
                </a:tc>
                <a:tc>
                  <a:txBody>
                    <a:bodyPr/>
                    <a:lstStyle/>
                    <a:p>
                      <a:pPr algn="ctr" rtl="0" fontAlgn="base"/>
                      <a:r>
                        <a:rPr lang="en-US" sz="1600">
                          <a:solidFill>
                            <a:schemeClr val="bg1"/>
                          </a:solidFill>
                          <a:effectLst/>
                          <a:latin typeface="Arial" panose="020B0604020202020204" pitchFamily="34" charset="0"/>
                          <a:cs typeface="Arial" panose="020B0604020202020204" pitchFamily="34" charset="0"/>
                        </a:rPr>
                        <a:t>Guided setup</a:t>
                      </a:r>
                      <a:br>
                        <a:rPr lang="en-US" sz="1600">
                          <a:solidFill>
                            <a:schemeClr val="bg1"/>
                          </a:solidFill>
                          <a:effectLst/>
                          <a:latin typeface="Arial" panose="020B0604020202020204" pitchFamily="34" charset="0"/>
                          <a:cs typeface="Arial" panose="020B0604020202020204" pitchFamily="34" charset="0"/>
                        </a:rPr>
                      </a:br>
                      <a:r>
                        <a:rPr lang="en-US" sz="1600">
                          <a:solidFill>
                            <a:schemeClr val="bg1"/>
                          </a:solidFill>
                          <a:effectLst/>
                          <a:latin typeface="Arial" panose="020B0604020202020204" pitchFamily="34" charset="0"/>
                          <a:cs typeface="Arial" panose="020B0604020202020204" pitchFamily="34" charset="0"/>
                        </a:rPr>
                        <a:t>inputs / explanation</a:t>
                      </a:r>
                      <a:endParaRPr lang="en-US">
                        <a:solidFill>
                          <a:schemeClr val="bg1"/>
                        </a:solidFill>
                        <a:effectLst/>
                        <a:latin typeface="Arial" panose="020B0604020202020204" pitchFamily="34" charset="0"/>
                        <a:cs typeface="Arial" panose="020B0604020202020204" pitchFamily="34" charset="0"/>
                      </a:endParaRPr>
                    </a:p>
                  </a:txBody>
                  <a:tcPr anchor="ctr">
                    <a:solidFill>
                      <a:srgbClr val="0C314B"/>
                    </a:solidFill>
                  </a:tcPr>
                </a:tc>
                <a:extLst>
                  <a:ext uri="{0D108BD9-81ED-4DB2-BD59-A6C34878D82A}">
                    <a16:rowId xmlns:a16="http://schemas.microsoft.com/office/drawing/2014/main" val="737408206"/>
                  </a:ext>
                </a:extLst>
              </a:tr>
              <a:tr h="593288">
                <a:tc>
                  <a:txBody>
                    <a:bodyPr/>
                    <a:lstStyle/>
                    <a:p>
                      <a:r>
                        <a:rPr lang="en-US" sz="1200">
                          <a:latin typeface="Arial" panose="020B0604020202020204" pitchFamily="34" charset="0"/>
                          <a:cs typeface="Arial" panose="020B0604020202020204" pitchFamily="34" charset="0"/>
                        </a:rPr>
                        <a:t>Hist Metrics</a:t>
                      </a:r>
                    </a:p>
                  </a:txBody>
                  <a:tcPr anchor="ctr">
                    <a:solidFill>
                      <a:srgbClr val="F3F1EE"/>
                    </a:solidFill>
                  </a:tcPr>
                </a:tc>
                <a:tc>
                  <a:txBody>
                    <a:bodyPr/>
                    <a:lstStyle/>
                    <a:p>
                      <a:r>
                        <a:rPr lang="en-US" sz="1200">
                          <a:latin typeface="Arial" panose="020B0604020202020204" pitchFamily="34" charset="0"/>
                          <a:cs typeface="Arial" panose="020B0604020202020204" pitchFamily="34" charset="0"/>
                        </a:rPr>
                        <a:t>Provides reporting on historical data to include things like PY sales, CY sales, number of accounts, average PY sales, YoY growth %.</a:t>
                      </a:r>
                    </a:p>
                  </a:txBody>
                  <a:tcPr anchor="ctr">
                    <a:solidFill>
                      <a:srgbClr val="F3F1EE"/>
                    </a:solidFill>
                  </a:tcPr>
                </a:tc>
                <a:tc>
                  <a:txBody>
                    <a:bodyPr/>
                    <a:lstStyle/>
                    <a:p>
                      <a:pPr lvl="0" algn="l">
                        <a:lnSpc>
                          <a:spcPct val="100000"/>
                        </a:lnSpc>
                        <a:spcBef>
                          <a:spcPts val="0"/>
                        </a:spcBef>
                        <a:spcAft>
                          <a:spcPts val="0"/>
                        </a:spcAft>
                        <a:buNone/>
                      </a:pPr>
                      <a:r>
                        <a:rPr lang="en-US" sz="1200" b="0" i="0" u="none" strike="noStrike" noProof="0">
                          <a:solidFill>
                            <a:srgbClr val="000000"/>
                          </a:solidFill>
                          <a:latin typeface="Arial" panose="020B0604020202020204" pitchFamily="34" charset="0"/>
                          <a:cs typeface="Arial" panose="020B0604020202020204" pitchFamily="34" charset="0"/>
                        </a:rPr>
                        <a:t>Module will get replicated by selected attributes in guided setup and will include line items input in guided setup </a:t>
                      </a:r>
                    </a:p>
                  </a:txBody>
                  <a:tcPr anchor="ctr">
                    <a:solidFill>
                      <a:srgbClr val="F3F1EE"/>
                    </a:solidFill>
                  </a:tcPr>
                </a:tc>
                <a:extLst>
                  <a:ext uri="{0D108BD9-81ED-4DB2-BD59-A6C34878D82A}">
                    <a16:rowId xmlns:a16="http://schemas.microsoft.com/office/drawing/2014/main" val="1534925166"/>
                  </a:ext>
                </a:extLst>
              </a:tr>
              <a:tr h="605912">
                <a:tc>
                  <a:txBody>
                    <a:bodyPr/>
                    <a:lstStyle/>
                    <a:p>
                      <a:r>
                        <a:rPr lang="en-US" sz="1200">
                          <a:latin typeface="Arial" panose="020B0604020202020204" pitchFamily="34" charset="0"/>
                          <a:cs typeface="Arial" panose="020B0604020202020204" pitchFamily="34" charset="0"/>
                        </a:rPr>
                        <a:t>INPUT: Account Lift by Account Attribute</a:t>
                      </a:r>
                    </a:p>
                  </a:txBody>
                  <a:tcPr anchor="ctr"/>
                </a:tc>
                <a:tc>
                  <a:txBody>
                    <a:bodyPr/>
                    <a:lstStyle/>
                    <a:p>
                      <a:r>
                        <a:rPr lang="en-US" sz="1200">
                          <a:latin typeface="Arial" panose="020B0604020202020204" pitchFamily="34" charset="0"/>
                          <a:cs typeface="Arial" panose="020B0604020202020204" pitchFamily="34" charset="0"/>
                        </a:rPr>
                        <a:t>Input module for the lift factor to be applied to account attribute used to calculate potential account value.</a:t>
                      </a:r>
                    </a:p>
                  </a:txBody>
                  <a:tcPr anchor="ctr"/>
                </a:tc>
                <a:tc>
                  <a:txBody>
                    <a:bodyPr/>
                    <a:lstStyle/>
                    <a:p>
                      <a:pPr lvl="0">
                        <a:buNone/>
                      </a:pPr>
                      <a:endParaRPr lang="en-US" sz="12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431287782"/>
                  </a:ext>
                </a:extLst>
              </a:tr>
              <a:tr h="580665">
                <a:tc>
                  <a:txBody>
                    <a:bodyPr/>
                    <a:lstStyle/>
                    <a:p>
                      <a:pPr lvl="0">
                        <a:buNone/>
                      </a:pPr>
                      <a:r>
                        <a:rPr lang="en-US" sz="1200">
                          <a:latin typeface="Arial" panose="020B0604020202020204" pitchFamily="34" charset="0"/>
                          <a:cs typeface="Arial" panose="020B0604020202020204" pitchFamily="34" charset="0"/>
                        </a:rPr>
                        <a:t>INPUT: Account Value</a:t>
                      </a:r>
                    </a:p>
                  </a:txBody>
                  <a:tcPr anchor="ctr">
                    <a:solidFill>
                      <a:srgbClr val="F3F1EE"/>
                    </a:solidFill>
                  </a:tcPr>
                </a:tc>
                <a:tc>
                  <a:txBody>
                    <a:bodyPr/>
                    <a:lstStyle/>
                    <a:p>
                      <a:pPr lvl="0">
                        <a:buNone/>
                      </a:pPr>
                      <a:r>
                        <a:rPr lang="en-US" sz="1200">
                          <a:latin typeface="Arial" panose="020B0604020202020204" pitchFamily="34" charset="0"/>
                          <a:cs typeface="Arial" panose="020B0604020202020204" pitchFamily="34" charset="0"/>
                        </a:rPr>
                        <a:t>Input module for default growth factor and for choosing default method to calculate potential spend.</a:t>
                      </a:r>
                    </a:p>
                  </a:txBody>
                  <a:tcPr anchor="ctr">
                    <a:solidFill>
                      <a:srgbClr val="F3F1EE"/>
                    </a:solidFill>
                  </a:tcPr>
                </a:tc>
                <a:tc>
                  <a:txBody>
                    <a:bodyPr/>
                    <a:lstStyle/>
                    <a:p>
                      <a:pPr lvl="0">
                        <a:buNone/>
                      </a:pPr>
                      <a:endParaRPr lang="en-US" sz="1200">
                        <a:latin typeface="Arial" panose="020B0604020202020204" pitchFamily="34" charset="0"/>
                        <a:cs typeface="Arial" panose="020B0604020202020204" pitchFamily="34" charset="0"/>
                      </a:endParaRPr>
                    </a:p>
                  </a:txBody>
                  <a:tcPr anchor="ctr">
                    <a:solidFill>
                      <a:srgbClr val="F3F1EE"/>
                    </a:solidFill>
                  </a:tcPr>
                </a:tc>
                <a:extLst>
                  <a:ext uri="{0D108BD9-81ED-4DB2-BD59-A6C34878D82A}">
                    <a16:rowId xmlns:a16="http://schemas.microsoft.com/office/drawing/2014/main" val="3669100209"/>
                  </a:ext>
                </a:extLst>
              </a:tr>
              <a:tr h="605912">
                <a:tc>
                  <a:txBody>
                    <a:bodyPr/>
                    <a:lstStyle/>
                    <a:p>
                      <a:pPr lvl="0">
                        <a:buNone/>
                      </a:pPr>
                      <a:r>
                        <a:rPr lang="en-US" sz="1200">
                          <a:latin typeface="Arial" panose="020B0604020202020204" pitchFamily="34" charset="0"/>
                          <a:cs typeface="Arial" panose="020B0604020202020204" pitchFamily="34" charset="0"/>
                        </a:rPr>
                        <a:t>Addressable Market</a:t>
                      </a:r>
                    </a:p>
                  </a:txBody>
                  <a:tcPr anchor="ctr"/>
                </a:tc>
                <a:tc>
                  <a:txBody>
                    <a:bodyPr/>
                    <a:lstStyle/>
                    <a:p>
                      <a:pPr lvl="0">
                        <a:buNone/>
                      </a:pPr>
                      <a:r>
                        <a:rPr lang="en-US" sz="1200">
                          <a:latin typeface="Arial" panose="020B0604020202020204" pitchFamily="34" charset="0"/>
                          <a:cs typeface="Arial" panose="020B0604020202020204" pitchFamily="34" charset="0"/>
                        </a:rPr>
                        <a:t>Input module to load addressable market.</a:t>
                      </a:r>
                    </a:p>
                  </a:txBody>
                  <a:tcPr anchor="ctr"/>
                </a:tc>
                <a:tc>
                  <a:txBody>
                    <a:bodyPr/>
                    <a:lstStyle/>
                    <a:p>
                      <a:pPr lvl="0">
                        <a:buNone/>
                      </a:pPr>
                      <a:r>
                        <a:rPr lang="en-US" sz="1200">
                          <a:latin typeface="Arial" panose="020B0604020202020204" pitchFamily="34" charset="0"/>
                          <a:cs typeface="Arial" panose="020B0604020202020204" pitchFamily="34" charset="0"/>
                        </a:rPr>
                        <a:t>Dimensionality selected in configurator </a:t>
                      </a:r>
                    </a:p>
                  </a:txBody>
                  <a:tcPr anchor="ctr"/>
                </a:tc>
                <a:extLst>
                  <a:ext uri="{0D108BD9-81ED-4DB2-BD59-A6C34878D82A}">
                    <a16:rowId xmlns:a16="http://schemas.microsoft.com/office/drawing/2014/main" val="3132130153"/>
                  </a:ext>
                </a:extLst>
              </a:tr>
              <a:tr h="605912">
                <a:tc>
                  <a:txBody>
                    <a:bodyPr/>
                    <a:lstStyle/>
                    <a:p>
                      <a:pPr lvl="0">
                        <a:buNone/>
                      </a:pPr>
                      <a:r>
                        <a:rPr lang="en-US" sz="1200">
                          <a:latin typeface="Arial" panose="020B0604020202020204" pitchFamily="34" charset="0"/>
                          <a:cs typeface="Arial" panose="020B0604020202020204" pitchFamily="34" charset="0"/>
                        </a:rPr>
                        <a:t>Potential Account Value by Account</a:t>
                      </a:r>
                    </a:p>
                  </a:txBody>
                  <a:tcPr anchor="ctr"/>
                </a:tc>
                <a:tc>
                  <a:txBody>
                    <a:bodyPr/>
                    <a:lstStyle/>
                    <a:p>
                      <a:pPr lvl="0">
                        <a:buNone/>
                      </a:pPr>
                      <a:r>
                        <a:rPr lang="en-US" sz="1200">
                          <a:latin typeface="Arial" panose="020B0604020202020204" pitchFamily="34" charset="0"/>
                          <a:cs typeface="Arial" panose="020B0604020202020204" pitchFamily="34" charset="0"/>
                        </a:rPr>
                        <a:t>Calculates potential spend for each account.  Uses the methods defined in the</a:t>
                      </a:r>
                    </a:p>
                  </a:txBody>
                  <a:tcPr anchor="ctr"/>
                </a:tc>
                <a:tc>
                  <a:txBody>
                    <a:bodyPr/>
                    <a:lstStyle/>
                    <a:p>
                      <a:pPr lvl="0">
                        <a:buNone/>
                      </a:pPr>
                      <a:r>
                        <a:rPr lang="en-US" sz="1200">
                          <a:latin typeface="Arial" panose="020B0604020202020204" pitchFamily="34" charset="0"/>
                          <a:cs typeface="Arial" panose="020B0604020202020204" pitchFamily="34" charset="0"/>
                        </a:rPr>
                        <a:t>Set up methods for calculating potential growth </a:t>
                      </a:r>
                    </a:p>
                    <a:p>
                      <a:pPr lvl="0">
                        <a:buNone/>
                      </a:pPr>
                      <a:r>
                        <a:rPr lang="en-US" sz="1200">
                          <a:latin typeface="Arial" panose="020B0604020202020204" pitchFamily="34" charset="0"/>
                          <a:cs typeface="Arial" panose="020B0604020202020204" pitchFamily="34" charset="0"/>
                        </a:rPr>
                        <a:t>Select account attributes that will be displayed</a:t>
                      </a:r>
                    </a:p>
                  </a:txBody>
                  <a:tcPr anchor="ctr"/>
                </a:tc>
                <a:extLst>
                  <a:ext uri="{0D108BD9-81ED-4DB2-BD59-A6C34878D82A}">
                    <a16:rowId xmlns:a16="http://schemas.microsoft.com/office/drawing/2014/main" val="1611487712"/>
                  </a:ext>
                </a:extLst>
              </a:tr>
            </a:tbl>
          </a:graphicData>
        </a:graphic>
      </p:graphicFrame>
      <p:sp>
        <p:nvSpPr>
          <p:cNvPr id="4" name="Title 1">
            <a:extLst>
              <a:ext uri="{FF2B5EF4-FFF2-40B4-BE49-F238E27FC236}">
                <a16:creationId xmlns:a16="http://schemas.microsoft.com/office/drawing/2014/main" id="{E1DABDF0-642D-B083-E53E-ADF927979DCC}"/>
              </a:ext>
            </a:extLst>
          </p:cNvPr>
          <p:cNvSpPr txBox="1">
            <a:spLocks/>
          </p:cNvSpPr>
          <p:nvPr/>
        </p:nvSpPr>
        <p:spPr>
          <a:xfrm>
            <a:off x="604632" y="364934"/>
            <a:ext cx="10983484" cy="451405"/>
          </a:xfrm>
          <a:prstGeom prst="rect">
            <a:avLst/>
          </a:prstGeom>
        </p:spPr>
        <p:txBody>
          <a:bodyPr lIns="0" tIns="60960" rIns="0" bIns="60960" anchor="t"/>
          <a:lstStyle>
            <a:lvl1pPr algn="l" defTabSz="1219170" rtl="0" eaLnBrk="1" latinLnBrk="0" hangingPunct="1">
              <a:spcBef>
                <a:spcPct val="0"/>
              </a:spcBef>
              <a:buNone/>
              <a:defRPr sz="2400" b="1" i="0" kern="1200">
                <a:solidFill>
                  <a:schemeClr val="bg2"/>
                </a:solidFill>
                <a:latin typeface="Arial" panose="020B0604020202020204" pitchFamily="34" charset="0"/>
                <a:ea typeface="Verdana" charset="0"/>
                <a:cs typeface="Arial" panose="020B0604020202020204" pitchFamily="34" charset="0"/>
              </a:defRPr>
            </a:lvl1pPr>
          </a:lstStyle>
          <a:p>
            <a:r>
              <a:rPr lang="en-US">
                <a:solidFill>
                  <a:schemeClr val="tx2"/>
                </a:solidFill>
                <a:latin typeface="Arial"/>
                <a:ea typeface="Verdana"/>
                <a:cs typeface="Arial"/>
              </a:rPr>
              <a:t>Historical data, addressable market, and potential account value</a:t>
            </a:r>
            <a:br>
              <a:rPr lang="en-US" sz="1700">
                <a:solidFill>
                  <a:schemeClr val="tx2"/>
                </a:solidFill>
                <a:latin typeface="Arial"/>
                <a:ea typeface="Verdana"/>
                <a:cs typeface="Arial"/>
              </a:rPr>
            </a:br>
            <a:r>
              <a:rPr lang="en-GB" sz="2000">
                <a:solidFill>
                  <a:schemeClr val="accent1"/>
                </a:solidFill>
              </a:rPr>
              <a:t>Key modules</a:t>
            </a:r>
            <a:endParaRPr lang="en-GB" sz="2000">
              <a:solidFill>
                <a:schemeClr val="accent1"/>
              </a:solidFill>
              <a:latin typeface="Arial"/>
              <a:ea typeface="Verdana"/>
              <a:cs typeface="Arial"/>
            </a:endParaRPr>
          </a:p>
        </p:txBody>
      </p:sp>
    </p:spTree>
    <p:extLst>
      <p:ext uri="{BB962C8B-B14F-4D97-AF65-F5344CB8AC3E}">
        <p14:creationId xmlns:p14="http://schemas.microsoft.com/office/powerpoint/2010/main" val="3830934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company&#10;&#10;Description automatically generated">
            <a:extLst>
              <a:ext uri="{FF2B5EF4-FFF2-40B4-BE49-F238E27FC236}">
                <a16:creationId xmlns:a16="http://schemas.microsoft.com/office/drawing/2014/main" id="{AA182316-C2FD-2FEA-1749-AD09EB29F439}"/>
              </a:ext>
            </a:extLst>
          </p:cNvPr>
          <p:cNvPicPr>
            <a:picLocks noGrp="1" noChangeAspect="1"/>
          </p:cNvPicPr>
          <p:nvPr>
            <p:ph idx="1"/>
          </p:nvPr>
        </p:nvPicPr>
        <p:blipFill>
          <a:blip r:embed="rId2"/>
          <a:stretch>
            <a:fillRect/>
          </a:stretch>
        </p:blipFill>
        <p:spPr>
          <a:xfrm>
            <a:off x="2244503" y="1160694"/>
            <a:ext cx="6766492" cy="5256323"/>
          </a:xfrm>
        </p:spPr>
      </p:pic>
      <p:sp>
        <p:nvSpPr>
          <p:cNvPr id="8" name="Title 1">
            <a:extLst>
              <a:ext uri="{FF2B5EF4-FFF2-40B4-BE49-F238E27FC236}">
                <a16:creationId xmlns:a16="http://schemas.microsoft.com/office/drawing/2014/main" id="{9F3C64F5-21EA-EBAB-35BF-9B3942EB3883}"/>
              </a:ext>
            </a:extLst>
          </p:cNvPr>
          <p:cNvSpPr txBox="1">
            <a:spLocks/>
          </p:cNvSpPr>
          <p:nvPr/>
        </p:nvSpPr>
        <p:spPr>
          <a:xfrm>
            <a:off x="604632" y="364934"/>
            <a:ext cx="10983484" cy="451405"/>
          </a:xfrm>
          <a:prstGeom prst="rect">
            <a:avLst/>
          </a:prstGeom>
        </p:spPr>
        <p:txBody>
          <a:bodyPr lIns="0" tIns="60960" rIns="0" bIns="60960" anchor="t"/>
          <a:lstStyle>
            <a:lvl1pPr algn="l" defTabSz="1219170" rtl="0" eaLnBrk="1" latinLnBrk="0" hangingPunct="1">
              <a:spcBef>
                <a:spcPct val="0"/>
              </a:spcBef>
              <a:buNone/>
              <a:defRPr sz="2400" b="1" i="0" kern="1200">
                <a:solidFill>
                  <a:schemeClr val="bg2"/>
                </a:solidFill>
                <a:latin typeface="Arial" panose="020B0604020202020204" pitchFamily="34" charset="0"/>
                <a:ea typeface="Verdana" charset="0"/>
                <a:cs typeface="Arial" panose="020B0604020202020204" pitchFamily="34" charset="0"/>
              </a:defRPr>
            </a:lvl1pPr>
          </a:lstStyle>
          <a:p>
            <a:r>
              <a:rPr lang="en-US">
                <a:solidFill>
                  <a:schemeClr val="tx2"/>
                </a:solidFill>
                <a:latin typeface="Arial"/>
                <a:ea typeface="Verdana"/>
                <a:cs typeface="Arial"/>
              </a:rPr>
              <a:t>Historical data, addressable market, and potential account value </a:t>
            </a:r>
          </a:p>
          <a:p>
            <a:r>
              <a:rPr lang="en-GB" sz="2000">
                <a:solidFill>
                  <a:schemeClr val="accent1"/>
                </a:solidFill>
                <a:latin typeface="Arial"/>
                <a:ea typeface="Verdana"/>
                <a:cs typeface="Arial"/>
              </a:rPr>
              <a:t>Diagram</a:t>
            </a:r>
          </a:p>
          <a:p>
            <a:endParaRPr lang="en-GB">
              <a:solidFill>
                <a:srgbClr val="1C2345"/>
              </a:solidFill>
              <a:latin typeface="Arial"/>
              <a:ea typeface="Verdana"/>
              <a:cs typeface="Arial"/>
            </a:endParaRPr>
          </a:p>
        </p:txBody>
      </p:sp>
    </p:spTree>
    <p:extLst>
      <p:ext uri="{BB962C8B-B14F-4D97-AF65-F5344CB8AC3E}">
        <p14:creationId xmlns:p14="http://schemas.microsoft.com/office/powerpoint/2010/main" val="3810883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545E7C-EFCA-AC07-88E2-E14B31082B4D}"/>
              </a:ext>
            </a:extLst>
          </p:cNvPr>
          <p:cNvSpPr>
            <a:spLocks noGrp="1"/>
          </p:cNvSpPr>
          <p:nvPr>
            <p:ph idx="1"/>
          </p:nvPr>
        </p:nvSpPr>
        <p:spPr/>
        <p:txBody>
          <a:bodyPr lIns="0" tIns="45720" rIns="0" bIns="45720" anchor="t"/>
          <a:lstStyle/>
          <a:p>
            <a:pPr marL="0" indent="0">
              <a:buNone/>
            </a:pPr>
            <a:r>
              <a:rPr lang="en-US" sz="1200">
                <a:solidFill>
                  <a:srgbClr val="1C1917"/>
                </a:solidFill>
                <a:latin typeface="Arial"/>
                <a:ea typeface="Verdana"/>
                <a:cs typeface="Arial"/>
              </a:rPr>
              <a:t>Allows businesses to leverage actuals and forecasts to model different potential sales scenarios and finalize the most likely plan to use for territory, quota, and resource planning. The guided setup screens allow configuration of dimensions to match the business needs.</a:t>
            </a:r>
          </a:p>
          <a:p>
            <a:pPr marL="0" indent="0">
              <a:buNone/>
            </a:pPr>
            <a:endParaRPr lang="en-US" sz="1200">
              <a:solidFill>
                <a:srgbClr val="1C1917"/>
              </a:solidFill>
            </a:endParaRPr>
          </a:p>
          <a:p>
            <a:pPr marL="0" indent="0">
              <a:buNone/>
            </a:pPr>
            <a:r>
              <a:rPr lang="en-US" sz="1200" b="1">
                <a:solidFill>
                  <a:srgbClr val="1C1917"/>
                </a:solidFill>
                <a:latin typeface="Arial"/>
                <a:ea typeface="Verdana"/>
                <a:cs typeface="Arial"/>
              </a:rPr>
              <a:t>Create Full Current Year Forecast</a:t>
            </a:r>
          </a:p>
          <a:p>
            <a:pPr marL="232410" indent="-232410"/>
            <a:r>
              <a:rPr lang="en-US" sz="1200">
                <a:solidFill>
                  <a:srgbClr val="1C1917"/>
                </a:solidFill>
                <a:latin typeface="Arial"/>
                <a:ea typeface="Verdana"/>
                <a:cs typeface="Arial"/>
              </a:rPr>
              <a:t>Import historical and forecast sales order data from source system.</a:t>
            </a:r>
            <a:endParaRPr lang="en-US" sz="1200">
              <a:latin typeface="Arial"/>
              <a:ea typeface="Verdana"/>
              <a:cs typeface="Arial"/>
            </a:endParaRPr>
          </a:p>
          <a:p>
            <a:pPr marL="232410" indent="-232410"/>
            <a:r>
              <a:rPr lang="en-US" sz="1200">
                <a:solidFill>
                  <a:srgbClr val="1C1917"/>
                </a:solidFill>
                <a:latin typeface="Arial"/>
                <a:ea typeface="Verdana"/>
                <a:cs typeface="Arial"/>
              </a:rPr>
              <a:t>Bring in amount, products, dates, and other attributes.</a:t>
            </a:r>
            <a:endParaRPr lang="en-US" sz="1200">
              <a:latin typeface="Arial"/>
              <a:ea typeface="Verdana"/>
              <a:cs typeface="Arial"/>
            </a:endParaRPr>
          </a:p>
          <a:p>
            <a:pPr marL="232410" indent="-232410"/>
            <a:r>
              <a:rPr lang="en-US" sz="1200">
                <a:solidFill>
                  <a:srgbClr val="1C1917"/>
                </a:solidFill>
                <a:latin typeface="Arial"/>
                <a:ea typeface="Verdana"/>
                <a:cs typeface="Arial"/>
              </a:rPr>
              <a:t>Set filters to only include high probability opportunities.</a:t>
            </a:r>
            <a:endParaRPr lang="en-US" sz="1200">
              <a:latin typeface="Arial"/>
              <a:ea typeface="Verdana"/>
              <a:cs typeface="Arial"/>
            </a:endParaRPr>
          </a:p>
          <a:p>
            <a:pPr marL="232410" indent="-232410"/>
            <a:r>
              <a:rPr lang="en-US" sz="1200">
                <a:solidFill>
                  <a:srgbClr val="1C1917"/>
                </a:solidFill>
                <a:latin typeface="Arial"/>
                <a:ea typeface="Verdana"/>
                <a:cs typeface="Arial"/>
              </a:rPr>
              <a:t>Apply filters to find extremely high or low sales orders and opportunities that could skew results and allow users to input manual overrides for outliers to bring them closer to average.</a:t>
            </a:r>
            <a:endParaRPr lang="en-US" sz="1200">
              <a:latin typeface="Arial"/>
              <a:ea typeface="Verdana"/>
              <a:cs typeface="Arial"/>
            </a:endParaRPr>
          </a:p>
          <a:p>
            <a:pPr marL="232410" indent="-232410"/>
            <a:r>
              <a:rPr lang="en-US" sz="1200">
                <a:solidFill>
                  <a:srgbClr val="1C1917"/>
                </a:solidFill>
                <a:latin typeface="Arial"/>
                <a:ea typeface="Verdana"/>
                <a:cs typeface="Arial"/>
              </a:rPr>
              <a:t>Combine actual and forecast sales to project full year sales.</a:t>
            </a:r>
            <a:endParaRPr lang="en-US" sz="1200">
              <a:latin typeface="Arial"/>
              <a:ea typeface="Verdana"/>
              <a:cs typeface="Arial"/>
            </a:endParaRPr>
          </a:p>
          <a:p>
            <a:pPr marL="0" indent="0">
              <a:buNone/>
            </a:pPr>
            <a:endParaRPr lang="en-US" sz="1200">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Create two Scenario Plans by Account Attribute and by Resource </a:t>
            </a:r>
            <a:endParaRPr lang="en-US" sz="1200" b="1"/>
          </a:p>
          <a:p>
            <a:pPr marL="232410" indent="-232410"/>
            <a:r>
              <a:rPr lang="en-US" sz="1200">
                <a:solidFill>
                  <a:srgbClr val="1C1917"/>
                </a:solidFill>
                <a:latin typeface="Arial"/>
                <a:ea typeface="Verdana"/>
                <a:cs typeface="Arial"/>
              </a:rPr>
              <a:t>For both plans, define alternate scenarios like best case, most likely, worst case and apply growth assumptions to estimate next year's target.</a:t>
            </a:r>
            <a:endParaRPr lang="en-US" sz="1200">
              <a:latin typeface="Arial"/>
              <a:ea typeface="Verdana"/>
              <a:cs typeface="Arial"/>
            </a:endParaRPr>
          </a:p>
          <a:p>
            <a:pPr marL="232410" indent="-232410"/>
            <a:r>
              <a:rPr lang="en-US" sz="1200">
                <a:solidFill>
                  <a:srgbClr val="1C1917"/>
                </a:solidFill>
                <a:latin typeface="Arial"/>
                <a:ea typeface="Verdana"/>
                <a:cs typeface="Arial"/>
              </a:rPr>
              <a:t>Scenario plan by account attribute is set up by selected territory level, selected account attribute and additional dimensions.  Apply growth rates on top of full year forecast to create next year target.  </a:t>
            </a:r>
            <a:endParaRPr lang="en-US" sz="1200">
              <a:solidFill>
                <a:srgbClr val="404040"/>
              </a:solidFill>
              <a:latin typeface="Arial"/>
              <a:ea typeface="Verdana"/>
              <a:cs typeface="Arial"/>
            </a:endParaRPr>
          </a:p>
          <a:p>
            <a:pPr marL="232410" indent="-232410"/>
            <a:r>
              <a:rPr lang="en-US" sz="1200">
                <a:solidFill>
                  <a:srgbClr val="1C1917"/>
                </a:solidFill>
                <a:latin typeface="Arial"/>
                <a:ea typeface="Verdana"/>
                <a:cs typeface="Arial"/>
              </a:rPr>
              <a:t>Scenario plan by resource is set up by selected territory level, front line rep sales roles, and additional dimensions.  The plan calculates an average quota number and then applies growth rates to the number of reps to come up with next years target.  </a:t>
            </a:r>
            <a:endParaRPr lang="en-US" sz="1200"/>
          </a:p>
          <a:p>
            <a:pPr marL="0" indent="0">
              <a:buNone/>
            </a:pPr>
            <a:endParaRPr lang="en-US" sz="1200">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Analyze and Compare Scenarios</a:t>
            </a:r>
            <a:endParaRPr lang="en-US" sz="1200" b="1">
              <a:latin typeface="Arial"/>
              <a:ea typeface="Verdana"/>
              <a:cs typeface="Arial"/>
            </a:endParaRPr>
          </a:p>
          <a:p>
            <a:pPr marL="232410" indent="-232410"/>
            <a:r>
              <a:rPr lang="en-US" sz="1200">
                <a:solidFill>
                  <a:srgbClr val="1C1917"/>
                </a:solidFill>
                <a:latin typeface="Arial"/>
                <a:ea typeface="Verdana"/>
                <a:cs typeface="Arial"/>
              </a:rPr>
              <a:t>Review and compare results of different scenarios side-by-side.</a:t>
            </a:r>
            <a:endParaRPr lang="en-US" sz="1200">
              <a:latin typeface="Arial"/>
              <a:ea typeface="Verdana"/>
              <a:cs typeface="Arial"/>
            </a:endParaRPr>
          </a:p>
          <a:p>
            <a:pPr marL="232410" indent="-232410"/>
            <a:r>
              <a:rPr lang="en-US" sz="1200">
                <a:solidFill>
                  <a:srgbClr val="1C1917"/>
                </a:solidFill>
                <a:latin typeface="Arial"/>
                <a:ea typeface="Verdana"/>
                <a:cs typeface="Arial"/>
              </a:rPr>
              <a:t>Assess growth rates and variances to select final scenario plan.</a:t>
            </a:r>
            <a:endParaRPr lang="en-US" sz="1200">
              <a:latin typeface="Arial"/>
              <a:ea typeface="Verdana"/>
              <a:cs typeface="Arial"/>
            </a:endParaRPr>
          </a:p>
          <a:p>
            <a:pPr marL="232410" indent="-232410"/>
            <a:r>
              <a:rPr lang="en-US" sz="1200">
                <a:solidFill>
                  <a:srgbClr val="1C1917"/>
                </a:solidFill>
                <a:latin typeface="Arial"/>
                <a:ea typeface="Verdana"/>
                <a:cs typeface="Arial"/>
              </a:rPr>
              <a:t>Export selected scenario to use for downstream planning.</a:t>
            </a:r>
            <a:endParaRPr lang="en-US" sz="1200">
              <a:latin typeface="Arial"/>
              <a:ea typeface="Verdana"/>
              <a:cs typeface="Arial"/>
            </a:endParaRPr>
          </a:p>
          <a:p>
            <a:pPr marL="232410" indent="-232410"/>
            <a:r>
              <a:rPr lang="en-US" sz="1200">
                <a:solidFill>
                  <a:srgbClr val="1C1917"/>
                </a:solidFill>
                <a:latin typeface="Arial"/>
                <a:ea typeface="Verdana"/>
                <a:cs typeface="Arial"/>
              </a:rPr>
              <a:t>Push down scenario plan to replicate the level targets will be imported at. </a:t>
            </a:r>
            <a:endParaRPr lang="en-US" sz="1200">
              <a:latin typeface="Arial"/>
              <a:ea typeface="Verdana"/>
              <a:cs typeface="Arial"/>
            </a:endParaRPr>
          </a:p>
          <a:p>
            <a:pPr marL="232410" indent="-232410"/>
            <a:endParaRPr lang="en-US" sz="1200">
              <a:solidFill>
                <a:srgbClr val="1C1917"/>
              </a:solidFill>
            </a:endParaRPr>
          </a:p>
          <a:p>
            <a:pPr marL="232410" indent="-232410"/>
            <a:endParaRPr lang="en-US" sz="1200">
              <a:solidFill>
                <a:srgbClr val="1C1917"/>
              </a:solidFill>
            </a:endParaRPr>
          </a:p>
        </p:txBody>
      </p:sp>
      <p:sp>
        <p:nvSpPr>
          <p:cNvPr id="9" name="TextBox 8">
            <a:extLst>
              <a:ext uri="{FF2B5EF4-FFF2-40B4-BE49-F238E27FC236}">
                <a16:creationId xmlns:a16="http://schemas.microsoft.com/office/drawing/2014/main" id="{4DA1218C-6BBC-52F5-146D-9501023AC852}"/>
              </a:ext>
            </a:extLst>
          </p:cNvPr>
          <p:cNvSpPr txBox="1"/>
          <p:nvPr/>
        </p:nvSpPr>
        <p:spPr>
          <a:xfrm>
            <a:off x="495831" y="220581"/>
            <a:ext cx="11081067" cy="769441"/>
          </a:xfrm>
          <a:prstGeom prst="rect">
            <a:avLst/>
          </a:prstGeom>
          <a:noFill/>
        </p:spPr>
        <p:txBody>
          <a:bodyPr wrap="square">
            <a:spAutoFit/>
          </a:bodyPr>
          <a:lstStyle/>
          <a:p>
            <a:r>
              <a:rPr lang="en-US" sz="2400" b="1">
                <a:solidFill>
                  <a:schemeClr val="tx2"/>
                </a:solidFill>
                <a:latin typeface="Arial"/>
                <a:ea typeface="Verdana"/>
                <a:cs typeface="Arial"/>
              </a:rPr>
              <a:t>Scenario planning</a:t>
            </a:r>
            <a:br>
              <a:rPr lang="en-US" sz="2400" b="1">
                <a:solidFill>
                  <a:schemeClr val="tx2"/>
                </a:solidFill>
                <a:latin typeface="Arial"/>
                <a:ea typeface="Verdana"/>
                <a:cs typeface="Arial"/>
              </a:rPr>
            </a:br>
            <a:r>
              <a:rPr lang="en-US" sz="2000" b="1">
                <a:solidFill>
                  <a:schemeClr val="accent1"/>
                </a:solidFill>
                <a:latin typeface="Arial"/>
                <a:ea typeface="Verdana"/>
                <a:cs typeface="Arial"/>
              </a:rPr>
              <a:t>Overview</a:t>
            </a:r>
            <a:endParaRPr lang="en-US" sz="2000" b="1"/>
          </a:p>
        </p:txBody>
      </p:sp>
    </p:spTree>
    <p:extLst>
      <p:ext uri="{BB962C8B-B14F-4D97-AF65-F5344CB8AC3E}">
        <p14:creationId xmlns:p14="http://schemas.microsoft.com/office/powerpoint/2010/main" val="244149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A6636-CBDD-6542-247E-E92CBFB28F68}"/>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Scenario planning</a:t>
            </a:r>
            <a:br>
              <a:rPr lang="en-US">
                <a:solidFill>
                  <a:schemeClr val="tx2"/>
                </a:solidFill>
                <a:latin typeface="Arial"/>
                <a:ea typeface="Verdana"/>
                <a:cs typeface="Arial"/>
              </a:rPr>
            </a:br>
            <a:r>
              <a:rPr lang="en-US" sz="2000">
                <a:solidFill>
                  <a:schemeClr val="accent1"/>
                </a:solidFill>
                <a:latin typeface="Arial"/>
                <a:ea typeface="Verdana"/>
                <a:cs typeface="Arial"/>
              </a:rPr>
              <a:t>Diagram</a:t>
            </a:r>
            <a:br>
              <a:rPr lang="en-US">
                <a:solidFill>
                  <a:schemeClr val="tx2"/>
                </a:solidFill>
                <a:latin typeface="Arial"/>
                <a:ea typeface="Verdana"/>
                <a:cs typeface="Arial"/>
              </a:rPr>
            </a:br>
            <a:endParaRPr lang="en-US">
              <a:solidFill>
                <a:schemeClr val="tx2"/>
              </a:solidFill>
            </a:endParaRPr>
          </a:p>
        </p:txBody>
      </p:sp>
      <p:pic>
        <p:nvPicPr>
          <p:cNvPr id="4" name="Content Placeholder 3" descr="A diagram of a company&amp;#39;s process&#10;&#10;Description automatically generated">
            <a:extLst>
              <a:ext uri="{FF2B5EF4-FFF2-40B4-BE49-F238E27FC236}">
                <a16:creationId xmlns:a16="http://schemas.microsoft.com/office/drawing/2014/main" id="{466363DD-C839-2B2B-72E8-A83FB641E8AC}"/>
              </a:ext>
            </a:extLst>
          </p:cNvPr>
          <p:cNvPicPr>
            <a:picLocks noGrp="1" noChangeAspect="1"/>
          </p:cNvPicPr>
          <p:nvPr>
            <p:ph idx="1"/>
          </p:nvPr>
        </p:nvPicPr>
        <p:blipFill>
          <a:blip r:embed="rId2"/>
          <a:stretch>
            <a:fillRect/>
          </a:stretch>
        </p:blipFill>
        <p:spPr>
          <a:xfrm>
            <a:off x="454615" y="1384966"/>
            <a:ext cx="10875151" cy="5256323"/>
          </a:xfrm>
        </p:spPr>
      </p:pic>
    </p:spTree>
    <p:extLst>
      <p:ext uri="{BB962C8B-B14F-4D97-AF65-F5344CB8AC3E}">
        <p14:creationId xmlns:p14="http://schemas.microsoft.com/office/powerpoint/2010/main" val="2940814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A36960-4428-41B9-0FF0-BB3A83DA9085}"/>
              </a:ext>
            </a:extLst>
          </p:cNvPr>
          <p:cNvSpPr txBox="1"/>
          <p:nvPr/>
        </p:nvSpPr>
        <p:spPr>
          <a:xfrm>
            <a:off x="613287" y="1344561"/>
            <a:ext cx="10357053" cy="523220"/>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r>
              <a:rPr lang="en-US" sz="1400" b="1"/>
              <a:t>Goal:</a:t>
            </a:r>
            <a:r>
              <a:rPr lang="en-US" sz="1400"/>
              <a:t> Assign accounts to territories to minimize imbalance (deviation from targets) while honoring business constraints (capacity, segment mix, geography).</a:t>
            </a:r>
            <a:endParaRPr lang="en-US" sz="14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5" name="TextBox 4">
            <a:extLst>
              <a:ext uri="{FF2B5EF4-FFF2-40B4-BE49-F238E27FC236}">
                <a16:creationId xmlns:a16="http://schemas.microsoft.com/office/drawing/2014/main" id="{573B4170-09C9-EE7B-A013-B8F11CD12FAA}"/>
              </a:ext>
            </a:extLst>
          </p:cNvPr>
          <p:cNvSpPr txBox="1"/>
          <p:nvPr/>
        </p:nvSpPr>
        <p:spPr>
          <a:xfrm>
            <a:off x="803787" y="2327787"/>
            <a:ext cx="9263216" cy="2677656"/>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marL="228600" indent="-228600">
              <a:buFont typeface=""/>
              <a:buChar char="•"/>
            </a:pPr>
            <a:r>
              <a:rPr lang="en-US" sz="1400"/>
              <a:t>Inputs: Accounts, Territories, hierarchy (Area → Region → Sub‑Region), target/weights.</a:t>
            </a:r>
            <a:endParaRPr lang="en-US" sz="1400">
              <a:cs typeface="Arial"/>
            </a:endParaRPr>
          </a:p>
          <a:p>
            <a:pPr marL="228600" indent="-228600">
              <a:buFont typeface=""/>
              <a:buChar char="•"/>
            </a:pPr>
            <a:endParaRPr lang="en-US" sz="1400">
              <a:cs typeface="Arial"/>
            </a:endParaRPr>
          </a:p>
          <a:p>
            <a:pPr marL="228600" indent="-228600">
              <a:buFont typeface=""/>
              <a:buChar char="•"/>
            </a:pPr>
            <a:r>
              <a:rPr lang="en-US" sz="1400"/>
              <a:t>Assignments: Proposed links of Account → Territory.</a:t>
            </a:r>
            <a:endParaRPr lang="en-US" sz="1400">
              <a:cs typeface="Arial"/>
            </a:endParaRPr>
          </a:p>
          <a:p>
            <a:pPr marL="228600" indent="-228600">
              <a:buFont typeface=""/>
              <a:buChar char="•"/>
            </a:pPr>
            <a:endParaRPr lang="en-US" sz="1400">
              <a:cs typeface="Arial"/>
            </a:endParaRPr>
          </a:p>
          <a:p>
            <a:pPr marL="228600" indent="-228600">
              <a:buFont typeface=""/>
              <a:buChar char="•"/>
            </a:pPr>
            <a:r>
              <a:rPr lang="en-US" sz="1400"/>
              <a:t>Constraints: One‑account‑one‑territory, min/max accounts per territory, segment mix bounds.</a:t>
            </a:r>
            <a:endParaRPr lang="en-US" sz="1400">
              <a:cs typeface="Arial"/>
            </a:endParaRPr>
          </a:p>
          <a:p>
            <a:pPr marL="228600" indent="-228600">
              <a:buFont typeface=""/>
              <a:buChar char="•"/>
            </a:pPr>
            <a:endParaRPr lang="en-US" sz="1400">
              <a:cs typeface="Arial"/>
            </a:endParaRPr>
          </a:p>
          <a:p>
            <a:pPr marL="228600" indent="-228600">
              <a:buFont typeface=""/>
              <a:buChar char="•"/>
            </a:pPr>
            <a:r>
              <a:rPr lang="en-US" sz="1400"/>
              <a:t>Calculations: Deviations and adjusted averages at Area/Region/Sub‑Region, run‑specific targets (Run 1/Run 2).</a:t>
            </a:r>
            <a:endParaRPr lang="en-US" sz="1400">
              <a:cs typeface="Arial"/>
            </a:endParaRPr>
          </a:p>
          <a:p>
            <a:pPr marL="228600" indent="-228600">
              <a:buFont typeface=""/>
              <a:buChar char="•"/>
            </a:pPr>
            <a:endParaRPr lang="en-US" sz="1400">
              <a:cs typeface="Arial"/>
            </a:endParaRPr>
          </a:p>
          <a:p>
            <a:pPr marL="228600" indent="-228600">
              <a:buFont typeface=""/>
              <a:buChar char="•"/>
            </a:pPr>
            <a:r>
              <a:rPr lang="en-US" sz="1400"/>
              <a:t>Optimization: Balancing equations aggregate penalties; optimizer searches for feasible, low‑deviation assignments.</a:t>
            </a:r>
            <a:endParaRPr lang="en-US" sz="1400">
              <a:cs typeface="Arial"/>
            </a:endParaRPr>
          </a:p>
          <a:p>
            <a:pPr marL="228600" indent="-228600">
              <a:buFont typeface=""/>
              <a:buChar char="•"/>
            </a:pPr>
            <a:endParaRPr lang="en-US" sz="1400">
              <a:cs typeface="Arial"/>
            </a:endParaRPr>
          </a:p>
          <a:p>
            <a:pPr marL="228600" indent="-228600">
              <a:buFont typeface=""/>
              <a:buChar char="•"/>
            </a:pPr>
            <a:r>
              <a:rPr lang="en-US" sz="1400"/>
              <a:t>Outputs: Final assignments, counts per territory, KPI deltas vs targets.</a:t>
            </a:r>
            <a:endParaRPr lang="en-US" sz="1400">
              <a:cs typeface="Arial"/>
            </a:endParaRPr>
          </a:p>
        </p:txBody>
      </p:sp>
      <p:sp>
        <p:nvSpPr>
          <p:cNvPr id="6" name="Rectangle 5">
            <a:extLst>
              <a:ext uri="{FF2B5EF4-FFF2-40B4-BE49-F238E27FC236}">
                <a16:creationId xmlns:a16="http://schemas.microsoft.com/office/drawing/2014/main" id="{157DC0BB-5465-C560-FACB-C9ACB27043A3}"/>
              </a:ext>
            </a:extLst>
          </p:cNvPr>
          <p:cNvSpPr/>
          <p:nvPr/>
        </p:nvSpPr>
        <p:spPr>
          <a:xfrm>
            <a:off x="802558" y="4600267"/>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latin typeface="Arial" panose="020B0604020202020204" pitchFamily="34" charset="0"/>
              <a:ea typeface="Verdana" charset="0"/>
              <a:cs typeface="Arial" panose="020B0604020202020204" pitchFamily="34" charset="0"/>
            </a:endParaRPr>
          </a:p>
        </p:txBody>
      </p:sp>
      <p:sp>
        <p:nvSpPr>
          <p:cNvPr id="695" name="TextBox 694">
            <a:extLst>
              <a:ext uri="{FF2B5EF4-FFF2-40B4-BE49-F238E27FC236}">
                <a16:creationId xmlns:a16="http://schemas.microsoft.com/office/drawing/2014/main" id="{F303D580-494F-10AD-AA86-B69FAED67DB9}"/>
              </a:ext>
            </a:extLst>
          </p:cNvPr>
          <p:cNvSpPr txBox="1"/>
          <p:nvPr/>
        </p:nvSpPr>
        <p:spPr>
          <a:xfrm>
            <a:off x="1664723" y="5645867"/>
            <a:ext cx="9734549" cy="338554"/>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r>
              <a:rPr lang="en-US" sz="1600">
                <a:solidFill>
                  <a:schemeClr val="tx2"/>
                </a:solidFill>
                <a:ea typeface="+mn-lt"/>
                <a:cs typeface="+mn-lt"/>
              </a:rPr>
              <a:t>Accounts + Territories → Constraints → Calculations → Optimization → Outputs</a:t>
            </a: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697" name="TextBox 696">
            <a:extLst>
              <a:ext uri="{FF2B5EF4-FFF2-40B4-BE49-F238E27FC236}">
                <a16:creationId xmlns:a16="http://schemas.microsoft.com/office/drawing/2014/main" id="{5F1AD2FD-4073-E192-BA3D-F05167C5F934}"/>
              </a:ext>
            </a:extLst>
          </p:cNvPr>
          <p:cNvSpPr txBox="1"/>
          <p:nvPr/>
        </p:nvSpPr>
        <p:spPr>
          <a:xfrm>
            <a:off x="458960" y="183710"/>
            <a:ext cx="11081067" cy="769441"/>
          </a:xfrm>
          <a:prstGeom prst="rect">
            <a:avLst/>
          </a:prstGeom>
          <a:noFill/>
        </p:spPr>
        <p:txBody>
          <a:bodyPr wrap="square" lIns="91440" tIns="45720" rIns="91440" bIns="45720" anchor="t">
            <a:spAutoFit/>
          </a:bodyPr>
          <a:lstStyle/>
          <a:p>
            <a:r>
              <a:rPr lang="en-US" sz="2400" b="1">
                <a:solidFill>
                  <a:schemeClr val="tx2"/>
                </a:solidFill>
                <a:latin typeface="Arial"/>
                <a:ea typeface="Verdana"/>
                <a:cs typeface="Arial"/>
              </a:rPr>
              <a:t>Sales Territories Optimizer</a:t>
            </a:r>
            <a:br>
              <a:rPr lang="en-US" sz="2400" b="1">
                <a:latin typeface="Arial"/>
                <a:ea typeface="Verdana"/>
                <a:cs typeface="Arial"/>
              </a:rPr>
            </a:br>
            <a:r>
              <a:rPr lang="en-US" sz="2000" b="1">
                <a:solidFill>
                  <a:schemeClr val="accent1"/>
                </a:solidFill>
                <a:latin typeface="Arial"/>
                <a:ea typeface="Verdana"/>
                <a:cs typeface="Arial"/>
              </a:rPr>
              <a:t>Overview</a:t>
            </a:r>
            <a:endParaRPr lang="en-US" sz="2000" b="1">
              <a:solidFill>
                <a:schemeClr val="accent1"/>
              </a:solidFill>
              <a:cs typeface="Arial"/>
            </a:endParaRPr>
          </a:p>
        </p:txBody>
      </p:sp>
    </p:spTree>
    <p:extLst>
      <p:ext uri="{BB962C8B-B14F-4D97-AF65-F5344CB8AC3E}">
        <p14:creationId xmlns:p14="http://schemas.microsoft.com/office/powerpoint/2010/main" val="3213076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diagram&#10;&#10;AI-generated content may be incorrect.">
            <a:extLst>
              <a:ext uri="{FF2B5EF4-FFF2-40B4-BE49-F238E27FC236}">
                <a16:creationId xmlns:a16="http://schemas.microsoft.com/office/drawing/2014/main" id="{893068C6-CEF6-42B1-0668-17110A7A4D71}"/>
              </a:ext>
            </a:extLst>
          </p:cNvPr>
          <p:cNvPicPr>
            <a:picLocks noGrp="1" noChangeAspect="1"/>
          </p:cNvPicPr>
          <p:nvPr>
            <p:ph idx="1"/>
          </p:nvPr>
        </p:nvPicPr>
        <p:blipFill>
          <a:blip r:embed="rId2"/>
          <a:stretch>
            <a:fillRect/>
          </a:stretch>
        </p:blipFill>
        <p:spPr>
          <a:xfrm>
            <a:off x="602811" y="2504208"/>
            <a:ext cx="10983484" cy="2511042"/>
          </a:xfrm>
          <a:prstGeom prst="rect">
            <a:avLst/>
          </a:prstGeom>
        </p:spPr>
      </p:pic>
      <p:sp>
        <p:nvSpPr>
          <p:cNvPr id="5" name="TextBox 4">
            <a:extLst>
              <a:ext uri="{FF2B5EF4-FFF2-40B4-BE49-F238E27FC236}">
                <a16:creationId xmlns:a16="http://schemas.microsoft.com/office/drawing/2014/main" id="{FC050E49-2441-A82A-F658-76BC5FE8AEFD}"/>
              </a:ext>
            </a:extLst>
          </p:cNvPr>
          <p:cNvSpPr txBox="1"/>
          <p:nvPr/>
        </p:nvSpPr>
        <p:spPr>
          <a:xfrm>
            <a:off x="458960" y="183710"/>
            <a:ext cx="11081067" cy="769441"/>
          </a:xfrm>
          <a:prstGeom prst="rect">
            <a:avLst/>
          </a:prstGeom>
          <a:noFill/>
        </p:spPr>
        <p:txBody>
          <a:bodyPr wrap="square" lIns="91440" tIns="45720" rIns="91440" bIns="45720" anchor="t">
            <a:spAutoFit/>
          </a:bodyPr>
          <a:lstStyle/>
          <a:p>
            <a:r>
              <a:rPr lang="en-US" sz="2400" b="1">
                <a:solidFill>
                  <a:schemeClr val="tx2"/>
                </a:solidFill>
                <a:latin typeface="Arial"/>
                <a:ea typeface="Verdana"/>
                <a:cs typeface="Arial"/>
              </a:rPr>
              <a:t>Sales Territories Optimizer</a:t>
            </a:r>
            <a:br>
              <a:rPr lang="en-US" sz="2400" b="1">
                <a:latin typeface="Arial"/>
                <a:ea typeface="Verdana"/>
                <a:cs typeface="Arial"/>
              </a:rPr>
            </a:br>
            <a:r>
              <a:rPr lang="en-US" sz="2000" b="1">
                <a:solidFill>
                  <a:schemeClr val="accent1"/>
                </a:solidFill>
                <a:latin typeface="Arial"/>
                <a:ea typeface="Verdana"/>
                <a:cs typeface="Arial"/>
              </a:rPr>
              <a:t>High Level Diagram</a:t>
            </a:r>
            <a:endParaRPr lang="en-US" sz="2000" b="1">
              <a:solidFill>
                <a:schemeClr val="accent1"/>
              </a:solidFill>
              <a:cs typeface="Arial"/>
            </a:endParaRPr>
          </a:p>
        </p:txBody>
      </p:sp>
    </p:spTree>
    <p:extLst>
      <p:ext uri="{BB962C8B-B14F-4D97-AF65-F5344CB8AC3E}">
        <p14:creationId xmlns:p14="http://schemas.microsoft.com/office/powerpoint/2010/main" val="4030142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A8FA4-1427-CF80-D50F-D87D5928485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742379E-12C5-0F57-D7B0-CA657F1DB5F8}"/>
              </a:ext>
            </a:extLst>
          </p:cNvPr>
          <p:cNvSpPr txBox="1"/>
          <p:nvPr/>
        </p:nvSpPr>
        <p:spPr>
          <a:xfrm>
            <a:off x="458960" y="183710"/>
            <a:ext cx="11081067" cy="769441"/>
          </a:xfrm>
          <a:prstGeom prst="rect">
            <a:avLst/>
          </a:prstGeom>
          <a:noFill/>
        </p:spPr>
        <p:txBody>
          <a:bodyPr wrap="square" lIns="91440" tIns="45720" rIns="91440" bIns="45720" anchor="t">
            <a:spAutoFit/>
          </a:bodyPr>
          <a:lstStyle/>
          <a:p>
            <a:r>
              <a:rPr lang="en-US" sz="2400" b="1">
                <a:solidFill>
                  <a:schemeClr val="tx2"/>
                </a:solidFill>
                <a:latin typeface="Arial"/>
                <a:ea typeface="Verdana"/>
                <a:cs typeface="Arial"/>
              </a:rPr>
              <a:t>Sales Territories Optimizer</a:t>
            </a:r>
            <a:br>
              <a:rPr lang="en-US" sz="2400" b="1">
                <a:latin typeface="Arial"/>
                <a:ea typeface="Verdana"/>
                <a:cs typeface="Arial"/>
              </a:rPr>
            </a:br>
            <a:r>
              <a:rPr lang="en-US" sz="2000" b="1">
                <a:solidFill>
                  <a:schemeClr val="accent1"/>
                </a:solidFill>
                <a:latin typeface="Arial"/>
                <a:ea typeface="Verdana"/>
                <a:cs typeface="Arial"/>
              </a:rPr>
              <a:t>Detailed Diagram</a:t>
            </a:r>
            <a:endParaRPr lang="en-US" sz="2000" b="1">
              <a:solidFill>
                <a:schemeClr val="accent1"/>
              </a:solidFill>
              <a:cs typeface="Arial"/>
            </a:endParaRPr>
          </a:p>
        </p:txBody>
      </p:sp>
      <p:pic>
        <p:nvPicPr>
          <p:cNvPr id="9" name="Content Placeholder 8" descr="A diagram of a company&#10;&#10;AI-generated content may be incorrect.">
            <a:extLst>
              <a:ext uri="{FF2B5EF4-FFF2-40B4-BE49-F238E27FC236}">
                <a16:creationId xmlns:a16="http://schemas.microsoft.com/office/drawing/2014/main" id="{410775DF-5E9D-E594-3818-E173D1B0E3AA}"/>
              </a:ext>
            </a:extLst>
          </p:cNvPr>
          <p:cNvPicPr>
            <a:picLocks noGrp="1" noChangeAspect="1"/>
          </p:cNvPicPr>
          <p:nvPr>
            <p:ph idx="1"/>
          </p:nvPr>
        </p:nvPicPr>
        <p:blipFill>
          <a:blip r:embed="rId2"/>
          <a:stretch>
            <a:fillRect/>
          </a:stretch>
        </p:blipFill>
        <p:spPr>
          <a:xfrm>
            <a:off x="2847374" y="1057827"/>
            <a:ext cx="6451341" cy="5311629"/>
          </a:xfrm>
          <a:prstGeom prst="rect">
            <a:avLst/>
          </a:prstGeom>
        </p:spPr>
      </p:pic>
      <p:sp>
        <p:nvSpPr>
          <p:cNvPr id="10" name="TextBox 9">
            <a:extLst>
              <a:ext uri="{FF2B5EF4-FFF2-40B4-BE49-F238E27FC236}">
                <a16:creationId xmlns:a16="http://schemas.microsoft.com/office/drawing/2014/main" id="{43827F5A-A69F-B640-B544-B1C2D0E84735}"/>
              </a:ext>
            </a:extLst>
          </p:cNvPr>
          <p:cNvSpPr txBox="1"/>
          <p:nvPr/>
        </p:nvSpPr>
        <p:spPr>
          <a:xfrm>
            <a:off x="466725" y="5181599"/>
            <a:ext cx="1466850" cy="1323975"/>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pPr marL="180975" indent="-180975" algn="l">
              <a:buClrTx/>
              <a:buFont typeface="Arial" panose="020B0604020202020204" pitchFamily="34" charset="0"/>
              <a:buChar char="•"/>
            </a:pPr>
            <a:endParaRPr lang="en-US" sz="16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
        <p:nvSpPr>
          <p:cNvPr id="13" name="TextBox 12">
            <a:extLst>
              <a:ext uri="{FF2B5EF4-FFF2-40B4-BE49-F238E27FC236}">
                <a16:creationId xmlns:a16="http://schemas.microsoft.com/office/drawing/2014/main" id="{6C8B70BE-C325-62DE-709C-26316388A345}"/>
              </a:ext>
            </a:extLst>
          </p:cNvPr>
          <p:cNvSpPr txBox="1"/>
          <p:nvPr/>
        </p:nvSpPr>
        <p:spPr>
          <a:xfrm>
            <a:off x="9614105" y="5906114"/>
            <a:ext cx="2000249" cy="400110"/>
          </a:xfrm>
          <a:prstGeom prst="rect">
            <a:avLst/>
          </a:prstGeom>
          <a:noFill/>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p>
            <a:r>
              <a:rPr lang="en-US" sz="1000">
                <a:solidFill>
                  <a:schemeClr val="tx2"/>
                </a:solidFill>
                <a:latin typeface="Arial"/>
                <a:ea typeface="Inter Light" panose="02000503000000020004" pitchFamily="2" charset="0"/>
                <a:cs typeface="Arial"/>
              </a:rPr>
              <a:t>Note: Please zoom to see the detailed Optimizer Model Map</a:t>
            </a:r>
            <a:endParaRPr lang="en-US" sz="1000">
              <a:solidFill>
                <a:schemeClr val="tx2"/>
              </a:solidFill>
              <a:latin typeface="Arial" panose="020B0604020202020204" pitchFamily="34" charset="0"/>
              <a:ea typeface="Inter Light" panose="02000503000000020004" pitchFamily="2" charset="0"/>
              <a:cs typeface="Arial" panose="020B0604020202020204" pitchFamily="34" charset="0"/>
            </a:endParaRPr>
          </a:p>
        </p:txBody>
      </p:sp>
    </p:spTree>
    <p:extLst>
      <p:ext uri="{BB962C8B-B14F-4D97-AF65-F5344CB8AC3E}">
        <p14:creationId xmlns:p14="http://schemas.microsoft.com/office/powerpoint/2010/main" val="3957404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2EAF0-32E3-32D8-571B-05656CB1FAA0}"/>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Target setting and approvals</a:t>
            </a:r>
            <a:br>
              <a:rPr lang="en-US">
                <a:solidFill>
                  <a:schemeClr val="tx2"/>
                </a:solidFill>
                <a:latin typeface="Arial"/>
                <a:ea typeface="Verdana"/>
                <a:cs typeface="Arial"/>
              </a:rPr>
            </a:br>
            <a:r>
              <a:rPr lang="en-US" sz="2000">
                <a:solidFill>
                  <a:schemeClr val="accent1"/>
                </a:solidFill>
                <a:latin typeface="Arial"/>
                <a:ea typeface="Verdana"/>
                <a:cs typeface="Arial"/>
              </a:rPr>
              <a:t>Overview</a:t>
            </a:r>
            <a:endParaRPr lang="en-US" sz="2000">
              <a:solidFill>
                <a:schemeClr val="accent1"/>
              </a:solidFill>
            </a:endParaRPr>
          </a:p>
        </p:txBody>
      </p:sp>
      <p:sp>
        <p:nvSpPr>
          <p:cNvPr id="9" name="Content Placeholder 5">
            <a:extLst>
              <a:ext uri="{FF2B5EF4-FFF2-40B4-BE49-F238E27FC236}">
                <a16:creationId xmlns:a16="http://schemas.microsoft.com/office/drawing/2014/main" id="{A812BCEE-2A47-D3AD-3E3D-3F048C27F9A5}"/>
              </a:ext>
            </a:extLst>
          </p:cNvPr>
          <p:cNvSpPr>
            <a:spLocks noGrp="1"/>
          </p:cNvSpPr>
          <p:nvPr>
            <p:ph idx="1"/>
          </p:nvPr>
        </p:nvSpPr>
        <p:spPr>
          <a:xfrm>
            <a:off x="615101" y="1411307"/>
            <a:ext cx="10983484" cy="5256323"/>
          </a:xfrm>
        </p:spPr>
        <p:txBody>
          <a:bodyPr lIns="0" tIns="45720" rIns="0" bIns="45720" anchor="t"/>
          <a:lstStyle/>
          <a:p>
            <a:pPr marL="0" indent="0">
              <a:buNone/>
            </a:pPr>
            <a:r>
              <a:rPr lang="en-US" sz="1200">
                <a:solidFill>
                  <a:srgbClr val="1C1917"/>
                </a:solidFill>
                <a:latin typeface="Arial"/>
                <a:ea typeface="Verdana"/>
                <a:cs typeface="Arial"/>
              </a:rPr>
              <a:t>Allows businesses to bring in top-down goals, allocate them to operational units, review and approve at each level, and finalize targets. The guided setup provides configuration of import dimensions, allocation methods, and approval workflow. </a:t>
            </a:r>
            <a:endParaRPr lang="en-US" sz="1200"/>
          </a:p>
          <a:p>
            <a:pPr marL="232410" indent="-232410"/>
            <a:endParaRPr lang="en-US" sz="1200"/>
          </a:p>
          <a:p>
            <a:pPr marL="0" indent="0">
              <a:buNone/>
            </a:pPr>
            <a:r>
              <a:rPr lang="en-US" sz="1200" b="1">
                <a:solidFill>
                  <a:srgbClr val="1C1917"/>
                </a:solidFill>
                <a:latin typeface="Arial"/>
                <a:ea typeface="Verdana"/>
                <a:cs typeface="Arial"/>
              </a:rPr>
              <a:t>Top-down target setting</a:t>
            </a:r>
            <a:endParaRPr lang="en-US" sz="1200" b="1">
              <a:latin typeface="Arial"/>
              <a:ea typeface="Verdana"/>
              <a:cs typeface="Arial"/>
            </a:endParaRPr>
          </a:p>
          <a:p>
            <a:pPr marL="232410" indent="-232410"/>
            <a:r>
              <a:rPr lang="en-US" sz="1200">
                <a:solidFill>
                  <a:srgbClr val="1C1917"/>
                </a:solidFill>
                <a:latin typeface="Arial"/>
                <a:ea typeface="Verdana"/>
                <a:cs typeface="Arial"/>
              </a:rPr>
              <a:t>Load top-down targets from finance/executive team by selected territory hierarchy level, planning measure, and additional dimensions.</a:t>
            </a:r>
            <a:endParaRPr lang="en-US" sz="1200"/>
          </a:p>
          <a:p>
            <a:pPr marL="232410" indent="-232410"/>
            <a:r>
              <a:rPr lang="en-US" sz="1200">
                <a:solidFill>
                  <a:srgbClr val="1C1917"/>
                </a:solidFill>
                <a:latin typeface="Arial"/>
                <a:ea typeface="Verdana"/>
                <a:cs typeface="Arial"/>
              </a:rPr>
              <a:t>Set up multiple methods to allocate targets down the territory hierarchy (i.e., sales history, potential spend, addressable market).</a:t>
            </a:r>
            <a:endParaRPr lang="en-US" sz="1200">
              <a:solidFill>
                <a:srgbClr val="404040"/>
              </a:solidFill>
            </a:endParaRPr>
          </a:p>
          <a:p>
            <a:pPr marL="232410" indent="-232410"/>
            <a:r>
              <a:rPr lang="en-US" sz="1200">
                <a:solidFill>
                  <a:srgbClr val="1C1917"/>
                </a:solidFill>
                <a:latin typeface="Arial"/>
                <a:ea typeface="Verdana"/>
                <a:cs typeface="Arial"/>
              </a:rPr>
              <a:t>Apply overallocations to boost targets.</a:t>
            </a:r>
            <a:endParaRPr lang="en-US" sz="1200">
              <a:latin typeface="Arial"/>
              <a:ea typeface="Verdana"/>
              <a:cs typeface="Arial"/>
            </a:endParaRPr>
          </a:p>
          <a:p>
            <a:pPr marL="232410" indent="-232410"/>
            <a:r>
              <a:rPr lang="en-US" sz="1200">
                <a:solidFill>
                  <a:srgbClr val="1C1917"/>
                </a:solidFill>
                <a:latin typeface="Arial"/>
                <a:ea typeface="Verdana"/>
                <a:cs typeface="Arial"/>
              </a:rPr>
              <a:t>Allow manual overrides at certain levels.</a:t>
            </a:r>
            <a:endParaRPr lang="en-US" sz="1200"/>
          </a:p>
          <a:p>
            <a:pPr marL="0" indent="0">
              <a:buNone/>
            </a:pPr>
            <a:endParaRPr lang="en-US" sz="1200">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Review and approve targets</a:t>
            </a:r>
            <a:endParaRPr lang="en-US" sz="1200" b="1">
              <a:solidFill>
                <a:srgbClr val="404040"/>
              </a:solidFill>
              <a:latin typeface="Arial"/>
              <a:ea typeface="Verdana"/>
              <a:cs typeface="Arial"/>
            </a:endParaRPr>
          </a:p>
          <a:p>
            <a:pPr marL="232410" indent="-232410"/>
            <a:r>
              <a:rPr lang="en-US" sz="1200">
                <a:solidFill>
                  <a:srgbClr val="1C1917"/>
                </a:solidFill>
                <a:latin typeface="Arial"/>
                <a:ea typeface="Verdana"/>
                <a:cs typeface="Arial"/>
              </a:rPr>
              <a:t>Walk through each hierarchy level for approvals.</a:t>
            </a:r>
            <a:endParaRPr lang="en-US" sz="1200">
              <a:latin typeface="Arial"/>
              <a:ea typeface="Verdana"/>
              <a:cs typeface="Arial"/>
            </a:endParaRPr>
          </a:p>
          <a:p>
            <a:pPr marL="232410" indent="-232410"/>
            <a:r>
              <a:rPr lang="en-US" sz="1200">
                <a:solidFill>
                  <a:srgbClr val="1C1917"/>
                </a:solidFill>
                <a:latin typeface="Arial"/>
                <a:ea typeface="Verdana"/>
                <a:cs typeface="Arial"/>
              </a:rPr>
              <a:t>Provide comments, set approval status.</a:t>
            </a:r>
            <a:endParaRPr lang="en-US" sz="1200">
              <a:latin typeface="Arial"/>
              <a:ea typeface="Verdana"/>
              <a:cs typeface="Arial"/>
            </a:endParaRPr>
          </a:p>
          <a:p>
            <a:pPr marL="232410" indent="-232410"/>
            <a:r>
              <a:rPr lang="en-US" sz="1200">
                <a:solidFill>
                  <a:srgbClr val="1C1917"/>
                </a:solidFill>
                <a:latin typeface="Arial"/>
                <a:ea typeface="Verdana"/>
                <a:cs typeface="Arial"/>
              </a:rPr>
              <a:t>Send notifications to next level approver.</a:t>
            </a:r>
            <a:endParaRPr lang="en-US" sz="1200">
              <a:latin typeface="Arial"/>
              <a:ea typeface="Verdana"/>
              <a:cs typeface="Arial"/>
            </a:endParaRPr>
          </a:p>
          <a:p>
            <a:pPr marL="0" indent="0">
              <a:buNone/>
            </a:pPr>
            <a:endParaRPr lang="en-US" sz="1200">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Bottom-up quota setting</a:t>
            </a:r>
            <a:endParaRPr lang="en-US" sz="1200" b="1">
              <a:latin typeface="Arial"/>
              <a:ea typeface="Verdana"/>
              <a:cs typeface="Arial"/>
            </a:endParaRPr>
          </a:p>
          <a:p>
            <a:pPr marL="232410" indent="-232410"/>
            <a:r>
              <a:rPr lang="en-US" sz="1200">
                <a:solidFill>
                  <a:srgbClr val="1C1917"/>
                </a:solidFill>
                <a:latin typeface="Arial"/>
                <a:ea typeface="Verdana"/>
                <a:cs typeface="Arial"/>
              </a:rPr>
              <a:t>Allocate territory targets down to child accounts using selected methods (</a:t>
            </a:r>
            <a:r>
              <a:rPr lang="en-US" sz="1200" err="1">
                <a:solidFill>
                  <a:srgbClr val="1C1917"/>
                </a:solidFill>
                <a:latin typeface="Arial"/>
                <a:ea typeface="Verdana"/>
                <a:cs typeface="Arial"/>
              </a:rPr>
              <a:t>ie</a:t>
            </a:r>
            <a:r>
              <a:rPr lang="en-US" sz="1200">
                <a:solidFill>
                  <a:srgbClr val="1C1917"/>
                </a:solidFill>
                <a:latin typeface="Arial"/>
                <a:ea typeface="Verdana"/>
                <a:cs typeface="Arial"/>
              </a:rPr>
              <a:t>. sales history, potential spend, addressable market).</a:t>
            </a:r>
            <a:endParaRPr lang="en-US" sz="1200"/>
          </a:p>
          <a:p>
            <a:pPr marL="232410" indent="-232410"/>
            <a:r>
              <a:rPr lang="en-US" sz="1200">
                <a:solidFill>
                  <a:srgbClr val="1C1917"/>
                </a:solidFill>
                <a:latin typeface="Arial"/>
                <a:ea typeface="Verdana"/>
                <a:cs typeface="Arial"/>
              </a:rPr>
              <a:t>Allow account specific holds and overrides.</a:t>
            </a:r>
            <a:endParaRPr lang="en-US" sz="1200"/>
          </a:p>
          <a:p>
            <a:pPr marL="232410" indent="-232410"/>
            <a:r>
              <a:rPr lang="en-US" sz="1200">
                <a:solidFill>
                  <a:srgbClr val="1C1917"/>
                </a:solidFill>
                <a:latin typeface="Arial"/>
                <a:ea typeface="Verdana"/>
                <a:cs typeface="Arial"/>
              </a:rPr>
              <a:t>Allow territory specific overrides.</a:t>
            </a:r>
            <a:endParaRPr lang="en-US" sz="1200"/>
          </a:p>
          <a:p>
            <a:pPr marL="0" indent="0">
              <a:buNone/>
            </a:pPr>
            <a:endParaRPr lang="en-US" sz="1200">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Finalize quota</a:t>
            </a:r>
            <a:endParaRPr lang="en-US" sz="1200" b="1"/>
          </a:p>
          <a:p>
            <a:pPr marL="232410" indent="-232410"/>
            <a:r>
              <a:rPr lang="en-US" sz="1200">
                <a:solidFill>
                  <a:srgbClr val="1C1917"/>
                </a:solidFill>
                <a:latin typeface="Arial"/>
                <a:ea typeface="Verdana"/>
                <a:cs typeface="Arial"/>
              </a:rPr>
              <a:t>Compare top-down versus bottom-up targets.</a:t>
            </a:r>
            <a:endParaRPr lang="en-US" sz="1200">
              <a:latin typeface="Arial"/>
              <a:ea typeface="Verdana"/>
              <a:cs typeface="Arial"/>
            </a:endParaRPr>
          </a:p>
          <a:p>
            <a:pPr marL="232410" indent="-232410"/>
            <a:r>
              <a:rPr lang="en-US" sz="1200">
                <a:solidFill>
                  <a:srgbClr val="1C1917"/>
                </a:solidFill>
                <a:latin typeface="Arial"/>
                <a:ea typeface="Verdana"/>
                <a:cs typeface="Arial"/>
              </a:rPr>
              <a:t>Identify variances and drivers of differences.</a:t>
            </a:r>
            <a:endParaRPr lang="en-US" sz="1200">
              <a:latin typeface="Arial"/>
              <a:ea typeface="Verdana"/>
              <a:cs typeface="Arial"/>
            </a:endParaRPr>
          </a:p>
        </p:txBody>
      </p:sp>
    </p:spTree>
    <p:extLst>
      <p:ext uri="{BB962C8B-B14F-4D97-AF65-F5344CB8AC3E}">
        <p14:creationId xmlns:p14="http://schemas.microsoft.com/office/powerpoint/2010/main" val="2636337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2EAF0-32E3-32D8-571B-05656CB1FAA0}"/>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Target setting and approvals</a:t>
            </a:r>
            <a:br>
              <a:rPr lang="en-US">
                <a:solidFill>
                  <a:schemeClr val="tx2"/>
                </a:solidFill>
                <a:latin typeface="Arial"/>
                <a:ea typeface="Verdana"/>
                <a:cs typeface="Arial"/>
              </a:rPr>
            </a:br>
            <a:r>
              <a:rPr lang="en-US" sz="2000">
                <a:solidFill>
                  <a:schemeClr val="accent1"/>
                </a:solidFill>
                <a:latin typeface="Arial"/>
                <a:ea typeface="Verdana"/>
                <a:cs typeface="Arial"/>
              </a:rPr>
              <a:t>Diagram</a:t>
            </a:r>
            <a:endParaRPr lang="en-US">
              <a:solidFill>
                <a:schemeClr val="tx2"/>
              </a:solidFill>
            </a:endParaRPr>
          </a:p>
        </p:txBody>
      </p:sp>
      <p:pic>
        <p:nvPicPr>
          <p:cNvPr id="3" name="Content Placeholder 2" descr="A diagram of a process flow&#10;&#10;Description automatically generated">
            <a:extLst>
              <a:ext uri="{FF2B5EF4-FFF2-40B4-BE49-F238E27FC236}">
                <a16:creationId xmlns:a16="http://schemas.microsoft.com/office/drawing/2014/main" id="{58CD0576-315A-DF6C-FD42-1CC1BC16E24B}"/>
              </a:ext>
            </a:extLst>
          </p:cNvPr>
          <p:cNvPicPr>
            <a:picLocks noGrp="1" noChangeAspect="1"/>
          </p:cNvPicPr>
          <p:nvPr>
            <p:ph idx="1"/>
          </p:nvPr>
        </p:nvPicPr>
        <p:blipFill>
          <a:blip r:embed="rId2"/>
          <a:stretch>
            <a:fillRect/>
          </a:stretch>
        </p:blipFill>
        <p:spPr>
          <a:xfrm>
            <a:off x="2862199" y="1113133"/>
            <a:ext cx="6489288" cy="5256323"/>
          </a:xfrm>
        </p:spPr>
      </p:pic>
    </p:spTree>
    <p:extLst>
      <p:ext uri="{BB962C8B-B14F-4D97-AF65-F5344CB8AC3E}">
        <p14:creationId xmlns:p14="http://schemas.microsoft.com/office/powerpoint/2010/main" val="2052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613E4-C0D5-D3AE-81FB-9896C73FCA38}"/>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Resource alignment</a:t>
            </a:r>
            <a:br>
              <a:rPr lang="en-US">
                <a:solidFill>
                  <a:schemeClr val="tx2"/>
                </a:solidFill>
                <a:latin typeface="Arial"/>
                <a:ea typeface="Verdana"/>
                <a:cs typeface="Arial"/>
              </a:rPr>
            </a:br>
            <a:r>
              <a:rPr lang="en-US" sz="2000">
                <a:solidFill>
                  <a:schemeClr val="accent1"/>
                </a:solidFill>
                <a:latin typeface="Arial"/>
                <a:ea typeface="Verdana"/>
                <a:cs typeface="Arial"/>
              </a:rPr>
              <a:t>Overview</a:t>
            </a:r>
            <a:endParaRPr lang="en-US" sz="2000">
              <a:solidFill>
                <a:schemeClr val="accent1"/>
              </a:solidFill>
            </a:endParaRPr>
          </a:p>
        </p:txBody>
      </p:sp>
      <p:sp>
        <p:nvSpPr>
          <p:cNvPr id="3" name="Content Placeholder 2">
            <a:extLst>
              <a:ext uri="{FF2B5EF4-FFF2-40B4-BE49-F238E27FC236}">
                <a16:creationId xmlns:a16="http://schemas.microsoft.com/office/drawing/2014/main" id="{BCAF899C-C40A-0939-C083-E00087EB5E8E}"/>
              </a:ext>
            </a:extLst>
          </p:cNvPr>
          <p:cNvSpPr>
            <a:spLocks noGrp="1"/>
          </p:cNvSpPr>
          <p:nvPr>
            <p:ph idx="1"/>
          </p:nvPr>
        </p:nvSpPr>
        <p:spPr>
          <a:xfrm>
            <a:off x="615101" y="1601677"/>
            <a:ext cx="10983484" cy="5256323"/>
          </a:xfrm>
        </p:spPr>
        <p:txBody>
          <a:bodyPr lIns="0" tIns="45720" rIns="0" bIns="45720" anchor="t"/>
          <a:lstStyle/>
          <a:p>
            <a:pPr marL="0" indent="0">
              <a:buNone/>
            </a:pPr>
            <a:r>
              <a:rPr lang="en-US" sz="1200">
                <a:solidFill>
                  <a:srgbClr val="1C1917"/>
                </a:solidFill>
                <a:latin typeface="Arial"/>
                <a:ea typeface="Verdana"/>
                <a:cs typeface="Arial"/>
              </a:rPr>
              <a:t>Allows businesses to manage resource assignments across the territory hierarchy over time.  This enables organizations to align territories, accounts and resources within one planning model.  The guided setup provides configuration of selected levels for assignments.  </a:t>
            </a:r>
            <a:endParaRPr lang="en-US" sz="1200">
              <a:solidFill>
                <a:srgbClr val="0A2F46"/>
              </a:solidFill>
            </a:endParaRPr>
          </a:p>
          <a:p>
            <a:pPr marL="232410" indent="-232410">
              <a:buFont typeface="Arial"/>
            </a:pPr>
            <a:endParaRPr lang="en-US" sz="1200">
              <a:solidFill>
                <a:srgbClr val="0A2F46"/>
              </a:solidFill>
            </a:endParaRPr>
          </a:p>
          <a:p>
            <a:pPr marL="0" indent="0">
              <a:buNone/>
            </a:pPr>
            <a:r>
              <a:rPr lang="en-US" sz="1200" b="1">
                <a:solidFill>
                  <a:srgbClr val="1C1917"/>
                </a:solidFill>
                <a:latin typeface="Arial"/>
                <a:ea typeface="Verdana"/>
                <a:cs typeface="Arial"/>
              </a:rPr>
              <a:t>Manage sales reps </a:t>
            </a:r>
            <a:endParaRPr lang="en-US" sz="1200">
              <a:solidFill>
                <a:srgbClr val="0A2F46"/>
              </a:solidFill>
              <a:latin typeface="Arial"/>
              <a:ea typeface="Verdana"/>
              <a:cs typeface="Arial"/>
            </a:endParaRPr>
          </a:p>
          <a:p>
            <a:pPr marL="232410" indent="-232410">
              <a:buFont typeface="Arial"/>
            </a:pPr>
            <a:r>
              <a:rPr lang="en-US" sz="1200">
                <a:solidFill>
                  <a:srgbClr val="1C1917"/>
                </a:solidFill>
                <a:latin typeface="Arial"/>
                <a:ea typeface="Verdana"/>
                <a:cs typeface="Arial"/>
              </a:rPr>
              <a:t>Import sales reps and attributes like role, level, location from HR system.</a:t>
            </a:r>
            <a:endParaRPr lang="en-US" sz="1200">
              <a:solidFill>
                <a:srgbClr val="0A2F46"/>
              </a:solidFill>
              <a:latin typeface="Arial"/>
              <a:ea typeface="Verdana"/>
              <a:cs typeface="Arial"/>
            </a:endParaRPr>
          </a:p>
          <a:p>
            <a:pPr marL="232410" indent="-232410">
              <a:buFont typeface="Arial"/>
            </a:pPr>
            <a:r>
              <a:rPr lang="en-US" sz="1200">
                <a:solidFill>
                  <a:srgbClr val="1C1917"/>
                </a:solidFill>
                <a:latin typeface="Arial"/>
                <a:ea typeface="Verdana"/>
                <a:cs typeface="Arial"/>
              </a:rPr>
              <a:t>Manage resource roster, view all reps with attributes and status.</a:t>
            </a:r>
            <a:endParaRPr lang="en-US" sz="1200">
              <a:solidFill>
                <a:srgbClr val="0A2F46"/>
              </a:solidFill>
              <a:latin typeface="Arial"/>
              <a:ea typeface="Verdana"/>
              <a:cs typeface="Arial"/>
            </a:endParaRPr>
          </a:p>
          <a:p>
            <a:pPr marL="232410" indent="-232410">
              <a:buFont typeface="Arial"/>
            </a:pPr>
            <a:r>
              <a:rPr lang="en-US" sz="1200">
                <a:solidFill>
                  <a:srgbClr val="1C1917"/>
                </a:solidFill>
                <a:latin typeface="Arial"/>
                <a:ea typeface="Verdana"/>
                <a:cs typeface="Arial"/>
              </a:rPr>
              <a:t>Add new TBH reps for planning.</a:t>
            </a:r>
            <a:endParaRPr lang="en-US" sz="1200">
              <a:solidFill>
                <a:srgbClr val="0A2F46"/>
              </a:solidFill>
              <a:latin typeface="Arial"/>
              <a:ea typeface="Verdana"/>
              <a:cs typeface="Arial"/>
            </a:endParaRPr>
          </a:p>
          <a:p>
            <a:pPr marL="232410" indent="-232410">
              <a:buFont typeface="Arial"/>
            </a:pPr>
            <a:r>
              <a:rPr lang="en-US" sz="1200">
                <a:solidFill>
                  <a:srgbClr val="1C1917"/>
                </a:solidFill>
                <a:latin typeface="Arial"/>
                <a:ea typeface="Verdana"/>
                <a:cs typeface="Arial"/>
              </a:rPr>
              <a:t>Change sales rep roles and start dates for scenario planning.</a:t>
            </a:r>
            <a:endParaRPr lang="en-US" sz="1200">
              <a:solidFill>
                <a:srgbClr val="0A2F46"/>
              </a:solidFill>
              <a:latin typeface="Arial"/>
              <a:ea typeface="Verdana"/>
              <a:cs typeface="Arial"/>
            </a:endParaRPr>
          </a:p>
          <a:p>
            <a:pPr marL="232410" indent="-232410">
              <a:buFont typeface="Arial"/>
            </a:pPr>
            <a:endParaRPr lang="en-US" sz="1200">
              <a:solidFill>
                <a:srgbClr val="0A2F46"/>
              </a:solidFill>
            </a:endParaRPr>
          </a:p>
          <a:p>
            <a:pPr marL="0" indent="0">
              <a:buNone/>
            </a:pPr>
            <a:r>
              <a:rPr lang="en-US" sz="1200" b="1">
                <a:solidFill>
                  <a:srgbClr val="1C1917"/>
                </a:solidFill>
                <a:latin typeface="Arial"/>
                <a:ea typeface="Verdana"/>
                <a:cs typeface="Arial"/>
              </a:rPr>
              <a:t>Review and update assignment of resources to hierarchy </a:t>
            </a:r>
            <a:endParaRPr lang="en-US" sz="1200">
              <a:solidFill>
                <a:srgbClr val="0A2F46"/>
              </a:solidFill>
            </a:endParaRPr>
          </a:p>
          <a:p>
            <a:pPr marL="232410" indent="-232410">
              <a:buFont typeface="Arial"/>
            </a:pPr>
            <a:r>
              <a:rPr lang="en-US" sz="1200">
                <a:solidFill>
                  <a:srgbClr val="1C1917"/>
                </a:solidFill>
                <a:latin typeface="Arial"/>
                <a:ea typeface="Verdana"/>
                <a:cs typeface="Arial"/>
              </a:rPr>
              <a:t>Simple one-to-one overlay and management rep assignment for specific roles to top levels of the territory hierarchy.   </a:t>
            </a:r>
            <a:endParaRPr lang="en-US" sz="1200">
              <a:solidFill>
                <a:srgbClr val="0A2F46"/>
              </a:solidFill>
            </a:endParaRPr>
          </a:p>
          <a:p>
            <a:pPr marL="232410" indent="-232410">
              <a:buFont typeface="Arial"/>
            </a:pPr>
            <a:r>
              <a:rPr lang="en-US" sz="1200">
                <a:solidFill>
                  <a:srgbClr val="1C1917"/>
                </a:solidFill>
                <a:latin typeface="Arial"/>
                <a:ea typeface="Verdana"/>
                <a:cs typeface="Arial"/>
              </a:rPr>
              <a:t>For territory level and one higher level, assign reps based on roles.</a:t>
            </a:r>
            <a:endParaRPr lang="en-US" sz="1200">
              <a:solidFill>
                <a:srgbClr val="0A2F46"/>
              </a:solidFill>
              <a:latin typeface="Arial"/>
              <a:ea typeface="Verdana"/>
              <a:cs typeface="Arial"/>
            </a:endParaRPr>
          </a:p>
          <a:p>
            <a:pPr marL="232410" indent="-232410">
              <a:buFont typeface="Arial"/>
            </a:pPr>
            <a:r>
              <a:rPr lang="en-US" sz="1200">
                <a:solidFill>
                  <a:srgbClr val="1C1917"/>
                </a:solidFill>
                <a:latin typeface="Arial"/>
                <a:ea typeface="Verdana"/>
                <a:cs typeface="Arial"/>
              </a:rPr>
              <a:t>Set effective dates to track changes over quarters/months.</a:t>
            </a:r>
            <a:endParaRPr lang="en-US" sz="1200">
              <a:solidFill>
                <a:srgbClr val="0A2F46"/>
              </a:solidFill>
              <a:latin typeface="Arial"/>
              <a:ea typeface="Verdana"/>
              <a:cs typeface="Arial"/>
            </a:endParaRPr>
          </a:p>
          <a:p>
            <a:pPr marL="232410" indent="-232410">
              <a:buFont typeface="Arial"/>
            </a:pPr>
            <a:r>
              <a:rPr lang="en-US" sz="1200">
                <a:solidFill>
                  <a:srgbClr val="1C1917"/>
                </a:solidFill>
                <a:latin typeface="Arial"/>
                <a:ea typeface="Verdana"/>
                <a:cs typeface="Arial"/>
              </a:rPr>
              <a:t>View coverage gaps or overlaps in assignments.</a:t>
            </a:r>
            <a:endParaRPr lang="en-US" sz="1200">
              <a:solidFill>
                <a:srgbClr val="0A2F46"/>
              </a:solidFill>
              <a:latin typeface="Arial"/>
              <a:ea typeface="Verdana"/>
              <a:cs typeface="Arial"/>
            </a:endParaRPr>
          </a:p>
          <a:p>
            <a:pPr marL="232410" indent="-232410">
              <a:buFont typeface="Arial"/>
            </a:pPr>
            <a:r>
              <a:rPr lang="en-US" sz="1200">
                <a:solidFill>
                  <a:srgbClr val="1C1917"/>
                </a:solidFill>
                <a:latin typeface="Arial"/>
                <a:ea typeface="Verdana"/>
                <a:cs typeface="Arial"/>
              </a:rPr>
              <a:t>Reassign or remove reps from territories as needed.</a:t>
            </a:r>
            <a:endParaRPr lang="en-US" sz="1200">
              <a:solidFill>
                <a:srgbClr val="0A2F46"/>
              </a:solidFill>
              <a:latin typeface="Arial"/>
              <a:ea typeface="Verdana"/>
              <a:cs typeface="Arial"/>
            </a:endParaRPr>
          </a:p>
          <a:p>
            <a:pPr marL="232410" indent="-232410">
              <a:buFont typeface="Arial"/>
            </a:pPr>
            <a:r>
              <a:rPr lang="en-US" sz="1200">
                <a:solidFill>
                  <a:srgbClr val="1C1917"/>
                </a:solidFill>
                <a:latin typeface="Arial"/>
                <a:ea typeface="Verdana"/>
                <a:cs typeface="Arial"/>
              </a:rPr>
              <a:t>Report on active reps by territory over time.</a:t>
            </a:r>
            <a:endParaRPr lang="en-US" sz="1200">
              <a:solidFill>
                <a:srgbClr val="0A2F46"/>
              </a:solidFill>
              <a:latin typeface="Arial"/>
              <a:ea typeface="Verdana"/>
              <a:cs typeface="Arial"/>
            </a:endParaRPr>
          </a:p>
          <a:p>
            <a:pPr marL="232410" indent="-232410">
              <a:buFont typeface="Arial"/>
            </a:pPr>
            <a:r>
              <a:rPr lang="en-US" sz="1200">
                <a:solidFill>
                  <a:srgbClr val="1C1917"/>
                </a:solidFill>
                <a:latin typeface="Arial"/>
                <a:ea typeface="Verdana"/>
                <a:cs typeface="Arial"/>
              </a:rPr>
              <a:t>Supports territory assignment changes each month/quarter.</a:t>
            </a:r>
            <a:endParaRPr lang="en-US" sz="1200">
              <a:solidFill>
                <a:srgbClr val="0A2F46"/>
              </a:solidFill>
              <a:latin typeface="Arial"/>
              <a:ea typeface="Verdana"/>
              <a:cs typeface="Arial"/>
            </a:endParaRPr>
          </a:p>
          <a:p>
            <a:pPr marL="0" indent="0">
              <a:buNone/>
            </a:pPr>
            <a:endParaRPr lang="en-US" sz="1200" b="1">
              <a:solidFill>
                <a:srgbClr val="1C1917"/>
              </a:solidFill>
              <a:latin typeface="Arial"/>
              <a:ea typeface="Verdana"/>
              <a:cs typeface="Arial"/>
            </a:endParaRPr>
          </a:p>
          <a:p>
            <a:pPr marL="232410" indent="-232410"/>
            <a:endParaRPr lang="en-US" sz="1200"/>
          </a:p>
        </p:txBody>
      </p:sp>
    </p:spTree>
    <p:extLst>
      <p:ext uri="{BB962C8B-B14F-4D97-AF65-F5344CB8AC3E}">
        <p14:creationId xmlns:p14="http://schemas.microsoft.com/office/powerpoint/2010/main" val="4108738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company&#10;&#10;Description automatically generated">
            <a:extLst>
              <a:ext uri="{FF2B5EF4-FFF2-40B4-BE49-F238E27FC236}">
                <a16:creationId xmlns:a16="http://schemas.microsoft.com/office/drawing/2014/main" id="{B2062C02-4574-D828-3A9F-7C5934DDEEFD}"/>
              </a:ext>
            </a:extLst>
          </p:cNvPr>
          <p:cNvPicPr>
            <a:picLocks noGrp="1" noChangeAspect="1"/>
          </p:cNvPicPr>
          <p:nvPr>
            <p:ph idx="1"/>
          </p:nvPr>
        </p:nvPicPr>
        <p:blipFill>
          <a:blip r:embed="rId2"/>
          <a:stretch>
            <a:fillRect/>
          </a:stretch>
        </p:blipFill>
        <p:spPr>
          <a:xfrm>
            <a:off x="1093119" y="1113133"/>
            <a:ext cx="10027447" cy="5256323"/>
          </a:xfrm>
        </p:spPr>
      </p:pic>
      <p:sp>
        <p:nvSpPr>
          <p:cNvPr id="3" name="Title 1">
            <a:extLst>
              <a:ext uri="{FF2B5EF4-FFF2-40B4-BE49-F238E27FC236}">
                <a16:creationId xmlns:a16="http://schemas.microsoft.com/office/drawing/2014/main" id="{9A117F86-286F-F95C-1237-FDD9110E8519}"/>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Resource alignment</a:t>
            </a:r>
            <a:br>
              <a:rPr lang="en-US">
                <a:solidFill>
                  <a:schemeClr val="tx2"/>
                </a:solidFill>
                <a:latin typeface="Arial"/>
                <a:ea typeface="Verdana"/>
                <a:cs typeface="Arial"/>
              </a:rPr>
            </a:br>
            <a:r>
              <a:rPr lang="en-US" sz="2000">
                <a:solidFill>
                  <a:schemeClr val="accent1"/>
                </a:solidFill>
                <a:latin typeface="Arial"/>
                <a:ea typeface="Verdana"/>
                <a:cs typeface="Arial"/>
              </a:rPr>
              <a:t>Diagram</a:t>
            </a:r>
            <a:endParaRPr lang="en-US" sz="2000">
              <a:solidFill>
                <a:schemeClr val="accent1"/>
              </a:solidFill>
            </a:endParaRPr>
          </a:p>
        </p:txBody>
      </p:sp>
    </p:spTree>
    <p:extLst>
      <p:ext uri="{BB962C8B-B14F-4D97-AF65-F5344CB8AC3E}">
        <p14:creationId xmlns:p14="http://schemas.microsoft.com/office/powerpoint/2010/main" val="13477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613E4-C0D5-D3AE-81FB-9896C73FCA38}"/>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Manage territory hierarchy and assign accounts to territory</a:t>
            </a:r>
            <a:br>
              <a:rPr lang="en-US">
                <a:solidFill>
                  <a:schemeClr val="tx2"/>
                </a:solidFill>
                <a:latin typeface="Arial"/>
                <a:ea typeface="Verdana"/>
                <a:cs typeface="Arial"/>
              </a:rPr>
            </a:br>
            <a:r>
              <a:rPr lang="en-US" sz="2000">
                <a:solidFill>
                  <a:schemeClr val="accent1"/>
                </a:solidFill>
                <a:latin typeface="Arial"/>
                <a:ea typeface="Verdana"/>
                <a:cs typeface="Arial"/>
              </a:rPr>
              <a:t>Overview</a:t>
            </a:r>
            <a:endParaRPr lang="en-US" sz="2000">
              <a:solidFill>
                <a:schemeClr val="accent1"/>
              </a:solidFill>
            </a:endParaRPr>
          </a:p>
        </p:txBody>
      </p:sp>
      <p:sp>
        <p:nvSpPr>
          <p:cNvPr id="3" name="Content Placeholder 2">
            <a:extLst>
              <a:ext uri="{FF2B5EF4-FFF2-40B4-BE49-F238E27FC236}">
                <a16:creationId xmlns:a16="http://schemas.microsoft.com/office/drawing/2014/main" id="{BCAF899C-C40A-0939-C083-E00087EB5E8E}"/>
              </a:ext>
            </a:extLst>
          </p:cNvPr>
          <p:cNvSpPr>
            <a:spLocks noGrp="1"/>
          </p:cNvSpPr>
          <p:nvPr>
            <p:ph idx="1"/>
          </p:nvPr>
        </p:nvSpPr>
        <p:spPr>
          <a:xfrm>
            <a:off x="615101" y="1338420"/>
            <a:ext cx="10983484" cy="5256323"/>
          </a:xfrm>
        </p:spPr>
        <p:txBody>
          <a:bodyPr lIns="0" tIns="45720" rIns="0" bIns="45720" anchor="t"/>
          <a:lstStyle/>
          <a:p>
            <a:pPr marL="0" indent="0">
              <a:buNone/>
            </a:pPr>
            <a:r>
              <a:rPr lang="en-US" sz="1200">
                <a:solidFill>
                  <a:srgbClr val="1C1917"/>
                </a:solidFill>
              </a:rPr>
              <a:t>The hierarchy setup provides a framework to model territories. The assignment dashboards allow users to align accounts to territories manually or with rules. The reporting and map views enable analysis of gaps and overlaps in coverage. This gives organizations visibility into account assignment and flexibility to optimize over time.</a:t>
            </a:r>
            <a:endParaRPr lang="en-US" sz="1200">
              <a:solidFill>
                <a:srgbClr val="0A2F46"/>
              </a:solidFill>
            </a:endParaRPr>
          </a:p>
          <a:p>
            <a:pPr marL="232410" indent="-232410">
              <a:buFont typeface="Arial"/>
              <a:buChar char="•"/>
            </a:pPr>
            <a:endParaRPr lang="en-US" sz="1200">
              <a:solidFill>
                <a:srgbClr val="0A2F46"/>
              </a:solidFill>
            </a:endParaRPr>
          </a:p>
          <a:p>
            <a:pPr marL="0" indent="0">
              <a:buNone/>
            </a:pPr>
            <a:r>
              <a:rPr lang="en-US" sz="1200" b="1">
                <a:solidFill>
                  <a:srgbClr val="1C1917"/>
                </a:solidFill>
              </a:rPr>
              <a:t>Build Territory Hierarchy</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Configure hierarchy levels like region, area, territory.</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Add, edit, move, or remove items in each level.</a:t>
            </a:r>
            <a:endParaRPr lang="en-US" sz="1200">
              <a:solidFill>
                <a:srgbClr val="1C1917"/>
              </a:solidFill>
            </a:endParaRPr>
          </a:p>
          <a:p>
            <a:pPr marL="232410" indent="-232410">
              <a:buFont typeface="Arial"/>
              <a:buChar char="•"/>
            </a:pPr>
            <a:r>
              <a:rPr lang="en-US" sz="1200">
                <a:solidFill>
                  <a:srgbClr val="1C1917"/>
                </a:solidFill>
                <a:latin typeface="Arial"/>
                <a:ea typeface="Verdana"/>
                <a:cs typeface="Arial"/>
              </a:rPr>
              <a:t>Maintain parent-child relationships between levels.</a:t>
            </a:r>
            <a:endParaRPr lang="en-US" sz="1200">
              <a:solidFill>
                <a:srgbClr val="0A2F46"/>
              </a:solidFill>
            </a:endParaRPr>
          </a:p>
          <a:p>
            <a:pPr marL="0" indent="0">
              <a:buNone/>
            </a:pPr>
            <a:endParaRPr lang="en-US" sz="1200">
              <a:solidFill>
                <a:srgbClr val="0A2F46"/>
              </a:solidFill>
            </a:endParaRPr>
          </a:p>
          <a:p>
            <a:pPr marL="0" indent="0">
              <a:buNone/>
            </a:pPr>
            <a:r>
              <a:rPr lang="en-US" sz="1200" b="1">
                <a:solidFill>
                  <a:srgbClr val="1C1917"/>
                </a:solidFill>
                <a:latin typeface="Arial"/>
                <a:ea typeface="Verdana"/>
                <a:cs typeface="Arial"/>
              </a:rPr>
              <a:t>Assign and Analyze Accounts to Territories</a:t>
            </a:r>
            <a:endParaRPr lang="en-US" sz="1200">
              <a:solidFill>
                <a:srgbClr val="0A2F46"/>
              </a:solidFill>
              <a:latin typeface="Arial"/>
              <a:ea typeface="Verdana"/>
              <a:cs typeface="Arial"/>
            </a:endParaRPr>
          </a:p>
          <a:p>
            <a:pPr marL="232410" indent="-232410">
              <a:buFont typeface="Arial"/>
              <a:buChar char="•"/>
            </a:pPr>
            <a:r>
              <a:rPr lang="en-US" sz="1200">
                <a:solidFill>
                  <a:srgbClr val="1C1917"/>
                </a:solidFill>
                <a:latin typeface="Arial"/>
                <a:ea typeface="Verdana"/>
                <a:cs typeface="Arial"/>
              </a:rPr>
              <a:t>Match individual accounts to specific territories by manually assigning accounts or using rules to automate.</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Set assignment start dates for tracking over time.</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Identify unassigned accounts needing alignment.</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Change account to territory assignments as needed.</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Analyze assignments across hierarchy for gaps or overlaps.</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Filter and view assignments at any hierarchy level or across specific segments or industries.</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Visualize assignments on regional map view, select accounts on map to reassign territories.</a:t>
            </a:r>
            <a:endParaRPr lang="en-US" sz="1200">
              <a:solidFill>
                <a:srgbClr val="0A2F46"/>
              </a:solidFill>
            </a:endParaRPr>
          </a:p>
          <a:p>
            <a:pPr marL="232410" indent="-232410">
              <a:buFont typeface="Arial"/>
              <a:buChar char="•"/>
            </a:pPr>
            <a:endParaRPr lang="en-US" sz="1200">
              <a:solidFill>
                <a:srgbClr val="0A2F46"/>
              </a:solidFill>
            </a:endParaRPr>
          </a:p>
          <a:p>
            <a:pPr marL="0" indent="0">
              <a:buNone/>
            </a:pPr>
            <a:r>
              <a:rPr lang="en-US" sz="1200" b="1">
                <a:solidFill>
                  <a:srgbClr val="1C1917"/>
                </a:solidFill>
                <a:latin typeface="Arial"/>
                <a:ea typeface="Verdana"/>
                <a:cs typeface="Arial"/>
              </a:rPr>
              <a:t>Manage Account Hierarchy</a:t>
            </a:r>
            <a:endParaRPr lang="en-US" sz="1200">
              <a:solidFill>
                <a:srgbClr val="0A2F46"/>
              </a:solidFill>
              <a:latin typeface="Arial"/>
              <a:ea typeface="Verdana"/>
              <a:cs typeface="Arial"/>
            </a:endParaRPr>
          </a:p>
          <a:p>
            <a:pPr marL="232410" indent="-232410">
              <a:buFont typeface="Arial"/>
              <a:buChar char="•"/>
            </a:pPr>
            <a:r>
              <a:rPr lang="en-US" sz="1200">
                <a:solidFill>
                  <a:srgbClr val="1C1917"/>
                </a:solidFill>
                <a:latin typeface="Arial"/>
                <a:ea typeface="Verdana"/>
                <a:cs typeface="Arial"/>
              </a:rPr>
              <a:t>Build parent-child relationships between accounts.</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View and edit child accounts under each parent.</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Option to create dummy parents to group accounts.</a:t>
            </a:r>
            <a:endParaRPr lang="en-US" sz="1200">
              <a:solidFill>
                <a:srgbClr val="0A2F46"/>
              </a:solidFill>
            </a:endParaRPr>
          </a:p>
          <a:p>
            <a:pPr marL="232410" indent="-232410">
              <a:buFont typeface="Arial"/>
              <a:buChar char="•"/>
            </a:pPr>
            <a:r>
              <a:rPr lang="en-US" sz="1200">
                <a:solidFill>
                  <a:srgbClr val="1C1917"/>
                </a:solidFill>
                <a:latin typeface="Arial"/>
                <a:ea typeface="Verdana"/>
                <a:cs typeface="Arial"/>
              </a:rPr>
              <a:t>Map account assignments.</a:t>
            </a:r>
            <a:endParaRPr lang="en-US" sz="1200">
              <a:solidFill>
                <a:srgbClr val="0A2F46"/>
              </a:solidFill>
            </a:endParaRPr>
          </a:p>
          <a:p>
            <a:pPr marL="232410" indent="-232410">
              <a:buFont typeface="Arial"/>
              <a:buChar char="•"/>
            </a:pPr>
            <a:endParaRPr lang="en-US" sz="1200">
              <a:solidFill>
                <a:srgbClr val="0A2F46"/>
              </a:solidFill>
            </a:endParaRPr>
          </a:p>
          <a:p>
            <a:pPr marL="0" indent="0">
              <a:buNone/>
            </a:pPr>
            <a:endParaRPr lang="en-US" sz="1200" b="1">
              <a:solidFill>
                <a:srgbClr val="1C1917"/>
              </a:solidFill>
            </a:endParaRPr>
          </a:p>
        </p:txBody>
      </p:sp>
    </p:spTree>
    <p:extLst>
      <p:ext uri="{BB962C8B-B14F-4D97-AF65-F5344CB8AC3E}">
        <p14:creationId xmlns:p14="http://schemas.microsoft.com/office/powerpoint/2010/main" val="3308053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company&#10;&#10;Description automatically generated">
            <a:extLst>
              <a:ext uri="{FF2B5EF4-FFF2-40B4-BE49-F238E27FC236}">
                <a16:creationId xmlns:a16="http://schemas.microsoft.com/office/drawing/2014/main" id="{A506E410-997C-0B79-59B0-0C8B5B338A70}"/>
              </a:ext>
            </a:extLst>
          </p:cNvPr>
          <p:cNvPicPr>
            <a:picLocks noGrp="1" noChangeAspect="1"/>
          </p:cNvPicPr>
          <p:nvPr>
            <p:ph idx="1"/>
          </p:nvPr>
        </p:nvPicPr>
        <p:blipFill>
          <a:blip r:embed="rId2"/>
          <a:stretch>
            <a:fillRect/>
          </a:stretch>
        </p:blipFill>
        <p:spPr>
          <a:xfrm>
            <a:off x="615101" y="1355391"/>
            <a:ext cx="10983484" cy="4771806"/>
          </a:xfrm>
        </p:spPr>
      </p:pic>
      <p:sp>
        <p:nvSpPr>
          <p:cNvPr id="5" name="Title 4">
            <a:extLst>
              <a:ext uri="{FF2B5EF4-FFF2-40B4-BE49-F238E27FC236}">
                <a16:creationId xmlns:a16="http://schemas.microsoft.com/office/drawing/2014/main" id="{B7471113-A9D3-8B91-C02D-2BA359E80AAD}"/>
              </a:ext>
            </a:extLst>
          </p:cNvPr>
          <p:cNvSpPr>
            <a:spLocks noGrp="1"/>
          </p:cNvSpPr>
          <p:nvPr>
            <p:ph type="title"/>
          </p:nvPr>
        </p:nvSpPr>
        <p:spPr/>
        <p:txBody>
          <a:bodyPr/>
          <a:lstStyle/>
          <a:p>
            <a:r>
              <a:rPr lang="en-US">
                <a:solidFill>
                  <a:schemeClr val="tx2"/>
                </a:solidFill>
                <a:latin typeface="Arial"/>
                <a:ea typeface="Verdana"/>
                <a:cs typeface="Arial"/>
              </a:rPr>
              <a:t>Manage territory hierarchy and assign accounts to territory</a:t>
            </a:r>
            <a:br>
              <a:rPr lang="en-US">
                <a:solidFill>
                  <a:schemeClr val="tx2"/>
                </a:solidFill>
                <a:latin typeface="Arial"/>
                <a:ea typeface="Verdana"/>
                <a:cs typeface="Arial"/>
              </a:rPr>
            </a:br>
            <a:r>
              <a:rPr lang="en-US" sz="2000">
                <a:solidFill>
                  <a:schemeClr val="accent1"/>
                </a:solidFill>
                <a:latin typeface="Arial"/>
                <a:ea typeface="Verdana"/>
                <a:cs typeface="Arial"/>
              </a:rPr>
              <a:t>Diagram</a:t>
            </a:r>
            <a:endParaRPr lang="en-US"/>
          </a:p>
        </p:txBody>
      </p:sp>
    </p:spTree>
    <p:extLst>
      <p:ext uri="{BB962C8B-B14F-4D97-AF65-F5344CB8AC3E}">
        <p14:creationId xmlns:p14="http://schemas.microsoft.com/office/powerpoint/2010/main" val="1045422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613E4-C0D5-D3AE-81FB-9896C73FCA38}"/>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Manage rules for account assignment</a:t>
            </a:r>
            <a:br>
              <a:rPr lang="en-US">
                <a:solidFill>
                  <a:schemeClr val="tx2"/>
                </a:solidFill>
                <a:latin typeface="Arial"/>
                <a:ea typeface="Verdana"/>
                <a:cs typeface="Arial"/>
              </a:rPr>
            </a:br>
            <a:r>
              <a:rPr lang="en-US" sz="2000">
                <a:solidFill>
                  <a:schemeClr val="accent1"/>
                </a:solidFill>
                <a:latin typeface="Arial"/>
                <a:ea typeface="Verdana"/>
                <a:cs typeface="Arial"/>
              </a:rPr>
              <a:t>Overview</a:t>
            </a:r>
            <a:endParaRPr lang="en-US" sz="2000">
              <a:solidFill>
                <a:schemeClr val="accent1"/>
              </a:solidFill>
            </a:endParaRPr>
          </a:p>
        </p:txBody>
      </p:sp>
      <p:sp>
        <p:nvSpPr>
          <p:cNvPr id="3" name="Content Placeholder 2">
            <a:extLst>
              <a:ext uri="{FF2B5EF4-FFF2-40B4-BE49-F238E27FC236}">
                <a16:creationId xmlns:a16="http://schemas.microsoft.com/office/drawing/2014/main" id="{BCAF899C-C40A-0939-C083-E00087EB5E8E}"/>
              </a:ext>
            </a:extLst>
          </p:cNvPr>
          <p:cNvSpPr>
            <a:spLocks noGrp="1"/>
          </p:cNvSpPr>
          <p:nvPr>
            <p:ph idx="1"/>
          </p:nvPr>
        </p:nvSpPr>
        <p:spPr>
          <a:xfrm>
            <a:off x="615101" y="1601677"/>
            <a:ext cx="10983484" cy="5256323"/>
          </a:xfrm>
        </p:spPr>
        <p:txBody>
          <a:bodyPr lIns="0" tIns="45720" rIns="0" bIns="45720" anchor="t"/>
          <a:lstStyle/>
          <a:p>
            <a:pPr marL="0" indent="0">
              <a:buNone/>
            </a:pPr>
            <a:r>
              <a:rPr lang="en-US" sz="1200">
                <a:solidFill>
                  <a:srgbClr val="1C1917"/>
                </a:solidFill>
                <a:latin typeface="Arial"/>
                <a:ea typeface="Verdana"/>
                <a:cs typeface="Arial"/>
              </a:rPr>
              <a:t>Allows business to efficiently align accounts to territories as the business evolves. The model allows easy setup of rules leveraging existing account attributes. The rule engine automates standardized assignment of accounts to territories. Dashboards provide visibility into results for managing conflicts and validating assignments. </a:t>
            </a:r>
            <a:endParaRPr lang="en-US" sz="2100"/>
          </a:p>
          <a:p>
            <a:pPr marL="0" indent="0">
              <a:buNone/>
            </a:pPr>
            <a:endParaRPr lang="en-US" sz="1200" b="1">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Configure Rule Settings and Define Eligibility Criteria </a:t>
            </a:r>
            <a:endParaRPr lang="en-US" sz="1200" b="1">
              <a:latin typeface="Arial"/>
              <a:ea typeface="Verdana"/>
              <a:cs typeface="Arial"/>
            </a:endParaRPr>
          </a:p>
          <a:p>
            <a:pPr marL="232410" indent="-232410"/>
            <a:r>
              <a:rPr lang="en-US" sz="1200">
                <a:solidFill>
                  <a:srgbClr val="1C1917"/>
                </a:solidFill>
                <a:latin typeface="Arial"/>
                <a:ea typeface="Verdana"/>
                <a:cs typeface="Arial"/>
              </a:rPr>
              <a:t>Select account attributes to use for eligibility and matching.</a:t>
            </a:r>
            <a:endParaRPr lang="en-US" sz="1200">
              <a:latin typeface="Arial"/>
              <a:ea typeface="Verdana"/>
              <a:cs typeface="Arial"/>
            </a:endParaRPr>
          </a:p>
          <a:p>
            <a:pPr marL="232410" indent="-232410"/>
            <a:r>
              <a:rPr lang="en-US" sz="1200">
                <a:solidFill>
                  <a:srgbClr val="1C1917"/>
                </a:solidFill>
                <a:latin typeface="Arial"/>
                <a:ea typeface="Verdana"/>
                <a:cs typeface="Arial"/>
              </a:rPr>
              <a:t>Set priority order for applying multiple rules.</a:t>
            </a:r>
            <a:endParaRPr lang="en-US" sz="1200">
              <a:latin typeface="Arial"/>
              <a:ea typeface="Verdana"/>
              <a:cs typeface="Arial"/>
            </a:endParaRPr>
          </a:p>
          <a:p>
            <a:pPr marL="232410" indent="-232410"/>
            <a:r>
              <a:rPr lang="en-US" sz="1200">
                <a:solidFill>
                  <a:srgbClr val="1C1917"/>
                </a:solidFill>
                <a:latin typeface="Arial"/>
                <a:ea typeface="Verdana"/>
                <a:cs typeface="Arial"/>
              </a:rPr>
              <a:t>Set filters on attributes like segment, industry, size to define eligible accounts.</a:t>
            </a:r>
            <a:endParaRPr lang="en-US" sz="1200">
              <a:latin typeface="Arial"/>
              <a:ea typeface="Verdana"/>
              <a:cs typeface="Arial"/>
            </a:endParaRPr>
          </a:p>
          <a:p>
            <a:pPr marL="232410" indent="-232410"/>
            <a:r>
              <a:rPr lang="en-US" sz="1200">
                <a:solidFill>
                  <a:srgbClr val="1C1917"/>
                </a:solidFill>
                <a:latin typeface="Arial"/>
                <a:ea typeface="Verdana"/>
                <a:cs typeface="Arial"/>
              </a:rPr>
              <a:t>Review and adjust criteria to include desired accounts.</a:t>
            </a:r>
            <a:endParaRPr lang="en-US" sz="1200">
              <a:latin typeface="Arial"/>
              <a:ea typeface="Verdana"/>
              <a:cs typeface="Arial"/>
            </a:endParaRPr>
          </a:p>
          <a:p>
            <a:pPr marL="0" indent="0">
              <a:buNone/>
            </a:pPr>
            <a:endParaRPr lang="en-US" sz="1200">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Create Assignment Rules and Manage Conflicts </a:t>
            </a:r>
            <a:endParaRPr lang="en-US" sz="1200" b="1">
              <a:latin typeface="Arial"/>
              <a:ea typeface="Verdana"/>
              <a:cs typeface="Arial"/>
            </a:endParaRPr>
          </a:p>
          <a:p>
            <a:pPr marL="232410" indent="-232410"/>
            <a:r>
              <a:rPr lang="en-US" sz="1200">
                <a:solidFill>
                  <a:srgbClr val="1C1917"/>
                </a:solidFill>
                <a:latin typeface="Arial"/>
                <a:ea typeface="Verdana"/>
                <a:cs typeface="Arial"/>
              </a:rPr>
              <a:t>Build rules for each territory using selected attributes such as segment, geography, zip code.</a:t>
            </a:r>
            <a:endParaRPr lang="en-US" sz="1200">
              <a:latin typeface="Arial"/>
              <a:ea typeface="Verdana"/>
              <a:cs typeface="Arial"/>
            </a:endParaRPr>
          </a:p>
          <a:p>
            <a:pPr marL="232410" indent="-232410"/>
            <a:r>
              <a:rPr lang="en-US" sz="1200">
                <a:solidFill>
                  <a:srgbClr val="1C1917"/>
                </a:solidFill>
                <a:latin typeface="Arial"/>
                <a:ea typeface="Verdana"/>
                <a:cs typeface="Arial"/>
              </a:rPr>
              <a:t>Rules will assign accounts meeting criteria to specified territories.</a:t>
            </a:r>
            <a:endParaRPr lang="en-US" sz="1200">
              <a:latin typeface="Arial"/>
              <a:ea typeface="Verdana"/>
              <a:cs typeface="Arial"/>
            </a:endParaRPr>
          </a:p>
          <a:p>
            <a:pPr marL="232410" indent="-232410"/>
            <a:r>
              <a:rPr lang="en-US" sz="1200">
                <a:solidFill>
                  <a:srgbClr val="1C1917"/>
                </a:solidFill>
                <a:latin typeface="Arial"/>
                <a:ea typeface="Verdana"/>
                <a:cs typeface="Arial"/>
              </a:rPr>
              <a:t>Identify conflicts where rules assign same accounts to different territories.</a:t>
            </a:r>
            <a:endParaRPr lang="en-US" sz="1200">
              <a:latin typeface="Arial"/>
              <a:ea typeface="Verdana"/>
              <a:cs typeface="Arial"/>
            </a:endParaRPr>
          </a:p>
          <a:p>
            <a:pPr marL="232410" indent="-232410"/>
            <a:r>
              <a:rPr lang="en-US" sz="1200">
                <a:solidFill>
                  <a:srgbClr val="1C1917"/>
                </a:solidFill>
                <a:latin typeface="Arial"/>
                <a:ea typeface="Verdana"/>
                <a:cs typeface="Arial"/>
              </a:rPr>
              <a:t>Adjust rules to resolve conflicts before running.</a:t>
            </a:r>
            <a:endParaRPr lang="en-US" sz="1200">
              <a:latin typeface="Arial"/>
              <a:ea typeface="Verdana"/>
              <a:cs typeface="Arial"/>
            </a:endParaRPr>
          </a:p>
          <a:p>
            <a:pPr marL="0" indent="0">
              <a:buNone/>
            </a:pPr>
            <a:endParaRPr lang="en-US" sz="1200">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Execute Rules and Review Assignments </a:t>
            </a:r>
            <a:endParaRPr lang="en-US" sz="1200" b="1">
              <a:latin typeface="Arial"/>
              <a:ea typeface="Verdana"/>
              <a:cs typeface="Arial"/>
            </a:endParaRPr>
          </a:p>
          <a:p>
            <a:pPr marL="232410" indent="-232410"/>
            <a:r>
              <a:rPr lang="en-US" sz="1200">
                <a:solidFill>
                  <a:srgbClr val="1C1917"/>
                </a:solidFill>
                <a:latin typeface="Arial"/>
                <a:ea typeface="Verdana"/>
                <a:cs typeface="Arial"/>
              </a:rPr>
              <a:t>Select rules to run to automate account assignments.</a:t>
            </a:r>
            <a:endParaRPr lang="en-US" sz="1200">
              <a:latin typeface="Arial"/>
              <a:ea typeface="Verdana"/>
              <a:cs typeface="Arial"/>
            </a:endParaRPr>
          </a:p>
          <a:p>
            <a:pPr marL="232410" indent="-232410"/>
            <a:r>
              <a:rPr lang="en-US" sz="1200">
                <a:solidFill>
                  <a:srgbClr val="1C1917"/>
                </a:solidFill>
                <a:latin typeface="Arial"/>
                <a:ea typeface="Verdana"/>
                <a:cs typeface="Arial"/>
              </a:rPr>
              <a:t>Set effective date for batch assignment of accounts.</a:t>
            </a:r>
            <a:endParaRPr lang="en-US" sz="1200">
              <a:latin typeface="Arial"/>
              <a:ea typeface="Verdana"/>
              <a:cs typeface="Arial"/>
            </a:endParaRPr>
          </a:p>
          <a:p>
            <a:pPr marL="232410" indent="-232410"/>
            <a:r>
              <a:rPr lang="en-US" sz="1200">
                <a:solidFill>
                  <a:srgbClr val="1C1917"/>
                </a:solidFill>
                <a:latin typeface="Arial"/>
                <a:ea typeface="Verdana"/>
                <a:cs typeface="Arial"/>
              </a:rPr>
              <a:t>Analyze results to validate accounts assigned as expected.</a:t>
            </a:r>
            <a:endParaRPr lang="en-US" sz="1200">
              <a:latin typeface="Arial"/>
              <a:ea typeface="Verdana"/>
              <a:cs typeface="Arial"/>
            </a:endParaRPr>
          </a:p>
          <a:p>
            <a:pPr marL="232410" indent="-232410"/>
            <a:r>
              <a:rPr lang="en-US" sz="1200">
                <a:solidFill>
                  <a:srgbClr val="1C1917"/>
                </a:solidFill>
                <a:latin typeface="Arial"/>
                <a:ea typeface="Verdana"/>
                <a:cs typeface="Arial"/>
              </a:rPr>
              <a:t>Filter accounts assigned by each rule for audit trail.</a:t>
            </a:r>
            <a:endParaRPr lang="en-US" sz="1200">
              <a:latin typeface="Arial"/>
              <a:ea typeface="Verdana"/>
              <a:cs typeface="Arial"/>
            </a:endParaRPr>
          </a:p>
          <a:p>
            <a:pPr marL="232410" indent="-232410"/>
            <a:endParaRPr lang="en-US" sz="1200"/>
          </a:p>
        </p:txBody>
      </p:sp>
    </p:spTree>
    <p:extLst>
      <p:ext uri="{BB962C8B-B14F-4D97-AF65-F5344CB8AC3E}">
        <p14:creationId xmlns:p14="http://schemas.microsoft.com/office/powerpoint/2010/main" val="66972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rule&#10;&#10;Description automatically generated">
            <a:extLst>
              <a:ext uri="{FF2B5EF4-FFF2-40B4-BE49-F238E27FC236}">
                <a16:creationId xmlns:a16="http://schemas.microsoft.com/office/drawing/2014/main" id="{A694EB3E-811A-8E91-CBE4-A865623EFF62}"/>
              </a:ext>
            </a:extLst>
          </p:cNvPr>
          <p:cNvPicPr>
            <a:picLocks noChangeAspect="1"/>
          </p:cNvPicPr>
          <p:nvPr/>
        </p:nvPicPr>
        <p:blipFill>
          <a:blip r:embed="rId2"/>
          <a:stretch>
            <a:fillRect/>
          </a:stretch>
        </p:blipFill>
        <p:spPr>
          <a:xfrm>
            <a:off x="1937657" y="1080787"/>
            <a:ext cx="6901542" cy="5235268"/>
          </a:xfrm>
          <a:prstGeom prst="rect">
            <a:avLst/>
          </a:prstGeom>
        </p:spPr>
      </p:pic>
      <p:sp>
        <p:nvSpPr>
          <p:cNvPr id="6" name="Title 1">
            <a:extLst>
              <a:ext uri="{FF2B5EF4-FFF2-40B4-BE49-F238E27FC236}">
                <a16:creationId xmlns:a16="http://schemas.microsoft.com/office/drawing/2014/main" id="{28139EC0-B99D-8D86-7342-D56EB3F1DCBC}"/>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Manage rules for account assignment</a:t>
            </a:r>
            <a:br>
              <a:rPr lang="en-US">
                <a:solidFill>
                  <a:schemeClr val="tx2"/>
                </a:solidFill>
                <a:latin typeface="Arial"/>
                <a:ea typeface="Verdana"/>
                <a:cs typeface="Arial"/>
              </a:rPr>
            </a:br>
            <a:r>
              <a:rPr lang="en-US" sz="2000">
                <a:solidFill>
                  <a:schemeClr val="accent1"/>
                </a:solidFill>
                <a:latin typeface="Arial"/>
                <a:ea typeface="Verdana"/>
                <a:cs typeface="Arial"/>
              </a:rPr>
              <a:t>Diagram</a:t>
            </a:r>
            <a:endParaRPr lang="en-US" sz="2000">
              <a:solidFill>
                <a:schemeClr val="accent1"/>
              </a:solidFill>
            </a:endParaRPr>
          </a:p>
        </p:txBody>
      </p:sp>
    </p:spTree>
    <p:extLst>
      <p:ext uri="{BB962C8B-B14F-4D97-AF65-F5344CB8AC3E}">
        <p14:creationId xmlns:p14="http://schemas.microsoft.com/office/powerpoint/2010/main" val="1995595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613E4-C0D5-D3AE-81FB-9896C73FCA38}"/>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Quota Setting</a:t>
            </a:r>
            <a:br>
              <a:rPr lang="en-US">
                <a:solidFill>
                  <a:schemeClr val="tx2"/>
                </a:solidFill>
                <a:latin typeface="Arial"/>
                <a:ea typeface="Verdana"/>
                <a:cs typeface="Arial"/>
              </a:rPr>
            </a:br>
            <a:r>
              <a:rPr lang="en-US" sz="2000">
                <a:solidFill>
                  <a:schemeClr val="accent1"/>
                </a:solidFill>
                <a:latin typeface="Arial"/>
                <a:ea typeface="Verdana"/>
                <a:cs typeface="Arial"/>
              </a:rPr>
              <a:t>Overview</a:t>
            </a:r>
            <a:r>
              <a:rPr lang="en-US">
                <a:solidFill>
                  <a:schemeClr val="tx2"/>
                </a:solidFill>
                <a:latin typeface="Arial"/>
                <a:ea typeface="Verdana"/>
                <a:cs typeface="Arial"/>
              </a:rPr>
              <a:t> </a:t>
            </a:r>
            <a:endParaRPr lang="en-US" b="0">
              <a:solidFill>
                <a:schemeClr val="tx2"/>
              </a:solidFill>
              <a:latin typeface="Arial"/>
              <a:ea typeface="Verdana"/>
              <a:cs typeface="Arial"/>
            </a:endParaRPr>
          </a:p>
          <a:p>
            <a:endParaRPr lang="en-US">
              <a:solidFill>
                <a:schemeClr val="tx2"/>
              </a:solidFill>
            </a:endParaRPr>
          </a:p>
        </p:txBody>
      </p:sp>
      <p:sp>
        <p:nvSpPr>
          <p:cNvPr id="3" name="Content Placeholder 2">
            <a:extLst>
              <a:ext uri="{FF2B5EF4-FFF2-40B4-BE49-F238E27FC236}">
                <a16:creationId xmlns:a16="http://schemas.microsoft.com/office/drawing/2014/main" id="{BCAF899C-C40A-0939-C083-E00087EB5E8E}"/>
              </a:ext>
            </a:extLst>
          </p:cNvPr>
          <p:cNvSpPr>
            <a:spLocks noGrp="1"/>
          </p:cNvSpPr>
          <p:nvPr>
            <p:ph idx="1"/>
          </p:nvPr>
        </p:nvSpPr>
        <p:spPr>
          <a:xfrm>
            <a:off x="604258" y="1325167"/>
            <a:ext cx="10983484" cy="5256323"/>
          </a:xfrm>
        </p:spPr>
        <p:txBody>
          <a:bodyPr lIns="0" tIns="45720" rIns="0" bIns="45720" anchor="t"/>
          <a:lstStyle/>
          <a:p>
            <a:pPr marL="0" indent="0">
              <a:buNone/>
            </a:pPr>
            <a:r>
              <a:rPr lang="en-US" sz="1200">
                <a:solidFill>
                  <a:srgbClr val="1C1917"/>
                </a:solidFill>
                <a:latin typeface="Arial"/>
                <a:ea typeface="Verdana"/>
                <a:cs typeface="Arial"/>
              </a:rPr>
              <a:t>The setup allows configuration of quota types, products, and ramps. The dashboards provide visibility into quota details and variances. Approval workflows ensure quotas are validated. This gives sales leaders a centralized model to set, analyze and approve quotas aligned to targets and resources.</a:t>
            </a:r>
            <a:endParaRPr lang="en-US" sz="1200">
              <a:latin typeface="Arial"/>
              <a:ea typeface="Verdana"/>
              <a:cs typeface="Arial"/>
            </a:endParaRPr>
          </a:p>
          <a:p>
            <a:pPr marL="232410" indent="-232410"/>
            <a:endParaRPr lang="en-US" sz="1200"/>
          </a:p>
          <a:p>
            <a:pPr marL="0" indent="0">
              <a:buNone/>
            </a:pPr>
            <a:r>
              <a:rPr lang="en-US" sz="1200" b="1">
                <a:solidFill>
                  <a:srgbClr val="1C1917"/>
                </a:solidFill>
                <a:latin typeface="Arial"/>
                <a:ea typeface="Verdana"/>
                <a:cs typeface="Arial"/>
              </a:rPr>
              <a:t>Configure Quota Settings</a:t>
            </a:r>
            <a:endParaRPr lang="en-US" sz="1200" b="1">
              <a:latin typeface="Arial"/>
              <a:ea typeface="Verdana"/>
              <a:cs typeface="Arial"/>
            </a:endParaRPr>
          </a:p>
          <a:p>
            <a:pPr marL="232410" indent="-232410"/>
            <a:r>
              <a:rPr lang="en-US" sz="1200">
                <a:solidFill>
                  <a:srgbClr val="1C1917"/>
                </a:solidFill>
                <a:latin typeface="Arial"/>
                <a:ea typeface="Verdana"/>
                <a:cs typeface="Arial"/>
              </a:rPr>
              <a:t>Define quota types by role, like total revenue, new business.</a:t>
            </a:r>
            <a:endParaRPr lang="en-US" sz="1200">
              <a:latin typeface="Arial"/>
              <a:ea typeface="Verdana"/>
              <a:cs typeface="Arial"/>
            </a:endParaRPr>
          </a:p>
          <a:p>
            <a:pPr marL="232410" indent="-232410"/>
            <a:r>
              <a:rPr lang="en-US" sz="1200">
                <a:solidFill>
                  <a:srgbClr val="1C1917"/>
                </a:solidFill>
                <a:latin typeface="Arial"/>
                <a:ea typeface="Verdana"/>
                <a:cs typeface="Arial"/>
              </a:rPr>
              <a:t>Set hierarchy levels for quota assignment by role.</a:t>
            </a:r>
            <a:endParaRPr lang="en-US" sz="1200">
              <a:latin typeface="Arial"/>
              <a:ea typeface="Verdana"/>
              <a:cs typeface="Arial"/>
            </a:endParaRPr>
          </a:p>
          <a:p>
            <a:pPr marL="232410" indent="-232410"/>
            <a:r>
              <a:rPr lang="en-US" sz="1200">
                <a:solidFill>
                  <a:srgbClr val="1C1917"/>
                </a:solidFill>
                <a:latin typeface="Arial"/>
                <a:ea typeface="Verdana"/>
                <a:cs typeface="Arial"/>
              </a:rPr>
              <a:t>Select products to include in quota calculations.</a:t>
            </a:r>
            <a:endParaRPr lang="en-US" sz="1200">
              <a:latin typeface="Arial"/>
              <a:ea typeface="Verdana"/>
              <a:cs typeface="Arial"/>
            </a:endParaRPr>
          </a:p>
          <a:p>
            <a:pPr marL="0" indent="0">
              <a:buNone/>
            </a:pPr>
            <a:endParaRPr lang="en-US" sz="1200">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Allocate Quotas to Reps</a:t>
            </a:r>
            <a:endParaRPr lang="en-US" sz="1200" b="1">
              <a:latin typeface="Arial"/>
              <a:ea typeface="Verdana"/>
              <a:cs typeface="Arial"/>
            </a:endParaRPr>
          </a:p>
          <a:p>
            <a:pPr marL="232410" indent="-232410"/>
            <a:r>
              <a:rPr lang="en-US" sz="1200">
                <a:solidFill>
                  <a:srgbClr val="1C1917"/>
                </a:solidFill>
                <a:latin typeface="Arial"/>
                <a:ea typeface="Verdana"/>
                <a:cs typeface="Arial"/>
              </a:rPr>
              <a:t>Use territory targets to assign quota amounts to each rep.</a:t>
            </a:r>
            <a:endParaRPr lang="en-US" sz="1200">
              <a:latin typeface="Arial"/>
              <a:ea typeface="Verdana"/>
              <a:cs typeface="Arial"/>
            </a:endParaRPr>
          </a:p>
          <a:p>
            <a:pPr marL="232410" indent="-232410"/>
            <a:r>
              <a:rPr lang="en-US" sz="1200">
                <a:solidFill>
                  <a:srgbClr val="1C1917"/>
                </a:solidFill>
                <a:latin typeface="Arial"/>
                <a:ea typeface="Verdana"/>
                <a:cs typeface="Arial"/>
              </a:rPr>
              <a:t>Quotas align to where reps are assigned in hierarchy.</a:t>
            </a:r>
            <a:endParaRPr lang="en-US" sz="1200">
              <a:latin typeface="Arial"/>
              <a:ea typeface="Verdana"/>
              <a:cs typeface="Arial"/>
            </a:endParaRPr>
          </a:p>
          <a:p>
            <a:pPr marL="232410" indent="-232410"/>
            <a:r>
              <a:rPr lang="en-US" sz="1200">
                <a:solidFill>
                  <a:srgbClr val="1C1917"/>
                </a:solidFill>
                <a:latin typeface="Arial"/>
                <a:ea typeface="Verdana"/>
                <a:cs typeface="Arial"/>
              </a:rPr>
              <a:t>Supports multiple quota types for overlay reps.</a:t>
            </a:r>
            <a:endParaRPr lang="en-US" sz="1200">
              <a:latin typeface="Arial"/>
              <a:ea typeface="Verdana"/>
              <a:cs typeface="Arial"/>
            </a:endParaRPr>
          </a:p>
          <a:p>
            <a:pPr marL="232410" indent="-232410"/>
            <a:r>
              <a:rPr lang="en-US" sz="1200">
                <a:solidFill>
                  <a:srgbClr val="1C1917"/>
                </a:solidFill>
                <a:latin typeface="Arial"/>
                <a:ea typeface="Verdana"/>
                <a:cs typeface="Arial"/>
              </a:rPr>
              <a:t>Input ramp rates to gradually increase quotas.</a:t>
            </a:r>
            <a:endParaRPr lang="en-US" sz="1200">
              <a:latin typeface="Arial"/>
              <a:ea typeface="Verdana"/>
              <a:cs typeface="Arial"/>
            </a:endParaRPr>
          </a:p>
          <a:p>
            <a:pPr marL="232410" indent="-232410"/>
            <a:r>
              <a:rPr lang="en-US" sz="1200">
                <a:solidFill>
                  <a:srgbClr val="1C1917"/>
                </a:solidFill>
                <a:latin typeface="Arial"/>
                <a:ea typeface="Verdana"/>
                <a:cs typeface="Arial"/>
              </a:rPr>
              <a:t>Accommodates reps starting mid-year with partial period ramps.</a:t>
            </a:r>
            <a:endParaRPr lang="en-US" sz="1200">
              <a:latin typeface="Arial"/>
              <a:ea typeface="Verdana"/>
              <a:cs typeface="Arial"/>
            </a:endParaRPr>
          </a:p>
          <a:p>
            <a:pPr marL="232410" indent="-232410"/>
            <a:r>
              <a:rPr lang="en-US" sz="1200">
                <a:solidFill>
                  <a:srgbClr val="1C1917"/>
                </a:solidFill>
                <a:latin typeface="Arial"/>
                <a:ea typeface="Verdana"/>
                <a:cs typeface="Arial"/>
              </a:rPr>
              <a:t>Enable manual adjustments to allocated quotas as needed (typically used for exception situations).</a:t>
            </a:r>
            <a:endParaRPr lang="en-US" sz="1200">
              <a:latin typeface="Arial"/>
              <a:ea typeface="Verdana"/>
              <a:cs typeface="Arial"/>
            </a:endParaRPr>
          </a:p>
          <a:p>
            <a:pPr marL="0" indent="0">
              <a:buNone/>
            </a:pPr>
            <a:endParaRPr lang="en-US" sz="1200">
              <a:solidFill>
                <a:srgbClr val="1C1917"/>
              </a:solidFill>
              <a:latin typeface="Arial"/>
              <a:ea typeface="Verdana"/>
              <a:cs typeface="Arial"/>
            </a:endParaRPr>
          </a:p>
          <a:p>
            <a:pPr marL="0" indent="0">
              <a:buNone/>
            </a:pPr>
            <a:r>
              <a:rPr lang="en-US" sz="1200" b="1">
                <a:solidFill>
                  <a:srgbClr val="1C1917"/>
                </a:solidFill>
                <a:latin typeface="Arial"/>
                <a:ea typeface="Verdana"/>
                <a:cs typeface="Arial"/>
              </a:rPr>
              <a:t>Report and Approve Quotas</a:t>
            </a:r>
            <a:endParaRPr lang="en-US" sz="1200" b="1">
              <a:latin typeface="Arial"/>
              <a:ea typeface="Verdana"/>
              <a:cs typeface="Arial"/>
            </a:endParaRPr>
          </a:p>
          <a:p>
            <a:pPr marL="232410" indent="-232410"/>
            <a:r>
              <a:rPr lang="en-US" sz="1200">
                <a:solidFill>
                  <a:srgbClr val="1C1917"/>
                </a:solidFill>
                <a:latin typeface="Arial"/>
                <a:ea typeface="Verdana"/>
                <a:cs typeface="Arial"/>
              </a:rPr>
              <a:t>Analyze variances between top-down targets and bottom-up quotas.</a:t>
            </a:r>
            <a:endParaRPr lang="en-US" sz="1200">
              <a:latin typeface="Arial"/>
              <a:ea typeface="Verdana"/>
              <a:cs typeface="Arial"/>
            </a:endParaRPr>
          </a:p>
          <a:p>
            <a:pPr marL="232410" indent="-232410"/>
            <a:r>
              <a:rPr lang="en-US" sz="1200">
                <a:solidFill>
                  <a:srgbClr val="1C1917"/>
                </a:solidFill>
                <a:latin typeface="Arial"/>
                <a:ea typeface="Verdana"/>
                <a:cs typeface="Arial"/>
              </a:rPr>
              <a:t>Compare quotas across hierarchy levels and quarters.</a:t>
            </a:r>
            <a:endParaRPr lang="en-US" sz="1200">
              <a:latin typeface="Arial"/>
              <a:ea typeface="Verdana"/>
              <a:cs typeface="Arial"/>
            </a:endParaRPr>
          </a:p>
          <a:p>
            <a:pPr marL="232410" indent="-232410"/>
            <a:r>
              <a:rPr lang="en-US" sz="1200">
                <a:solidFill>
                  <a:srgbClr val="1C1917"/>
                </a:solidFill>
                <a:latin typeface="Arial"/>
                <a:ea typeface="Verdana"/>
                <a:cs typeface="Arial"/>
              </a:rPr>
              <a:t>Walk through quota approval process by territory/region.</a:t>
            </a:r>
            <a:endParaRPr lang="en-US" sz="1200">
              <a:latin typeface="Arial"/>
              <a:ea typeface="Verdana"/>
              <a:cs typeface="Arial"/>
            </a:endParaRPr>
          </a:p>
          <a:p>
            <a:pPr marL="232410" indent="-232410"/>
            <a:r>
              <a:rPr lang="en-US" sz="1200">
                <a:solidFill>
                  <a:srgbClr val="1C1917"/>
                </a:solidFill>
                <a:latin typeface="Arial"/>
                <a:ea typeface="Verdana"/>
                <a:cs typeface="Arial"/>
              </a:rPr>
              <a:t>Lock approved quotas to prevent further changes.</a:t>
            </a:r>
            <a:endParaRPr lang="en-US" sz="1200">
              <a:latin typeface="Arial"/>
              <a:ea typeface="Verdana"/>
              <a:cs typeface="Arial"/>
            </a:endParaRPr>
          </a:p>
          <a:p>
            <a:pPr marL="232410" indent="-232410"/>
            <a:endParaRPr lang="en-US" sz="1200"/>
          </a:p>
        </p:txBody>
      </p:sp>
    </p:spTree>
    <p:extLst>
      <p:ext uri="{BB962C8B-B14F-4D97-AF65-F5344CB8AC3E}">
        <p14:creationId xmlns:p14="http://schemas.microsoft.com/office/powerpoint/2010/main" val="2427011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company&#10;&#10;Description automatically generated">
            <a:extLst>
              <a:ext uri="{FF2B5EF4-FFF2-40B4-BE49-F238E27FC236}">
                <a16:creationId xmlns:a16="http://schemas.microsoft.com/office/drawing/2014/main" id="{E0181676-1D70-2EB0-F60D-A7A59ED4D1D3}"/>
              </a:ext>
            </a:extLst>
          </p:cNvPr>
          <p:cNvPicPr>
            <a:picLocks noGrp="1" noChangeAspect="1"/>
          </p:cNvPicPr>
          <p:nvPr>
            <p:ph idx="1"/>
          </p:nvPr>
        </p:nvPicPr>
        <p:blipFill>
          <a:blip r:embed="rId2"/>
          <a:stretch>
            <a:fillRect/>
          </a:stretch>
        </p:blipFill>
        <p:spPr>
          <a:xfrm>
            <a:off x="1726574" y="1113133"/>
            <a:ext cx="8760538" cy="5256323"/>
          </a:xfrm>
        </p:spPr>
      </p:pic>
      <p:sp>
        <p:nvSpPr>
          <p:cNvPr id="7" name="Title 1">
            <a:extLst>
              <a:ext uri="{FF2B5EF4-FFF2-40B4-BE49-F238E27FC236}">
                <a16:creationId xmlns:a16="http://schemas.microsoft.com/office/drawing/2014/main" id="{E09B382F-3EC8-405E-9835-5C050CEACBCF}"/>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Quota Setting</a:t>
            </a:r>
            <a:br>
              <a:rPr lang="en-US">
                <a:solidFill>
                  <a:schemeClr val="tx2"/>
                </a:solidFill>
                <a:latin typeface="Arial"/>
                <a:ea typeface="Verdana"/>
                <a:cs typeface="Arial"/>
              </a:rPr>
            </a:br>
            <a:r>
              <a:rPr lang="en-US" sz="2000">
                <a:solidFill>
                  <a:schemeClr val="accent1"/>
                </a:solidFill>
                <a:latin typeface="Arial"/>
                <a:ea typeface="Verdana"/>
                <a:cs typeface="Arial"/>
              </a:rPr>
              <a:t>Diagram</a:t>
            </a:r>
            <a:r>
              <a:rPr lang="en-US">
                <a:solidFill>
                  <a:schemeClr val="tx2"/>
                </a:solidFill>
                <a:latin typeface="Arial"/>
                <a:ea typeface="Verdana"/>
                <a:cs typeface="Arial"/>
              </a:rPr>
              <a:t> </a:t>
            </a:r>
            <a:endParaRPr lang="en-US" b="0">
              <a:solidFill>
                <a:schemeClr val="tx2"/>
              </a:solidFill>
              <a:latin typeface="Arial"/>
              <a:ea typeface="Verdana"/>
              <a:cs typeface="Arial"/>
            </a:endParaRPr>
          </a:p>
          <a:p>
            <a:endParaRPr lang="en-US">
              <a:solidFill>
                <a:schemeClr val="tx2"/>
              </a:solidFill>
            </a:endParaRPr>
          </a:p>
        </p:txBody>
      </p:sp>
    </p:spTree>
    <p:extLst>
      <p:ext uri="{BB962C8B-B14F-4D97-AF65-F5344CB8AC3E}">
        <p14:creationId xmlns:p14="http://schemas.microsoft.com/office/powerpoint/2010/main" val="147236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613E4-C0D5-D3AE-81FB-9896C73FCA38}"/>
              </a:ext>
            </a:extLst>
          </p:cNvPr>
          <p:cNvSpPr>
            <a:spLocks noGrp="1"/>
          </p:cNvSpPr>
          <p:nvPr>
            <p:ph type="title"/>
          </p:nvPr>
        </p:nvSpPr>
        <p:spPr>
          <a:xfrm>
            <a:off x="604258" y="233826"/>
            <a:ext cx="10983484" cy="451405"/>
          </a:xfrm>
        </p:spPr>
        <p:txBody>
          <a:bodyPr lIns="0" tIns="45720" rIns="0" bIns="45720" anchor="t"/>
          <a:lstStyle/>
          <a:p>
            <a:r>
              <a:rPr lang="en-US">
                <a:solidFill>
                  <a:schemeClr val="tx2"/>
                </a:solidFill>
                <a:latin typeface="Arial"/>
                <a:ea typeface="Verdana"/>
                <a:cs typeface="Arial"/>
              </a:rPr>
              <a:t>Strategic Account Management</a:t>
            </a:r>
            <a:br>
              <a:rPr lang="en-US">
                <a:solidFill>
                  <a:schemeClr val="tx2"/>
                </a:solidFill>
                <a:latin typeface="Arial"/>
                <a:ea typeface="Verdana"/>
                <a:cs typeface="Arial"/>
              </a:rPr>
            </a:br>
            <a:r>
              <a:rPr lang="en-US" sz="2000">
                <a:solidFill>
                  <a:schemeClr val="accent1"/>
                </a:solidFill>
                <a:latin typeface="Arial"/>
                <a:ea typeface="Verdana"/>
                <a:cs typeface="Arial"/>
              </a:rPr>
              <a:t>Overview</a:t>
            </a:r>
            <a:endParaRPr lang="en-US" sz="2000">
              <a:solidFill>
                <a:schemeClr val="accent1"/>
              </a:solidFill>
            </a:endParaRPr>
          </a:p>
        </p:txBody>
      </p:sp>
      <p:sp>
        <p:nvSpPr>
          <p:cNvPr id="3" name="Content Placeholder 2">
            <a:extLst>
              <a:ext uri="{FF2B5EF4-FFF2-40B4-BE49-F238E27FC236}">
                <a16:creationId xmlns:a16="http://schemas.microsoft.com/office/drawing/2014/main" id="{BCAF899C-C40A-0939-C083-E00087EB5E8E}"/>
              </a:ext>
            </a:extLst>
          </p:cNvPr>
          <p:cNvSpPr>
            <a:spLocks noGrp="1"/>
          </p:cNvSpPr>
          <p:nvPr>
            <p:ph idx="1"/>
          </p:nvPr>
        </p:nvSpPr>
        <p:spPr>
          <a:xfrm>
            <a:off x="604478" y="1078689"/>
            <a:ext cx="10983484" cy="5592360"/>
          </a:xfrm>
        </p:spPr>
        <p:txBody>
          <a:bodyPr lIns="0" tIns="45720" rIns="0" bIns="45720" anchor="t"/>
          <a:lstStyle/>
          <a:p>
            <a:pPr marL="0" indent="0">
              <a:buNone/>
            </a:pPr>
            <a:r>
              <a:rPr lang="en-US" sz="1200">
                <a:solidFill>
                  <a:srgbClr val="212121"/>
                </a:solidFill>
                <a:latin typeface="Arial"/>
                <a:ea typeface="Verdana"/>
                <a:cs typeface="Arial"/>
              </a:rPr>
              <a:t>Strategic accounts are accounts that have global presence. Strategic accounts are owned by Strategic account managers and Strategic account executives.</a:t>
            </a:r>
            <a:endParaRPr lang="en-US" sz="1200">
              <a:latin typeface="Arial"/>
              <a:ea typeface="Verdana"/>
              <a:cs typeface="Arial"/>
            </a:endParaRPr>
          </a:p>
          <a:p>
            <a:pPr marL="0" indent="0">
              <a:buNone/>
            </a:pPr>
            <a:endParaRPr lang="en-US" sz="1200" b="1">
              <a:solidFill>
                <a:srgbClr val="212121"/>
              </a:solidFill>
              <a:latin typeface="Arial"/>
              <a:ea typeface="Verdana"/>
              <a:cs typeface="Arial"/>
            </a:endParaRPr>
          </a:p>
          <a:p>
            <a:pPr marL="0" indent="0">
              <a:buNone/>
            </a:pPr>
            <a:r>
              <a:rPr lang="en-US" sz="1200" b="1">
                <a:solidFill>
                  <a:srgbClr val="212121"/>
                </a:solidFill>
                <a:latin typeface="Arial"/>
                <a:ea typeface="Verdana"/>
                <a:cs typeface="Arial"/>
              </a:rPr>
              <a:t>Select Strategic Accounts and create Territory Hierarchy</a:t>
            </a:r>
            <a:endParaRPr lang="en-US" sz="1200">
              <a:latin typeface="Arial"/>
              <a:ea typeface="Verdana"/>
              <a:cs typeface="Arial"/>
            </a:endParaRPr>
          </a:p>
          <a:p>
            <a:pPr marL="232410" indent="-232410">
              <a:buClr>
                <a:srgbClr val="3C67EA"/>
              </a:buClr>
            </a:pPr>
            <a:r>
              <a:rPr lang="en-US" sz="1200">
                <a:solidFill>
                  <a:srgbClr val="212121"/>
                </a:solidFill>
                <a:latin typeface="Arial"/>
                <a:ea typeface="Verdana"/>
                <a:cs typeface="Arial"/>
              </a:rPr>
              <a:t>Adds the selected accounts to strategic accounts program.</a:t>
            </a:r>
            <a:endParaRPr lang="en-US" sz="1200">
              <a:latin typeface="Arial"/>
              <a:ea typeface="Verdana"/>
              <a:cs typeface="Arial"/>
            </a:endParaRPr>
          </a:p>
          <a:p>
            <a:pPr marL="232410" indent="-232410">
              <a:buClr>
                <a:srgbClr val="3C67EA"/>
              </a:buClr>
            </a:pPr>
            <a:r>
              <a:rPr lang="en-US" sz="1200">
                <a:solidFill>
                  <a:srgbClr val="212121"/>
                </a:solidFill>
                <a:latin typeface="Arial"/>
                <a:ea typeface="Verdana"/>
                <a:cs typeface="Arial"/>
              </a:rPr>
              <a:t>Creates the territory hierarchy for strategic accounts with the following branches: </a:t>
            </a:r>
            <a:endParaRPr lang="en-US" sz="1200">
              <a:solidFill>
                <a:srgbClr val="404040"/>
              </a:solidFill>
              <a:latin typeface="Arial"/>
              <a:ea typeface="Verdana"/>
              <a:cs typeface="Arial"/>
            </a:endParaRPr>
          </a:p>
          <a:p>
            <a:pPr marL="842010" lvl="1" indent="-232410">
              <a:buFont typeface="Arial"/>
              <a:buChar char="•"/>
            </a:pPr>
            <a:r>
              <a:rPr lang="en-US" sz="1200">
                <a:solidFill>
                  <a:srgbClr val="212121"/>
                </a:solidFill>
                <a:latin typeface="Arial"/>
                <a:ea typeface="Verdana"/>
                <a:cs typeface="Arial"/>
              </a:rPr>
              <a:t>Strategic Account Manager Hierarchy.</a:t>
            </a:r>
            <a:endParaRPr lang="en-US" sz="1200">
              <a:solidFill>
                <a:srgbClr val="404040"/>
              </a:solidFill>
              <a:latin typeface="Arial"/>
              <a:ea typeface="Verdana"/>
              <a:cs typeface="Arial"/>
            </a:endParaRPr>
          </a:p>
          <a:p>
            <a:pPr marL="842010" lvl="1" indent="-232410">
              <a:buFont typeface="Arial"/>
              <a:buChar char="•"/>
            </a:pPr>
            <a:r>
              <a:rPr lang="en-US" sz="1200">
                <a:solidFill>
                  <a:srgbClr val="212121"/>
                </a:solidFill>
                <a:latin typeface="Arial"/>
                <a:ea typeface="Verdana"/>
                <a:cs typeface="Arial"/>
              </a:rPr>
              <a:t>Strategic Account Executive for Regions Hierarchy.</a:t>
            </a:r>
          </a:p>
          <a:p>
            <a:pPr marL="842010" lvl="1" indent="-232410">
              <a:buFont typeface="Arial"/>
              <a:buChar char="•"/>
            </a:pPr>
            <a:r>
              <a:rPr lang="en-US" sz="1200">
                <a:solidFill>
                  <a:srgbClr val="212121"/>
                </a:solidFill>
                <a:latin typeface="Arial"/>
                <a:ea typeface="Verdana"/>
                <a:cs typeface="Arial"/>
              </a:rPr>
              <a:t>Strategic Account Executive for Sub Region/Countries Hierarchy.</a:t>
            </a:r>
            <a:endParaRPr lang="en-US" sz="1200">
              <a:solidFill>
                <a:srgbClr val="212121"/>
              </a:solidFill>
              <a:cs typeface="Arial" panose="020B0604020202020204" pitchFamily="34" charset="0"/>
            </a:endParaRPr>
          </a:p>
          <a:p>
            <a:pPr marL="0" indent="0">
              <a:buNone/>
            </a:pPr>
            <a:r>
              <a:rPr lang="en-US" sz="1200" b="1">
                <a:solidFill>
                  <a:srgbClr val="212121"/>
                </a:solidFill>
                <a:latin typeface="Arial"/>
                <a:ea typeface="Verdana"/>
                <a:cs typeface="Arial"/>
              </a:rPr>
              <a:t>Identify Strategic Reps</a:t>
            </a:r>
            <a:endParaRPr lang="en-US" sz="1200">
              <a:solidFill>
                <a:srgbClr val="404040"/>
              </a:solidFill>
              <a:latin typeface="Arial"/>
              <a:ea typeface="Verdana"/>
              <a:cs typeface="Arial"/>
            </a:endParaRPr>
          </a:p>
          <a:p>
            <a:pPr marL="232410" indent="-232410">
              <a:buClr>
                <a:srgbClr val="3C67EA"/>
              </a:buClr>
            </a:pPr>
            <a:r>
              <a:rPr lang="en-US" sz="1200">
                <a:solidFill>
                  <a:srgbClr val="242D48"/>
                </a:solidFill>
                <a:latin typeface="Arial"/>
                <a:ea typeface="Verdana"/>
                <a:cs typeface="Arial"/>
              </a:rPr>
              <a:t> Strategic reps only own strategic accounts and will not be assigned any non-strategic accounts.</a:t>
            </a:r>
            <a:endParaRPr lang="en-US" sz="1200">
              <a:latin typeface="Arial"/>
              <a:ea typeface="Verdana"/>
              <a:cs typeface="Arial"/>
            </a:endParaRPr>
          </a:p>
          <a:p>
            <a:pPr marL="0" indent="0">
              <a:buNone/>
            </a:pPr>
            <a:r>
              <a:rPr lang="en-US" sz="1200" b="1">
                <a:solidFill>
                  <a:srgbClr val="212121"/>
                </a:solidFill>
                <a:latin typeface="Arial"/>
                <a:ea typeface="Verdana"/>
                <a:cs typeface="Arial"/>
              </a:rPr>
              <a:t>Target Setting</a:t>
            </a:r>
            <a:endParaRPr lang="en-US" sz="1200">
              <a:latin typeface="Arial"/>
              <a:ea typeface="Verdana"/>
              <a:cs typeface="Arial"/>
            </a:endParaRPr>
          </a:p>
          <a:p>
            <a:pPr marL="232410" indent="-232410">
              <a:buClr>
                <a:srgbClr val="3C67EA"/>
              </a:buClr>
            </a:pPr>
            <a:r>
              <a:rPr lang="en-US" sz="1200">
                <a:solidFill>
                  <a:srgbClr val="212121"/>
                </a:solidFill>
                <a:latin typeface="Arial"/>
                <a:ea typeface="Verdana"/>
                <a:cs typeface="Arial"/>
              </a:rPr>
              <a:t>Input finance targets for the strategic accounts program at the geo level.</a:t>
            </a:r>
            <a:endParaRPr lang="en-US" sz="1200">
              <a:latin typeface="Arial"/>
              <a:ea typeface="Verdana"/>
              <a:cs typeface="Arial"/>
            </a:endParaRPr>
          </a:p>
          <a:p>
            <a:pPr marL="232410" indent="-232410">
              <a:buClr>
                <a:srgbClr val="3C67EA"/>
              </a:buClr>
            </a:pPr>
            <a:r>
              <a:rPr lang="en-US" sz="1200">
                <a:solidFill>
                  <a:srgbClr val="212121"/>
                </a:solidFill>
                <a:latin typeface="Arial"/>
                <a:ea typeface="Verdana"/>
                <a:cs typeface="Arial"/>
              </a:rPr>
              <a:t>Over assignment or target overrides are applied on the finance targets to set the target for the strategic accounts program by geo.</a:t>
            </a:r>
            <a:endParaRPr lang="en-US" sz="1200">
              <a:solidFill>
                <a:srgbClr val="404040"/>
              </a:solidFill>
              <a:latin typeface="Arial"/>
              <a:ea typeface="Verdana"/>
              <a:cs typeface="Arial"/>
            </a:endParaRPr>
          </a:p>
          <a:p>
            <a:pPr marL="232410" indent="-232410">
              <a:buClr>
                <a:srgbClr val="3C67EA"/>
              </a:buClr>
            </a:pPr>
            <a:r>
              <a:rPr lang="en-US" sz="1200">
                <a:solidFill>
                  <a:srgbClr val="212121"/>
                </a:solidFill>
                <a:latin typeface="Arial"/>
                <a:ea typeface="Verdana"/>
                <a:cs typeface="Arial"/>
              </a:rPr>
              <a:t>Strategic account target at geo level is pushed down to account level by geo and account and sub region level based on the PY sales for each of the strategic accounts.</a:t>
            </a:r>
            <a:endParaRPr lang="en-US" sz="1200">
              <a:latin typeface="Arial"/>
              <a:ea typeface="Verdana"/>
              <a:cs typeface="Arial"/>
            </a:endParaRPr>
          </a:p>
          <a:p>
            <a:pPr marL="0" indent="0">
              <a:buNone/>
            </a:pPr>
            <a:r>
              <a:rPr lang="en-US" sz="1200" b="1">
                <a:solidFill>
                  <a:srgbClr val="212121"/>
                </a:solidFill>
                <a:latin typeface="Arial"/>
                <a:ea typeface="Verdana"/>
                <a:cs typeface="Arial"/>
              </a:rPr>
              <a:t>Rep Assignments</a:t>
            </a:r>
            <a:endParaRPr lang="en-US" sz="1200">
              <a:latin typeface="Arial"/>
              <a:ea typeface="Verdana"/>
              <a:cs typeface="Arial"/>
            </a:endParaRPr>
          </a:p>
          <a:p>
            <a:pPr marL="232410" indent="-232410">
              <a:buClr>
                <a:srgbClr val="3C67EA"/>
              </a:buClr>
            </a:pPr>
            <a:r>
              <a:rPr lang="en-US" sz="1200">
                <a:solidFill>
                  <a:srgbClr val="212121"/>
                </a:solidFill>
                <a:latin typeface="Arial"/>
                <a:ea typeface="Verdana"/>
                <a:cs typeface="Arial"/>
              </a:rPr>
              <a:t>Strategic account manager, Strategic account executive for regions and strategic account executive for sub region/Countries are updated.</a:t>
            </a:r>
            <a:endParaRPr lang="en-US" sz="1200">
              <a:solidFill>
                <a:srgbClr val="404040"/>
              </a:solidFill>
              <a:latin typeface="Arial"/>
              <a:ea typeface="Verdana"/>
              <a:cs typeface="Arial"/>
            </a:endParaRPr>
          </a:p>
          <a:p>
            <a:pPr marL="232410" indent="-232410">
              <a:buClr>
                <a:srgbClr val="3C67EA"/>
              </a:buClr>
            </a:pPr>
            <a:r>
              <a:rPr lang="en-US" sz="1200">
                <a:solidFill>
                  <a:srgbClr val="212121"/>
                </a:solidFill>
                <a:latin typeface="Arial"/>
                <a:ea typeface="Verdana"/>
                <a:cs typeface="Arial"/>
              </a:rPr>
              <a:t>Territories are created based on the rep assignment matrix.</a:t>
            </a:r>
            <a:endParaRPr lang="en-US" sz="1200">
              <a:latin typeface="Arial"/>
              <a:ea typeface="Verdana"/>
              <a:cs typeface="Arial"/>
            </a:endParaRPr>
          </a:p>
          <a:p>
            <a:pPr marL="232410" indent="-232410">
              <a:buClr>
                <a:srgbClr val="3C67EA"/>
              </a:buClr>
            </a:pPr>
            <a:r>
              <a:rPr lang="en-US" sz="1200">
                <a:solidFill>
                  <a:srgbClr val="212121"/>
                </a:solidFill>
                <a:latin typeface="Arial"/>
                <a:ea typeface="Verdana"/>
                <a:cs typeface="Arial"/>
              </a:rPr>
              <a:t>Create territories, rep assignments, and account to territory assignments for strategic accounts.</a:t>
            </a:r>
          </a:p>
          <a:p>
            <a:pPr marL="0" indent="0">
              <a:buNone/>
            </a:pPr>
            <a:r>
              <a:rPr lang="en-US" sz="1200" b="1">
                <a:solidFill>
                  <a:srgbClr val="212121"/>
                </a:solidFill>
                <a:latin typeface="Arial"/>
                <a:ea typeface="Verdana"/>
                <a:cs typeface="Arial"/>
              </a:rPr>
              <a:t>Quota calculation</a:t>
            </a:r>
            <a:endParaRPr lang="en-US" sz="1200">
              <a:latin typeface="Arial"/>
              <a:ea typeface="Verdana"/>
              <a:cs typeface="Arial"/>
            </a:endParaRPr>
          </a:p>
          <a:p>
            <a:pPr marL="232410" indent="-232410">
              <a:buClr>
                <a:srgbClr val="3C67EA"/>
              </a:buClr>
            </a:pPr>
            <a:r>
              <a:rPr lang="en-US" sz="1200">
                <a:solidFill>
                  <a:srgbClr val="212121"/>
                </a:solidFill>
                <a:latin typeface="Arial"/>
                <a:ea typeface="Verdana"/>
                <a:cs typeface="Arial"/>
              </a:rPr>
              <a:t>Strategic account manager quota: Aggregate of the target associated with the parent accounts the rep is assigned to.</a:t>
            </a:r>
            <a:endParaRPr lang="en-US" sz="1200">
              <a:latin typeface="Arial"/>
              <a:ea typeface="Verdana"/>
              <a:cs typeface="Arial"/>
            </a:endParaRPr>
          </a:p>
          <a:p>
            <a:pPr marL="232410" indent="-232410">
              <a:buClr>
                <a:srgbClr val="3C67EA"/>
              </a:buClr>
            </a:pPr>
            <a:r>
              <a:rPr lang="en-US" sz="1200">
                <a:solidFill>
                  <a:srgbClr val="212121"/>
                </a:solidFill>
                <a:latin typeface="Arial"/>
                <a:ea typeface="Verdana"/>
                <a:cs typeface="Arial"/>
              </a:rPr>
              <a:t>Strategic account executive for regions:  Aggregate of the target associated with the child accounts under the region based on the strategic account rep assignment matrix.</a:t>
            </a:r>
            <a:endParaRPr lang="en-US" sz="1200">
              <a:latin typeface="Arial"/>
              <a:ea typeface="Verdana"/>
              <a:cs typeface="Arial"/>
            </a:endParaRPr>
          </a:p>
          <a:p>
            <a:pPr marL="232410" indent="-232410">
              <a:buClr>
                <a:srgbClr val="3C67EA"/>
              </a:buClr>
            </a:pPr>
            <a:r>
              <a:rPr lang="en-US" sz="1200">
                <a:solidFill>
                  <a:srgbClr val="212121"/>
                </a:solidFill>
                <a:latin typeface="Arial"/>
                <a:ea typeface="Verdana"/>
                <a:cs typeface="Arial"/>
              </a:rPr>
              <a:t>Strategic account executive for sub region/countries: Aggregate of the target associated with the child accounts under the sub region based on the strategic account rep assignment matrix.</a:t>
            </a:r>
            <a:endParaRPr lang="en-US" sz="1200">
              <a:latin typeface="Arial"/>
              <a:ea typeface="Verdana"/>
              <a:cs typeface="Arial"/>
            </a:endParaRPr>
          </a:p>
          <a:p>
            <a:pPr marL="0" indent="0">
              <a:buNone/>
            </a:pPr>
            <a:endParaRPr lang="en-US" sz="1200"/>
          </a:p>
        </p:txBody>
      </p:sp>
    </p:spTree>
    <p:extLst>
      <p:ext uri="{BB962C8B-B14F-4D97-AF65-F5344CB8AC3E}">
        <p14:creationId xmlns:p14="http://schemas.microsoft.com/office/powerpoint/2010/main" val="3376337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step&#10;&#10;Description automatically generated">
            <a:extLst>
              <a:ext uri="{FF2B5EF4-FFF2-40B4-BE49-F238E27FC236}">
                <a16:creationId xmlns:a16="http://schemas.microsoft.com/office/drawing/2014/main" id="{DF68489A-0702-0527-EEBD-1EB5CF456A14}"/>
              </a:ext>
            </a:extLst>
          </p:cNvPr>
          <p:cNvPicPr>
            <a:picLocks noGrp="1" noChangeAspect="1"/>
          </p:cNvPicPr>
          <p:nvPr>
            <p:ph idx="1"/>
          </p:nvPr>
        </p:nvPicPr>
        <p:blipFill>
          <a:blip r:embed="rId2"/>
          <a:stretch>
            <a:fillRect/>
          </a:stretch>
        </p:blipFill>
        <p:spPr>
          <a:xfrm>
            <a:off x="1116594" y="1113133"/>
            <a:ext cx="9980498" cy="5256323"/>
          </a:xfrm>
        </p:spPr>
      </p:pic>
      <p:sp>
        <p:nvSpPr>
          <p:cNvPr id="6" name="Title 1">
            <a:extLst>
              <a:ext uri="{FF2B5EF4-FFF2-40B4-BE49-F238E27FC236}">
                <a16:creationId xmlns:a16="http://schemas.microsoft.com/office/drawing/2014/main" id="{FA4449E8-004A-33DB-11C0-8286D290E554}"/>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Strategic Account Management</a:t>
            </a:r>
            <a:br>
              <a:rPr lang="en-US">
                <a:solidFill>
                  <a:schemeClr val="tx2"/>
                </a:solidFill>
                <a:latin typeface="Arial"/>
                <a:ea typeface="Verdana"/>
                <a:cs typeface="Arial"/>
              </a:rPr>
            </a:br>
            <a:r>
              <a:rPr lang="en-US" sz="2000">
                <a:solidFill>
                  <a:schemeClr val="accent1"/>
                </a:solidFill>
                <a:latin typeface="Arial"/>
                <a:ea typeface="Verdana"/>
                <a:cs typeface="Arial"/>
              </a:rPr>
              <a:t>Diagram</a:t>
            </a:r>
            <a:endParaRPr lang="en-US" sz="2000">
              <a:solidFill>
                <a:schemeClr val="accent1"/>
              </a:solidFill>
            </a:endParaRPr>
          </a:p>
        </p:txBody>
      </p:sp>
    </p:spTree>
    <p:extLst>
      <p:ext uri="{BB962C8B-B14F-4D97-AF65-F5344CB8AC3E}">
        <p14:creationId xmlns:p14="http://schemas.microsoft.com/office/powerpoint/2010/main" val="635155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613E4-C0D5-D3AE-81FB-9896C73FCA38}"/>
              </a:ext>
            </a:extLst>
          </p:cNvPr>
          <p:cNvSpPr>
            <a:spLocks noGrp="1"/>
          </p:cNvSpPr>
          <p:nvPr>
            <p:ph type="title"/>
          </p:nvPr>
        </p:nvSpPr>
        <p:spPr/>
        <p:txBody>
          <a:bodyPr lIns="0" tIns="45720" rIns="0" bIns="45720" anchor="t"/>
          <a:lstStyle/>
          <a:p>
            <a:r>
              <a:rPr lang="en-US">
                <a:solidFill>
                  <a:schemeClr val="tx2"/>
                </a:solidFill>
                <a:latin typeface="Arial"/>
                <a:ea typeface="Verdana"/>
                <a:cs typeface="Arial"/>
              </a:rPr>
              <a:t>Named Account Management </a:t>
            </a:r>
            <a:br>
              <a:rPr lang="en-US">
                <a:solidFill>
                  <a:schemeClr val="tx2"/>
                </a:solidFill>
                <a:latin typeface="Arial"/>
                <a:ea typeface="Verdana"/>
                <a:cs typeface="Arial"/>
              </a:rPr>
            </a:br>
            <a:r>
              <a:rPr lang="en-US" sz="2000">
                <a:solidFill>
                  <a:schemeClr val="accent1"/>
                </a:solidFill>
                <a:latin typeface="Arial"/>
                <a:ea typeface="Verdana"/>
                <a:cs typeface="Arial"/>
              </a:rPr>
              <a:t>overview</a:t>
            </a:r>
            <a:br>
              <a:rPr lang="en-US">
                <a:solidFill>
                  <a:schemeClr val="tx2"/>
                </a:solidFill>
                <a:latin typeface="Arial"/>
                <a:ea typeface="Verdana"/>
                <a:cs typeface="Arial"/>
              </a:rPr>
            </a:br>
            <a:endParaRPr lang="en-US">
              <a:solidFill>
                <a:schemeClr val="tx2"/>
              </a:solidFill>
            </a:endParaRPr>
          </a:p>
        </p:txBody>
      </p:sp>
      <p:sp>
        <p:nvSpPr>
          <p:cNvPr id="3" name="Content Placeholder 2">
            <a:extLst>
              <a:ext uri="{FF2B5EF4-FFF2-40B4-BE49-F238E27FC236}">
                <a16:creationId xmlns:a16="http://schemas.microsoft.com/office/drawing/2014/main" id="{BCAF899C-C40A-0939-C083-E00087EB5E8E}"/>
              </a:ext>
            </a:extLst>
          </p:cNvPr>
          <p:cNvSpPr>
            <a:spLocks noGrp="1"/>
          </p:cNvSpPr>
          <p:nvPr>
            <p:ph idx="1"/>
          </p:nvPr>
        </p:nvSpPr>
        <p:spPr>
          <a:xfrm>
            <a:off x="604258" y="1601677"/>
            <a:ext cx="10983484" cy="5256323"/>
          </a:xfrm>
        </p:spPr>
        <p:txBody>
          <a:bodyPr lIns="0" tIns="45720" rIns="0" bIns="45720" anchor="t"/>
          <a:lstStyle/>
          <a:p>
            <a:pPr marL="0" indent="0">
              <a:buNone/>
            </a:pPr>
            <a:r>
              <a:rPr lang="en-US" sz="1100" b="1">
                <a:solidFill>
                  <a:srgbClr val="212121"/>
                </a:solidFill>
                <a:latin typeface="Arial"/>
                <a:ea typeface="Verdana"/>
                <a:cs typeface="Arial"/>
              </a:rPr>
              <a:t>Named accounts also have global presence like strategic accounts. They are owned by named account executives (NAE), supporting named account executives (SNAE) and reps</a:t>
            </a:r>
            <a:endParaRPr lang="en-US" sz="2100" b="1"/>
          </a:p>
          <a:p>
            <a:pPr marL="0" indent="0">
              <a:buNone/>
            </a:pPr>
            <a:endParaRPr lang="en-US" sz="1100" b="1">
              <a:solidFill>
                <a:srgbClr val="212121"/>
              </a:solidFill>
              <a:latin typeface="Arial"/>
              <a:ea typeface="Verdana"/>
              <a:cs typeface="Arial"/>
            </a:endParaRPr>
          </a:p>
          <a:p>
            <a:pPr marL="0" indent="0">
              <a:buNone/>
            </a:pPr>
            <a:r>
              <a:rPr lang="en-US" sz="1100" b="1">
                <a:solidFill>
                  <a:srgbClr val="212121"/>
                </a:solidFill>
                <a:latin typeface="Arial"/>
                <a:ea typeface="Verdana"/>
                <a:cs typeface="Arial"/>
              </a:rPr>
              <a:t>Identify accounts that will be part of named accounts program for the coming planning year</a:t>
            </a:r>
          </a:p>
          <a:p>
            <a:pPr marL="171450" indent="-171450"/>
            <a:r>
              <a:rPr lang="en-US" sz="1100">
                <a:solidFill>
                  <a:srgbClr val="212121"/>
                </a:solidFill>
                <a:latin typeface="Arial"/>
                <a:ea typeface="Verdana"/>
                <a:cs typeface="Arial"/>
              </a:rPr>
              <a:t>Adds the selected accounts to named accounts program.</a:t>
            </a:r>
            <a:endParaRPr lang="en-US">
              <a:cs typeface="Arial"/>
            </a:endParaRPr>
          </a:p>
          <a:p>
            <a:pPr marL="0" indent="0">
              <a:buClr>
                <a:srgbClr val="3C67EA"/>
              </a:buClr>
              <a:buNone/>
            </a:pPr>
            <a:endParaRPr lang="en-US" sz="1100">
              <a:solidFill>
                <a:srgbClr val="212121"/>
              </a:solidFill>
              <a:latin typeface="Arial"/>
              <a:ea typeface="Verdana"/>
              <a:cs typeface="Arial"/>
            </a:endParaRPr>
          </a:p>
          <a:p>
            <a:pPr marL="0" indent="0">
              <a:buClr>
                <a:srgbClr val="3C67EA"/>
              </a:buClr>
              <a:buNone/>
            </a:pPr>
            <a:r>
              <a:rPr lang="en-US" sz="1100" b="1">
                <a:solidFill>
                  <a:srgbClr val="212121"/>
                </a:solidFill>
                <a:latin typeface="Arial"/>
                <a:ea typeface="Verdana"/>
                <a:cs typeface="Arial"/>
              </a:rPr>
              <a:t>Identify Strategic Reps: </a:t>
            </a:r>
            <a:r>
              <a:rPr lang="en-US" sz="1100">
                <a:solidFill>
                  <a:srgbClr val="212121"/>
                </a:solidFill>
                <a:latin typeface="Arial"/>
                <a:ea typeface="Verdana"/>
                <a:cs typeface="Arial"/>
              </a:rPr>
              <a:t>NAE's and SNAE's are assigned to the territories in the main hierarchy and own field accounts along with the named parent account.</a:t>
            </a:r>
            <a:endParaRPr lang="en-US" sz="1100" b="1">
              <a:solidFill>
                <a:srgbClr val="212121"/>
              </a:solidFill>
              <a:latin typeface="Arial"/>
              <a:ea typeface="Verdana"/>
              <a:cs typeface="Arial"/>
            </a:endParaRPr>
          </a:p>
          <a:p>
            <a:pPr marL="232410" indent="-232410">
              <a:buClr>
                <a:srgbClr val="3C67EA"/>
              </a:buClr>
            </a:pPr>
            <a:r>
              <a:rPr lang="en-US" sz="1100">
                <a:solidFill>
                  <a:srgbClr val="212121"/>
                </a:solidFill>
                <a:latin typeface="Arial"/>
                <a:ea typeface="Verdana"/>
                <a:cs typeface="Arial"/>
              </a:rPr>
              <a:t>Identify the NAE and SNAE for the named accounts.</a:t>
            </a:r>
          </a:p>
          <a:p>
            <a:pPr marL="232410" indent="-232410">
              <a:buClr>
                <a:srgbClr val="3C67EA"/>
              </a:buClr>
            </a:pPr>
            <a:r>
              <a:rPr lang="en-US" sz="1100">
                <a:solidFill>
                  <a:srgbClr val="212121"/>
                </a:solidFill>
                <a:latin typeface="Arial"/>
                <a:ea typeface="Verdana"/>
                <a:cs typeface="Arial"/>
              </a:rPr>
              <a:t>Assign the named parent accounts to both NAE and SNAE territories.</a:t>
            </a:r>
          </a:p>
          <a:p>
            <a:pPr marL="232410" indent="-232410">
              <a:buClr>
                <a:srgbClr val="3C67EA"/>
              </a:buClr>
            </a:pPr>
            <a:r>
              <a:rPr lang="en-US" sz="1100">
                <a:solidFill>
                  <a:srgbClr val="212121"/>
                </a:solidFill>
                <a:latin typeface="Arial"/>
                <a:ea typeface="Verdana"/>
                <a:cs typeface="Arial"/>
              </a:rPr>
              <a:t>Assignments for the named child accounts come from salesforce.</a:t>
            </a:r>
          </a:p>
          <a:p>
            <a:pPr marL="232410" indent="-232410">
              <a:buClr>
                <a:srgbClr val="3C67EA"/>
              </a:buClr>
            </a:pPr>
            <a:endParaRPr lang="en-US" sz="1100">
              <a:solidFill>
                <a:srgbClr val="212121"/>
              </a:solidFill>
              <a:latin typeface="Arial"/>
              <a:ea typeface="Verdana"/>
              <a:cs typeface="Arial"/>
            </a:endParaRPr>
          </a:p>
          <a:p>
            <a:pPr marL="0" indent="0">
              <a:buClr>
                <a:srgbClr val="3C67EA"/>
              </a:buClr>
              <a:buNone/>
            </a:pPr>
            <a:r>
              <a:rPr lang="en-US" sz="1100" b="1">
                <a:solidFill>
                  <a:srgbClr val="212121"/>
                </a:solidFill>
                <a:latin typeface="Arial"/>
                <a:ea typeface="Verdana"/>
                <a:cs typeface="Arial"/>
              </a:rPr>
              <a:t>Target Setting</a:t>
            </a:r>
          </a:p>
          <a:p>
            <a:pPr marL="171450" indent="-171450"/>
            <a:r>
              <a:rPr lang="en-US" sz="1100" b="1">
                <a:solidFill>
                  <a:srgbClr val="212121"/>
                </a:solidFill>
                <a:latin typeface="Arial"/>
                <a:ea typeface="Verdana"/>
                <a:cs typeface="Arial"/>
              </a:rPr>
              <a:t> </a:t>
            </a:r>
            <a:r>
              <a:rPr lang="en-US" sz="1100">
                <a:solidFill>
                  <a:srgbClr val="212121"/>
                </a:solidFill>
                <a:latin typeface="Arial"/>
                <a:ea typeface="Verdana"/>
                <a:cs typeface="Arial"/>
              </a:rPr>
              <a:t>Input the targets for the named accounts based on the PY sales and the pipeline of the named accounts.</a:t>
            </a:r>
            <a:endParaRPr lang="en-US"/>
          </a:p>
          <a:p>
            <a:pPr marL="171450" indent="-171450">
              <a:buClr>
                <a:srgbClr val="3C67EA"/>
              </a:buClr>
            </a:pPr>
            <a:endParaRPr lang="en-US" sz="1100">
              <a:solidFill>
                <a:srgbClr val="212121"/>
              </a:solidFill>
              <a:latin typeface="Arial"/>
              <a:ea typeface="Verdana"/>
              <a:cs typeface="Arial"/>
            </a:endParaRPr>
          </a:p>
          <a:p>
            <a:pPr marL="0" indent="0">
              <a:buClr>
                <a:srgbClr val="3C67EA"/>
              </a:buClr>
              <a:buNone/>
            </a:pPr>
            <a:r>
              <a:rPr lang="en-US" sz="1100" b="1">
                <a:solidFill>
                  <a:srgbClr val="212121"/>
                </a:solidFill>
                <a:latin typeface="Arial"/>
                <a:ea typeface="Verdana"/>
                <a:cs typeface="Arial"/>
              </a:rPr>
              <a:t>Quota Calculations</a:t>
            </a:r>
          </a:p>
          <a:p>
            <a:pPr marL="232410" indent="-232410">
              <a:buClr>
                <a:srgbClr val="3C67EA"/>
              </a:buClr>
            </a:pPr>
            <a:r>
              <a:rPr lang="en-US" sz="1100">
                <a:solidFill>
                  <a:srgbClr val="212121"/>
                </a:solidFill>
                <a:latin typeface="Arial"/>
                <a:ea typeface="Verdana"/>
                <a:cs typeface="Arial"/>
              </a:rPr>
              <a:t>View the quota based on the parent named accounts assigned to the NAE and SNAE territories and the rollup of the quota from the child named accounts.</a:t>
            </a:r>
          </a:p>
          <a:p>
            <a:pPr marL="232410" indent="-232410">
              <a:buClr>
                <a:srgbClr val="3C67EA"/>
              </a:buClr>
            </a:pPr>
            <a:r>
              <a:rPr lang="en-US" sz="1100">
                <a:solidFill>
                  <a:srgbClr val="212121"/>
                </a:solidFill>
                <a:latin typeface="Arial"/>
                <a:ea typeface="Verdana"/>
                <a:cs typeface="Arial"/>
              </a:rPr>
              <a:t>Adjust the quota of the accounts to match the quota to the target set for the named parent account.</a:t>
            </a:r>
          </a:p>
          <a:p>
            <a:pPr marL="232410" indent="-232410">
              <a:buClr>
                <a:srgbClr val="3C67EA"/>
              </a:buClr>
            </a:pPr>
            <a:endParaRPr lang="en-US" sz="1100" b="1">
              <a:solidFill>
                <a:srgbClr val="212121"/>
              </a:solidFill>
              <a:latin typeface="Arial"/>
              <a:ea typeface="Verdana"/>
              <a:cs typeface="Arial"/>
            </a:endParaRPr>
          </a:p>
        </p:txBody>
      </p:sp>
    </p:spTree>
    <p:extLst>
      <p:ext uri="{BB962C8B-B14F-4D97-AF65-F5344CB8AC3E}">
        <p14:creationId xmlns:p14="http://schemas.microsoft.com/office/powerpoint/2010/main" val="806373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3C0FF-C20E-A456-D30B-6C365B76C949}"/>
              </a:ext>
            </a:extLst>
          </p:cNvPr>
          <p:cNvSpPr>
            <a:spLocks noGrp="1"/>
          </p:cNvSpPr>
          <p:nvPr>
            <p:ph type="title"/>
          </p:nvPr>
        </p:nvSpPr>
        <p:spPr/>
        <p:txBody>
          <a:bodyPr lIns="0" tIns="45720" rIns="0" bIns="45720" anchor="t"/>
          <a:lstStyle/>
          <a:p>
            <a:r>
              <a:rPr lang="en-US">
                <a:latin typeface="Arial"/>
                <a:cs typeface="Arial"/>
              </a:rPr>
              <a:t>For more information, refer to </a:t>
            </a:r>
            <a:br>
              <a:rPr lang="en-US" sz="3600"/>
            </a:br>
            <a:r>
              <a:rPr lang="en-US" sz="3600">
                <a:solidFill>
                  <a:schemeClr val="accent1"/>
                </a:solidFill>
                <a:latin typeface="Arial"/>
                <a:cs typeface="Arial"/>
                <a:hlinkClick r:id="rId2">
                  <a:extLst>
                    <a:ext uri="{A12FA001-AC4F-418D-AE19-62706E023703}">
                      <ahyp:hlinkClr xmlns:ahyp="http://schemas.microsoft.com/office/drawing/2018/hyperlinkcolor" val="tx"/>
                    </a:ext>
                  </a:extLst>
                </a:hlinkClick>
              </a:rPr>
              <a:t>applications.anaplan.com</a:t>
            </a:r>
            <a:endParaRPr lang="en-US">
              <a:solidFill>
                <a:schemeClr val="accent1"/>
              </a:solidFill>
              <a:latin typeface="Arial"/>
              <a:cs typeface="Arial"/>
              <a:hlinkClick r:id="rId2">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169075898"/>
      </p:ext>
    </p:extLst>
  </p:cSld>
  <p:clrMapOvr>
    <a:masterClrMapping/>
  </p:clrMapOvr>
</p:sld>
</file>

<file path=ppt/theme/theme1.xml><?xml version="1.0" encoding="utf-8"?>
<a:theme xmlns:a="http://schemas.openxmlformats.org/drawingml/2006/main" name="1_Anaplan">
  <a:themeElements>
    <a:clrScheme name="Custom 7">
      <a:dk1>
        <a:srgbClr val="0A2F46"/>
      </a:dk1>
      <a:lt1>
        <a:srgbClr val="FFFFFF"/>
      </a:lt1>
      <a:dk2>
        <a:srgbClr val="0A2F46"/>
      </a:dk2>
      <a:lt2>
        <a:srgbClr val="F2F1EE"/>
      </a:lt2>
      <a:accent1>
        <a:srgbClr val="FF6100"/>
      </a:accent1>
      <a:accent2>
        <a:srgbClr val="B33014"/>
      </a:accent2>
      <a:accent3>
        <a:srgbClr val="5C59C6"/>
      </a:accent3>
      <a:accent4>
        <a:srgbClr val="FFC099"/>
      </a:accent4>
      <a:accent5>
        <a:srgbClr val="E1ADA1"/>
      </a:accent5>
      <a:accent6>
        <a:srgbClr val="BCBDF6"/>
      </a:accent6>
      <a:hlink>
        <a:srgbClr val="5859E9"/>
      </a:hlink>
      <a:folHlink>
        <a:srgbClr val="5859E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tlCol="0" anchor="ctr"/>
      <a:lstStyle>
        <a:defPPr algn="ctr">
          <a:defRPr sz="1600" dirty="0" smtClean="0">
            <a:solidFill>
              <a:schemeClr val="bg1"/>
            </a:solidFill>
            <a:latin typeface="Arial" panose="020B0604020202020204" pitchFamily="34" charset="0"/>
            <a:ea typeface="Verdana"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25400" cap="rnd">
          <a:solidFill>
            <a:schemeClr val="tx2"/>
          </a:solidFill>
          <a:headEnd type="none"/>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tlCol="0">
        <a:spAutoFit/>
      </a:bodyPr>
      <a:lstStyle>
        <a:defPPr marL="180975" indent="-180975" algn="l">
          <a:buClrTx/>
          <a:buFont typeface="Arial" panose="020B0604020202020204" pitchFamily="34" charset="0"/>
          <a:buChar char="•"/>
          <a:defRPr sz="1600" dirty="0" smtClean="0">
            <a:solidFill>
              <a:schemeClr val="tx2"/>
            </a:solidFill>
            <a:latin typeface="Arial" panose="020B0604020202020204" pitchFamily="34" charset="0"/>
            <a:ea typeface="Inter Light" panose="02000503000000020004"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Anaplan" id="{4CAA6598-02B8-994A-A258-05814F96B992}" vid="{EA4A7944-4E0C-C543-AAFA-15667AF016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4a93292-96be-422c-9bb6-49a5d66e42ec">
      <Terms xmlns="http://schemas.microsoft.com/office/infopath/2007/PartnerControls"/>
    </lcf76f155ced4ddcb4097134ff3c332f>
    <TaxCatchAll xmlns="1312f2c0-dda1-4b36-bf7c-5f95f823505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A178E26A7DE7A4B8C551D41D40720EA" ma:contentTypeVersion="14" ma:contentTypeDescription="Create a new document." ma:contentTypeScope="" ma:versionID="4114e12e7c6499c91d768b3b0d5b0906">
  <xsd:schema xmlns:xsd="http://www.w3.org/2001/XMLSchema" xmlns:xs="http://www.w3.org/2001/XMLSchema" xmlns:p="http://schemas.microsoft.com/office/2006/metadata/properties" xmlns:ns2="c4a93292-96be-422c-9bb6-49a5d66e42ec" xmlns:ns3="1312f2c0-dda1-4b36-bf7c-5f95f823505b" targetNamespace="http://schemas.microsoft.com/office/2006/metadata/properties" ma:root="true" ma:fieldsID="fa6bb022fae5ea71495521fd550ff9f5" ns2:_="" ns3:_="">
    <xsd:import namespace="c4a93292-96be-422c-9bb6-49a5d66e42ec"/>
    <xsd:import namespace="1312f2c0-dda1-4b36-bf7c-5f95f82350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a93292-96be-422c-9bb6-49a5d66e42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f01811cc-c25a-4941-9f36-8ea868950899"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312f2c0-dda1-4b36-bf7c-5f95f823505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23cce13-5f3b-4cca-a285-1a02e43f832e}" ma:internalName="TaxCatchAll" ma:showField="CatchAllData" ma:web="1312f2c0-dda1-4b36-bf7c-5f95f82350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B8478B3-4E64-463B-99B7-E415413EA5F2}">
  <ds:schemaRefs>
    <ds:schemaRef ds:uri="1312f2c0-dda1-4b36-bf7c-5f95f823505b"/>
    <ds:schemaRef ds:uri="c4a93292-96be-422c-9bb6-49a5d66e42e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48B83E0-1EA6-4889-BEA7-A5A0BA5DC1F9}">
  <ds:schemaRefs>
    <ds:schemaRef ds:uri="http://schemas.microsoft.com/sharepoint/v3/contenttype/forms"/>
  </ds:schemaRefs>
</ds:datastoreItem>
</file>

<file path=customXml/itemProps3.xml><?xml version="1.0" encoding="utf-8"?>
<ds:datastoreItem xmlns:ds="http://schemas.openxmlformats.org/officeDocument/2006/customXml" ds:itemID="{B7EEF524-F4B0-45BA-87E6-E586FE9435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a93292-96be-422c-9bb6-49a5d66e42ec"/>
    <ds:schemaRef ds:uri="1312f2c0-dda1-4b36-bf7c-5f95f82350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anaplan-corporate-template-2 layout options</Template>
  <Application>Microsoft Office PowerPoint</Application>
  <PresentationFormat>Widescreen</PresentationFormat>
  <Slides>39</Slides>
  <Notes>6</Notes>
  <HiddenSlides>0</HiddenSlide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1_Anaplan</vt:lpstr>
      <vt:lpstr>Anaplan  Go-to-market Planning Applications</vt:lpstr>
      <vt:lpstr>PowerPoint Presentation</vt:lpstr>
      <vt:lpstr>Table of Contents </vt:lpstr>
      <vt:lpstr>Application overview</vt:lpstr>
      <vt:lpstr>PowerPoint Presentation</vt:lpstr>
      <vt:lpstr>Guided setup powered by the Anaplan Application Framework</vt:lpstr>
      <vt:lpstr>PowerPoint Presentation</vt:lpstr>
      <vt:lpstr>Process and  configurable elements</vt:lpstr>
      <vt:lpstr>PowerPoint Presentation</vt:lpstr>
      <vt:lpstr>Territory and Quota Planning: Key processes and configurable elements​</vt:lpstr>
      <vt:lpstr>Territory and Quota Planning: Key processes and configurable elements​ - cont. </vt:lpstr>
      <vt:lpstr>Prework and assumptions</vt:lpstr>
      <vt:lpstr>Assumptions </vt:lpstr>
      <vt:lpstr>Sales Data Requirements and Description</vt:lpstr>
      <vt:lpstr>Metadata requirements and description </vt:lpstr>
      <vt:lpstr>Model design</vt:lpstr>
      <vt:lpstr>Model diagram overview​</vt:lpstr>
      <vt:lpstr>Historical data, addressable market, and potential account value Overview</vt:lpstr>
      <vt:lpstr>PowerPoint Presentation</vt:lpstr>
      <vt:lpstr>PowerPoint Presentation</vt:lpstr>
      <vt:lpstr>PowerPoint Presentation</vt:lpstr>
      <vt:lpstr>Scenario planning Diagram </vt:lpstr>
      <vt:lpstr>PowerPoint Presentation</vt:lpstr>
      <vt:lpstr>PowerPoint Presentation</vt:lpstr>
      <vt:lpstr>PowerPoint Presentation</vt:lpstr>
      <vt:lpstr>Target setting and approvals Overview</vt:lpstr>
      <vt:lpstr>Target setting and approvals Diagram</vt:lpstr>
      <vt:lpstr>Resource alignment Overview</vt:lpstr>
      <vt:lpstr>Resource alignment Diagram</vt:lpstr>
      <vt:lpstr>Manage territory hierarchy and assign accounts to territory Overview</vt:lpstr>
      <vt:lpstr>Manage territory hierarchy and assign accounts to territory Diagram</vt:lpstr>
      <vt:lpstr>Manage rules for account assignment Overview</vt:lpstr>
      <vt:lpstr>Manage rules for account assignment Diagram</vt:lpstr>
      <vt:lpstr>Quota Setting Overview  </vt:lpstr>
      <vt:lpstr>Quota Setting Diagram  </vt:lpstr>
      <vt:lpstr>Strategic Account Management Overview</vt:lpstr>
      <vt:lpstr>Strategic Account Management Diagram</vt:lpstr>
      <vt:lpstr>Named Account Management  overview </vt:lpstr>
      <vt:lpstr>For more information, refer to  applications.anaplan.com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Schera</dc:creator>
  <cp:revision>6</cp:revision>
  <dcterms:created xsi:type="dcterms:W3CDTF">2025-05-06T01:08:29Z</dcterms:created>
  <dcterms:modified xsi:type="dcterms:W3CDTF">2026-02-16T19:29:26Z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0x0101005A178E26A7DE7A4B8C551D41D40720EA</vt:lpwstr>
  </property>
  <property fmtid="{D5CDD505-2E9C-101B-9397-08002B2CF9AE}" pid="3" name="MediaServiceImageTags">
    <vt:lpwstr/>
  </property>
</Properties>
</file>