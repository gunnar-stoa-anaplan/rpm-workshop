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34"/>
  </p:notesMasterIdLst>
  <p:sldIdLst>
    <p:sldId id="2147478329" r:id="rId5"/>
    <p:sldId id="2147478251" r:id="rId6"/>
    <p:sldId id="2147478249" r:id="rId7"/>
    <p:sldId id="2147478248" r:id="rId8"/>
    <p:sldId id="2147480596" r:id="rId9"/>
    <p:sldId id="2147480597" r:id="rId10"/>
    <p:sldId id="2147480598" r:id="rId11"/>
    <p:sldId id="2147473698" r:id="rId12"/>
    <p:sldId id="2147473689" r:id="rId13"/>
    <p:sldId id="2147473702" r:id="rId14"/>
    <p:sldId id="2147480602" r:id="rId15"/>
    <p:sldId id="2147480603" r:id="rId16"/>
    <p:sldId id="2147480604" r:id="rId17"/>
    <p:sldId id="2147480627" r:id="rId18"/>
    <p:sldId id="2147478165" r:id="rId19"/>
    <p:sldId id="2147480605" r:id="rId20"/>
    <p:sldId id="2147480630" r:id="rId21"/>
    <p:sldId id="2147480631" r:id="rId22"/>
    <p:sldId id="2147480628" r:id="rId23"/>
    <p:sldId id="2147480632" r:id="rId24"/>
    <p:sldId id="2147480635" r:id="rId25"/>
    <p:sldId id="2147480634" r:id="rId26"/>
    <p:sldId id="2147480629" r:id="rId27"/>
    <p:sldId id="2147480633" r:id="rId28"/>
    <p:sldId id="2147480636" r:id="rId29"/>
    <p:sldId id="2147480637" r:id="rId30"/>
    <p:sldId id="2147480638" r:id="rId31"/>
    <p:sldId id="2147480639" r:id="rId32"/>
    <p:sldId id="2147480599"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812EA037-F011-764C-19C1-0092FBCB8DE0}" name="Timothy Brennan" initials="TB" userId="S::timothy.brennan@anaplan.com::b2470105-2531-497a-8b10-e0568dfb5b16" providerId="AD"/>
  <p188:author id="{2E9CF359-413B-BA26-5FD2-F5BA4E727159}" name="Chris Schulze" initials="CS" userId="S::chris.schulze@anaplan.com::2e58afd4-a6a0-4144-8397-35ced18d076a" providerId="AD"/>
  <p188:author id="{A11A8B7C-8A4E-1B0E-8A5C-2B4C3658252F}" name="Paul Taylor" initials="PT" userId="S::paul.taylor@anaplan.com::e9873f2f-2883-43b7-932b-39c00a2e05de" providerId="AD"/>
  <p188:author id="{7C14EEAD-990C-9DCE-D8F3-853C7749A6AB}" name="Scott Asplund" initials="SA" userId="S::scott.asplund@anaplan.com::6373835c-d467-44a1-84d9-f85b24f7a093" providerId="AD"/>
  <p188:author id="{991F82DF-B7AA-8D83-1E74-42FD4FA11178}" name="Elizabeth Schera" initials="ES" userId="S::elizabeth.schera@anaplan.com::15d9bf91-ee17-4dc8-b27f-de53aa84949f" providerId="AD"/>
  <p188:author id="{DAFCAEF3-F608-63C9-9D17-D0E0D1074649}" name="Chan Duh" initials="" userId="S::chan.duh@anaplan.com::b840b9db-54ae-4d18-a5e4-ccd87183607d" providerId="AD"/>
  <p188:author id="{2143D3FD-788A-BFA8-F366-9946F8E0C72E}" name="Frankie Wolf" initials="FW" userId="S::frankie.wolf@anaplan.com::089cac59-dae3-4e93-b4a0-0ce686ed5546"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2F1EE"/>
    <a:srgbClr val="0C324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8/10/relationships/authors" Target="authors.xml"/><Relationship Id="rId21" Type="http://schemas.openxmlformats.org/officeDocument/2006/relationships/slide" Target="slides/slide17.xml"/><Relationship Id="rId34"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730DF0B-9C4B-314C-A099-8071CBEA71C9}" type="doc">
      <dgm:prSet loTypeId="urn:microsoft.com/office/officeart/2005/8/layout/hChevron3" loCatId="" qsTypeId="urn:microsoft.com/office/officeart/2005/8/quickstyle/simple1" qsCatId="simple" csTypeId="urn:microsoft.com/office/officeart/2005/8/colors/accent1_2" csCatId="accent1" phldr="1"/>
      <dgm:spPr/>
      <dgm:t>
        <a:bodyPr/>
        <a:lstStyle/>
        <a:p>
          <a:endParaRPr lang="en-GB"/>
        </a:p>
      </dgm:t>
    </dgm:pt>
    <dgm:pt modelId="{EA2BFABB-A3D0-0548-90B3-1272BA01F343}">
      <dgm:prSet phldrT="[Text]" custT="1"/>
      <dgm:spPr>
        <a:solidFill>
          <a:schemeClr val="tx2"/>
        </a:solidFill>
      </dgm:spPr>
      <dgm:t>
        <a:bodyPr rIns="396000"/>
        <a:lstStyle/>
        <a:p>
          <a:r>
            <a:rPr lang="en-US" sz="1100" b="0" i="0">
              <a:latin typeface="Arial" panose="020B0604020202020204" pitchFamily="34" charset="0"/>
              <a:ea typeface="Inter Medium" panose="02000503000000020004" pitchFamily="2" charset="0"/>
            </a:rPr>
            <a:t>Evaluation</a:t>
          </a:r>
          <a:endParaRPr lang="en-GB" sz="1100" b="0" i="0">
            <a:latin typeface="Arial" panose="020B0604020202020204" pitchFamily="34" charset="0"/>
            <a:ea typeface="Inter Medium" panose="02000503000000020004" pitchFamily="2" charset="0"/>
          </a:endParaRPr>
        </a:p>
      </dgm:t>
    </dgm:pt>
    <dgm:pt modelId="{5504DDD2-2AAB-E244-A948-071E5C5BBF34}" type="parTrans" cxnId="{F2576C52-FA5F-A34F-AD0C-A6B0D64547EA}">
      <dgm:prSet/>
      <dgm:spPr/>
      <dgm:t>
        <a:bodyPr/>
        <a:lstStyle/>
        <a:p>
          <a:endParaRPr lang="en-GB" sz="1100" b="0" i="0">
            <a:latin typeface="Inter Medium" panose="02000503000000020004" pitchFamily="2" charset="0"/>
            <a:ea typeface="Inter Medium" panose="02000503000000020004" pitchFamily="2" charset="0"/>
          </a:endParaRPr>
        </a:p>
      </dgm:t>
    </dgm:pt>
    <dgm:pt modelId="{42BACC2E-A714-A547-9E4A-836C0CF6884B}" type="sibTrans" cxnId="{F2576C52-FA5F-A34F-AD0C-A6B0D64547EA}">
      <dgm:prSet/>
      <dgm:spPr/>
      <dgm:t>
        <a:bodyPr/>
        <a:lstStyle/>
        <a:p>
          <a:endParaRPr lang="en-GB" sz="1100" b="0" i="0">
            <a:latin typeface="Inter Medium" panose="02000503000000020004" pitchFamily="2" charset="0"/>
            <a:ea typeface="Inter Medium" panose="02000503000000020004" pitchFamily="2" charset="0"/>
          </a:endParaRPr>
        </a:p>
      </dgm:t>
    </dgm:pt>
    <dgm:pt modelId="{6C3AE6F2-099C-6046-A875-A41CAD4F2A91}">
      <dgm:prSet phldrT="[Text]" custT="1"/>
      <dgm:spPr>
        <a:solidFill>
          <a:schemeClr val="accent2"/>
        </a:solidFill>
      </dgm:spPr>
      <dgm:t>
        <a:bodyPr rIns="288000"/>
        <a:lstStyle/>
        <a:p>
          <a:r>
            <a:rPr lang="en-US" sz="1100" b="0" i="0">
              <a:latin typeface="Arial" panose="020B0604020202020204" pitchFamily="34" charset="0"/>
              <a:ea typeface="Inter Medium" panose="02000503000000020004" pitchFamily="2" charset="0"/>
            </a:rPr>
            <a:t>Onboarding</a:t>
          </a:r>
          <a:endParaRPr lang="en-GB" sz="1100" b="0" i="0">
            <a:latin typeface="Arial" panose="020B0604020202020204" pitchFamily="34" charset="0"/>
            <a:ea typeface="Inter Medium" panose="02000503000000020004" pitchFamily="2" charset="0"/>
          </a:endParaRPr>
        </a:p>
      </dgm:t>
    </dgm:pt>
    <dgm:pt modelId="{50A847F0-A8B3-8441-B76B-2C51AB507074}" type="parTrans" cxnId="{95BA41C9-54F6-6A40-A5FF-C3C8AD5EFA5E}">
      <dgm:prSet/>
      <dgm:spPr/>
      <dgm:t>
        <a:bodyPr/>
        <a:lstStyle/>
        <a:p>
          <a:endParaRPr lang="en-GB" sz="1100" b="0" i="0">
            <a:latin typeface="Inter Medium" panose="02000503000000020004" pitchFamily="2" charset="0"/>
            <a:ea typeface="Inter Medium" panose="02000503000000020004" pitchFamily="2" charset="0"/>
          </a:endParaRPr>
        </a:p>
      </dgm:t>
    </dgm:pt>
    <dgm:pt modelId="{1CC620F1-E122-5A4F-9B1B-1BD55F224C92}" type="sibTrans" cxnId="{95BA41C9-54F6-6A40-A5FF-C3C8AD5EFA5E}">
      <dgm:prSet/>
      <dgm:spPr/>
      <dgm:t>
        <a:bodyPr/>
        <a:lstStyle/>
        <a:p>
          <a:endParaRPr lang="en-GB" sz="1100" b="0" i="0">
            <a:latin typeface="Inter Medium" panose="02000503000000020004" pitchFamily="2" charset="0"/>
            <a:ea typeface="Inter Medium" panose="02000503000000020004" pitchFamily="2" charset="0"/>
          </a:endParaRPr>
        </a:p>
      </dgm:t>
    </dgm:pt>
    <dgm:pt modelId="{A50CF33B-E823-234E-9861-DDACD14BC902}">
      <dgm:prSet phldrT="[Text]" custT="1"/>
      <dgm:spPr>
        <a:solidFill>
          <a:schemeClr val="accent1"/>
        </a:solidFill>
      </dgm:spPr>
      <dgm:t>
        <a:bodyPr rIns="324000"/>
        <a:lstStyle/>
        <a:p>
          <a:r>
            <a:rPr lang="en-US" sz="1100" b="0" i="0">
              <a:latin typeface="Arial" panose="020B0604020202020204" pitchFamily="34" charset="0"/>
              <a:ea typeface="Inter Medium" panose="02000503000000020004" pitchFamily="2" charset="0"/>
            </a:rPr>
            <a:t>Implementation</a:t>
          </a:r>
          <a:endParaRPr lang="en-GB" sz="1100" b="0" i="0">
            <a:latin typeface="Arial" panose="020B0604020202020204" pitchFamily="34" charset="0"/>
            <a:ea typeface="Inter Medium" panose="02000503000000020004" pitchFamily="2" charset="0"/>
          </a:endParaRPr>
        </a:p>
      </dgm:t>
    </dgm:pt>
    <dgm:pt modelId="{EA259CA9-A05C-1049-8AF1-C2321B1DB767}" type="parTrans" cxnId="{58898711-4801-0645-AF2C-49A7D718582B}">
      <dgm:prSet/>
      <dgm:spPr/>
      <dgm:t>
        <a:bodyPr/>
        <a:lstStyle/>
        <a:p>
          <a:endParaRPr lang="en-GB" sz="1100" b="0" i="0">
            <a:latin typeface="Inter Medium" panose="02000503000000020004" pitchFamily="2" charset="0"/>
            <a:ea typeface="Inter Medium" panose="02000503000000020004" pitchFamily="2" charset="0"/>
          </a:endParaRPr>
        </a:p>
      </dgm:t>
    </dgm:pt>
    <dgm:pt modelId="{CE1082C2-8455-E141-A56D-EC55CE9AB3BD}" type="sibTrans" cxnId="{58898711-4801-0645-AF2C-49A7D718582B}">
      <dgm:prSet/>
      <dgm:spPr/>
      <dgm:t>
        <a:bodyPr/>
        <a:lstStyle/>
        <a:p>
          <a:endParaRPr lang="en-GB" sz="1100" b="0" i="0">
            <a:latin typeface="Inter Medium" panose="02000503000000020004" pitchFamily="2" charset="0"/>
            <a:ea typeface="Inter Medium" panose="02000503000000020004" pitchFamily="2" charset="0"/>
          </a:endParaRPr>
        </a:p>
      </dgm:t>
    </dgm:pt>
    <dgm:pt modelId="{34404041-C344-3148-A861-940E9F65CD6D}">
      <dgm:prSet custT="1"/>
      <dgm:spPr>
        <a:solidFill>
          <a:schemeClr val="accent3"/>
        </a:solidFill>
      </dgm:spPr>
      <dgm:t>
        <a:bodyPr/>
        <a:lstStyle/>
        <a:p>
          <a:r>
            <a:rPr lang="en-US" sz="1100" b="0" i="0">
              <a:latin typeface="Arial" panose="020B0604020202020204" pitchFamily="34" charset="0"/>
              <a:ea typeface="Inter Medium" panose="02000503000000020004" pitchFamily="2" charset="0"/>
            </a:rPr>
            <a:t>Adoption</a:t>
          </a:r>
          <a:endParaRPr lang="en-GB" sz="1100" b="0" i="0">
            <a:latin typeface="Arial" panose="020B0604020202020204" pitchFamily="34" charset="0"/>
            <a:ea typeface="Inter Medium" panose="02000503000000020004" pitchFamily="2" charset="0"/>
          </a:endParaRPr>
        </a:p>
      </dgm:t>
    </dgm:pt>
    <dgm:pt modelId="{49F9925C-7443-A649-8A15-A9267F6EF635}" type="sibTrans" cxnId="{9BBF2815-BA9C-8841-8E96-64124EFC7938}">
      <dgm:prSet/>
      <dgm:spPr/>
      <dgm:t>
        <a:bodyPr/>
        <a:lstStyle/>
        <a:p>
          <a:endParaRPr lang="en-GB" sz="1100" b="0" i="0">
            <a:latin typeface="Inter Medium" panose="02000503000000020004" pitchFamily="2" charset="0"/>
            <a:ea typeface="Inter Medium" panose="02000503000000020004" pitchFamily="2" charset="0"/>
          </a:endParaRPr>
        </a:p>
      </dgm:t>
    </dgm:pt>
    <dgm:pt modelId="{714DF228-0A36-BE45-BCDC-BBB15C7EDB71}" type="parTrans" cxnId="{9BBF2815-BA9C-8841-8E96-64124EFC7938}">
      <dgm:prSet/>
      <dgm:spPr/>
      <dgm:t>
        <a:bodyPr/>
        <a:lstStyle/>
        <a:p>
          <a:endParaRPr lang="en-GB" sz="1100" b="0" i="0">
            <a:latin typeface="Inter Medium" panose="02000503000000020004" pitchFamily="2" charset="0"/>
            <a:ea typeface="Inter Medium" panose="02000503000000020004" pitchFamily="2" charset="0"/>
          </a:endParaRPr>
        </a:p>
      </dgm:t>
    </dgm:pt>
    <dgm:pt modelId="{256208B2-F225-1A46-9FEC-84B370157284}" type="pres">
      <dgm:prSet presAssocID="{E730DF0B-9C4B-314C-A099-8071CBEA71C9}" presName="Name0" presStyleCnt="0">
        <dgm:presLayoutVars>
          <dgm:dir/>
          <dgm:resizeHandles val="exact"/>
        </dgm:presLayoutVars>
      </dgm:prSet>
      <dgm:spPr/>
    </dgm:pt>
    <dgm:pt modelId="{041B1400-7624-6149-929F-DA014FEC075E}" type="pres">
      <dgm:prSet presAssocID="{EA2BFABB-A3D0-0548-90B3-1272BA01F343}" presName="parTxOnly" presStyleLbl="node1" presStyleIdx="0" presStyleCnt="4" custScaleX="20164" custLinFactX="-15220" custLinFactNeighborX="-100000">
        <dgm:presLayoutVars>
          <dgm:bulletEnabled val="1"/>
        </dgm:presLayoutVars>
      </dgm:prSet>
      <dgm:spPr/>
    </dgm:pt>
    <dgm:pt modelId="{FCC3E4B0-C3B5-BA46-91E1-1AA914C40C86}" type="pres">
      <dgm:prSet presAssocID="{42BACC2E-A714-A547-9E4A-836C0CF6884B}" presName="parSpace" presStyleCnt="0"/>
      <dgm:spPr/>
    </dgm:pt>
    <dgm:pt modelId="{E57AE3CF-AFFD-F246-AF4E-80081D7389A3}" type="pres">
      <dgm:prSet presAssocID="{6C3AE6F2-099C-6046-A875-A41CAD4F2A91}" presName="parTxOnly" presStyleLbl="node1" presStyleIdx="1" presStyleCnt="4" custScaleX="24854" custLinFactNeighborX="-47999">
        <dgm:presLayoutVars>
          <dgm:bulletEnabled val="1"/>
        </dgm:presLayoutVars>
      </dgm:prSet>
      <dgm:spPr/>
    </dgm:pt>
    <dgm:pt modelId="{C3722EE4-FC21-7640-A425-6CC68534A5EC}" type="pres">
      <dgm:prSet presAssocID="{1CC620F1-E122-5A4F-9B1B-1BD55F224C92}" presName="parSpace" presStyleCnt="0"/>
      <dgm:spPr/>
    </dgm:pt>
    <dgm:pt modelId="{C1F42186-3539-EE45-AE3A-CE1777B315A3}" type="pres">
      <dgm:prSet presAssocID="{A50CF33B-E823-234E-9861-DDACD14BC902}" presName="parTxOnly" presStyleLbl="node1" presStyleIdx="2" presStyleCnt="4" custScaleX="34513" custLinFactNeighborX="37309">
        <dgm:presLayoutVars>
          <dgm:bulletEnabled val="1"/>
        </dgm:presLayoutVars>
      </dgm:prSet>
      <dgm:spPr/>
    </dgm:pt>
    <dgm:pt modelId="{09FD0F09-BF99-9442-8FA1-ADF7DEE3F947}" type="pres">
      <dgm:prSet presAssocID="{CE1082C2-8455-E141-A56D-EC55CE9AB3BD}" presName="parSpace" presStyleCnt="0"/>
      <dgm:spPr/>
    </dgm:pt>
    <dgm:pt modelId="{D975514B-2149-3343-AF06-0EA54928711D}" type="pres">
      <dgm:prSet presAssocID="{34404041-C344-3148-A861-940E9F65CD6D}" presName="parTxOnly" presStyleLbl="node1" presStyleIdx="3" presStyleCnt="4" custScaleX="32947" custLinFactX="6730" custLinFactNeighborX="100000">
        <dgm:presLayoutVars>
          <dgm:bulletEnabled val="1"/>
        </dgm:presLayoutVars>
      </dgm:prSet>
      <dgm:spPr/>
    </dgm:pt>
  </dgm:ptLst>
  <dgm:cxnLst>
    <dgm:cxn modelId="{58898711-4801-0645-AF2C-49A7D718582B}" srcId="{E730DF0B-9C4B-314C-A099-8071CBEA71C9}" destId="{A50CF33B-E823-234E-9861-DDACD14BC902}" srcOrd="2" destOrd="0" parTransId="{EA259CA9-A05C-1049-8AF1-C2321B1DB767}" sibTransId="{CE1082C2-8455-E141-A56D-EC55CE9AB3BD}"/>
    <dgm:cxn modelId="{9BBF2815-BA9C-8841-8E96-64124EFC7938}" srcId="{E730DF0B-9C4B-314C-A099-8071CBEA71C9}" destId="{34404041-C344-3148-A861-940E9F65CD6D}" srcOrd="3" destOrd="0" parTransId="{714DF228-0A36-BE45-BCDC-BBB15C7EDB71}" sibTransId="{49F9925C-7443-A649-8A15-A9267F6EF635}"/>
    <dgm:cxn modelId="{34FCD65B-778A-4E4F-B758-72D364F64F40}" type="presOf" srcId="{E730DF0B-9C4B-314C-A099-8071CBEA71C9}" destId="{256208B2-F225-1A46-9FEC-84B370157284}" srcOrd="0" destOrd="0" presId="urn:microsoft.com/office/officeart/2005/8/layout/hChevron3"/>
    <dgm:cxn modelId="{F2576C52-FA5F-A34F-AD0C-A6B0D64547EA}" srcId="{E730DF0B-9C4B-314C-A099-8071CBEA71C9}" destId="{EA2BFABB-A3D0-0548-90B3-1272BA01F343}" srcOrd="0" destOrd="0" parTransId="{5504DDD2-2AAB-E244-A948-071E5C5BBF34}" sibTransId="{42BACC2E-A714-A547-9E4A-836C0CF6884B}"/>
    <dgm:cxn modelId="{E54AFC77-6D4F-C24C-9AF6-308A1AAC398A}" type="presOf" srcId="{EA2BFABB-A3D0-0548-90B3-1272BA01F343}" destId="{041B1400-7624-6149-929F-DA014FEC075E}" srcOrd="0" destOrd="0" presId="urn:microsoft.com/office/officeart/2005/8/layout/hChevron3"/>
    <dgm:cxn modelId="{53E75785-AE88-4246-9B45-C56B3ED1587F}" type="presOf" srcId="{6C3AE6F2-099C-6046-A875-A41CAD4F2A91}" destId="{E57AE3CF-AFFD-F246-AF4E-80081D7389A3}" srcOrd="0" destOrd="0" presId="urn:microsoft.com/office/officeart/2005/8/layout/hChevron3"/>
    <dgm:cxn modelId="{95BA41C9-54F6-6A40-A5FF-C3C8AD5EFA5E}" srcId="{E730DF0B-9C4B-314C-A099-8071CBEA71C9}" destId="{6C3AE6F2-099C-6046-A875-A41CAD4F2A91}" srcOrd="1" destOrd="0" parTransId="{50A847F0-A8B3-8441-B76B-2C51AB507074}" sibTransId="{1CC620F1-E122-5A4F-9B1B-1BD55F224C92}"/>
    <dgm:cxn modelId="{2E5315CA-1A75-B542-9D6A-98D07C0D3D08}" type="presOf" srcId="{A50CF33B-E823-234E-9861-DDACD14BC902}" destId="{C1F42186-3539-EE45-AE3A-CE1777B315A3}" srcOrd="0" destOrd="0" presId="urn:microsoft.com/office/officeart/2005/8/layout/hChevron3"/>
    <dgm:cxn modelId="{DA425CF5-8FE4-2C41-9C0F-4160992CAD6B}" type="presOf" srcId="{34404041-C344-3148-A861-940E9F65CD6D}" destId="{D975514B-2149-3343-AF06-0EA54928711D}" srcOrd="0" destOrd="0" presId="urn:microsoft.com/office/officeart/2005/8/layout/hChevron3"/>
    <dgm:cxn modelId="{8E4AC38C-A792-3A4C-986D-EB5EAD36416E}" type="presParOf" srcId="{256208B2-F225-1A46-9FEC-84B370157284}" destId="{041B1400-7624-6149-929F-DA014FEC075E}" srcOrd="0" destOrd="0" presId="urn:microsoft.com/office/officeart/2005/8/layout/hChevron3"/>
    <dgm:cxn modelId="{CE4A25A0-F670-F04D-8ADF-688AFE5577EF}" type="presParOf" srcId="{256208B2-F225-1A46-9FEC-84B370157284}" destId="{FCC3E4B0-C3B5-BA46-91E1-1AA914C40C86}" srcOrd="1" destOrd="0" presId="urn:microsoft.com/office/officeart/2005/8/layout/hChevron3"/>
    <dgm:cxn modelId="{3AE25F24-3C04-8E43-B6AC-3EEF209622C0}" type="presParOf" srcId="{256208B2-F225-1A46-9FEC-84B370157284}" destId="{E57AE3CF-AFFD-F246-AF4E-80081D7389A3}" srcOrd="2" destOrd="0" presId="urn:microsoft.com/office/officeart/2005/8/layout/hChevron3"/>
    <dgm:cxn modelId="{F9219BA7-70F8-A54C-ADBA-C44CBC4E7CBB}" type="presParOf" srcId="{256208B2-F225-1A46-9FEC-84B370157284}" destId="{C3722EE4-FC21-7640-A425-6CC68534A5EC}" srcOrd="3" destOrd="0" presId="urn:microsoft.com/office/officeart/2005/8/layout/hChevron3"/>
    <dgm:cxn modelId="{F6ED7650-A990-AF47-A706-C172CB8B21D2}" type="presParOf" srcId="{256208B2-F225-1A46-9FEC-84B370157284}" destId="{C1F42186-3539-EE45-AE3A-CE1777B315A3}" srcOrd="4" destOrd="0" presId="urn:microsoft.com/office/officeart/2005/8/layout/hChevron3"/>
    <dgm:cxn modelId="{D1AF083D-8BDE-6944-83CE-F36BE474C430}" type="presParOf" srcId="{256208B2-F225-1A46-9FEC-84B370157284}" destId="{09FD0F09-BF99-9442-8FA1-ADF7DEE3F947}" srcOrd="5" destOrd="0" presId="urn:microsoft.com/office/officeart/2005/8/layout/hChevron3"/>
    <dgm:cxn modelId="{ECDFA29B-C37F-104D-BBD1-3391606BA7A9}" type="presParOf" srcId="{256208B2-F225-1A46-9FEC-84B370157284}" destId="{D975514B-2149-3343-AF06-0EA54928711D}" srcOrd="6" destOrd="0" presId="urn:microsoft.com/office/officeart/2005/8/layout/hChevron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6769558-67FB-8541-AE5D-E05B82910B9E}" type="doc">
      <dgm:prSet loTypeId="urn:microsoft.com/office/officeart/2005/8/layout/pyramid1" loCatId="pyramid" qsTypeId="urn:microsoft.com/office/officeart/2005/8/quickstyle/simple1" qsCatId="simple" csTypeId="urn:microsoft.com/office/officeart/2005/8/colors/accent1_2" csCatId="accent1" phldr="1"/>
      <dgm:spPr/>
      <dgm:t>
        <a:bodyPr/>
        <a:lstStyle/>
        <a:p>
          <a:endParaRPr lang="en-US"/>
        </a:p>
      </dgm:t>
    </dgm:pt>
    <dgm:pt modelId="{D0E69452-F495-BA49-889D-BF2D907C8C4E}">
      <dgm:prSet phldrT="[Text]"/>
      <dgm:spPr>
        <a:solidFill>
          <a:schemeClr val="tx2"/>
        </a:solidFill>
        <a:ln>
          <a:noFill/>
        </a:ln>
      </dgm:spPr>
      <dgm:t>
        <a:bodyPr/>
        <a:lstStyle/>
        <a:p>
          <a:endParaRPr lang="en-US"/>
        </a:p>
      </dgm:t>
    </dgm:pt>
    <dgm:pt modelId="{A094A277-0352-C240-BA96-828F69EE3C8D}" type="sibTrans" cxnId="{71AD55CD-F35A-654B-870B-5CE59C2739DD}">
      <dgm:prSet/>
      <dgm:spPr/>
      <dgm:t>
        <a:bodyPr/>
        <a:lstStyle/>
        <a:p>
          <a:endParaRPr lang="en-US"/>
        </a:p>
      </dgm:t>
    </dgm:pt>
    <dgm:pt modelId="{17C1BD5F-0E78-154A-8F4B-DA4F53854ED6}" type="parTrans" cxnId="{71AD55CD-F35A-654B-870B-5CE59C2739DD}">
      <dgm:prSet/>
      <dgm:spPr/>
      <dgm:t>
        <a:bodyPr/>
        <a:lstStyle/>
        <a:p>
          <a:endParaRPr lang="en-US"/>
        </a:p>
      </dgm:t>
    </dgm:pt>
    <dgm:pt modelId="{EF0C0690-1486-D04E-A36E-604F29211986}">
      <dgm:prSet/>
      <dgm:spPr>
        <a:solidFill>
          <a:schemeClr val="accent1"/>
        </a:solidFill>
        <a:ln>
          <a:noFill/>
        </a:ln>
      </dgm:spPr>
      <dgm:t>
        <a:bodyPr/>
        <a:lstStyle/>
        <a:p>
          <a:endParaRPr lang="en-US"/>
        </a:p>
      </dgm:t>
    </dgm:pt>
    <dgm:pt modelId="{48B916D1-A61D-6E43-BC8C-339E6680D0B6}" type="sibTrans" cxnId="{51264659-ECCD-7B4B-B584-A569C88727D0}">
      <dgm:prSet/>
      <dgm:spPr/>
      <dgm:t>
        <a:bodyPr/>
        <a:lstStyle/>
        <a:p>
          <a:endParaRPr lang="en-US"/>
        </a:p>
      </dgm:t>
    </dgm:pt>
    <dgm:pt modelId="{C411ADB0-EE5F-AA4A-9047-4191F9ED37CE}" type="parTrans" cxnId="{51264659-ECCD-7B4B-B584-A569C88727D0}">
      <dgm:prSet/>
      <dgm:spPr/>
      <dgm:t>
        <a:bodyPr/>
        <a:lstStyle/>
        <a:p>
          <a:endParaRPr lang="en-US"/>
        </a:p>
      </dgm:t>
    </dgm:pt>
    <dgm:pt modelId="{E99EBCEB-1406-4141-B598-360A06AD2882}">
      <dgm:prSet/>
      <dgm:spPr>
        <a:solidFill>
          <a:schemeClr val="accent2"/>
        </a:solidFill>
        <a:ln>
          <a:noFill/>
        </a:ln>
      </dgm:spPr>
      <dgm:t>
        <a:bodyPr/>
        <a:lstStyle/>
        <a:p>
          <a:endParaRPr lang="en-US"/>
        </a:p>
      </dgm:t>
    </dgm:pt>
    <dgm:pt modelId="{3991CC93-FFB3-FF47-901F-37D245D0F538}" type="sibTrans" cxnId="{0852501F-E820-DD47-98EA-2D2551E08646}">
      <dgm:prSet/>
      <dgm:spPr/>
      <dgm:t>
        <a:bodyPr/>
        <a:lstStyle/>
        <a:p>
          <a:endParaRPr lang="en-US"/>
        </a:p>
      </dgm:t>
    </dgm:pt>
    <dgm:pt modelId="{FA151339-7AA7-0A48-AA90-2D255D4A7B7F}" type="parTrans" cxnId="{0852501F-E820-DD47-98EA-2D2551E08646}">
      <dgm:prSet/>
      <dgm:spPr/>
      <dgm:t>
        <a:bodyPr/>
        <a:lstStyle/>
        <a:p>
          <a:endParaRPr lang="en-US"/>
        </a:p>
      </dgm:t>
    </dgm:pt>
    <dgm:pt modelId="{955C7061-FA22-E24A-9BE1-3775F9DFF4EB}">
      <dgm:prSet/>
      <dgm:spPr>
        <a:solidFill>
          <a:schemeClr val="accent3"/>
        </a:solidFill>
        <a:ln>
          <a:noFill/>
        </a:ln>
      </dgm:spPr>
      <dgm:t>
        <a:bodyPr/>
        <a:lstStyle/>
        <a:p>
          <a:endParaRPr lang="en-US"/>
        </a:p>
      </dgm:t>
    </dgm:pt>
    <dgm:pt modelId="{43DA90A6-2271-994D-ADCD-B6B11D3A1F01}" type="sibTrans" cxnId="{0DC214E0-E294-A54F-8C0A-4DDB352A2750}">
      <dgm:prSet/>
      <dgm:spPr/>
      <dgm:t>
        <a:bodyPr/>
        <a:lstStyle/>
        <a:p>
          <a:endParaRPr lang="en-US"/>
        </a:p>
      </dgm:t>
    </dgm:pt>
    <dgm:pt modelId="{0C3BAB12-9BEE-304F-BD10-694D5C73CED6}" type="parTrans" cxnId="{0DC214E0-E294-A54F-8C0A-4DDB352A2750}">
      <dgm:prSet/>
      <dgm:spPr/>
      <dgm:t>
        <a:bodyPr/>
        <a:lstStyle/>
        <a:p>
          <a:endParaRPr lang="en-US"/>
        </a:p>
      </dgm:t>
    </dgm:pt>
    <dgm:pt modelId="{5815B51C-DAC5-204E-B563-B7229C3EE946}">
      <dgm:prSet/>
      <dgm:spPr>
        <a:solidFill>
          <a:schemeClr val="accent6"/>
        </a:solidFill>
        <a:ln>
          <a:noFill/>
        </a:ln>
      </dgm:spPr>
      <dgm:t>
        <a:bodyPr/>
        <a:lstStyle/>
        <a:p>
          <a:endParaRPr lang="en-US"/>
        </a:p>
      </dgm:t>
    </dgm:pt>
    <dgm:pt modelId="{3A5D5966-0EBD-0A41-85E8-E417804421BC}" type="sibTrans" cxnId="{004A0890-B6D8-A140-A2BD-9CE4B9D7838F}">
      <dgm:prSet/>
      <dgm:spPr/>
      <dgm:t>
        <a:bodyPr/>
        <a:lstStyle/>
        <a:p>
          <a:endParaRPr lang="en-US"/>
        </a:p>
      </dgm:t>
    </dgm:pt>
    <dgm:pt modelId="{FC9CA4A8-1408-BE4D-983F-FBB1416268E4}" type="parTrans" cxnId="{004A0890-B6D8-A140-A2BD-9CE4B9D7838F}">
      <dgm:prSet/>
      <dgm:spPr/>
      <dgm:t>
        <a:bodyPr/>
        <a:lstStyle/>
        <a:p>
          <a:endParaRPr lang="en-US"/>
        </a:p>
      </dgm:t>
    </dgm:pt>
    <dgm:pt modelId="{D86DAABB-13F1-4740-BAF2-D6456A542296}" type="pres">
      <dgm:prSet presAssocID="{E6769558-67FB-8541-AE5D-E05B82910B9E}" presName="Name0" presStyleCnt="0">
        <dgm:presLayoutVars>
          <dgm:dir/>
          <dgm:animLvl val="lvl"/>
          <dgm:resizeHandles val="exact"/>
        </dgm:presLayoutVars>
      </dgm:prSet>
      <dgm:spPr/>
    </dgm:pt>
    <dgm:pt modelId="{C8A5AEB5-FC8F-4F44-8A0B-D9F12320237E}" type="pres">
      <dgm:prSet presAssocID="{D0E69452-F495-BA49-889D-BF2D907C8C4E}" presName="Name8" presStyleCnt="0"/>
      <dgm:spPr/>
    </dgm:pt>
    <dgm:pt modelId="{47552427-7D8E-ED45-8E4E-0B2345A62F77}" type="pres">
      <dgm:prSet presAssocID="{D0E69452-F495-BA49-889D-BF2D907C8C4E}" presName="level" presStyleLbl="node1" presStyleIdx="0" presStyleCnt="5">
        <dgm:presLayoutVars>
          <dgm:chMax val="1"/>
          <dgm:bulletEnabled val="1"/>
        </dgm:presLayoutVars>
      </dgm:prSet>
      <dgm:spPr/>
    </dgm:pt>
    <dgm:pt modelId="{6FA84866-88B9-7541-9D78-A0D0920FE29A}" type="pres">
      <dgm:prSet presAssocID="{D0E69452-F495-BA49-889D-BF2D907C8C4E}" presName="levelTx" presStyleLbl="revTx" presStyleIdx="0" presStyleCnt="0">
        <dgm:presLayoutVars>
          <dgm:chMax val="1"/>
          <dgm:bulletEnabled val="1"/>
        </dgm:presLayoutVars>
      </dgm:prSet>
      <dgm:spPr/>
    </dgm:pt>
    <dgm:pt modelId="{4C6A9E8C-C9DB-EE4C-8874-CC5F0A0DE76A}" type="pres">
      <dgm:prSet presAssocID="{EF0C0690-1486-D04E-A36E-604F29211986}" presName="Name8" presStyleCnt="0"/>
      <dgm:spPr/>
    </dgm:pt>
    <dgm:pt modelId="{580D5A4D-B945-A944-8AD5-D12F3BB58A2E}" type="pres">
      <dgm:prSet presAssocID="{EF0C0690-1486-D04E-A36E-604F29211986}" presName="level" presStyleLbl="node1" presStyleIdx="1" presStyleCnt="5">
        <dgm:presLayoutVars>
          <dgm:chMax val="1"/>
          <dgm:bulletEnabled val="1"/>
        </dgm:presLayoutVars>
      </dgm:prSet>
      <dgm:spPr/>
    </dgm:pt>
    <dgm:pt modelId="{72FE4531-AFA3-6F4E-8CC9-6CEFCE4B8765}" type="pres">
      <dgm:prSet presAssocID="{EF0C0690-1486-D04E-A36E-604F29211986}" presName="levelTx" presStyleLbl="revTx" presStyleIdx="0" presStyleCnt="0">
        <dgm:presLayoutVars>
          <dgm:chMax val="1"/>
          <dgm:bulletEnabled val="1"/>
        </dgm:presLayoutVars>
      </dgm:prSet>
      <dgm:spPr/>
    </dgm:pt>
    <dgm:pt modelId="{D7BDAB23-995C-EE44-BFBF-5CB6C778BE0C}" type="pres">
      <dgm:prSet presAssocID="{E99EBCEB-1406-4141-B598-360A06AD2882}" presName="Name8" presStyleCnt="0"/>
      <dgm:spPr/>
    </dgm:pt>
    <dgm:pt modelId="{F0213A9A-8463-7A4A-811E-D2A57ED6E95F}" type="pres">
      <dgm:prSet presAssocID="{E99EBCEB-1406-4141-B598-360A06AD2882}" presName="level" presStyleLbl="node1" presStyleIdx="2" presStyleCnt="5">
        <dgm:presLayoutVars>
          <dgm:chMax val="1"/>
          <dgm:bulletEnabled val="1"/>
        </dgm:presLayoutVars>
      </dgm:prSet>
      <dgm:spPr/>
    </dgm:pt>
    <dgm:pt modelId="{38C06ABF-5C9B-2044-B2C9-21A914033C29}" type="pres">
      <dgm:prSet presAssocID="{E99EBCEB-1406-4141-B598-360A06AD2882}" presName="levelTx" presStyleLbl="revTx" presStyleIdx="0" presStyleCnt="0">
        <dgm:presLayoutVars>
          <dgm:chMax val="1"/>
          <dgm:bulletEnabled val="1"/>
        </dgm:presLayoutVars>
      </dgm:prSet>
      <dgm:spPr/>
    </dgm:pt>
    <dgm:pt modelId="{6773464F-823A-E349-A900-8E9A28FA941C}" type="pres">
      <dgm:prSet presAssocID="{955C7061-FA22-E24A-9BE1-3775F9DFF4EB}" presName="Name8" presStyleCnt="0"/>
      <dgm:spPr/>
    </dgm:pt>
    <dgm:pt modelId="{25B2BDB5-03B1-CB45-B236-7F4D592253C5}" type="pres">
      <dgm:prSet presAssocID="{955C7061-FA22-E24A-9BE1-3775F9DFF4EB}" presName="level" presStyleLbl="node1" presStyleIdx="3" presStyleCnt="5">
        <dgm:presLayoutVars>
          <dgm:chMax val="1"/>
          <dgm:bulletEnabled val="1"/>
        </dgm:presLayoutVars>
      </dgm:prSet>
      <dgm:spPr/>
    </dgm:pt>
    <dgm:pt modelId="{006479BE-B7F3-6144-A47B-8A28B4B3BAAF}" type="pres">
      <dgm:prSet presAssocID="{955C7061-FA22-E24A-9BE1-3775F9DFF4EB}" presName="levelTx" presStyleLbl="revTx" presStyleIdx="0" presStyleCnt="0">
        <dgm:presLayoutVars>
          <dgm:chMax val="1"/>
          <dgm:bulletEnabled val="1"/>
        </dgm:presLayoutVars>
      </dgm:prSet>
      <dgm:spPr/>
    </dgm:pt>
    <dgm:pt modelId="{C9955574-9B0C-B246-8BEF-75E3C4E6435D}" type="pres">
      <dgm:prSet presAssocID="{5815B51C-DAC5-204E-B563-B7229C3EE946}" presName="Name8" presStyleCnt="0"/>
      <dgm:spPr/>
    </dgm:pt>
    <dgm:pt modelId="{D67A739A-C4D1-B44F-B09D-6749BDDAE40A}" type="pres">
      <dgm:prSet presAssocID="{5815B51C-DAC5-204E-B563-B7229C3EE946}" presName="level" presStyleLbl="node1" presStyleIdx="4" presStyleCnt="5">
        <dgm:presLayoutVars>
          <dgm:chMax val="1"/>
          <dgm:bulletEnabled val="1"/>
        </dgm:presLayoutVars>
      </dgm:prSet>
      <dgm:spPr/>
    </dgm:pt>
    <dgm:pt modelId="{EBBD4C22-F05C-0647-9F5F-A1D0A74D0D82}" type="pres">
      <dgm:prSet presAssocID="{5815B51C-DAC5-204E-B563-B7229C3EE946}" presName="levelTx" presStyleLbl="revTx" presStyleIdx="0" presStyleCnt="0">
        <dgm:presLayoutVars>
          <dgm:chMax val="1"/>
          <dgm:bulletEnabled val="1"/>
        </dgm:presLayoutVars>
      </dgm:prSet>
      <dgm:spPr/>
    </dgm:pt>
  </dgm:ptLst>
  <dgm:cxnLst>
    <dgm:cxn modelId="{FBEF2E04-FB3D-0B42-9363-5E18DA3C42DC}" type="presOf" srcId="{955C7061-FA22-E24A-9BE1-3775F9DFF4EB}" destId="{25B2BDB5-03B1-CB45-B236-7F4D592253C5}" srcOrd="0" destOrd="0" presId="urn:microsoft.com/office/officeart/2005/8/layout/pyramid1"/>
    <dgm:cxn modelId="{B1AE5D09-D346-F043-88FE-6583172673FA}" type="presOf" srcId="{D0E69452-F495-BA49-889D-BF2D907C8C4E}" destId="{47552427-7D8E-ED45-8E4E-0B2345A62F77}" srcOrd="0" destOrd="0" presId="urn:microsoft.com/office/officeart/2005/8/layout/pyramid1"/>
    <dgm:cxn modelId="{2F4DB00C-A992-594C-B823-677EEC2A9476}" type="presOf" srcId="{EF0C0690-1486-D04E-A36E-604F29211986}" destId="{72FE4531-AFA3-6F4E-8CC9-6CEFCE4B8765}" srcOrd="1" destOrd="0" presId="urn:microsoft.com/office/officeart/2005/8/layout/pyramid1"/>
    <dgm:cxn modelId="{0852501F-E820-DD47-98EA-2D2551E08646}" srcId="{E6769558-67FB-8541-AE5D-E05B82910B9E}" destId="{E99EBCEB-1406-4141-B598-360A06AD2882}" srcOrd="2" destOrd="0" parTransId="{FA151339-7AA7-0A48-AA90-2D255D4A7B7F}" sibTransId="{3991CC93-FFB3-FF47-901F-37D245D0F538}"/>
    <dgm:cxn modelId="{3D2A9520-B81E-294C-B3A7-157067B3A119}" type="presOf" srcId="{D0E69452-F495-BA49-889D-BF2D907C8C4E}" destId="{6FA84866-88B9-7541-9D78-A0D0920FE29A}" srcOrd="1" destOrd="0" presId="urn:microsoft.com/office/officeart/2005/8/layout/pyramid1"/>
    <dgm:cxn modelId="{B39CEA4C-45C1-FB4E-8DCE-7185AFE10DC3}" type="presOf" srcId="{E6769558-67FB-8541-AE5D-E05B82910B9E}" destId="{D86DAABB-13F1-4740-BAF2-D6456A542296}" srcOrd="0" destOrd="0" presId="urn:microsoft.com/office/officeart/2005/8/layout/pyramid1"/>
    <dgm:cxn modelId="{51264659-ECCD-7B4B-B584-A569C88727D0}" srcId="{E6769558-67FB-8541-AE5D-E05B82910B9E}" destId="{EF0C0690-1486-D04E-A36E-604F29211986}" srcOrd="1" destOrd="0" parTransId="{C411ADB0-EE5F-AA4A-9047-4191F9ED37CE}" sibTransId="{48B916D1-A61D-6E43-BC8C-339E6680D0B6}"/>
    <dgm:cxn modelId="{004A0890-B6D8-A140-A2BD-9CE4B9D7838F}" srcId="{E6769558-67FB-8541-AE5D-E05B82910B9E}" destId="{5815B51C-DAC5-204E-B563-B7229C3EE946}" srcOrd="4" destOrd="0" parTransId="{FC9CA4A8-1408-BE4D-983F-FBB1416268E4}" sibTransId="{3A5D5966-0EBD-0A41-85E8-E417804421BC}"/>
    <dgm:cxn modelId="{1D6171AB-2103-E74B-8233-C0BCB4E408B0}" type="presOf" srcId="{955C7061-FA22-E24A-9BE1-3775F9DFF4EB}" destId="{006479BE-B7F3-6144-A47B-8A28B4B3BAAF}" srcOrd="1" destOrd="0" presId="urn:microsoft.com/office/officeart/2005/8/layout/pyramid1"/>
    <dgm:cxn modelId="{CD7F03B1-4AEE-8346-A202-452B005CB2C7}" type="presOf" srcId="{5815B51C-DAC5-204E-B563-B7229C3EE946}" destId="{EBBD4C22-F05C-0647-9F5F-A1D0A74D0D82}" srcOrd="1" destOrd="0" presId="urn:microsoft.com/office/officeart/2005/8/layout/pyramid1"/>
    <dgm:cxn modelId="{0D1A0EB6-5CC4-BA4D-BF21-49CA94C307F8}" type="presOf" srcId="{E99EBCEB-1406-4141-B598-360A06AD2882}" destId="{38C06ABF-5C9B-2044-B2C9-21A914033C29}" srcOrd="1" destOrd="0" presId="urn:microsoft.com/office/officeart/2005/8/layout/pyramid1"/>
    <dgm:cxn modelId="{F5BCC8C8-C318-8A44-85D3-5E1B4A175AE9}" type="presOf" srcId="{E99EBCEB-1406-4141-B598-360A06AD2882}" destId="{F0213A9A-8463-7A4A-811E-D2A57ED6E95F}" srcOrd="0" destOrd="0" presId="urn:microsoft.com/office/officeart/2005/8/layout/pyramid1"/>
    <dgm:cxn modelId="{71AD55CD-F35A-654B-870B-5CE59C2739DD}" srcId="{E6769558-67FB-8541-AE5D-E05B82910B9E}" destId="{D0E69452-F495-BA49-889D-BF2D907C8C4E}" srcOrd="0" destOrd="0" parTransId="{17C1BD5F-0E78-154A-8F4B-DA4F53854ED6}" sibTransId="{A094A277-0352-C240-BA96-828F69EE3C8D}"/>
    <dgm:cxn modelId="{6BF012D5-45ED-564F-AC67-87C126B5C28A}" type="presOf" srcId="{5815B51C-DAC5-204E-B563-B7229C3EE946}" destId="{D67A739A-C4D1-B44F-B09D-6749BDDAE40A}" srcOrd="0" destOrd="0" presId="urn:microsoft.com/office/officeart/2005/8/layout/pyramid1"/>
    <dgm:cxn modelId="{0DC214E0-E294-A54F-8C0A-4DDB352A2750}" srcId="{E6769558-67FB-8541-AE5D-E05B82910B9E}" destId="{955C7061-FA22-E24A-9BE1-3775F9DFF4EB}" srcOrd="3" destOrd="0" parTransId="{0C3BAB12-9BEE-304F-BD10-694D5C73CED6}" sibTransId="{43DA90A6-2271-994D-ADCD-B6B11D3A1F01}"/>
    <dgm:cxn modelId="{71BEB4FD-89DD-E84B-881C-B399E4FF49CD}" type="presOf" srcId="{EF0C0690-1486-D04E-A36E-604F29211986}" destId="{580D5A4D-B945-A944-8AD5-D12F3BB58A2E}" srcOrd="0" destOrd="0" presId="urn:microsoft.com/office/officeart/2005/8/layout/pyramid1"/>
    <dgm:cxn modelId="{7C9A08E6-0E00-A34D-94A1-E89654D5BA34}" type="presParOf" srcId="{D86DAABB-13F1-4740-BAF2-D6456A542296}" destId="{C8A5AEB5-FC8F-4F44-8A0B-D9F12320237E}" srcOrd="0" destOrd="0" presId="urn:microsoft.com/office/officeart/2005/8/layout/pyramid1"/>
    <dgm:cxn modelId="{92DB12C5-7D06-2E41-AE7A-685C34BE2684}" type="presParOf" srcId="{C8A5AEB5-FC8F-4F44-8A0B-D9F12320237E}" destId="{47552427-7D8E-ED45-8E4E-0B2345A62F77}" srcOrd="0" destOrd="0" presId="urn:microsoft.com/office/officeart/2005/8/layout/pyramid1"/>
    <dgm:cxn modelId="{88863F4F-091E-AB47-92D5-B32CDBBF88C0}" type="presParOf" srcId="{C8A5AEB5-FC8F-4F44-8A0B-D9F12320237E}" destId="{6FA84866-88B9-7541-9D78-A0D0920FE29A}" srcOrd="1" destOrd="0" presId="urn:microsoft.com/office/officeart/2005/8/layout/pyramid1"/>
    <dgm:cxn modelId="{DF3F19E8-50BE-9548-B952-ACAEAB5B7E2C}" type="presParOf" srcId="{D86DAABB-13F1-4740-BAF2-D6456A542296}" destId="{4C6A9E8C-C9DB-EE4C-8874-CC5F0A0DE76A}" srcOrd="1" destOrd="0" presId="urn:microsoft.com/office/officeart/2005/8/layout/pyramid1"/>
    <dgm:cxn modelId="{0F43BF58-7A52-0A4D-A675-C1A189288D41}" type="presParOf" srcId="{4C6A9E8C-C9DB-EE4C-8874-CC5F0A0DE76A}" destId="{580D5A4D-B945-A944-8AD5-D12F3BB58A2E}" srcOrd="0" destOrd="0" presId="urn:microsoft.com/office/officeart/2005/8/layout/pyramid1"/>
    <dgm:cxn modelId="{864B197B-869C-E44D-9EF1-1E15F0419EEF}" type="presParOf" srcId="{4C6A9E8C-C9DB-EE4C-8874-CC5F0A0DE76A}" destId="{72FE4531-AFA3-6F4E-8CC9-6CEFCE4B8765}" srcOrd="1" destOrd="0" presId="urn:microsoft.com/office/officeart/2005/8/layout/pyramid1"/>
    <dgm:cxn modelId="{953E864D-5BEC-074E-A6AC-629FF1647C13}" type="presParOf" srcId="{D86DAABB-13F1-4740-BAF2-D6456A542296}" destId="{D7BDAB23-995C-EE44-BFBF-5CB6C778BE0C}" srcOrd="2" destOrd="0" presId="urn:microsoft.com/office/officeart/2005/8/layout/pyramid1"/>
    <dgm:cxn modelId="{B4533760-AD62-B942-8C7F-D28899A916B8}" type="presParOf" srcId="{D7BDAB23-995C-EE44-BFBF-5CB6C778BE0C}" destId="{F0213A9A-8463-7A4A-811E-D2A57ED6E95F}" srcOrd="0" destOrd="0" presId="urn:microsoft.com/office/officeart/2005/8/layout/pyramid1"/>
    <dgm:cxn modelId="{87A92E7C-A1D7-5D4F-BC43-4551AE7F6987}" type="presParOf" srcId="{D7BDAB23-995C-EE44-BFBF-5CB6C778BE0C}" destId="{38C06ABF-5C9B-2044-B2C9-21A914033C29}" srcOrd="1" destOrd="0" presId="urn:microsoft.com/office/officeart/2005/8/layout/pyramid1"/>
    <dgm:cxn modelId="{5622A43E-571B-EC47-AB11-48DE1A9F8F8A}" type="presParOf" srcId="{D86DAABB-13F1-4740-BAF2-D6456A542296}" destId="{6773464F-823A-E349-A900-8E9A28FA941C}" srcOrd="3" destOrd="0" presId="urn:microsoft.com/office/officeart/2005/8/layout/pyramid1"/>
    <dgm:cxn modelId="{87502213-8161-5348-B094-7CC73CB168B9}" type="presParOf" srcId="{6773464F-823A-E349-A900-8E9A28FA941C}" destId="{25B2BDB5-03B1-CB45-B236-7F4D592253C5}" srcOrd="0" destOrd="0" presId="urn:microsoft.com/office/officeart/2005/8/layout/pyramid1"/>
    <dgm:cxn modelId="{7DB2847E-49D3-3340-B1A7-3AB4EC318276}" type="presParOf" srcId="{6773464F-823A-E349-A900-8E9A28FA941C}" destId="{006479BE-B7F3-6144-A47B-8A28B4B3BAAF}" srcOrd="1" destOrd="0" presId="urn:microsoft.com/office/officeart/2005/8/layout/pyramid1"/>
    <dgm:cxn modelId="{D62F6ADF-9EB6-7949-83EB-A82086A09298}" type="presParOf" srcId="{D86DAABB-13F1-4740-BAF2-D6456A542296}" destId="{C9955574-9B0C-B246-8BEF-75E3C4E6435D}" srcOrd="4" destOrd="0" presId="urn:microsoft.com/office/officeart/2005/8/layout/pyramid1"/>
    <dgm:cxn modelId="{71D6ADEF-3034-9940-9C9C-5CD9D45BEE23}" type="presParOf" srcId="{C9955574-9B0C-B246-8BEF-75E3C4E6435D}" destId="{D67A739A-C4D1-B44F-B09D-6749BDDAE40A}" srcOrd="0" destOrd="0" presId="urn:microsoft.com/office/officeart/2005/8/layout/pyramid1"/>
    <dgm:cxn modelId="{AC8F0805-2EC5-9F42-AC9C-8DCD7A87B2B2}" type="presParOf" srcId="{C9955574-9B0C-B246-8BEF-75E3C4E6435D}" destId="{EBBD4C22-F05C-0647-9F5F-A1D0A74D0D82}" srcOrd="1" destOrd="0" presId="urn:microsoft.com/office/officeart/2005/8/layout/pyramid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6769558-67FB-8541-AE5D-E05B82910B9E}" type="doc">
      <dgm:prSet loTypeId="urn:microsoft.com/office/officeart/2005/8/layout/pyramid1" loCatId="pyramid" qsTypeId="urn:microsoft.com/office/officeart/2005/8/quickstyle/simple1" qsCatId="simple" csTypeId="urn:microsoft.com/office/officeart/2005/8/colors/accent1_2" csCatId="accent1" phldr="1"/>
      <dgm:spPr/>
      <dgm:t>
        <a:bodyPr/>
        <a:lstStyle/>
        <a:p>
          <a:endParaRPr lang="en-US"/>
        </a:p>
      </dgm:t>
    </dgm:pt>
    <dgm:pt modelId="{D0E69452-F495-BA49-889D-BF2D907C8C4E}">
      <dgm:prSet phldrT="[Text]"/>
      <dgm:spPr>
        <a:solidFill>
          <a:schemeClr val="tx2"/>
        </a:solidFill>
        <a:ln>
          <a:noFill/>
        </a:ln>
      </dgm:spPr>
      <dgm:t>
        <a:bodyPr/>
        <a:lstStyle/>
        <a:p>
          <a:endParaRPr lang="en-US"/>
        </a:p>
      </dgm:t>
    </dgm:pt>
    <dgm:pt modelId="{A094A277-0352-C240-BA96-828F69EE3C8D}" type="sibTrans" cxnId="{71AD55CD-F35A-654B-870B-5CE59C2739DD}">
      <dgm:prSet/>
      <dgm:spPr/>
      <dgm:t>
        <a:bodyPr/>
        <a:lstStyle/>
        <a:p>
          <a:endParaRPr lang="en-US"/>
        </a:p>
      </dgm:t>
    </dgm:pt>
    <dgm:pt modelId="{17C1BD5F-0E78-154A-8F4B-DA4F53854ED6}" type="parTrans" cxnId="{71AD55CD-F35A-654B-870B-5CE59C2739DD}">
      <dgm:prSet/>
      <dgm:spPr/>
      <dgm:t>
        <a:bodyPr/>
        <a:lstStyle/>
        <a:p>
          <a:endParaRPr lang="en-US"/>
        </a:p>
      </dgm:t>
    </dgm:pt>
    <dgm:pt modelId="{EF0C0690-1486-D04E-A36E-604F29211986}">
      <dgm:prSet/>
      <dgm:spPr>
        <a:solidFill>
          <a:schemeClr val="accent1"/>
        </a:solidFill>
        <a:ln>
          <a:noFill/>
        </a:ln>
      </dgm:spPr>
      <dgm:t>
        <a:bodyPr/>
        <a:lstStyle/>
        <a:p>
          <a:endParaRPr lang="en-US"/>
        </a:p>
      </dgm:t>
    </dgm:pt>
    <dgm:pt modelId="{48B916D1-A61D-6E43-BC8C-339E6680D0B6}" type="sibTrans" cxnId="{51264659-ECCD-7B4B-B584-A569C88727D0}">
      <dgm:prSet/>
      <dgm:spPr/>
      <dgm:t>
        <a:bodyPr/>
        <a:lstStyle/>
        <a:p>
          <a:endParaRPr lang="en-US"/>
        </a:p>
      </dgm:t>
    </dgm:pt>
    <dgm:pt modelId="{C411ADB0-EE5F-AA4A-9047-4191F9ED37CE}" type="parTrans" cxnId="{51264659-ECCD-7B4B-B584-A569C88727D0}">
      <dgm:prSet/>
      <dgm:spPr/>
      <dgm:t>
        <a:bodyPr/>
        <a:lstStyle/>
        <a:p>
          <a:endParaRPr lang="en-US"/>
        </a:p>
      </dgm:t>
    </dgm:pt>
    <dgm:pt modelId="{E99EBCEB-1406-4141-B598-360A06AD2882}">
      <dgm:prSet/>
      <dgm:spPr>
        <a:solidFill>
          <a:schemeClr val="accent2"/>
        </a:solidFill>
        <a:ln>
          <a:noFill/>
        </a:ln>
      </dgm:spPr>
      <dgm:t>
        <a:bodyPr/>
        <a:lstStyle/>
        <a:p>
          <a:endParaRPr lang="en-US"/>
        </a:p>
      </dgm:t>
    </dgm:pt>
    <dgm:pt modelId="{3991CC93-FFB3-FF47-901F-37D245D0F538}" type="sibTrans" cxnId="{0852501F-E820-DD47-98EA-2D2551E08646}">
      <dgm:prSet/>
      <dgm:spPr/>
      <dgm:t>
        <a:bodyPr/>
        <a:lstStyle/>
        <a:p>
          <a:endParaRPr lang="en-US"/>
        </a:p>
      </dgm:t>
    </dgm:pt>
    <dgm:pt modelId="{FA151339-7AA7-0A48-AA90-2D255D4A7B7F}" type="parTrans" cxnId="{0852501F-E820-DD47-98EA-2D2551E08646}">
      <dgm:prSet/>
      <dgm:spPr/>
      <dgm:t>
        <a:bodyPr/>
        <a:lstStyle/>
        <a:p>
          <a:endParaRPr lang="en-US"/>
        </a:p>
      </dgm:t>
    </dgm:pt>
    <dgm:pt modelId="{955C7061-FA22-E24A-9BE1-3775F9DFF4EB}">
      <dgm:prSet/>
      <dgm:spPr>
        <a:solidFill>
          <a:schemeClr val="accent3"/>
        </a:solidFill>
        <a:ln>
          <a:noFill/>
        </a:ln>
      </dgm:spPr>
      <dgm:t>
        <a:bodyPr/>
        <a:lstStyle/>
        <a:p>
          <a:endParaRPr lang="en-US"/>
        </a:p>
      </dgm:t>
    </dgm:pt>
    <dgm:pt modelId="{43DA90A6-2271-994D-ADCD-B6B11D3A1F01}" type="sibTrans" cxnId="{0DC214E0-E294-A54F-8C0A-4DDB352A2750}">
      <dgm:prSet/>
      <dgm:spPr/>
      <dgm:t>
        <a:bodyPr/>
        <a:lstStyle/>
        <a:p>
          <a:endParaRPr lang="en-US"/>
        </a:p>
      </dgm:t>
    </dgm:pt>
    <dgm:pt modelId="{0C3BAB12-9BEE-304F-BD10-694D5C73CED6}" type="parTrans" cxnId="{0DC214E0-E294-A54F-8C0A-4DDB352A2750}">
      <dgm:prSet/>
      <dgm:spPr/>
      <dgm:t>
        <a:bodyPr/>
        <a:lstStyle/>
        <a:p>
          <a:endParaRPr lang="en-US"/>
        </a:p>
      </dgm:t>
    </dgm:pt>
    <dgm:pt modelId="{D86DAABB-13F1-4740-BAF2-D6456A542296}" type="pres">
      <dgm:prSet presAssocID="{E6769558-67FB-8541-AE5D-E05B82910B9E}" presName="Name0" presStyleCnt="0">
        <dgm:presLayoutVars>
          <dgm:dir/>
          <dgm:animLvl val="lvl"/>
          <dgm:resizeHandles val="exact"/>
        </dgm:presLayoutVars>
      </dgm:prSet>
      <dgm:spPr/>
    </dgm:pt>
    <dgm:pt modelId="{C8A5AEB5-FC8F-4F44-8A0B-D9F12320237E}" type="pres">
      <dgm:prSet presAssocID="{D0E69452-F495-BA49-889D-BF2D907C8C4E}" presName="Name8" presStyleCnt="0"/>
      <dgm:spPr/>
    </dgm:pt>
    <dgm:pt modelId="{47552427-7D8E-ED45-8E4E-0B2345A62F77}" type="pres">
      <dgm:prSet presAssocID="{D0E69452-F495-BA49-889D-BF2D907C8C4E}" presName="level" presStyleLbl="node1" presStyleIdx="0" presStyleCnt="4">
        <dgm:presLayoutVars>
          <dgm:chMax val="1"/>
          <dgm:bulletEnabled val="1"/>
        </dgm:presLayoutVars>
      </dgm:prSet>
      <dgm:spPr/>
    </dgm:pt>
    <dgm:pt modelId="{6FA84866-88B9-7541-9D78-A0D0920FE29A}" type="pres">
      <dgm:prSet presAssocID="{D0E69452-F495-BA49-889D-BF2D907C8C4E}" presName="levelTx" presStyleLbl="revTx" presStyleIdx="0" presStyleCnt="0">
        <dgm:presLayoutVars>
          <dgm:chMax val="1"/>
          <dgm:bulletEnabled val="1"/>
        </dgm:presLayoutVars>
      </dgm:prSet>
      <dgm:spPr/>
    </dgm:pt>
    <dgm:pt modelId="{4C6A9E8C-C9DB-EE4C-8874-CC5F0A0DE76A}" type="pres">
      <dgm:prSet presAssocID="{EF0C0690-1486-D04E-A36E-604F29211986}" presName="Name8" presStyleCnt="0"/>
      <dgm:spPr/>
    </dgm:pt>
    <dgm:pt modelId="{580D5A4D-B945-A944-8AD5-D12F3BB58A2E}" type="pres">
      <dgm:prSet presAssocID="{EF0C0690-1486-D04E-A36E-604F29211986}" presName="level" presStyleLbl="node1" presStyleIdx="1" presStyleCnt="4">
        <dgm:presLayoutVars>
          <dgm:chMax val="1"/>
          <dgm:bulletEnabled val="1"/>
        </dgm:presLayoutVars>
      </dgm:prSet>
      <dgm:spPr/>
    </dgm:pt>
    <dgm:pt modelId="{72FE4531-AFA3-6F4E-8CC9-6CEFCE4B8765}" type="pres">
      <dgm:prSet presAssocID="{EF0C0690-1486-D04E-A36E-604F29211986}" presName="levelTx" presStyleLbl="revTx" presStyleIdx="0" presStyleCnt="0">
        <dgm:presLayoutVars>
          <dgm:chMax val="1"/>
          <dgm:bulletEnabled val="1"/>
        </dgm:presLayoutVars>
      </dgm:prSet>
      <dgm:spPr/>
    </dgm:pt>
    <dgm:pt modelId="{D7BDAB23-995C-EE44-BFBF-5CB6C778BE0C}" type="pres">
      <dgm:prSet presAssocID="{E99EBCEB-1406-4141-B598-360A06AD2882}" presName="Name8" presStyleCnt="0"/>
      <dgm:spPr/>
    </dgm:pt>
    <dgm:pt modelId="{F0213A9A-8463-7A4A-811E-D2A57ED6E95F}" type="pres">
      <dgm:prSet presAssocID="{E99EBCEB-1406-4141-B598-360A06AD2882}" presName="level" presStyleLbl="node1" presStyleIdx="2" presStyleCnt="4">
        <dgm:presLayoutVars>
          <dgm:chMax val="1"/>
          <dgm:bulletEnabled val="1"/>
        </dgm:presLayoutVars>
      </dgm:prSet>
      <dgm:spPr/>
    </dgm:pt>
    <dgm:pt modelId="{38C06ABF-5C9B-2044-B2C9-21A914033C29}" type="pres">
      <dgm:prSet presAssocID="{E99EBCEB-1406-4141-B598-360A06AD2882}" presName="levelTx" presStyleLbl="revTx" presStyleIdx="0" presStyleCnt="0">
        <dgm:presLayoutVars>
          <dgm:chMax val="1"/>
          <dgm:bulletEnabled val="1"/>
        </dgm:presLayoutVars>
      </dgm:prSet>
      <dgm:spPr/>
    </dgm:pt>
    <dgm:pt modelId="{6773464F-823A-E349-A900-8E9A28FA941C}" type="pres">
      <dgm:prSet presAssocID="{955C7061-FA22-E24A-9BE1-3775F9DFF4EB}" presName="Name8" presStyleCnt="0"/>
      <dgm:spPr/>
    </dgm:pt>
    <dgm:pt modelId="{25B2BDB5-03B1-CB45-B236-7F4D592253C5}" type="pres">
      <dgm:prSet presAssocID="{955C7061-FA22-E24A-9BE1-3775F9DFF4EB}" presName="level" presStyleLbl="node1" presStyleIdx="3" presStyleCnt="4">
        <dgm:presLayoutVars>
          <dgm:chMax val="1"/>
          <dgm:bulletEnabled val="1"/>
        </dgm:presLayoutVars>
      </dgm:prSet>
      <dgm:spPr/>
    </dgm:pt>
    <dgm:pt modelId="{006479BE-B7F3-6144-A47B-8A28B4B3BAAF}" type="pres">
      <dgm:prSet presAssocID="{955C7061-FA22-E24A-9BE1-3775F9DFF4EB}" presName="levelTx" presStyleLbl="revTx" presStyleIdx="0" presStyleCnt="0">
        <dgm:presLayoutVars>
          <dgm:chMax val="1"/>
          <dgm:bulletEnabled val="1"/>
        </dgm:presLayoutVars>
      </dgm:prSet>
      <dgm:spPr/>
    </dgm:pt>
  </dgm:ptLst>
  <dgm:cxnLst>
    <dgm:cxn modelId="{FBEF2E04-FB3D-0B42-9363-5E18DA3C42DC}" type="presOf" srcId="{955C7061-FA22-E24A-9BE1-3775F9DFF4EB}" destId="{25B2BDB5-03B1-CB45-B236-7F4D592253C5}" srcOrd="0" destOrd="0" presId="urn:microsoft.com/office/officeart/2005/8/layout/pyramid1"/>
    <dgm:cxn modelId="{B1AE5D09-D346-F043-88FE-6583172673FA}" type="presOf" srcId="{D0E69452-F495-BA49-889D-BF2D907C8C4E}" destId="{47552427-7D8E-ED45-8E4E-0B2345A62F77}" srcOrd="0" destOrd="0" presId="urn:microsoft.com/office/officeart/2005/8/layout/pyramid1"/>
    <dgm:cxn modelId="{2F4DB00C-A992-594C-B823-677EEC2A9476}" type="presOf" srcId="{EF0C0690-1486-D04E-A36E-604F29211986}" destId="{72FE4531-AFA3-6F4E-8CC9-6CEFCE4B8765}" srcOrd="1" destOrd="0" presId="urn:microsoft.com/office/officeart/2005/8/layout/pyramid1"/>
    <dgm:cxn modelId="{0852501F-E820-DD47-98EA-2D2551E08646}" srcId="{E6769558-67FB-8541-AE5D-E05B82910B9E}" destId="{E99EBCEB-1406-4141-B598-360A06AD2882}" srcOrd="2" destOrd="0" parTransId="{FA151339-7AA7-0A48-AA90-2D255D4A7B7F}" sibTransId="{3991CC93-FFB3-FF47-901F-37D245D0F538}"/>
    <dgm:cxn modelId="{3D2A9520-B81E-294C-B3A7-157067B3A119}" type="presOf" srcId="{D0E69452-F495-BA49-889D-BF2D907C8C4E}" destId="{6FA84866-88B9-7541-9D78-A0D0920FE29A}" srcOrd="1" destOrd="0" presId="urn:microsoft.com/office/officeart/2005/8/layout/pyramid1"/>
    <dgm:cxn modelId="{B39CEA4C-45C1-FB4E-8DCE-7185AFE10DC3}" type="presOf" srcId="{E6769558-67FB-8541-AE5D-E05B82910B9E}" destId="{D86DAABB-13F1-4740-BAF2-D6456A542296}" srcOrd="0" destOrd="0" presId="urn:microsoft.com/office/officeart/2005/8/layout/pyramid1"/>
    <dgm:cxn modelId="{51264659-ECCD-7B4B-B584-A569C88727D0}" srcId="{E6769558-67FB-8541-AE5D-E05B82910B9E}" destId="{EF0C0690-1486-D04E-A36E-604F29211986}" srcOrd="1" destOrd="0" parTransId="{C411ADB0-EE5F-AA4A-9047-4191F9ED37CE}" sibTransId="{48B916D1-A61D-6E43-BC8C-339E6680D0B6}"/>
    <dgm:cxn modelId="{1D6171AB-2103-E74B-8233-C0BCB4E408B0}" type="presOf" srcId="{955C7061-FA22-E24A-9BE1-3775F9DFF4EB}" destId="{006479BE-B7F3-6144-A47B-8A28B4B3BAAF}" srcOrd="1" destOrd="0" presId="urn:microsoft.com/office/officeart/2005/8/layout/pyramid1"/>
    <dgm:cxn modelId="{0D1A0EB6-5CC4-BA4D-BF21-49CA94C307F8}" type="presOf" srcId="{E99EBCEB-1406-4141-B598-360A06AD2882}" destId="{38C06ABF-5C9B-2044-B2C9-21A914033C29}" srcOrd="1" destOrd="0" presId="urn:microsoft.com/office/officeart/2005/8/layout/pyramid1"/>
    <dgm:cxn modelId="{F5BCC8C8-C318-8A44-85D3-5E1B4A175AE9}" type="presOf" srcId="{E99EBCEB-1406-4141-B598-360A06AD2882}" destId="{F0213A9A-8463-7A4A-811E-D2A57ED6E95F}" srcOrd="0" destOrd="0" presId="urn:microsoft.com/office/officeart/2005/8/layout/pyramid1"/>
    <dgm:cxn modelId="{71AD55CD-F35A-654B-870B-5CE59C2739DD}" srcId="{E6769558-67FB-8541-AE5D-E05B82910B9E}" destId="{D0E69452-F495-BA49-889D-BF2D907C8C4E}" srcOrd="0" destOrd="0" parTransId="{17C1BD5F-0E78-154A-8F4B-DA4F53854ED6}" sibTransId="{A094A277-0352-C240-BA96-828F69EE3C8D}"/>
    <dgm:cxn modelId="{0DC214E0-E294-A54F-8C0A-4DDB352A2750}" srcId="{E6769558-67FB-8541-AE5D-E05B82910B9E}" destId="{955C7061-FA22-E24A-9BE1-3775F9DFF4EB}" srcOrd="3" destOrd="0" parTransId="{0C3BAB12-9BEE-304F-BD10-694D5C73CED6}" sibTransId="{43DA90A6-2271-994D-ADCD-B6B11D3A1F01}"/>
    <dgm:cxn modelId="{71BEB4FD-89DD-E84B-881C-B399E4FF49CD}" type="presOf" srcId="{EF0C0690-1486-D04E-A36E-604F29211986}" destId="{580D5A4D-B945-A944-8AD5-D12F3BB58A2E}" srcOrd="0" destOrd="0" presId="urn:microsoft.com/office/officeart/2005/8/layout/pyramid1"/>
    <dgm:cxn modelId="{7C9A08E6-0E00-A34D-94A1-E89654D5BA34}" type="presParOf" srcId="{D86DAABB-13F1-4740-BAF2-D6456A542296}" destId="{C8A5AEB5-FC8F-4F44-8A0B-D9F12320237E}" srcOrd="0" destOrd="0" presId="urn:microsoft.com/office/officeart/2005/8/layout/pyramid1"/>
    <dgm:cxn modelId="{92DB12C5-7D06-2E41-AE7A-685C34BE2684}" type="presParOf" srcId="{C8A5AEB5-FC8F-4F44-8A0B-D9F12320237E}" destId="{47552427-7D8E-ED45-8E4E-0B2345A62F77}" srcOrd="0" destOrd="0" presId="urn:microsoft.com/office/officeart/2005/8/layout/pyramid1"/>
    <dgm:cxn modelId="{88863F4F-091E-AB47-92D5-B32CDBBF88C0}" type="presParOf" srcId="{C8A5AEB5-FC8F-4F44-8A0B-D9F12320237E}" destId="{6FA84866-88B9-7541-9D78-A0D0920FE29A}" srcOrd="1" destOrd="0" presId="urn:microsoft.com/office/officeart/2005/8/layout/pyramid1"/>
    <dgm:cxn modelId="{DF3F19E8-50BE-9548-B952-ACAEAB5B7E2C}" type="presParOf" srcId="{D86DAABB-13F1-4740-BAF2-D6456A542296}" destId="{4C6A9E8C-C9DB-EE4C-8874-CC5F0A0DE76A}" srcOrd="1" destOrd="0" presId="urn:microsoft.com/office/officeart/2005/8/layout/pyramid1"/>
    <dgm:cxn modelId="{0F43BF58-7A52-0A4D-A675-C1A189288D41}" type="presParOf" srcId="{4C6A9E8C-C9DB-EE4C-8874-CC5F0A0DE76A}" destId="{580D5A4D-B945-A944-8AD5-D12F3BB58A2E}" srcOrd="0" destOrd="0" presId="urn:microsoft.com/office/officeart/2005/8/layout/pyramid1"/>
    <dgm:cxn modelId="{864B197B-869C-E44D-9EF1-1E15F0419EEF}" type="presParOf" srcId="{4C6A9E8C-C9DB-EE4C-8874-CC5F0A0DE76A}" destId="{72FE4531-AFA3-6F4E-8CC9-6CEFCE4B8765}" srcOrd="1" destOrd="0" presId="urn:microsoft.com/office/officeart/2005/8/layout/pyramid1"/>
    <dgm:cxn modelId="{953E864D-5BEC-074E-A6AC-629FF1647C13}" type="presParOf" srcId="{D86DAABB-13F1-4740-BAF2-D6456A542296}" destId="{D7BDAB23-995C-EE44-BFBF-5CB6C778BE0C}" srcOrd="2" destOrd="0" presId="urn:microsoft.com/office/officeart/2005/8/layout/pyramid1"/>
    <dgm:cxn modelId="{B4533760-AD62-B942-8C7F-D28899A916B8}" type="presParOf" srcId="{D7BDAB23-995C-EE44-BFBF-5CB6C778BE0C}" destId="{F0213A9A-8463-7A4A-811E-D2A57ED6E95F}" srcOrd="0" destOrd="0" presId="urn:microsoft.com/office/officeart/2005/8/layout/pyramid1"/>
    <dgm:cxn modelId="{87A92E7C-A1D7-5D4F-BC43-4551AE7F6987}" type="presParOf" srcId="{D7BDAB23-995C-EE44-BFBF-5CB6C778BE0C}" destId="{38C06ABF-5C9B-2044-B2C9-21A914033C29}" srcOrd="1" destOrd="0" presId="urn:microsoft.com/office/officeart/2005/8/layout/pyramid1"/>
    <dgm:cxn modelId="{5622A43E-571B-EC47-AB11-48DE1A9F8F8A}" type="presParOf" srcId="{D86DAABB-13F1-4740-BAF2-D6456A542296}" destId="{6773464F-823A-E349-A900-8E9A28FA941C}" srcOrd="3" destOrd="0" presId="urn:microsoft.com/office/officeart/2005/8/layout/pyramid1"/>
    <dgm:cxn modelId="{87502213-8161-5348-B094-7CC73CB168B9}" type="presParOf" srcId="{6773464F-823A-E349-A900-8E9A28FA941C}" destId="{25B2BDB5-03B1-CB45-B236-7F4D592253C5}" srcOrd="0" destOrd="0" presId="urn:microsoft.com/office/officeart/2005/8/layout/pyramid1"/>
    <dgm:cxn modelId="{7DB2847E-49D3-3340-B1A7-3AB4EC318276}" type="presParOf" srcId="{6773464F-823A-E349-A900-8E9A28FA941C}" destId="{006479BE-B7F3-6144-A47B-8A28B4B3BAAF}" srcOrd="1" destOrd="0" presId="urn:microsoft.com/office/officeart/2005/8/layout/pyramid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6769558-67FB-8541-AE5D-E05B82910B9E}" type="doc">
      <dgm:prSet loTypeId="urn:microsoft.com/office/officeart/2005/8/layout/pyramid1" loCatId="pyramid" qsTypeId="urn:microsoft.com/office/officeart/2005/8/quickstyle/simple1" qsCatId="simple" csTypeId="urn:microsoft.com/office/officeart/2005/8/colors/accent1_2" csCatId="accent1" phldr="1"/>
      <dgm:spPr/>
      <dgm:t>
        <a:bodyPr/>
        <a:lstStyle/>
        <a:p>
          <a:endParaRPr lang="en-US"/>
        </a:p>
      </dgm:t>
    </dgm:pt>
    <dgm:pt modelId="{D0E69452-F495-BA49-889D-BF2D907C8C4E}">
      <dgm:prSet phldrT="[Text]"/>
      <dgm:spPr>
        <a:solidFill>
          <a:schemeClr val="tx2"/>
        </a:solidFill>
        <a:ln>
          <a:noFill/>
        </a:ln>
      </dgm:spPr>
      <dgm:t>
        <a:bodyPr/>
        <a:lstStyle/>
        <a:p>
          <a:endParaRPr lang="en-US"/>
        </a:p>
      </dgm:t>
    </dgm:pt>
    <dgm:pt modelId="{A094A277-0352-C240-BA96-828F69EE3C8D}" type="sibTrans" cxnId="{71AD55CD-F35A-654B-870B-5CE59C2739DD}">
      <dgm:prSet/>
      <dgm:spPr/>
      <dgm:t>
        <a:bodyPr/>
        <a:lstStyle/>
        <a:p>
          <a:endParaRPr lang="en-US"/>
        </a:p>
      </dgm:t>
    </dgm:pt>
    <dgm:pt modelId="{17C1BD5F-0E78-154A-8F4B-DA4F53854ED6}" type="parTrans" cxnId="{71AD55CD-F35A-654B-870B-5CE59C2739DD}">
      <dgm:prSet/>
      <dgm:spPr/>
      <dgm:t>
        <a:bodyPr/>
        <a:lstStyle/>
        <a:p>
          <a:endParaRPr lang="en-US"/>
        </a:p>
      </dgm:t>
    </dgm:pt>
    <dgm:pt modelId="{EF0C0690-1486-D04E-A36E-604F29211986}">
      <dgm:prSet/>
      <dgm:spPr>
        <a:solidFill>
          <a:schemeClr val="accent1"/>
        </a:solidFill>
        <a:ln>
          <a:noFill/>
        </a:ln>
      </dgm:spPr>
      <dgm:t>
        <a:bodyPr/>
        <a:lstStyle/>
        <a:p>
          <a:endParaRPr lang="en-US"/>
        </a:p>
      </dgm:t>
    </dgm:pt>
    <dgm:pt modelId="{48B916D1-A61D-6E43-BC8C-339E6680D0B6}" type="sibTrans" cxnId="{51264659-ECCD-7B4B-B584-A569C88727D0}">
      <dgm:prSet/>
      <dgm:spPr/>
      <dgm:t>
        <a:bodyPr/>
        <a:lstStyle/>
        <a:p>
          <a:endParaRPr lang="en-US"/>
        </a:p>
      </dgm:t>
    </dgm:pt>
    <dgm:pt modelId="{C411ADB0-EE5F-AA4A-9047-4191F9ED37CE}" type="parTrans" cxnId="{51264659-ECCD-7B4B-B584-A569C88727D0}">
      <dgm:prSet/>
      <dgm:spPr/>
      <dgm:t>
        <a:bodyPr/>
        <a:lstStyle/>
        <a:p>
          <a:endParaRPr lang="en-US"/>
        </a:p>
      </dgm:t>
    </dgm:pt>
    <dgm:pt modelId="{E99EBCEB-1406-4141-B598-360A06AD2882}">
      <dgm:prSet/>
      <dgm:spPr>
        <a:solidFill>
          <a:schemeClr val="accent2"/>
        </a:solidFill>
        <a:ln>
          <a:noFill/>
        </a:ln>
      </dgm:spPr>
      <dgm:t>
        <a:bodyPr/>
        <a:lstStyle/>
        <a:p>
          <a:endParaRPr lang="en-US"/>
        </a:p>
      </dgm:t>
    </dgm:pt>
    <dgm:pt modelId="{3991CC93-FFB3-FF47-901F-37D245D0F538}" type="sibTrans" cxnId="{0852501F-E820-DD47-98EA-2D2551E08646}">
      <dgm:prSet/>
      <dgm:spPr/>
      <dgm:t>
        <a:bodyPr/>
        <a:lstStyle/>
        <a:p>
          <a:endParaRPr lang="en-US"/>
        </a:p>
      </dgm:t>
    </dgm:pt>
    <dgm:pt modelId="{FA151339-7AA7-0A48-AA90-2D255D4A7B7F}" type="parTrans" cxnId="{0852501F-E820-DD47-98EA-2D2551E08646}">
      <dgm:prSet/>
      <dgm:spPr/>
      <dgm:t>
        <a:bodyPr/>
        <a:lstStyle/>
        <a:p>
          <a:endParaRPr lang="en-US"/>
        </a:p>
      </dgm:t>
    </dgm:pt>
    <dgm:pt modelId="{D86DAABB-13F1-4740-BAF2-D6456A542296}" type="pres">
      <dgm:prSet presAssocID="{E6769558-67FB-8541-AE5D-E05B82910B9E}" presName="Name0" presStyleCnt="0">
        <dgm:presLayoutVars>
          <dgm:dir/>
          <dgm:animLvl val="lvl"/>
          <dgm:resizeHandles val="exact"/>
        </dgm:presLayoutVars>
      </dgm:prSet>
      <dgm:spPr/>
    </dgm:pt>
    <dgm:pt modelId="{C8A5AEB5-FC8F-4F44-8A0B-D9F12320237E}" type="pres">
      <dgm:prSet presAssocID="{D0E69452-F495-BA49-889D-BF2D907C8C4E}" presName="Name8" presStyleCnt="0"/>
      <dgm:spPr/>
    </dgm:pt>
    <dgm:pt modelId="{47552427-7D8E-ED45-8E4E-0B2345A62F77}" type="pres">
      <dgm:prSet presAssocID="{D0E69452-F495-BA49-889D-BF2D907C8C4E}" presName="level" presStyleLbl="node1" presStyleIdx="0" presStyleCnt="3">
        <dgm:presLayoutVars>
          <dgm:chMax val="1"/>
          <dgm:bulletEnabled val="1"/>
        </dgm:presLayoutVars>
      </dgm:prSet>
      <dgm:spPr/>
    </dgm:pt>
    <dgm:pt modelId="{6FA84866-88B9-7541-9D78-A0D0920FE29A}" type="pres">
      <dgm:prSet presAssocID="{D0E69452-F495-BA49-889D-BF2D907C8C4E}" presName="levelTx" presStyleLbl="revTx" presStyleIdx="0" presStyleCnt="0">
        <dgm:presLayoutVars>
          <dgm:chMax val="1"/>
          <dgm:bulletEnabled val="1"/>
        </dgm:presLayoutVars>
      </dgm:prSet>
      <dgm:spPr/>
    </dgm:pt>
    <dgm:pt modelId="{4C6A9E8C-C9DB-EE4C-8874-CC5F0A0DE76A}" type="pres">
      <dgm:prSet presAssocID="{EF0C0690-1486-D04E-A36E-604F29211986}" presName="Name8" presStyleCnt="0"/>
      <dgm:spPr/>
    </dgm:pt>
    <dgm:pt modelId="{580D5A4D-B945-A944-8AD5-D12F3BB58A2E}" type="pres">
      <dgm:prSet presAssocID="{EF0C0690-1486-D04E-A36E-604F29211986}" presName="level" presStyleLbl="node1" presStyleIdx="1" presStyleCnt="3">
        <dgm:presLayoutVars>
          <dgm:chMax val="1"/>
          <dgm:bulletEnabled val="1"/>
        </dgm:presLayoutVars>
      </dgm:prSet>
      <dgm:spPr/>
    </dgm:pt>
    <dgm:pt modelId="{72FE4531-AFA3-6F4E-8CC9-6CEFCE4B8765}" type="pres">
      <dgm:prSet presAssocID="{EF0C0690-1486-D04E-A36E-604F29211986}" presName="levelTx" presStyleLbl="revTx" presStyleIdx="0" presStyleCnt="0">
        <dgm:presLayoutVars>
          <dgm:chMax val="1"/>
          <dgm:bulletEnabled val="1"/>
        </dgm:presLayoutVars>
      </dgm:prSet>
      <dgm:spPr/>
    </dgm:pt>
    <dgm:pt modelId="{D7BDAB23-995C-EE44-BFBF-5CB6C778BE0C}" type="pres">
      <dgm:prSet presAssocID="{E99EBCEB-1406-4141-B598-360A06AD2882}" presName="Name8" presStyleCnt="0"/>
      <dgm:spPr/>
    </dgm:pt>
    <dgm:pt modelId="{F0213A9A-8463-7A4A-811E-D2A57ED6E95F}" type="pres">
      <dgm:prSet presAssocID="{E99EBCEB-1406-4141-B598-360A06AD2882}" presName="level" presStyleLbl="node1" presStyleIdx="2" presStyleCnt="3">
        <dgm:presLayoutVars>
          <dgm:chMax val="1"/>
          <dgm:bulletEnabled val="1"/>
        </dgm:presLayoutVars>
      </dgm:prSet>
      <dgm:spPr/>
    </dgm:pt>
    <dgm:pt modelId="{38C06ABF-5C9B-2044-B2C9-21A914033C29}" type="pres">
      <dgm:prSet presAssocID="{E99EBCEB-1406-4141-B598-360A06AD2882}" presName="levelTx" presStyleLbl="revTx" presStyleIdx="0" presStyleCnt="0">
        <dgm:presLayoutVars>
          <dgm:chMax val="1"/>
          <dgm:bulletEnabled val="1"/>
        </dgm:presLayoutVars>
      </dgm:prSet>
      <dgm:spPr/>
    </dgm:pt>
  </dgm:ptLst>
  <dgm:cxnLst>
    <dgm:cxn modelId="{B1AE5D09-D346-F043-88FE-6583172673FA}" type="presOf" srcId="{D0E69452-F495-BA49-889D-BF2D907C8C4E}" destId="{47552427-7D8E-ED45-8E4E-0B2345A62F77}" srcOrd="0" destOrd="0" presId="urn:microsoft.com/office/officeart/2005/8/layout/pyramid1"/>
    <dgm:cxn modelId="{2F4DB00C-A992-594C-B823-677EEC2A9476}" type="presOf" srcId="{EF0C0690-1486-D04E-A36E-604F29211986}" destId="{72FE4531-AFA3-6F4E-8CC9-6CEFCE4B8765}" srcOrd="1" destOrd="0" presId="urn:microsoft.com/office/officeart/2005/8/layout/pyramid1"/>
    <dgm:cxn modelId="{0852501F-E820-DD47-98EA-2D2551E08646}" srcId="{E6769558-67FB-8541-AE5D-E05B82910B9E}" destId="{E99EBCEB-1406-4141-B598-360A06AD2882}" srcOrd="2" destOrd="0" parTransId="{FA151339-7AA7-0A48-AA90-2D255D4A7B7F}" sibTransId="{3991CC93-FFB3-FF47-901F-37D245D0F538}"/>
    <dgm:cxn modelId="{3D2A9520-B81E-294C-B3A7-157067B3A119}" type="presOf" srcId="{D0E69452-F495-BA49-889D-BF2D907C8C4E}" destId="{6FA84866-88B9-7541-9D78-A0D0920FE29A}" srcOrd="1" destOrd="0" presId="urn:microsoft.com/office/officeart/2005/8/layout/pyramid1"/>
    <dgm:cxn modelId="{B39CEA4C-45C1-FB4E-8DCE-7185AFE10DC3}" type="presOf" srcId="{E6769558-67FB-8541-AE5D-E05B82910B9E}" destId="{D86DAABB-13F1-4740-BAF2-D6456A542296}" srcOrd="0" destOrd="0" presId="urn:microsoft.com/office/officeart/2005/8/layout/pyramid1"/>
    <dgm:cxn modelId="{51264659-ECCD-7B4B-B584-A569C88727D0}" srcId="{E6769558-67FB-8541-AE5D-E05B82910B9E}" destId="{EF0C0690-1486-D04E-A36E-604F29211986}" srcOrd="1" destOrd="0" parTransId="{C411ADB0-EE5F-AA4A-9047-4191F9ED37CE}" sibTransId="{48B916D1-A61D-6E43-BC8C-339E6680D0B6}"/>
    <dgm:cxn modelId="{0D1A0EB6-5CC4-BA4D-BF21-49CA94C307F8}" type="presOf" srcId="{E99EBCEB-1406-4141-B598-360A06AD2882}" destId="{38C06ABF-5C9B-2044-B2C9-21A914033C29}" srcOrd="1" destOrd="0" presId="urn:microsoft.com/office/officeart/2005/8/layout/pyramid1"/>
    <dgm:cxn modelId="{F5BCC8C8-C318-8A44-85D3-5E1B4A175AE9}" type="presOf" srcId="{E99EBCEB-1406-4141-B598-360A06AD2882}" destId="{F0213A9A-8463-7A4A-811E-D2A57ED6E95F}" srcOrd="0" destOrd="0" presId="urn:microsoft.com/office/officeart/2005/8/layout/pyramid1"/>
    <dgm:cxn modelId="{71AD55CD-F35A-654B-870B-5CE59C2739DD}" srcId="{E6769558-67FB-8541-AE5D-E05B82910B9E}" destId="{D0E69452-F495-BA49-889D-BF2D907C8C4E}" srcOrd="0" destOrd="0" parTransId="{17C1BD5F-0E78-154A-8F4B-DA4F53854ED6}" sibTransId="{A094A277-0352-C240-BA96-828F69EE3C8D}"/>
    <dgm:cxn modelId="{71BEB4FD-89DD-E84B-881C-B399E4FF49CD}" type="presOf" srcId="{EF0C0690-1486-D04E-A36E-604F29211986}" destId="{580D5A4D-B945-A944-8AD5-D12F3BB58A2E}" srcOrd="0" destOrd="0" presId="urn:microsoft.com/office/officeart/2005/8/layout/pyramid1"/>
    <dgm:cxn modelId="{7C9A08E6-0E00-A34D-94A1-E89654D5BA34}" type="presParOf" srcId="{D86DAABB-13F1-4740-BAF2-D6456A542296}" destId="{C8A5AEB5-FC8F-4F44-8A0B-D9F12320237E}" srcOrd="0" destOrd="0" presId="urn:microsoft.com/office/officeart/2005/8/layout/pyramid1"/>
    <dgm:cxn modelId="{92DB12C5-7D06-2E41-AE7A-685C34BE2684}" type="presParOf" srcId="{C8A5AEB5-FC8F-4F44-8A0B-D9F12320237E}" destId="{47552427-7D8E-ED45-8E4E-0B2345A62F77}" srcOrd="0" destOrd="0" presId="urn:microsoft.com/office/officeart/2005/8/layout/pyramid1"/>
    <dgm:cxn modelId="{88863F4F-091E-AB47-92D5-B32CDBBF88C0}" type="presParOf" srcId="{C8A5AEB5-FC8F-4F44-8A0B-D9F12320237E}" destId="{6FA84866-88B9-7541-9D78-A0D0920FE29A}" srcOrd="1" destOrd="0" presId="urn:microsoft.com/office/officeart/2005/8/layout/pyramid1"/>
    <dgm:cxn modelId="{DF3F19E8-50BE-9548-B952-ACAEAB5B7E2C}" type="presParOf" srcId="{D86DAABB-13F1-4740-BAF2-D6456A542296}" destId="{4C6A9E8C-C9DB-EE4C-8874-CC5F0A0DE76A}" srcOrd="1" destOrd="0" presId="urn:microsoft.com/office/officeart/2005/8/layout/pyramid1"/>
    <dgm:cxn modelId="{0F43BF58-7A52-0A4D-A675-C1A189288D41}" type="presParOf" srcId="{4C6A9E8C-C9DB-EE4C-8874-CC5F0A0DE76A}" destId="{580D5A4D-B945-A944-8AD5-D12F3BB58A2E}" srcOrd="0" destOrd="0" presId="urn:microsoft.com/office/officeart/2005/8/layout/pyramid1"/>
    <dgm:cxn modelId="{864B197B-869C-E44D-9EF1-1E15F0419EEF}" type="presParOf" srcId="{4C6A9E8C-C9DB-EE4C-8874-CC5F0A0DE76A}" destId="{72FE4531-AFA3-6F4E-8CC9-6CEFCE4B8765}" srcOrd="1" destOrd="0" presId="urn:microsoft.com/office/officeart/2005/8/layout/pyramid1"/>
    <dgm:cxn modelId="{953E864D-5BEC-074E-A6AC-629FF1647C13}" type="presParOf" srcId="{D86DAABB-13F1-4740-BAF2-D6456A542296}" destId="{D7BDAB23-995C-EE44-BFBF-5CB6C778BE0C}" srcOrd="2" destOrd="0" presId="urn:microsoft.com/office/officeart/2005/8/layout/pyramid1"/>
    <dgm:cxn modelId="{B4533760-AD62-B942-8C7F-D28899A916B8}" type="presParOf" srcId="{D7BDAB23-995C-EE44-BFBF-5CB6C778BE0C}" destId="{F0213A9A-8463-7A4A-811E-D2A57ED6E95F}" srcOrd="0" destOrd="0" presId="urn:microsoft.com/office/officeart/2005/8/layout/pyramid1"/>
    <dgm:cxn modelId="{87A92E7C-A1D7-5D4F-BC43-4551AE7F6987}" type="presParOf" srcId="{D7BDAB23-995C-EE44-BFBF-5CB6C778BE0C}" destId="{38C06ABF-5C9B-2044-B2C9-21A914033C29}" srcOrd="1" destOrd="0" presId="urn:microsoft.com/office/officeart/2005/8/layout/pyramid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41B1400-7624-6149-929F-DA014FEC075E}">
      <dsp:nvSpPr>
        <dsp:cNvPr id="0" name=""/>
        <dsp:cNvSpPr/>
      </dsp:nvSpPr>
      <dsp:spPr>
        <a:xfrm>
          <a:off x="0" y="0"/>
          <a:ext cx="2189928" cy="501080"/>
        </a:xfrm>
        <a:prstGeom prst="homePlate">
          <a:avLst/>
        </a:prstGeom>
        <a:solidFill>
          <a:schemeClr val="tx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8674" tIns="29337" rIns="396000" bIns="29337" numCol="1" spcCol="1270" anchor="ctr" anchorCtr="0">
          <a:noAutofit/>
        </a:bodyPr>
        <a:lstStyle/>
        <a:p>
          <a:pPr marL="0" lvl="0" indent="0" algn="ctr" defTabSz="488950">
            <a:lnSpc>
              <a:spcPct val="90000"/>
            </a:lnSpc>
            <a:spcBef>
              <a:spcPct val="0"/>
            </a:spcBef>
            <a:spcAft>
              <a:spcPct val="35000"/>
            </a:spcAft>
            <a:buNone/>
          </a:pPr>
          <a:r>
            <a:rPr lang="en-US" sz="1100" b="0" i="0" kern="1200">
              <a:latin typeface="Arial" panose="020B0604020202020204" pitchFamily="34" charset="0"/>
              <a:ea typeface="Inter Medium" panose="02000503000000020004" pitchFamily="2" charset="0"/>
            </a:rPr>
            <a:t>Evaluation</a:t>
          </a:r>
          <a:endParaRPr lang="en-GB" sz="1100" b="0" i="0" kern="1200">
            <a:latin typeface="Arial" panose="020B0604020202020204" pitchFamily="34" charset="0"/>
            <a:ea typeface="Inter Medium" panose="02000503000000020004" pitchFamily="2" charset="0"/>
          </a:endParaRPr>
        </a:p>
      </dsp:txBody>
      <dsp:txXfrm>
        <a:off x="0" y="0"/>
        <a:ext cx="2064658" cy="501080"/>
      </dsp:txXfrm>
    </dsp:sp>
    <dsp:sp modelId="{E57AE3CF-AFFD-F246-AF4E-80081D7389A3}">
      <dsp:nvSpPr>
        <dsp:cNvPr id="0" name=""/>
        <dsp:cNvSpPr/>
      </dsp:nvSpPr>
      <dsp:spPr>
        <a:xfrm>
          <a:off x="1561108" y="0"/>
          <a:ext cx="2699289" cy="501080"/>
        </a:xfrm>
        <a:prstGeom prst="chevron">
          <a:avLst/>
        </a:prstGeom>
        <a:solidFill>
          <a:schemeClr val="accent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29337" rIns="288000" bIns="29337" numCol="1" spcCol="1270" anchor="ctr" anchorCtr="0">
          <a:noAutofit/>
        </a:bodyPr>
        <a:lstStyle/>
        <a:p>
          <a:pPr marL="0" lvl="0" indent="0" algn="ctr" defTabSz="488950">
            <a:lnSpc>
              <a:spcPct val="90000"/>
            </a:lnSpc>
            <a:spcBef>
              <a:spcPct val="0"/>
            </a:spcBef>
            <a:spcAft>
              <a:spcPct val="35000"/>
            </a:spcAft>
            <a:buNone/>
          </a:pPr>
          <a:r>
            <a:rPr lang="en-US" sz="1100" b="0" i="0" kern="1200">
              <a:latin typeface="Arial" panose="020B0604020202020204" pitchFamily="34" charset="0"/>
              <a:ea typeface="Inter Medium" panose="02000503000000020004" pitchFamily="2" charset="0"/>
            </a:rPr>
            <a:t>Onboarding</a:t>
          </a:r>
          <a:endParaRPr lang="en-GB" sz="1100" b="0" i="0" kern="1200">
            <a:latin typeface="Arial" panose="020B0604020202020204" pitchFamily="34" charset="0"/>
            <a:ea typeface="Inter Medium" panose="02000503000000020004" pitchFamily="2" charset="0"/>
          </a:endParaRPr>
        </a:p>
      </dsp:txBody>
      <dsp:txXfrm>
        <a:off x="1811648" y="0"/>
        <a:ext cx="2198209" cy="501080"/>
      </dsp:txXfrm>
    </dsp:sp>
    <dsp:sp modelId="{C1F42186-3539-EE45-AE3A-CE1777B315A3}">
      <dsp:nvSpPr>
        <dsp:cNvPr id="0" name=""/>
        <dsp:cNvSpPr/>
      </dsp:nvSpPr>
      <dsp:spPr>
        <a:xfrm>
          <a:off x="3941270" y="0"/>
          <a:ext cx="3748313" cy="501080"/>
        </a:xfrm>
        <a:prstGeom prst="chevron">
          <a:avLst/>
        </a:prstGeom>
        <a:solidFill>
          <a:schemeClr val="accent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29337" rIns="324000" bIns="29337" numCol="1" spcCol="1270" anchor="ctr" anchorCtr="0">
          <a:noAutofit/>
        </a:bodyPr>
        <a:lstStyle/>
        <a:p>
          <a:pPr marL="0" lvl="0" indent="0" algn="ctr" defTabSz="488950">
            <a:lnSpc>
              <a:spcPct val="90000"/>
            </a:lnSpc>
            <a:spcBef>
              <a:spcPct val="0"/>
            </a:spcBef>
            <a:spcAft>
              <a:spcPct val="35000"/>
            </a:spcAft>
            <a:buNone/>
          </a:pPr>
          <a:r>
            <a:rPr lang="en-US" sz="1100" b="0" i="0" kern="1200">
              <a:latin typeface="Arial" panose="020B0604020202020204" pitchFamily="34" charset="0"/>
              <a:ea typeface="Inter Medium" panose="02000503000000020004" pitchFamily="2" charset="0"/>
            </a:rPr>
            <a:t>Implementation</a:t>
          </a:r>
          <a:endParaRPr lang="en-GB" sz="1100" b="0" i="0" kern="1200">
            <a:latin typeface="Arial" panose="020B0604020202020204" pitchFamily="34" charset="0"/>
            <a:ea typeface="Inter Medium" panose="02000503000000020004" pitchFamily="2" charset="0"/>
          </a:endParaRPr>
        </a:p>
      </dsp:txBody>
      <dsp:txXfrm>
        <a:off x="4191810" y="0"/>
        <a:ext cx="3247233" cy="501080"/>
      </dsp:txXfrm>
    </dsp:sp>
    <dsp:sp modelId="{D975514B-2149-3343-AF06-0EA54928711D}">
      <dsp:nvSpPr>
        <dsp:cNvPr id="0" name=""/>
        <dsp:cNvSpPr/>
      </dsp:nvSpPr>
      <dsp:spPr>
        <a:xfrm>
          <a:off x="7292964" y="0"/>
          <a:ext cx="3578236" cy="501080"/>
        </a:xfrm>
        <a:prstGeom prst="chevron">
          <a:avLst/>
        </a:prstGeom>
        <a:solidFill>
          <a:schemeClr val="accent3"/>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29337" rIns="14669" bIns="29337" numCol="1" spcCol="1270" anchor="ctr" anchorCtr="0">
          <a:noAutofit/>
        </a:bodyPr>
        <a:lstStyle/>
        <a:p>
          <a:pPr marL="0" lvl="0" indent="0" algn="ctr" defTabSz="488950">
            <a:lnSpc>
              <a:spcPct val="90000"/>
            </a:lnSpc>
            <a:spcBef>
              <a:spcPct val="0"/>
            </a:spcBef>
            <a:spcAft>
              <a:spcPct val="35000"/>
            </a:spcAft>
            <a:buNone/>
          </a:pPr>
          <a:r>
            <a:rPr lang="en-US" sz="1100" b="0" i="0" kern="1200">
              <a:latin typeface="Arial" panose="020B0604020202020204" pitchFamily="34" charset="0"/>
              <a:ea typeface="Inter Medium" panose="02000503000000020004" pitchFamily="2" charset="0"/>
            </a:rPr>
            <a:t>Adoption</a:t>
          </a:r>
          <a:endParaRPr lang="en-GB" sz="1100" b="0" i="0" kern="1200">
            <a:latin typeface="Arial" panose="020B0604020202020204" pitchFamily="34" charset="0"/>
            <a:ea typeface="Inter Medium" panose="02000503000000020004" pitchFamily="2" charset="0"/>
          </a:endParaRPr>
        </a:p>
      </dsp:txBody>
      <dsp:txXfrm>
        <a:off x="7543504" y="0"/>
        <a:ext cx="3077156" cy="50108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552427-7D8E-ED45-8E4E-0B2345A62F77}">
      <dsp:nvSpPr>
        <dsp:cNvPr id="0" name=""/>
        <dsp:cNvSpPr/>
      </dsp:nvSpPr>
      <dsp:spPr>
        <a:xfrm>
          <a:off x="1960950" y="0"/>
          <a:ext cx="980475" cy="869580"/>
        </a:xfrm>
        <a:prstGeom prst="trapezoid">
          <a:avLst>
            <a:gd name="adj" fmla="val 56376"/>
          </a:avLst>
        </a:prstGeom>
        <a:solidFill>
          <a:schemeClr val="tx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0" tIns="69850" rIns="69850" bIns="69850" numCol="1" spcCol="1270" anchor="ctr" anchorCtr="0">
          <a:noAutofit/>
        </a:bodyPr>
        <a:lstStyle/>
        <a:p>
          <a:pPr marL="0" lvl="0" indent="0" algn="ctr" defTabSz="2444750">
            <a:lnSpc>
              <a:spcPct val="90000"/>
            </a:lnSpc>
            <a:spcBef>
              <a:spcPct val="0"/>
            </a:spcBef>
            <a:spcAft>
              <a:spcPct val="35000"/>
            </a:spcAft>
            <a:buNone/>
          </a:pPr>
          <a:endParaRPr lang="en-US" sz="5500" kern="1200"/>
        </a:p>
      </dsp:txBody>
      <dsp:txXfrm>
        <a:off x="1960950" y="0"/>
        <a:ext cx="980475" cy="869580"/>
      </dsp:txXfrm>
    </dsp:sp>
    <dsp:sp modelId="{580D5A4D-B945-A944-8AD5-D12F3BB58A2E}">
      <dsp:nvSpPr>
        <dsp:cNvPr id="0" name=""/>
        <dsp:cNvSpPr/>
      </dsp:nvSpPr>
      <dsp:spPr>
        <a:xfrm>
          <a:off x="1470713" y="869580"/>
          <a:ext cx="1960950" cy="869580"/>
        </a:xfrm>
        <a:prstGeom prst="trapezoid">
          <a:avLst>
            <a:gd name="adj" fmla="val 56376"/>
          </a:avLst>
        </a:prstGeom>
        <a:solidFill>
          <a:schemeClr val="accent1"/>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0" tIns="69850" rIns="69850" bIns="69850" numCol="1" spcCol="1270" anchor="ctr" anchorCtr="0">
          <a:noAutofit/>
        </a:bodyPr>
        <a:lstStyle/>
        <a:p>
          <a:pPr marL="0" lvl="0" indent="0" algn="ctr" defTabSz="2444750">
            <a:lnSpc>
              <a:spcPct val="90000"/>
            </a:lnSpc>
            <a:spcBef>
              <a:spcPct val="0"/>
            </a:spcBef>
            <a:spcAft>
              <a:spcPct val="35000"/>
            </a:spcAft>
            <a:buNone/>
          </a:pPr>
          <a:endParaRPr lang="en-US" sz="5500" kern="1200"/>
        </a:p>
      </dsp:txBody>
      <dsp:txXfrm>
        <a:off x="1813879" y="869580"/>
        <a:ext cx="1274618" cy="869580"/>
      </dsp:txXfrm>
    </dsp:sp>
    <dsp:sp modelId="{F0213A9A-8463-7A4A-811E-D2A57ED6E95F}">
      <dsp:nvSpPr>
        <dsp:cNvPr id="0" name=""/>
        <dsp:cNvSpPr/>
      </dsp:nvSpPr>
      <dsp:spPr>
        <a:xfrm>
          <a:off x="980475" y="1739160"/>
          <a:ext cx="2941426" cy="869580"/>
        </a:xfrm>
        <a:prstGeom prst="trapezoid">
          <a:avLst>
            <a:gd name="adj" fmla="val 56376"/>
          </a:avLst>
        </a:prstGeom>
        <a:solidFill>
          <a:schemeClr val="accent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0" tIns="69850" rIns="69850" bIns="69850" numCol="1" spcCol="1270" anchor="ctr" anchorCtr="0">
          <a:noAutofit/>
        </a:bodyPr>
        <a:lstStyle/>
        <a:p>
          <a:pPr marL="0" lvl="0" indent="0" algn="ctr" defTabSz="2444750">
            <a:lnSpc>
              <a:spcPct val="90000"/>
            </a:lnSpc>
            <a:spcBef>
              <a:spcPct val="0"/>
            </a:spcBef>
            <a:spcAft>
              <a:spcPct val="35000"/>
            </a:spcAft>
            <a:buNone/>
          </a:pPr>
          <a:endParaRPr lang="en-US" sz="5500" kern="1200"/>
        </a:p>
      </dsp:txBody>
      <dsp:txXfrm>
        <a:off x="1495224" y="1739160"/>
        <a:ext cx="1911927" cy="869580"/>
      </dsp:txXfrm>
    </dsp:sp>
    <dsp:sp modelId="{25B2BDB5-03B1-CB45-B236-7F4D592253C5}">
      <dsp:nvSpPr>
        <dsp:cNvPr id="0" name=""/>
        <dsp:cNvSpPr/>
      </dsp:nvSpPr>
      <dsp:spPr>
        <a:xfrm>
          <a:off x="490237" y="2608740"/>
          <a:ext cx="3921901" cy="869580"/>
        </a:xfrm>
        <a:prstGeom prst="trapezoid">
          <a:avLst>
            <a:gd name="adj" fmla="val 56376"/>
          </a:avLst>
        </a:prstGeom>
        <a:solidFill>
          <a:schemeClr val="accent3"/>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0" tIns="69850" rIns="69850" bIns="69850" numCol="1" spcCol="1270" anchor="ctr" anchorCtr="0">
          <a:noAutofit/>
        </a:bodyPr>
        <a:lstStyle/>
        <a:p>
          <a:pPr marL="0" lvl="0" indent="0" algn="ctr" defTabSz="2444750">
            <a:lnSpc>
              <a:spcPct val="90000"/>
            </a:lnSpc>
            <a:spcBef>
              <a:spcPct val="0"/>
            </a:spcBef>
            <a:spcAft>
              <a:spcPct val="35000"/>
            </a:spcAft>
            <a:buNone/>
          </a:pPr>
          <a:endParaRPr lang="en-US" sz="5500" kern="1200"/>
        </a:p>
      </dsp:txBody>
      <dsp:txXfrm>
        <a:off x="1176570" y="2608740"/>
        <a:ext cx="2549236" cy="869580"/>
      </dsp:txXfrm>
    </dsp:sp>
    <dsp:sp modelId="{D67A739A-C4D1-B44F-B09D-6749BDDAE40A}">
      <dsp:nvSpPr>
        <dsp:cNvPr id="0" name=""/>
        <dsp:cNvSpPr/>
      </dsp:nvSpPr>
      <dsp:spPr>
        <a:xfrm>
          <a:off x="0" y="3478320"/>
          <a:ext cx="4902377" cy="869580"/>
        </a:xfrm>
        <a:prstGeom prst="trapezoid">
          <a:avLst>
            <a:gd name="adj" fmla="val 56376"/>
          </a:avLst>
        </a:prstGeom>
        <a:solidFill>
          <a:schemeClr val="accent6"/>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0" tIns="69850" rIns="69850" bIns="69850" numCol="1" spcCol="1270" anchor="ctr" anchorCtr="0">
          <a:noAutofit/>
        </a:bodyPr>
        <a:lstStyle/>
        <a:p>
          <a:pPr marL="0" lvl="0" indent="0" algn="ctr" defTabSz="2444750">
            <a:lnSpc>
              <a:spcPct val="90000"/>
            </a:lnSpc>
            <a:spcBef>
              <a:spcPct val="0"/>
            </a:spcBef>
            <a:spcAft>
              <a:spcPct val="35000"/>
            </a:spcAft>
            <a:buNone/>
          </a:pPr>
          <a:endParaRPr lang="en-US" sz="5500" kern="1200"/>
        </a:p>
      </dsp:txBody>
      <dsp:txXfrm>
        <a:off x="857915" y="3478320"/>
        <a:ext cx="3186545" cy="86958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552427-7D8E-ED45-8E4E-0B2345A62F77}">
      <dsp:nvSpPr>
        <dsp:cNvPr id="0" name=""/>
        <dsp:cNvSpPr/>
      </dsp:nvSpPr>
      <dsp:spPr>
        <a:xfrm>
          <a:off x="1838391" y="0"/>
          <a:ext cx="1225594" cy="1086975"/>
        </a:xfrm>
        <a:prstGeom prst="trapezoid">
          <a:avLst>
            <a:gd name="adj" fmla="val 56376"/>
          </a:avLst>
        </a:prstGeom>
        <a:solidFill>
          <a:schemeClr val="tx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838391" y="0"/>
        <a:ext cx="1225594" cy="1086975"/>
      </dsp:txXfrm>
    </dsp:sp>
    <dsp:sp modelId="{580D5A4D-B945-A944-8AD5-D12F3BB58A2E}">
      <dsp:nvSpPr>
        <dsp:cNvPr id="0" name=""/>
        <dsp:cNvSpPr/>
      </dsp:nvSpPr>
      <dsp:spPr>
        <a:xfrm>
          <a:off x="1225594" y="1086975"/>
          <a:ext cx="2451188" cy="1086975"/>
        </a:xfrm>
        <a:prstGeom prst="trapezoid">
          <a:avLst>
            <a:gd name="adj" fmla="val 56376"/>
          </a:avLst>
        </a:prstGeom>
        <a:solidFill>
          <a:schemeClr val="accent1"/>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654552" y="1086975"/>
        <a:ext cx="1593272" cy="1086975"/>
      </dsp:txXfrm>
    </dsp:sp>
    <dsp:sp modelId="{F0213A9A-8463-7A4A-811E-D2A57ED6E95F}">
      <dsp:nvSpPr>
        <dsp:cNvPr id="0" name=""/>
        <dsp:cNvSpPr/>
      </dsp:nvSpPr>
      <dsp:spPr>
        <a:xfrm>
          <a:off x="612797" y="2173950"/>
          <a:ext cx="3676782" cy="1086975"/>
        </a:xfrm>
        <a:prstGeom prst="trapezoid">
          <a:avLst>
            <a:gd name="adj" fmla="val 56376"/>
          </a:avLst>
        </a:prstGeom>
        <a:solidFill>
          <a:schemeClr val="accent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256234" y="2173950"/>
        <a:ext cx="2389908" cy="1086975"/>
      </dsp:txXfrm>
    </dsp:sp>
    <dsp:sp modelId="{25B2BDB5-03B1-CB45-B236-7F4D592253C5}">
      <dsp:nvSpPr>
        <dsp:cNvPr id="0" name=""/>
        <dsp:cNvSpPr/>
      </dsp:nvSpPr>
      <dsp:spPr>
        <a:xfrm>
          <a:off x="0" y="3260925"/>
          <a:ext cx="4902377" cy="1086975"/>
        </a:xfrm>
        <a:prstGeom prst="trapezoid">
          <a:avLst>
            <a:gd name="adj" fmla="val 56376"/>
          </a:avLst>
        </a:prstGeom>
        <a:solidFill>
          <a:schemeClr val="accent3"/>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857915" y="3260925"/>
        <a:ext cx="3186545" cy="108697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552427-7D8E-ED45-8E4E-0B2345A62F77}">
      <dsp:nvSpPr>
        <dsp:cNvPr id="0" name=""/>
        <dsp:cNvSpPr/>
      </dsp:nvSpPr>
      <dsp:spPr>
        <a:xfrm>
          <a:off x="1634125" y="0"/>
          <a:ext cx="1634125" cy="1449300"/>
        </a:xfrm>
        <a:prstGeom prst="trapezoid">
          <a:avLst>
            <a:gd name="adj" fmla="val 56376"/>
          </a:avLst>
        </a:prstGeom>
        <a:solidFill>
          <a:schemeClr val="tx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634125" y="0"/>
        <a:ext cx="1634125" cy="1449300"/>
      </dsp:txXfrm>
    </dsp:sp>
    <dsp:sp modelId="{580D5A4D-B945-A944-8AD5-D12F3BB58A2E}">
      <dsp:nvSpPr>
        <dsp:cNvPr id="0" name=""/>
        <dsp:cNvSpPr/>
      </dsp:nvSpPr>
      <dsp:spPr>
        <a:xfrm>
          <a:off x="817062" y="1449300"/>
          <a:ext cx="3268251" cy="1449300"/>
        </a:xfrm>
        <a:prstGeom prst="trapezoid">
          <a:avLst>
            <a:gd name="adj" fmla="val 56376"/>
          </a:avLst>
        </a:prstGeom>
        <a:solidFill>
          <a:schemeClr val="accent1"/>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389006" y="1449300"/>
        <a:ext cx="2124363" cy="1449300"/>
      </dsp:txXfrm>
    </dsp:sp>
    <dsp:sp modelId="{F0213A9A-8463-7A4A-811E-D2A57ED6E95F}">
      <dsp:nvSpPr>
        <dsp:cNvPr id="0" name=""/>
        <dsp:cNvSpPr/>
      </dsp:nvSpPr>
      <dsp:spPr>
        <a:xfrm>
          <a:off x="0" y="2898600"/>
          <a:ext cx="4902377" cy="1449300"/>
        </a:xfrm>
        <a:prstGeom prst="trapezoid">
          <a:avLst>
            <a:gd name="adj" fmla="val 56376"/>
          </a:avLst>
        </a:prstGeom>
        <a:solidFill>
          <a:schemeClr val="accent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857915" y="2898600"/>
        <a:ext cx="3186545" cy="1449300"/>
      </dsp:txXfrm>
    </dsp:sp>
  </dsp:spTree>
</dsp:drawing>
</file>

<file path=ppt/diagrams/layout1.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B0C85E-0515-6D4C-94EF-846980339B3A}" type="datetimeFigureOut">
              <a:rPr lang="en-US" smtClean="0"/>
              <a:t>6/16/2026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C142F1-AB3B-4D43-82C4-3A889A9667F3}" type="slidenum">
              <a:rPr lang="en-US" smtClean="0"/>
              <a:t>‹#›</a:t>
            </a:fld>
            <a:endParaRPr lang="en-US"/>
          </a:p>
        </p:txBody>
      </p:sp>
    </p:spTree>
    <p:extLst>
      <p:ext uri="{BB962C8B-B14F-4D97-AF65-F5344CB8AC3E}">
        <p14:creationId xmlns:p14="http://schemas.microsoft.com/office/powerpoint/2010/main" val="29908076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D105FA-664D-F83A-4201-F5DB2E7946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D37A07-8E80-BD0D-E377-EF71974A68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C5E34F-A05F-28C9-7628-51AD8EEB613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1BD823E-CA44-41DD-BD9D-EE0CAC45F05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1C22278-1765-A847-9079-1366EC627DD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355436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Bottom-up scenario planning</a:t>
            </a:r>
          </a:p>
        </p:txBody>
      </p:sp>
      <p:sp>
        <p:nvSpPr>
          <p:cNvPr id="4" name="Slide Number Placeholder 3"/>
          <p:cNvSpPr>
            <a:spLocks noGrp="1"/>
          </p:cNvSpPr>
          <p:nvPr>
            <p:ph type="sldNum" sz="quarter" idx="5"/>
          </p:nvPr>
        </p:nvSpPr>
        <p:spPr/>
        <p:txBody>
          <a:bodyPr/>
          <a:lstStyle/>
          <a:p>
            <a:fld id="{21C142F1-AB3B-4D43-82C4-3A889A9667F3}" type="slidenum">
              <a:rPr lang="en-US" smtClean="0"/>
              <a:t>9</a:t>
            </a:fld>
            <a:endParaRPr lang="en-US"/>
          </a:p>
        </p:txBody>
      </p:sp>
    </p:spTree>
    <p:extLst>
      <p:ext uri="{BB962C8B-B14F-4D97-AF65-F5344CB8AC3E}">
        <p14:creationId xmlns:p14="http://schemas.microsoft.com/office/powerpoint/2010/main" val="3512970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r>
              <a:rPr lang="en-US" b="1" i="0">
                <a:solidFill>
                  <a:srgbClr val="1D1C1D"/>
                </a:solidFill>
                <a:effectLst/>
                <a:latin typeface="Slack-Lato"/>
              </a:rPr>
            </a:br>
            <a:endParaRPr lang="en-US" b="0" i="0">
              <a:solidFill>
                <a:srgbClr val="1D1C1D"/>
              </a:solidFill>
              <a:effectLst/>
              <a:latin typeface="Slack-Lato"/>
            </a:endParaRPr>
          </a:p>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A7E72F-BFB2-D748-87F9-5C2F0B5EB908}"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035802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r>
              <a:rPr lang="en-US" b="1" i="0">
                <a:solidFill>
                  <a:srgbClr val="1D1C1D"/>
                </a:solidFill>
                <a:effectLst/>
                <a:latin typeface="Slack-Lato"/>
              </a:rPr>
            </a:br>
            <a:endParaRPr lang="en-US" b="0" i="0">
              <a:solidFill>
                <a:srgbClr val="1D1C1D"/>
              </a:solidFill>
              <a:effectLst/>
              <a:latin typeface="Slack-Lato"/>
            </a:endParaRPr>
          </a:p>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A7E72F-BFB2-D748-87F9-5C2F0B5EB908}"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4970706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r>
              <a:rPr lang="en-US" b="1" i="0">
                <a:solidFill>
                  <a:srgbClr val="1D1C1D"/>
                </a:solidFill>
                <a:effectLst/>
                <a:latin typeface="Slack-Lato"/>
              </a:rPr>
            </a:br>
            <a:endParaRPr lang="en-US" b="0" i="0">
              <a:solidFill>
                <a:srgbClr val="1D1C1D"/>
              </a:solidFill>
              <a:effectLst/>
              <a:latin typeface="Slack-Lato"/>
            </a:endParaRPr>
          </a:p>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A7E72F-BFB2-D748-87F9-5C2F0B5EB908}"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6067529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D7A578-AFF4-D412-B6EF-00BBDDA231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58A2CE-8ACA-7504-631C-B3DC61F908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741E6B-90FE-28BD-FFE7-AFC335ED6C01}"/>
              </a:ext>
            </a:extLst>
          </p:cNvPr>
          <p:cNvSpPr>
            <a:spLocks noGrp="1"/>
          </p:cNvSpPr>
          <p:nvPr>
            <p:ph type="body" idx="1"/>
          </p:nvPr>
        </p:nvSpPr>
        <p:spPr/>
        <p:txBody>
          <a:bodyPr/>
          <a:lstStyle/>
          <a:p>
            <a:pPr algn="l"/>
            <a:br>
              <a:rPr lang="en-US" b="1" i="0">
                <a:solidFill>
                  <a:srgbClr val="1D1C1D"/>
                </a:solidFill>
                <a:effectLst/>
                <a:latin typeface="Slack-Lato"/>
              </a:rPr>
            </a:br>
            <a:endParaRPr lang="en-US" b="0" i="0">
              <a:solidFill>
                <a:srgbClr val="1D1C1D"/>
              </a:solidFill>
              <a:effectLst/>
              <a:latin typeface="Slack-Lato"/>
            </a:endParaRPr>
          </a:p>
          <a:p>
            <a:endParaRPr lang="en-US"/>
          </a:p>
        </p:txBody>
      </p:sp>
      <p:sp>
        <p:nvSpPr>
          <p:cNvPr id="4" name="Slide Number Placeholder 3">
            <a:extLst>
              <a:ext uri="{FF2B5EF4-FFF2-40B4-BE49-F238E27FC236}">
                <a16:creationId xmlns:a16="http://schemas.microsoft.com/office/drawing/2014/main" id="{D388A1B1-2B95-3F65-5E8A-996CDAD8191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A7E72F-BFB2-D748-87F9-5C2F0B5EB908}"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6984465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Master" Target="../slideMasters/slideMaster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Master" Target="../slideMasters/slideMaster1.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Layouts/_rels/slideLayout10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Master" Target="../slideMasters/slideMaster1.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Layouts/_rels/slideLayout105.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Master" Target="../slideMasters/slideMaster1.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3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3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3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3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37.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9.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Master" Target="../slideMasters/slideMaster1.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1.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Master" Target="../slideMasters/slideMaster1.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1">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646F344D-EE4A-D48A-98FE-E5A878E1154D}"/>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4933" y="0"/>
            <a:ext cx="12189040" cy="6859664"/>
          </a:xfrm>
          <a:prstGeom prst="rect">
            <a:avLst/>
          </a:prstGeom>
        </p:spPr>
      </p:pic>
      <p:cxnSp>
        <p:nvCxnSpPr>
          <p:cNvPr id="3" name="Straight Connector 2">
            <a:extLst>
              <a:ext uri="{FF2B5EF4-FFF2-40B4-BE49-F238E27FC236}">
                <a16:creationId xmlns:a16="http://schemas.microsoft.com/office/drawing/2014/main" id="{100A7B1D-D053-AA78-9EC0-B0609A3D137E}"/>
              </a:ext>
            </a:extLst>
          </p:cNvPr>
          <p:cNvCxnSpPr>
            <a:cxnSpLocks/>
          </p:cNvCxnSpPr>
          <p:nvPr/>
        </p:nvCxnSpPr>
        <p:spPr>
          <a:xfrm flipH="1">
            <a:off x="9143031" y="-79108"/>
            <a:ext cx="2170759" cy="5146885"/>
          </a:xfrm>
          <a:prstGeom prst="line">
            <a:avLst/>
          </a:prstGeom>
          <a:ln w="635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194FC144-A4B6-69C4-3ED5-E59AFFE2EB15}"/>
              </a:ext>
            </a:extLst>
          </p:cNvPr>
          <p:cNvCxnSpPr>
            <a:cxnSpLocks/>
          </p:cNvCxnSpPr>
          <p:nvPr/>
        </p:nvCxnSpPr>
        <p:spPr>
          <a:xfrm flipH="1">
            <a:off x="10448804" y="3952240"/>
            <a:ext cx="1230072" cy="2916509"/>
          </a:xfrm>
          <a:prstGeom prst="line">
            <a:avLst/>
          </a:prstGeom>
          <a:ln w="635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 name="Freeform 14">
            <a:extLst>
              <a:ext uri="{FF2B5EF4-FFF2-40B4-BE49-F238E27FC236}">
                <a16:creationId xmlns:a16="http://schemas.microsoft.com/office/drawing/2014/main" id="{D95496C4-8EF8-7979-68E8-61B0E42C1962}"/>
              </a:ext>
            </a:extLst>
          </p:cNvPr>
          <p:cNvSpPr/>
          <p:nvPr/>
        </p:nvSpPr>
        <p:spPr>
          <a:xfrm>
            <a:off x="-42112" y="1"/>
            <a:ext cx="9269152" cy="6884799"/>
          </a:xfrm>
          <a:custGeom>
            <a:avLst/>
            <a:gdLst>
              <a:gd name="connsiteX0" fmla="*/ 0 w 6925285"/>
              <a:gd name="connsiteY0" fmla="*/ 0 h 5143857"/>
              <a:gd name="connsiteX1" fmla="*/ 3850782 w 6925285"/>
              <a:gd name="connsiteY1" fmla="*/ 0 h 5143857"/>
              <a:gd name="connsiteX2" fmla="*/ 3850782 w 6925285"/>
              <a:gd name="connsiteY2" fmla="*/ 357 h 5143857"/>
              <a:gd name="connsiteX3" fmla="*/ 6925285 w 6925285"/>
              <a:gd name="connsiteY3" fmla="*/ 357 h 5143857"/>
              <a:gd name="connsiteX4" fmla="*/ 4751488 w 6925285"/>
              <a:gd name="connsiteY4" fmla="*/ 5143857 h 5143857"/>
              <a:gd name="connsiteX5" fmla="*/ 3850782 w 6925285"/>
              <a:gd name="connsiteY5" fmla="*/ 5143857 h 5143857"/>
              <a:gd name="connsiteX6" fmla="*/ 908798 w 6925285"/>
              <a:gd name="connsiteY6" fmla="*/ 5143857 h 5143857"/>
              <a:gd name="connsiteX7" fmla="*/ 0 w 6925285"/>
              <a:gd name="connsiteY7" fmla="*/ 5143857 h 5143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925285" h="5143857">
                <a:moveTo>
                  <a:pt x="0" y="0"/>
                </a:moveTo>
                <a:lnTo>
                  <a:pt x="3850782" y="0"/>
                </a:lnTo>
                <a:lnTo>
                  <a:pt x="3850782" y="357"/>
                </a:lnTo>
                <a:lnTo>
                  <a:pt x="6925285" y="357"/>
                </a:lnTo>
                <a:lnTo>
                  <a:pt x="4751488" y="5143857"/>
                </a:lnTo>
                <a:lnTo>
                  <a:pt x="3850782" y="5143857"/>
                </a:lnTo>
                <a:lnTo>
                  <a:pt x="908798" y="5143857"/>
                </a:lnTo>
                <a:lnTo>
                  <a:pt x="0" y="5143857"/>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6" name="Title 1">
            <a:extLst>
              <a:ext uri="{FF2B5EF4-FFF2-40B4-BE49-F238E27FC236}">
                <a16:creationId xmlns:a16="http://schemas.microsoft.com/office/drawing/2014/main" id="{18D94500-BCA4-7017-7B7F-CA2ED9E13DE6}"/>
              </a:ext>
            </a:extLst>
          </p:cNvPr>
          <p:cNvSpPr>
            <a:spLocks noGrp="1"/>
          </p:cNvSpPr>
          <p:nvPr>
            <p:ph type="title" hasCustomPrompt="1"/>
          </p:nvPr>
        </p:nvSpPr>
        <p:spPr>
          <a:xfrm>
            <a:off x="1018036" y="1498493"/>
            <a:ext cx="5681467" cy="2117424"/>
          </a:xfrm>
          <a:prstGeom prst="rect">
            <a:avLst/>
          </a:prstGeom>
        </p:spPr>
        <p:txBody>
          <a:bodyPr lIns="0" rIns="0" anchor="b"/>
          <a:lstStyle>
            <a:lvl1pPr algn="l">
              <a:defRPr sz="4267" b="0" i="0">
                <a:solidFill>
                  <a:schemeClr val="tx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7" name="Text Placeholder 21">
            <a:extLst>
              <a:ext uri="{FF2B5EF4-FFF2-40B4-BE49-F238E27FC236}">
                <a16:creationId xmlns:a16="http://schemas.microsoft.com/office/drawing/2014/main" id="{57C16233-AB75-70E3-8A26-6FC34E346957}"/>
              </a:ext>
            </a:extLst>
          </p:cNvPr>
          <p:cNvSpPr>
            <a:spLocks noGrp="1"/>
          </p:cNvSpPr>
          <p:nvPr>
            <p:ph type="body" sz="quarter" idx="10" hasCustomPrompt="1"/>
          </p:nvPr>
        </p:nvSpPr>
        <p:spPr>
          <a:xfrm>
            <a:off x="1018117" y="3805160"/>
            <a:ext cx="4572000" cy="878601"/>
          </a:xfrm>
          <a:prstGeom prst="rect">
            <a:avLst/>
          </a:prstGeom>
        </p:spPr>
        <p:txBody>
          <a:bodyPr lIns="0"/>
          <a:lstStyle>
            <a:lvl1pPr marL="0" indent="0">
              <a:buNone/>
              <a:defRPr sz="16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pic>
        <p:nvPicPr>
          <p:cNvPr id="18" name="Picture 26">
            <a:extLst>
              <a:ext uri="{FF2B5EF4-FFF2-40B4-BE49-F238E27FC236}">
                <a16:creationId xmlns:a16="http://schemas.microsoft.com/office/drawing/2014/main" id="{5989A388-1D12-8D48-1183-A7F49BF85E74}"/>
              </a:ext>
            </a:extLst>
          </p:cNvPr>
          <p:cNvPicPr>
            <a:picLocks noChangeAspect="1" noChangeArrowheads="1"/>
          </p:cNvPicPr>
          <p:nvPr/>
        </p:nvPicPr>
        <p:blipFill>
          <a:blip>
            <a:extLst>
              <a:ext uri="{96DAC541-7B7A-43D3-8B79-37D633B846F1}">
                <asvg:svgBlip xmlns:asvg="http://schemas.microsoft.com/office/drawing/2016/SVG/main" r:embed="rId3"/>
              </a:ext>
            </a:extLst>
          </a:blip>
          <a:srcRect/>
          <a:stretch/>
        </p:blipFill>
        <p:spPr bwMode="auto">
          <a:xfrm>
            <a:off x="805131" y="5542632"/>
            <a:ext cx="1993660" cy="751961"/>
          </a:xfrm>
          <a:prstGeom prst="rect">
            <a:avLst/>
          </a:prstGeom>
          <a:noFill/>
        </p:spPr>
      </p:pic>
      <p:sp>
        <p:nvSpPr>
          <p:cNvPr id="5" name="Rectangle 4">
            <a:extLst>
              <a:ext uri="{FF2B5EF4-FFF2-40B4-BE49-F238E27FC236}">
                <a16:creationId xmlns:a16="http://schemas.microsoft.com/office/drawing/2014/main" id="{534CDD78-DE2D-5AAA-D19C-43C7E6D1ECF4}"/>
              </a:ext>
            </a:extLst>
          </p:cNvPr>
          <p:cNvSpPr/>
          <p:nvPr/>
        </p:nvSpPr>
        <p:spPr>
          <a:xfrm>
            <a:off x="10949532" y="-297820"/>
            <a:ext cx="604947" cy="292691"/>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6" name="Rectangle 5">
            <a:extLst>
              <a:ext uri="{FF2B5EF4-FFF2-40B4-BE49-F238E27FC236}">
                <a16:creationId xmlns:a16="http://schemas.microsoft.com/office/drawing/2014/main" id="{ECB94F03-658B-C7C9-6816-BD339A36FA5B}"/>
              </a:ext>
            </a:extLst>
          </p:cNvPr>
          <p:cNvSpPr/>
          <p:nvPr/>
        </p:nvSpPr>
        <p:spPr>
          <a:xfrm>
            <a:off x="10078597" y="6863105"/>
            <a:ext cx="604947" cy="292691"/>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1263721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4C8A6B7-B229-D9E1-E91E-A22FC0ADC7C9}"/>
              </a:ext>
            </a:extLst>
          </p:cNvPr>
          <p:cNvPicPr>
            <a:picLocks noChangeAspect="1"/>
          </p:cNvPicPr>
          <p:nvPr/>
        </p:nvPicPr>
        <p:blipFill>
          <a:blip r:embed="rId2">
            <a:extLst>
              <a:ext uri="{28A0092B-C50C-407E-A947-70E740481C1C}">
                <a14:useLocalDpi xmlns:a14="http://schemas.microsoft.com/office/drawing/2010/main"/>
              </a:ext>
            </a:extLst>
          </a:blip>
          <a:srcRect/>
          <a:stretch/>
        </p:blipFill>
        <p:spPr>
          <a:xfrm>
            <a:off x="2" y="0"/>
            <a:ext cx="12191997" cy="6861331"/>
          </a:xfrm>
          <a:prstGeom prst="rect">
            <a:avLst/>
          </a:prstGeom>
        </p:spPr>
      </p:pic>
      <p:sp>
        <p:nvSpPr>
          <p:cNvPr id="5" name="Freeform 4">
            <a:extLst>
              <a:ext uri="{FF2B5EF4-FFF2-40B4-BE49-F238E27FC236}">
                <a16:creationId xmlns:a16="http://schemas.microsoft.com/office/drawing/2014/main" id="{CE0CFAC2-7E7E-315F-4002-CA02F6664072}"/>
              </a:ext>
            </a:extLst>
          </p:cNvPr>
          <p:cNvSpPr/>
          <p:nvPr/>
        </p:nvSpPr>
        <p:spPr>
          <a:xfrm>
            <a:off x="7242013" y="-2139"/>
            <a:ext cx="4957651" cy="6860140"/>
          </a:xfrm>
          <a:custGeom>
            <a:avLst/>
            <a:gdLst>
              <a:gd name="connsiteX0" fmla="*/ 2168290 w 3718238"/>
              <a:gd name="connsiteY0" fmla="*/ 0 h 5145105"/>
              <a:gd name="connsiteX1" fmla="*/ 3718238 w 3718238"/>
              <a:gd name="connsiteY1" fmla="*/ 0 h 5145105"/>
              <a:gd name="connsiteX2" fmla="*/ 3707550 w 3718238"/>
              <a:gd name="connsiteY2" fmla="*/ 25363 h 5145105"/>
              <a:gd name="connsiteX3" fmla="*/ 3718238 w 3718238"/>
              <a:gd name="connsiteY3" fmla="*/ 1605 h 5145105"/>
              <a:gd name="connsiteX4" fmla="*/ 3718238 w 3718238"/>
              <a:gd name="connsiteY4" fmla="*/ 5145105 h 5145105"/>
              <a:gd name="connsiteX5" fmla="*/ 1549948 w 3718238"/>
              <a:gd name="connsiteY5" fmla="*/ 5145105 h 5145105"/>
              <a:gd name="connsiteX6" fmla="*/ 1404188 w 3718238"/>
              <a:gd name="connsiteY6" fmla="*/ 5145105 h 5145105"/>
              <a:gd name="connsiteX7" fmla="*/ 0 w 3718238"/>
              <a:gd name="connsiteY7" fmla="*/ 5145105 h 5145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8238" h="5145105">
                <a:moveTo>
                  <a:pt x="2168290" y="0"/>
                </a:moveTo>
                <a:lnTo>
                  <a:pt x="3718238" y="0"/>
                </a:lnTo>
                <a:lnTo>
                  <a:pt x="3707550" y="25363"/>
                </a:lnTo>
                <a:lnTo>
                  <a:pt x="3718238" y="1605"/>
                </a:lnTo>
                <a:lnTo>
                  <a:pt x="3718238" y="5145105"/>
                </a:lnTo>
                <a:lnTo>
                  <a:pt x="1549948" y="5145105"/>
                </a:lnTo>
                <a:lnTo>
                  <a:pt x="1404188" y="5145105"/>
                </a:lnTo>
                <a:lnTo>
                  <a:pt x="0" y="5145105"/>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7" name="Title 1">
            <a:extLst>
              <a:ext uri="{FF2B5EF4-FFF2-40B4-BE49-F238E27FC236}">
                <a16:creationId xmlns:a16="http://schemas.microsoft.com/office/drawing/2014/main" id="{22EA2015-7308-5C41-F664-E1CD2A3C5DB3}"/>
              </a:ext>
            </a:extLst>
          </p:cNvPr>
          <p:cNvSpPr>
            <a:spLocks noGrp="1"/>
          </p:cNvSpPr>
          <p:nvPr>
            <p:ph type="title" hasCustomPrompt="1"/>
          </p:nvPr>
        </p:nvSpPr>
        <p:spPr>
          <a:xfrm>
            <a:off x="1018036" y="1498493"/>
            <a:ext cx="5681467" cy="2117424"/>
          </a:xfrm>
          <a:prstGeom prst="rect">
            <a:avLst/>
          </a:prstGeom>
        </p:spPr>
        <p:txBody>
          <a:bodyPr lIns="0" rIns="0" anchor="b"/>
          <a:lstStyle>
            <a:lvl1pPr algn="l">
              <a:defRPr sz="4267" b="0" i="0">
                <a:solidFill>
                  <a:schemeClr val="tx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pic>
        <p:nvPicPr>
          <p:cNvPr id="8" name="Picture 26">
            <a:extLst>
              <a:ext uri="{FF2B5EF4-FFF2-40B4-BE49-F238E27FC236}">
                <a16:creationId xmlns:a16="http://schemas.microsoft.com/office/drawing/2014/main" id="{19CDFA8B-35EC-A29B-79CA-A435305FDF7F}"/>
              </a:ext>
            </a:extLst>
          </p:cNvPr>
          <p:cNvPicPr>
            <a:picLocks noChangeAspect="1" noChangeArrowheads="1"/>
          </p:cNvPicPr>
          <p:nvPr/>
        </p:nvPicPr>
        <p:blipFill>
          <a:blip>
            <a:extLst>
              <a:ext uri="{96DAC541-7B7A-43D3-8B79-37D633B846F1}">
                <asvg:svgBlip xmlns:asvg="http://schemas.microsoft.com/office/drawing/2016/SVG/main" r:embed="rId3"/>
              </a:ext>
            </a:extLst>
          </a:blip>
          <a:srcRect/>
          <a:stretch/>
        </p:blipFill>
        <p:spPr bwMode="auto">
          <a:xfrm>
            <a:off x="805131" y="5542632"/>
            <a:ext cx="1993660" cy="751961"/>
          </a:xfrm>
          <a:prstGeom prst="rect">
            <a:avLst/>
          </a:prstGeom>
          <a:noFill/>
        </p:spPr>
      </p:pic>
      <p:sp>
        <p:nvSpPr>
          <p:cNvPr id="9" name="Text Placeholder 21">
            <a:extLst>
              <a:ext uri="{FF2B5EF4-FFF2-40B4-BE49-F238E27FC236}">
                <a16:creationId xmlns:a16="http://schemas.microsoft.com/office/drawing/2014/main" id="{BD60CC7B-12AC-4E16-8DA2-C77731AA2B6A}"/>
              </a:ext>
            </a:extLst>
          </p:cNvPr>
          <p:cNvSpPr>
            <a:spLocks noGrp="1"/>
          </p:cNvSpPr>
          <p:nvPr>
            <p:ph type="body" sz="quarter" idx="10" hasCustomPrompt="1"/>
          </p:nvPr>
        </p:nvSpPr>
        <p:spPr>
          <a:xfrm>
            <a:off x="1018117" y="3805160"/>
            <a:ext cx="4572000" cy="878601"/>
          </a:xfrm>
          <a:prstGeom prst="rect">
            <a:avLst/>
          </a:prstGeom>
        </p:spPr>
        <p:txBody>
          <a:bodyPr lIns="0"/>
          <a:lstStyle>
            <a:lvl1pPr marL="0" indent="0">
              <a:buNone/>
              <a:defRPr sz="16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 name="Freeform 10">
            <a:extLst>
              <a:ext uri="{FF2B5EF4-FFF2-40B4-BE49-F238E27FC236}">
                <a16:creationId xmlns:a16="http://schemas.microsoft.com/office/drawing/2014/main" id="{D56FAA9F-8B9E-285E-5059-93F8947C9A09}"/>
              </a:ext>
            </a:extLst>
          </p:cNvPr>
          <p:cNvSpPr/>
          <p:nvPr/>
        </p:nvSpPr>
        <p:spPr>
          <a:xfrm>
            <a:off x="7085780" y="0"/>
            <a:ext cx="3165533" cy="6858000"/>
          </a:xfrm>
          <a:custGeom>
            <a:avLst/>
            <a:gdLst>
              <a:gd name="connsiteX0" fmla="*/ 2169528 w 2374150"/>
              <a:gd name="connsiteY0" fmla="*/ 0 h 5143500"/>
              <a:gd name="connsiteX1" fmla="*/ 2374150 w 2374150"/>
              <a:gd name="connsiteY1" fmla="*/ 0 h 5143500"/>
              <a:gd name="connsiteX2" fmla="*/ 204621 w 2374150"/>
              <a:gd name="connsiteY2" fmla="*/ 5143500 h 5143500"/>
              <a:gd name="connsiteX3" fmla="*/ 0 w 2374150"/>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2374150" h="5143500">
                <a:moveTo>
                  <a:pt x="2169528" y="0"/>
                </a:moveTo>
                <a:lnTo>
                  <a:pt x="2374150" y="0"/>
                </a:lnTo>
                <a:lnTo>
                  <a:pt x="204621" y="5143500"/>
                </a:lnTo>
                <a:lnTo>
                  <a:pt x="0" y="51435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4164700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3">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CB55EFC6-D7CA-2C52-93FA-8C4CE0759207}"/>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1"/>
            <a:ext cx="12192000" cy="6861329"/>
          </a:xfrm>
          <a:prstGeom prst="rect">
            <a:avLst/>
          </a:prstGeom>
        </p:spPr>
      </p:pic>
      <p:pic>
        <p:nvPicPr>
          <p:cNvPr id="4" name="Picture 26">
            <a:extLst>
              <a:ext uri="{FF2B5EF4-FFF2-40B4-BE49-F238E27FC236}">
                <a16:creationId xmlns:a16="http://schemas.microsoft.com/office/drawing/2014/main" id="{5D487589-2806-1664-D9F5-79BA4039FA4C}"/>
              </a:ext>
            </a:extLst>
          </p:cNvPr>
          <p:cNvPicPr>
            <a:picLocks noChangeAspect="1" noChangeArrowheads="1"/>
          </p:cNvPicPr>
          <p:nvPr/>
        </p:nvPicPr>
        <p:blipFill>
          <a:blip>
            <a:extLst>
              <a:ext uri="{96DAC541-7B7A-43D3-8B79-37D633B846F1}">
                <asvg:svgBlip xmlns:asvg="http://schemas.microsoft.com/office/drawing/2016/SVG/main" r:embed="rId3"/>
              </a:ext>
            </a:extLst>
          </a:blip>
          <a:srcRect/>
          <a:stretch/>
        </p:blipFill>
        <p:spPr bwMode="auto">
          <a:xfrm>
            <a:off x="805131" y="5542632"/>
            <a:ext cx="1993660" cy="751961"/>
          </a:xfrm>
          <a:prstGeom prst="rect">
            <a:avLst/>
          </a:prstGeom>
          <a:noFill/>
        </p:spPr>
      </p:pic>
      <p:sp>
        <p:nvSpPr>
          <p:cNvPr id="6" name="Freeform 5">
            <a:extLst>
              <a:ext uri="{FF2B5EF4-FFF2-40B4-BE49-F238E27FC236}">
                <a16:creationId xmlns:a16="http://schemas.microsoft.com/office/drawing/2014/main" id="{5A3D1369-DA40-AADB-8888-294A4939D751}"/>
              </a:ext>
            </a:extLst>
          </p:cNvPr>
          <p:cNvSpPr/>
          <p:nvPr/>
        </p:nvSpPr>
        <p:spPr>
          <a:xfrm>
            <a:off x="7252992" y="-3803"/>
            <a:ext cx="4962233" cy="6861804"/>
          </a:xfrm>
          <a:custGeom>
            <a:avLst/>
            <a:gdLst>
              <a:gd name="connsiteX0" fmla="*/ 2136739 w 3721675"/>
              <a:gd name="connsiteY0" fmla="*/ 0 h 5146353"/>
              <a:gd name="connsiteX1" fmla="*/ 3710189 w 3721675"/>
              <a:gd name="connsiteY1" fmla="*/ 0 h 5146353"/>
              <a:gd name="connsiteX2" fmla="*/ 3710189 w 3721675"/>
              <a:gd name="connsiteY2" fmla="*/ 2714792 h 5146353"/>
              <a:gd name="connsiteX3" fmla="*/ 3721675 w 3721675"/>
              <a:gd name="connsiteY3" fmla="*/ 2714792 h 5146353"/>
              <a:gd name="connsiteX4" fmla="*/ 2712103 w 3721675"/>
              <a:gd name="connsiteY4" fmla="*/ 5146353 h 5146353"/>
              <a:gd name="connsiteX5" fmla="*/ 0 w 3721675"/>
              <a:gd name="connsiteY5" fmla="*/ 5146353 h 514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21675" h="5146353">
                <a:moveTo>
                  <a:pt x="2136739" y="0"/>
                </a:moveTo>
                <a:lnTo>
                  <a:pt x="3710189" y="0"/>
                </a:lnTo>
                <a:lnTo>
                  <a:pt x="3710189" y="2714792"/>
                </a:lnTo>
                <a:lnTo>
                  <a:pt x="3721675" y="2714792"/>
                </a:lnTo>
                <a:lnTo>
                  <a:pt x="2712103" y="5146353"/>
                </a:lnTo>
                <a:lnTo>
                  <a:pt x="0" y="5146353"/>
                </a:lnTo>
                <a:close/>
              </a:path>
            </a:pathLst>
          </a:custGeom>
          <a:gradFill>
            <a:gsLst>
              <a:gs pos="79000">
                <a:schemeClr val="accent1"/>
              </a:gs>
              <a:gs pos="21000">
                <a:schemeClr val="accent1">
                  <a:lumMod val="60000"/>
                  <a:lumOff val="4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Title 1">
            <a:extLst>
              <a:ext uri="{FF2B5EF4-FFF2-40B4-BE49-F238E27FC236}">
                <a16:creationId xmlns:a16="http://schemas.microsoft.com/office/drawing/2014/main" id="{1A6184AA-6816-3AA7-18AB-BE5DB092E4B3}"/>
              </a:ext>
            </a:extLst>
          </p:cNvPr>
          <p:cNvSpPr>
            <a:spLocks noGrp="1"/>
          </p:cNvSpPr>
          <p:nvPr>
            <p:ph type="title" hasCustomPrompt="1"/>
          </p:nvPr>
        </p:nvSpPr>
        <p:spPr>
          <a:xfrm>
            <a:off x="1018036" y="1154757"/>
            <a:ext cx="4962232" cy="2464068"/>
          </a:xfrm>
          <a:prstGeom prst="rect">
            <a:avLst/>
          </a:prstGeom>
        </p:spPr>
        <p:txBody>
          <a:bodyPr lIns="0" rIns="0" anchor="b"/>
          <a:lstStyle>
            <a:lvl1pPr algn="l">
              <a:defRPr sz="4267"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7" name="Text Placeholder 21">
            <a:extLst>
              <a:ext uri="{FF2B5EF4-FFF2-40B4-BE49-F238E27FC236}">
                <a16:creationId xmlns:a16="http://schemas.microsoft.com/office/drawing/2014/main" id="{F960E768-72F6-3FAD-6C69-93FD3B9B1F91}"/>
              </a:ext>
            </a:extLst>
          </p:cNvPr>
          <p:cNvSpPr>
            <a:spLocks noGrp="1"/>
          </p:cNvSpPr>
          <p:nvPr>
            <p:ph type="body" sz="quarter" idx="10" hasCustomPrompt="1"/>
          </p:nvPr>
        </p:nvSpPr>
        <p:spPr>
          <a:xfrm>
            <a:off x="1018117" y="3828766"/>
            <a:ext cx="4976283" cy="751961"/>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Tree>
    <p:extLst>
      <p:ext uri="{BB962C8B-B14F-4D97-AF65-F5344CB8AC3E}">
        <p14:creationId xmlns:p14="http://schemas.microsoft.com/office/powerpoint/2010/main" val="24054920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Slide + Image">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96963BAB-6CB3-BBB7-E4F6-E795FEB1C353}"/>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1"/>
            <a:ext cx="12192000" cy="6861329"/>
          </a:xfrm>
          <a:prstGeom prst="rect">
            <a:avLst/>
          </a:prstGeom>
        </p:spPr>
      </p:pic>
      <p:pic>
        <p:nvPicPr>
          <p:cNvPr id="4" name="Picture 26">
            <a:extLst>
              <a:ext uri="{FF2B5EF4-FFF2-40B4-BE49-F238E27FC236}">
                <a16:creationId xmlns:a16="http://schemas.microsoft.com/office/drawing/2014/main" id="{8837BD60-9334-2B55-AC7C-0806F54CC507}"/>
              </a:ext>
            </a:extLst>
          </p:cNvPr>
          <p:cNvPicPr>
            <a:picLocks noChangeAspect="1" noChangeArrowheads="1"/>
          </p:cNvPicPr>
          <p:nvPr/>
        </p:nvPicPr>
        <p:blipFill>
          <a:blip>
            <a:extLst>
              <a:ext uri="{96DAC541-7B7A-43D3-8B79-37D633B846F1}">
                <asvg:svgBlip xmlns:asvg="http://schemas.microsoft.com/office/drawing/2016/SVG/main" r:embed="rId3"/>
              </a:ext>
            </a:extLst>
          </a:blip>
          <a:srcRect/>
          <a:stretch/>
        </p:blipFill>
        <p:spPr bwMode="auto">
          <a:xfrm>
            <a:off x="805131" y="5542632"/>
            <a:ext cx="1993660" cy="751961"/>
          </a:xfrm>
          <a:prstGeom prst="rect">
            <a:avLst/>
          </a:prstGeom>
          <a:noFill/>
        </p:spPr>
      </p:pic>
      <p:sp>
        <p:nvSpPr>
          <p:cNvPr id="5" name="Picture Placeholder 7">
            <a:extLst>
              <a:ext uri="{FF2B5EF4-FFF2-40B4-BE49-F238E27FC236}">
                <a16:creationId xmlns:a16="http://schemas.microsoft.com/office/drawing/2014/main" id="{F5B06549-DFDA-A37B-1504-83EE3FD756FA}"/>
              </a:ext>
            </a:extLst>
          </p:cNvPr>
          <p:cNvSpPr>
            <a:spLocks noGrp="1"/>
          </p:cNvSpPr>
          <p:nvPr>
            <p:ph type="pic" sz="quarter" idx="11" hasCustomPrompt="1"/>
          </p:nvPr>
        </p:nvSpPr>
        <p:spPr>
          <a:xfrm>
            <a:off x="6409624" y="-2118"/>
            <a:ext cx="5777299" cy="6860119"/>
          </a:xfrm>
          <a:custGeom>
            <a:avLst/>
            <a:gdLst>
              <a:gd name="connsiteX0" fmla="*/ 2153154 w 4332974"/>
              <a:gd name="connsiteY0" fmla="*/ 0 h 5145089"/>
              <a:gd name="connsiteX1" fmla="*/ 3885298 w 4332974"/>
              <a:gd name="connsiteY1" fmla="*/ 0 h 5145089"/>
              <a:gd name="connsiteX2" fmla="*/ 3884633 w 4332974"/>
              <a:gd name="connsiteY2" fmla="*/ 1590 h 5145089"/>
              <a:gd name="connsiteX3" fmla="*/ 4332974 w 4332974"/>
              <a:gd name="connsiteY3" fmla="*/ 1590 h 5145089"/>
              <a:gd name="connsiteX4" fmla="*/ 4332974 w 4332974"/>
              <a:gd name="connsiteY4" fmla="*/ 5145089 h 5145089"/>
              <a:gd name="connsiteX5" fmla="*/ 2933457 w 4332974"/>
              <a:gd name="connsiteY5" fmla="*/ 5145089 h 5145089"/>
              <a:gd name="connsiteX6" fmla="*/ 2787697 w 4332974"/>
              <a:gd name="connsiteY6" fmla="*/ 5145089 h 5145089"/>
              <a:gd name="connsiteX7" fmla="*/ 1383509 w 4332974"/>
              <a:gd name="connsiteY7" fmla="*/ 5145089 h 5145089"/>
              <a:gd name="connsiteX8" fmla="*/ 1383510 w 4332974"/>
              <a:gd name="connsiteY8" fmla="*/ 5145088 h 5145089"/>
              <a:gd name="connsiteX9" fmla="*/ 0 w 4332974"/>
              <a:gd name="connsiteY9" fmla="*/ 5145088 h 5145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32974" h="5145089">
                <a:moveTo>
                  <a:pt x="2153154" y="0"/>
                </a:moveTo>
                <a:lnTo>
                  <a:pt x="3885298" y="0"/>
                </a:lnTo>
                <a:lnTo>
                  <a:pt x="3884633" y="1590"/>
                </a:lnTo>
                <a:lnTo>
                  <a:pt x="4332974" y="1590"/>
                </a:lnTo>
                <a:lnTo>
                  <a:pt x="4332974" y="5145089"/>
                </a:lnTo>
                <a:lnTo>
                  <a:pt x="2933457" y="5145089"/>
                </a:lnTo>
                <a:lnTo>
                  <a:pt x="2787697" y="5145089"/>
                </a:lnTo>
                <a:lnTo>
                  <a:pt x="1383509" y="5145089"/>
                </a:lnTo>
                <a:lnTo>
                  <a:pt x="1383510" y="5145088"/>
                </a:lnTo>
                <a:lnTo>
                  <a:pt x="0" y="5145088"/>
                </a:lnTo>
                <a:close/>
              </a:path>
            </a:pathLst>
          </a:custGeom>
          <a:solidFill>
            <a:schemeClr val="bg1"/>
          </a:solidFill>
        </p:spPr>
        <p:txBody>
          <a:bodyPr wrap="square" lIns="1188720" anchor="ctr">
            <a:noAutofit/>
          </a:bodyPr>
          <a:lstStyle>
            <a:lvl1pPr marL="0" indent="0" algn="ctr">
              <a:buNone/>
              <a:defRPr b="0" i="0">
                <a:solidFill>
                  <a:schemeClr val="tx1"/>
                </a:solidFill>
                <a:latin typeface="Arial" panose="020B0604020202020204" pitchFamily="34" charset="0"/>
                <a:ea typeface="Inter Medium" panose="02000503000000020004" pitchFamily="2" charset="0"/>
              </a:defRPr>
            </a:lvl1pPr>
          </a:lstStyle>
          <a:p>
            <a:r>
              <a:rPr lang="en-US"/>
              <a:t>Insert Picture</a:t>
            </a:r>
            <a:br>
              <a:rPr lang="en-US"/>
            </a:br>
            <a:r>
              <a:rPr lang="en-US"/>
              <a:t>here</a:t>
            </a:r>
          </a:p>
        </p:txBody>
      </p:sp>
      <p:sp>
        <p:nvSpPr>
          <p:cNvPr id="2" name="Title 1">
            <a:extLst>
              <a:ext uri="{FF2B5EF4-FFF2-40B4-BE49-F238E27FC236}">
                <a16:creationId xmlns:a16="http://schemas.microsoft.com/office/drawing/2014/main" id="{9461AFC5-FEBD-4A63-5665-14020172586B}"/>
              </a:ext>
            </a:extLst>
          </p:cNvPr>
          <p:cNvSpPr>
            <a:spLocks noGrp="1"/>
          </p:cNvSpPr>
          <p:nvPr>
            <p:ph type="title" hasCustomPrompt="1"/>
          </p:nvPr>
        </p:nvSpPr>
        <p:spPr>
          <a:xfrm>
            <a:off x="1018035" y="1154757"/>
            <a:ext cx="5921028" cy="2464068"/>
          </a:xfrm>
          <a:prstGeom prst="rect">
            <a:avLst/>
          </a:prstGeom>
        </p:spPr>
        <p:txBody>
          <a:bodyPr lIns="0" rIns="0" anchor="b"/>
          <a:lstStyle>
            <a:lvl1pPr algn="l">
              <a:defRPr sz="4267"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8" name="Text Placeholder 21">
            <a:extLst>
              <a:ext uri="{FF2B5EF4-FFF2-40B4-BE49-F238E27FC236}">
                <a16:creationId xmlns:a16="http://schemas.microsoft.com/office/drawing/2014/main" id="{4302C1E1-65E2-32E8-B166-47C75F418917}"/>
              </a:ext>
            </a:extLst>
          </p:cNvPr>
          <p:cNvSpPr>
            <a:spLocks noGrp="1"/>
          </p:cNvSpPr>
          <p:nvPr>
            <p:ph type="body" sz="quarter" idx="10" hasCustomPrompt="1"/>
          </p:nvPr>
        </p:nvSpPr>
        <p:spPr>
          <a:xfrm>
            <a:off x="1018117" y="3828766"/>
            <a:ext cx="4976283" cy="751961"/>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
        <p:nvSpPr>
          <p:cNvPr id="9" name="Freeform 8">
            <a:extLst>
              <a:ext uri="{FF2B5EF4-FFF2-40B4-BE49-F238E27FC236}">
                <a16:creationId xmlns:a16="http://schemas.microsoft.com/office/drawing/2014/main" id="{AAB7B617-12B2-3E21-0F11-C7C62C746288}"/>
              </a:ext>
            </a:extLst>
          </p:cNvPr>
          <p:cNvSpPr/>
          <p:nvPr/>
        </p:nvSpPr>
        <p:spPr>
          <a:xfrm>
            <a:off x="6138778" y="0"/>
            <a:ext cx="3165533" cy="6858000"/>
          </a:xfrm>
          <a:custGeom>
            <a:avLst/>
            <a:gdLst>
              <a:gd name="connsiteX0" fmla="*/ 2169528 w 2374150"/>
              <a:gd name="connsiteY0" fmla="*/ 0 h 5143500"/>
              <a:gd name="connsiteX1" fmla="*/ 2374150 w 2374150"/>
              <a:gd name="connsiteY1" fmla="*/ 0 h 5143500"/>
              <a:gd name="connsiteX2" fmla="*/ 204621 w 2374150"/>
              <a:gd name="connsiteY2" fmla="*/ 5143500 h 5143500"/>
              <a:gd name="connsiteX3" fmla="*/ 0 w 2374150"/>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2374150" h="5143500">
                <a:moveTo>
                  <a:pt x="2169528" y="0"/>
                </a:moveTo>
                <a:lnTo>
                  <a:pt x="2374150" y="0"/>
                </a:lnTo>
                <a:lnTo>
                  <a:pt x="204621" y="5143500"/>
                </a:lnTo>
                <a:lnTo>
                  <a:pt x="0" y="51435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701773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Slide + Image + Partner Logo 1">
    <p:bg>
      <p:bgPr>
        <a:solidFill>
          <a:schemeClr val="bg2"/>
        </a:solidFill>
        <a:effectLst/>
      </p:bgPr>
    </p:bg>
    <p:spTree>
      <p:nvGrpSpPr>
        <p:cNvPr id="1" name=""/>
        <p:cNvGrpSpPr/>
        <p:nvPr/>
      </p:nvGrpSpPr>
      <p:grpSpPr>
        <a:xfrm>
          <a:off x="0" y="0"/>
          <a:ext cx="0" cy="0"/>
          <a:chOff x="0" y="0"/>
          <a:chExt cx="0" cy="0"/>
        </a:xfrm>
      </p:grpSpPr>
      <p:sp>
        <p:nvSpPr>
          <p:cNvPr id="2" name="Freeform 1">
            <a:extLst>
              <a:ext uri="{FF2B5EF4-FFF2-40B4-BE49-F238E27FC236}">
                <a16:creationId xmlns:a16="http://schemas.microsoft.com/office/drawing/2014/main" id="{EF4B3CA1-0B3B-C3B3-5AED-1AEA9932D0DE}"/>
              </a:ext>
            </a:extLst>
          </p:cNvPr>
          <p:cNvSpPr/>
          <p:nvPr/>
        </p:nvSpPr>
        <p:spPr>
          <a:xfrm>
            <a:off x="8218396" y="2"/>
            <a:ext cx="3973603" cy="6857999"/>
          </a:xfrm>
          <a:custGeom>
            <a:avLst/>
            <a:gdLst>
              <a:gd name="connsiteX0" fmla="*/ 2167613 w 2980202"/>
              <a:gd name="connsiteY0" fmla="*/ 0 h 5143499"/>
              <a:gd name="connsiteX1" fmla="*/ 2980202 w 2980202"/>
              <a:gd name="connsiteY1" fmla="*/ 0 h 5143499"/>
              <a:gd name="connsiteX2" fmla="*/ 2980202 w 2980202"/>
              <a:gd name="connsiteY2" fmla="*/ 5143499 h 5143499"/>
              <a:gd name="connsiteX3" fmla="*/ 0 w 2980202"/>
              <a:gd name="connsiteY3" fmla="*/ 5143499 h 5143499"/>
              <a:gd name="connsiteX4" fmla="*/ 2167613 w 2980202"/>
              <a:gd name="connsiteY4" fmla="*/ 0 h 5143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80202" h="5143499">
                <a:moveTo>
                  <a:pt x="2167613" y="0"/>
                </a:moveTo>
                <a:lnTo>
                  <a:pt x="2980202" y="0"/>
                </a:lnTo>
                <a:lnTo>
                  <a:pt x="2980202" y="5143499"/>
                </a:lnTo>
                <a:lnTo>
                  <a:pt x="0" y="5143499"/>
                </a:lnTo>
                <a:lnTo>
                  <a:pt x="2167613"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4" name="Title 1">
            <a:extLst>
              <a:ext uri="{FF2B5EF4-FFF2-40B4-BE49-F238E27FC236}">
                <a16:creationId xmlns:a16="http://schemas.microsoft.com/office/drawing/2014/main" id="{3FB29DEF-ADC3-1982-7AD4-DFD862BF15DB}"/>
              </a:ext>
            </a:extLst>
          </p:cNvPr>
          <p:cNvSpPr>
            <a:spLocks noGrp="1"/>
          </p:cNvSpPr>
          <p:nvPr>
            <p:ph type="title" hasCustomPrompt="1"/>
          </p:nvPr>
        </p:nvSpPr>
        <p:spPr>
          <a:xfrm>
            <a:off x="1018036" y="1154757"/>
            <a:ext cx="3974267" cy="2464068"/>
          </a:xfrm>
          <a:prstGeom prst="rect">
            <a:avLst/>
          </a:prstGeom>
        </p:spPr>
        <p:txBody>
          <a:bodyPr lIns="0" rIns="0" anchor="b"/>
          <a:lstStyle>
            <a:lvl1pPr algn="l">
              <a:defRPr sz="4267"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pic>
        <p:nvPicPr>
          <p:cNvPr id="5" name="Picture 26">
            <a:extLst>
              <a:ext uri="{FF2B5EF4-FFF2-40B4-BE49-F238E27FC236}">
                <a16:creationId xmlns:a16="http://schemas.microsoft.com/office/drawing/2014/main" id="{8061ABFC-FCB2-37EC-9841-59DBB26FB5FF}"/>
              </a:ext>
            </a:extLst>
          </p:cNvPr>
          <p:cNvPicPr>
            <a:picLocks noChangeAspect="1" noChangeArrowheads="1"/>
          </p:cNvPicPr>
          <p:nvPr/>
        </p:nvPicPr>
        <p:blipFill>
          <a:blip>
            <a:extLst>
              <a:ext uri="{96DAC541-7B7A-43D3-8B79-37D633B846F1}">
                <asvg:svgBlip xmlns:asvg="http://schemas.microsoft.com/office/drawing/2016/SVG/main" r:embed="rId2"/>
              </a:ext>
            </a:extLst>
          </a:blip>
          <a:srcRect/>
          <a:stretch/>
        </p:blipFill>
        <p:spPr bwMode="auto">
          <a:xfrm>
            <a:off x="805131" y="5542632"/>
            <a:ext cx="1993660" cy="751961"/>
          </a:xfrm>
          <a:prstGeom prst="rect">
            <a:avLst/>
          </a:prstGeom>
          <a:noFill/>
        </p:spPr>
      </p:pic>
      <p:sp>
        <p:nvSpPr>
          <p:cNvPr id="6" name="Text Placeholder 21">
            <a:extLst>
              <a:ext uri="{FF2B5EF4-FFF2-40B4-BE49-F238E27FC236}">
                <a16:creationId xmlns:a16="http://schemas.microsoft.com/office/drawing/2014/main" id="{AA012EA2-0A4B-02A1-2143-6D238169115C}"/>
              </a:ext>
            </a:extLst>
          </p:cNvPr>
          <p:cNvSpPr>
            <a:spLocks noGrp="1"/>
          </p:cNvSpPr>
          <p:nvPr>
            <p:ph type="body" sz="quarter" idx="10" hasCustomPrompt="1"/>
          </p:nvPr>
        </p:nvSpPr>
        <p:spPr>
          <a:xfrm>
            <a:off x="1018118" y="3828766"/>
            <a:ext cx="3974185" cy="751961"/>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
        <p:nvSpPr>
          <p:cNvPr id="7" name="Picture Placeholder 8">
            <a:extLst>
              <a:ext uri="{FF2B5EF4-FFF2-40B4-BE49-F238E27FC236}">
                <a16:creationId xmlns:a16="http://schemas.microsoft.com/office/drawing/2014/main" id="{F5BD21CC-FCA2-89A3-0105-8717D6CFEC33}"/>
              </a:ext>
            </a:extLst>
          </p:cNvPr>
          <p:cNvSpPr>
            <a:spLocks noGrp="1"/>
          </p:cNvSpPr>
          <p:nvPr>
            <p:ph type="pic" sz="quarter" idx="11" hasCustomPrompt="1"/>
          </p:nvPr>
        </p:nvSpPr>
        <p:spPr>
          <a:xfrm>
            <a:off x="4992303" y="-2117"/>
            <a:ext cx="6153136" cy="6860117"/>
          </a:xfrm>
          <a:prstGeom prst="parallelogram">
            <a:avLst>
              <a:gd name="adj" fmla="val 46838"/>
            </a:avLst>
          </a:prstGeom>
          <a:solidFill>
            <a:schemeClr val="bg1"/>
          </a:solidFill>
        </p:spPr>
        <p:txBody>
          <a:bodyPr anchor="ctr"/>
          <a:lstStyle>
            <a:lvl1pPr marL="0" indent="0" algn="ctr">
              <a:buNone/>
              <a:defRPr b="0" i="0">
                <a:solidFill>
                  <a:schemeClr val="tx1"/>
                </a:solidFill>
                <a:latin typeface="Arial" panose="020B0604020202020204" pitchFamily="34" charset="0"/>
                <a:ea typeface="Inter Medium" panose="02000503000000020004" pitchFamily="2" charset="0"/>
              </a:defRPr>
            </a:lvl1pPr>
          </a:lstStyle>
          <a:p>
            <a:r>
              <a:rPr lang="en-US"/>
              <a:t>Insert Picture</a:t>
            </a:r>
            <a:br>
              <a:rPr lang="en-US"/>
            </a:br>
            <a:r>
              <a:rPr lang="en-US"/>
              <a:t>here</a:t>
            </a:r>
          </a:p>
        </p:txBody>
      </p:sp>
      <p:sp>
        <p:nvSpPr>
          <p:cNvPr id="8" name="Picture Placeholder 37">
            <a:extLst>
              <a:ext uri="{FF2B5EF4-FFF2-40B4-BE49-F238E27FC236}">
                <a16:creationId xmlns:a16="http://schemas.microsoft.com/office/drawing/2014/main" id="{EA6ABDCD-B731-7B44-6659-4C8088C62272}"/>
              </a:ext>
            </a:extLst>
          </p:cNvPr>
          <p:cNvSpPr>
            <a:spLocks noGrp="1"/>
          </p:cNvSpPr>
          <p:nvPr>
            <p:ph type="pic" sz="quarter" idx="23" hasCustomPrompt="1"/>
          </p:nvPr>
        </p:nvSpPr>
        <p:spPr>
          <a:xfrm>
            <a:off x="9674485" y="5513857"/>
            <a:ext cx="1712384" cy="686459"/>
          </a:xfrm>
          <a:prstGeom prst="rect">
            <a:avLst/>
          </a:prstGeom>
        </p:spPr>
        <p:txBody>
          <a:bodyPr lIns="0" anchor="ctr"/>
          <a:lstStyle>
            <a:lvl1pPr marL="0" indent="0" algn="ctr">
              <a:buNone/>
              <a:defRPr sz="1600" b="0" i="0">
                <a:solidFill>
                  <a:schemeClr val="bg1"/>
                </a:solidFill>
                <a:latin typeface="Arial" panose="020B0604020202020204" pitchFamily="34" charset="0"/>
                <a:ea typeface="Inter Light" panose="02000503000000020004" pitchFamily="2" charset="0"/>
              </a:defRPr>
            </a:lvl1pPr>
          </a:lstStyle>
          <a:p>
            <a:r>
              <a:rPr lang="en-US"/>
              <a:t>PARTNER/</a:t>
            </a:r>
            <a:br>
              <a:rPr lang="en-US"/>
            </a:br>
            <a:r>
              <a:rPr lang="en-US"/>
              <a:t>CUSTOMER</a:t>
            </a:r>
            <a:br>
              <a:rPr lang="en-US"/>
            </a:br>
            <a:r>
              <a:rPr lang="en-US"/>
              <a:t>LOGO</a:t>
            </a:r>
          </a:p>
        </p:txBody>
      </p:sp>
    </p:spTree>
    <p:extLst>
      <p:ext uri="{BB962C8B-B14F-4D97-AF65-F5344CB8AC3E}">
        <p14:creationId xmlns:p14="http://schemas.microsoft.com/office/powerpoint/2010/main" val="1060863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Slide + Image + Partner Logo 2">
    <p:bg>
      <p:bgPr>
        <a:solidFill>
          <a:schemeClr val="tx2"/>
        </a:solidFill>
        <a:effectLst/>
      </p:bgPr>
    </p:bg>
    <p:spTree>
      <p:nvGrpSpPr>
        <p:cNvPr id="1" name=""/>
        <p:cNvGrpSpPr/>
        <p:nvPr/>
      </p:nvGrpSpPr>
      <p:grpSpPr>
        <a:xfrm>
          <a:off x="0" y="0"/>
          <a:ext cx="0" cy="0"/>
          <a:chOff x="0" y="0"/>
          <a:chExt cx="0" cy="0"/>
        </a:xfrm>
      </p:grpSpPr>
      <p:sp>
        <p:nvSpPr>
          <p:cNvPr id="7" name="Freeform 6">
            <a:extLst>
              <a:ext uri="{FF2B5EF4-FFF2-40B4-BE49-F238E27FC236}">
                <a16:creationId xmlns:a16="http://schemas.microsoft.com/office/drawing/2014/main" id="{0372646A-B2B5-C081-E13F-A9D785C69DF9}"/>
              </a:ext>
            </a:extLst>
          </p:cNvPr>
          <p:cNvSpPr/>
          <p:nvPr/>
        </p:nvSpPr>
        <p:spPr>
          <a:xfrm>
            <a:off x="8218396" y="2"/>
            <a:ext cx="3973603" cy="6857999"/>
          </a:xfrm>
          <a:custGeom>
            <a:avLst/>
            <a:gdLst>
              <a:gd name="connsiteX0" fmla="*/ 2167613 w 2980202"/>
              <a:gd name="connsiteY0" fmla="*/ 0 h 5143499"/>
              <a:gd name="connsiteX1" fmla="*/ 2980202 w 2980202"/>
              <a:gd name="connsiteY1" fmla="*/ 0 h 5143499"/>
              <a:gd name="connsiteX2" fmla="*/ 2980202 w 2980202"/>
              <a:gd name="connsiteY2" fmla="*/ 5143499 h 5143499"/>
              <a:gd name="connsiteX3" fmla="*/ 0 w 2980202"/>
              <a:gd name="connsiteY3" fmla="*/ 5143499 h 5143499"/>
              <a:gd name="connsiteX4" fmla="*/ 2167613 w 2980202"/>
              <a:gd name="connsiteY4" fmla="*/ 0 h 5143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80202" h="5143499">
                <a:moveTo>
                  <a:pt x="2167613" y="0"/>
                </a:moveTo>
                <a:lnTo>
                  <a:pt x="2980202" y="0"/>
                </a:lnTo>
                <a:lnTo>
                  <a:pt x="2980202" y="5143499"/>
                </a:lnTo>
                <a:lnTo>
                  <a:pt x="0" y="5143499"/>
                </a:lnTo>
                <a:lnTo>
                  <a:pt x="2167613" y="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3" name="Picture Placeholder 8">
            <a:extLst>
              <a:ext uri="{FF2B5EF4-FFF2-40B4-BE49-F238E27FC236}">
                <a16:creationId xmlns:a16="http://schemas.microsoft.com/office/drawing/2014/main" id="{8D2776E3-CB85-C19D-B918-054ACACBB561}"/>
              </a:ext>
            </a:extLst>
          </p:cNvPr>
          <p:cNvSpPr>
            <a:spLocks noGrp="1"/>
          </p:cNvSpPr>
          <p:nvPr>
            <p:ph type="pic" sz="quarter" idx="11" hasCustomPrompt="1"/>
          </p:nvPr>
        </p:nvSpPr>
        <p:spPr>
          <a:xfrm>
            <a:off x="4992303" y="-2117"/>
            <a:ext cx="6153136" cy="6860117"/>
          </a:xfrm>
          <a:prstGeom prst="parallelogram">
            <a:avLst>
              <a:gd name="adj" fmla="val 46838"/>
            </a:avLst>
          </a:prstGeom>
          <a:solidFill>
            <a:schemeClr val="bg1"/>
          </a:solidFill>
        </p:spPr>
        <p:txBody>
          <a:bodyPr anchor="ctr"/>
          <a:lstStyle>
            <a:lvl1pPr marL="0" indent="0" algn="ctr">
              <a:buNone/>
              <a:defRPr b="0" i="0">
                <a:solidFill>
                  <a:schemeClr val="tx1"/>
                </a:solidFill>
                <a:latin typeface="Arial" panose="020B0604020202020204" pitchFamily="34" charset="0"/>
                <a:ea typeface="Inter Medium" panose="02000503000000020004" pitchFamily="2" charset="0"/>
              </a:defRPr>
            </a:lvl1pPr>
          </a:lstStyle>
          <a:p>
            <a:r>
              <a:rPr lang="en-US"/>
              <a:t>Insert Picture</a:t>
            </a:r>
            <a:br>
              <a:rPr lang="en-US"/>
            </a:br>
            <a:r>
              <a:rPr lang="en-US"/>
              <a:t>here</a:t>
            </a:r>
          </a:p>
        </p:txBody>
      </p:sp>
      <p:sp>
        <p:nvSpPr>
          <p:cNvPr id="2" name="Title 1">
            <a:extLst>
              <a:ext uri="{FF2B5EF4-FFF2-40B4-BE49-F238E27FC236}">
                <a16:creationId xmlns:a16="http://schemas.microsoft.com/office/drawing/2014/main" id="{50C913B3-6910-DCA0-2C2A-C0B3341573F8}"/>
              </a:ext>
            </a:extLst>
          </p:cNvPr>
          <p:cNvSpPr>
            <a:spLocks noGrp="1"/>
          </p:cNvSpPr>
          <p:nvPr>
            <p:ph type="title" hasCustomPrompt="1"/>
          </p:nvPr>
        </p:nvSpPr>
        <p:spPr>
          <a:xfrm>
            <a:off x="1018036" y="1154757"/>
            <a:ext cx="3974267" cy="2464068"/>
          </a:xfrm>
          <a:prstGeom prst="rect">
            <a:avLst/>
          </a:prstGeom>
        </p:spPr>
        <p:txBody>
          <a:bodyPr lIns="0" rIns="0" anchor="b"/>
          <a:lstStyle>
            <a:lvl1pPr algn="l">
              <a:defRPr sz="4267"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3" name="Text Placeholder 21">
            <a:extLst>
              <a:ext uri="{FF2B5EF4-FFF2-40B4-BE49-F238E27FC236}">
                <a16:creationId xmlns:a16="http://schemas.microsoft.com/office/drawing/2014/main" id="{E022D605-9575-E467-EE2D-6ABDCB09C960}"/>
              </a:ext>
            </a:extLst>
          </p:cNvPr>
          <p:cNvSpPr>
            <a:spLocks noGrp="1"/>
          </p:cNvSpPr>
          <p:nvPr>
            <p:ph type="body" sz="quarter" idx="10" hasCustomPrompt="1"/>
          </p:nvPr>
        </p:nvSpPr>
        <p:spPr>
          <a:xfrm>
            <a:off x="1018118" y="3828766"/>
            <a:ext cx="3974185" cy="751961"/>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pic>
        <p:nvPicPr>
          <p:cNvPr id="4" name="Picture 26">
            <a:extLst>
              <a:ext uri="{FF2B5EF4-FFF2-40B4-BE49-F238E27FC236}">
                <a16:creationId xmlns:a16="http://schemas.microsoft.com/office/drawing/2014/main" id="{2B2AFB17-C850-794D-4E7C-C49FF211CDA3}"/>
              </a:ext>
            </a:extLst>
          </p:cNvPr>
          <p:cNvPicPr>
            <a:picLocks noChangeAspect="1" noChangeArrowheads="1"/>
          </p:cNvPicPr>
          <p:nvPr/>
        </p:nvPicPr>
        <p:blipFill>
          <a:blip>
            <a:extLst>
              <a:ext uri="{96DAC541-7B7A-43D3-8B79-37D633B846F1}">
                <asvg:svgBlip xmlns:asvg="http://schemas.microsoft.com/office/drawing/2016/SVG/main" r:embed="rId2"/>
              </a:ext>
            </a:extLst>
          </a:blip>
          <a:srcRect/>
          <a:stretch/>
        </p:blipFill>
        <p:spPr bwMode="auto">
          <a:xfrm>
            <a:off x="10005691" y="5919705"/>
            <a:ext cx="1993660" cy="751961"/>
          </a:xfrm>
          <a:prstGeom prst="rect">
            <a:avLst/>
          </a:prstGeom>
          <a:noFill/>
        </p:spPr>
      </p:pic>
    </p:spTree>
    <p:extLst>
      <p:ext uri="{BB962C8B-B14F-4D97-AF65-F5344CB8AC3E}">
        <p14:creationId xmlns:p14="http://schemas.microsoft.com/office/powerpoint/2010/main" val="21044556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Kickoff Title Slid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B55EFC6-D7CA-2C52-93FA-8C4CE0759207}"/>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0" y="1664"/>
            <a:ext cx="12192000" cy="6858000"/>
          </a:xfrm>
          <a:prstGeom prst="rect">
            <a:avLst/>
          </a:prstGeom>
        </p:spPr>
      </p:pic>
      <p:sp>
        <p:nvSpPr>
          <p:cNvPr id="5" name="Title 1">
            <a:extLst>
              <a:ext uri="{FF2B5EF4-FFF2-40B4-BE49-F238E27FC236}">
                <a16:creationId xmlns:a16="http://schemas.microsoft.com/office/drawing/2014/main" id="{1A6184AA-6816-3AA7-18AB-BE5DB092E4B3}"/>
              </a:ext>
            </a:extLst>
          </p:cNvPr>
          <p:cNvSpPr>
            <a:spLocks noGrp="1"/>
          </p:cNvSpPr>
          <p:nvPr>
            <p:ph type="title" hasCustomPrompt="1"/>
          </p:nvPr>
        </p:nvSpPr>
        <p:spPr>
          <a:xfrm>
            <a:off x="1018035" y="839797"/>
            <a:ext cx="6368284" cy="2464068"/>
          </a:xfrm>
          <a:prstGeom prst="rect">
            <a:avLst/>
          </a:prstGeom>
        </p:spPr>
        <p:txBody>
          <a:bodyPr lIns="0" rIns="0" anchor="b"/>
          <a:lstStyle>
            <a:lvl1pPr algn="l">
              <a:defRPr sz="4267"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Title slide for Anaplan </a:t>
            </a:r>
            <a:r>
              <a:rPr lang="en-JM" err="1"/>
              <a:t>Kickoff</a:t>
            </a:r>
            <a:r>
              <a:rPr lang="en-JM"/>
              <a:t> FY26 use ONLY</a:t>
            </a:r>
          </a:p>
        </p:txBody>
      </p:sp>
      <p:sp>
        <p:nvSpPr>
          <p:cNvPr id="7" name="Text Placeholder 21">
            <a:extLst>
              <a:ext uri="{FF2B5EF4-FFF2-40B4-BE49-F238E27FC236}">
                <a16:creationId xmlns:a16="http://schemas.microsoft.com/office/drawing/2014/main" id="{F960E768-72F6-3FAD-6C69-93FD3B9B1F91}"/>
              </a:ext>
            </a:extLst>
          </p:cNvPr>
          <p:cNvSpPr>
            <a:spLocks noGrp="1"/>
          </p:cNvSpPr>
          <p:nvPr>
            <p:ph type="body" sz="quarter" idx="10" hasCustomPrompt="1"/>
          </p:nvPr>
        </p:nvSpPr>
        <p:spPr>
          <a:xfrm>
            <a:off x="1018117" y="3513806"/>
            <a:ext cx="6368201" cy="751961"/>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Do not use this title slide outside of Anaplan Kickoff FY26</a:t>
            </a:r>
          </a:p>
        </p:txBody>
      </p:sp>
    </p:spTree>
    <p:extLst>
      <p:ext uri="{BB962C8B-B14F-4D97-AF65-F5344CB8AC3E}">
        <p14:creationId xmlns:p14="http://schemas.microsoft.com/office/powerpoint/2010/main" val="10062658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4 Agenda Items + Image">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4072A41-1968-3B33-183B-EDA054D51B21}"/>
              </a:ext>
            </a:extLst>
          </p:cNvPr>
          <p:cNvSpPr/>
          <p:nvPr/>
        </p:nvSpPr>
        <p:spPr>
          <a:xfrm flipH="1">
            <a:off x="1" y="0"/>
            <a:ext cx="86868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8" name="Straight Connector 7">
            <a:extLst>
              <a:ext uri="{FF2B5EF4-FFF2-40B4-BE49-F238E27FC236}">
                <a16:creationId xmlns:a16="http://schemas.microsoft.com/office/drawing/2014/main" id="{ACF59FF8-E0DD-AA82-1A29-2F2366CFFD6C}"/>
              </a:ext>
            </a:extLst>
          </p:cNvPr>
          <p:cNvCxnSpPr>
            <a:cxnSpLocks/>
          </p:cNvCxnSpPr>
          <p:nvPr/>
        </p:nvCxnSpPr>
        <p:spPr>
          <a:xfrm>
            <a:off x="558800" y="2410280"/>
            <a:ext cx="5435600" cy="0"/>
          </a:xfrm>
          <a:prstGeom prst="line">
            <a:avLst/>
          </a:prstGeom>
          <a:ln w="25400" cap="rnd">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31E15E9A-E2F6-244B-806F-5A47C48DA3E8}"/>
              </a:ext>
            </a:extLst>
          </p:cNvPr>
          <p:cNvCxnSpPr>
            <a:cxnSpLocks/>
          </p:cNvCxnSpPr>
          <p:nvPr/>
        </p:nvCxnSpPr>
        <p:spPr>
          <a:xfrm>
            <a:off x="545253" y="3751912"/>
            <a:ext cx="5449147" cy="0"/>
          </a:xfrm>
          <a:prstGeom prst="line">
            <a:avLst/>
          </a:prstGeom>
          <a:ln w="25400" cap="rnd">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DCCF6AB1-9CCF-4AF2-A72A-36793D4C10E1}"/>
              </a:ext>
            </a:extLst>
          </p:cNvPr>
          <p:cNvCxnSpPr>
            <a:cxnSpLocks/>
          </p:cNvCxnSpPr>
          <p:nvPr/>
        </p:nvCxnSpPr>
        <p:spPr>
          <a:xfrm>
            <a:off x="545253" y="5093544"/>
            <a:ext cx="5449147" cy="0"/>
          </a:xfrm>
          <a:prstGeom prst="line">
            <a:avLst/>
          </a:prstGeom>
          <a:ln w="25400" cap="rnd">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7" name="Picture Placeholder 26">
            <a:extLst>
              <a:ext uri="{FF2B5EF4-FFF2-40B4-BE49-F238E27FC236}">
                <a16:creationId xmlns:a16="http://schemas.microsoft.com/office/drawing/2014/main" id="{3B9F52C2-0FCE-FD31-1301-1A778C39BFB2}"/>
              </a:ext>
            </a:extLst>
          </p:cNvPr>
          <p:cNvSpPr>
            <a:spLocks noGrp="1"/>
          </p:cNvSpPr>
          <p:nvPr>
            <p:ph type="pic" sz="quarter" idx="13" hasCustomPrompt="1"/>
          </p:nvPr>
        </p:nvSpPr>
        <p:spPr>
          <a:xfrm>
            <a:off x="6413028" y="479271"/>
            <a:ext cx="5016969" cy="5946929"/>
          </a:xfrm>
          <a:custGeom>
            <a:avLst/>
            <a:gdLst>
              <a:gd name="connsiteX0" fmla="*/ 121309 w 3762727"/>
              <a:gd name="connsiteY0" fmla="*/ 0 h 4460197"/>
              <a:gd name="connsiteX1" fmla="*/ 3641264 w 3762727"/>
              <a:gd name="connsiteY1" fmla="*/ 0 h 4460197"/>
              <a:gd name="connsiteX2" fmla="*/ 3753185 w 3762727"/>
              <a:gd name="connsiteY2" fmla="*/ 74186 h 4460197"/>
              <a:gd name="connsiteX3" fmla="*/ 3762727 w 3762727"/>
              <a:gd name="connsiteY3" fmla="*/ 121451 h 4460197"/>
              <a:gd name="connsiteX4" fmla="*/ 3762727 w 3762727"/>
              <a:gd name="connsiteY4" fmla="*/ 4338746 h 4460197"/>
              <a:gd name="connsiteX5" fmla="*/ 3753185 w 3762727"/>
              <a:gd name="connsiteY5" fmla="*/ 4386011 h 4460197"/>
              <a:gd name="connsiteX6" fmla="*/ 3641264 w 3762727"/>
              <a:gd name="connsiteY6" fmla="*/ 4460197 h 4460197"/>
              <a:gd name="connsiteX7" fmla="*/ 121309 w 3762727"/>
              <a:gd name="connsiteY7" fmla="*/ 4460197 h 4460197"/>
              <a:gd name="connsiteX8" fmla="*/ 9389 w 3762727"/>
              <a:gd name="connsiteY8" fmla="*/ 4386011 h 4460197"/>
              <a:gd name="connsiteX9" fmla="*/ 0 w 3762727"/>
              <a:gd name="connsiteY9" fmla="*/ 4339509 h 4460197"/>
              <a:gd name="connsiteX10" fmla="*/ 0 w 3762727"/>
              <a:gd name="connsiteY10" fmla="*/ 120688 h 4460197"/>
              <a:gd name="connsiteX11" fmla="*/ 9389 w 3762727"/>
              <a:gd name="connsiteY11" fmla="*/ 74186 h 4460197"/>
              <a:gd name="connsiteX12" fmla="*/ 121309 w 3762727"/>
              <a:gd name="connsiteY12" fmla="*/ 0 h 4460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62727" h="4460197">
                <a:moveTo>
                  <a:pt x="121309" y="0"/>
                </a:moveTo>
                <a:lnTo>
                  <a:pt x="3641264" y="0"/>
                </a:lnTo>
                <a:cubicBezTo>
                  <a:pt x="3691577" y="0"/>
                  <a:pt x="3734745" y="30590"/>
                  <a:pt x="3753185" y="74186"/>
                </a:cubicBezTo>
                <a:lnTo>
                  <a:pt x="3762727" y="121451"/>
                </a:lnTo>
                <a:lnTo>
                  <a:pt x="3762727" y="4338746"/>
                </a:lnTo>
                <a:lnTo>
                  <a:pt x="3753185" y="4386011"/>
                </a:lnTo>
                <a:cubicBezTo>
                  <a:pt x="3734745" y="4429607"/>
                  <a:pt x="3691577" y="4460197"/>
                  <a:pt x="3641264" y="4460197"/>
                </a:cubicBezTo>
                <a:lnTo>
                  <a:pt x="121309" y="4460197"/>
                </a:lnTo>
                <a:cubicBezTo>
                  <a:pt x="70996" y="4460197"/>
                  <a:pt x="27828" y="4429607"/>
                  <a:pt x="9389" y="4386011"/>
                </a:cubicBezTo>
                <a:lnTo>
                  <a:pt x="0" y="4339509"/>
                </a:lnTo>
                <a:lnTo>
                  <a:pt x="0" y="120688"/>
                </a:lnTo>
                <a:lnTo>
                  <a:pt x="9389" y="74186"/>
                </a:lnTo>
                <a:cubicBezTo>
                  <a:pt x="27828" y="30590"/>
                  <a:pt x="70996" y="0"/>
                  <a:pt x="121309" y="0"/>
                </a:cubicBezTo>
                <a:close/>
              </a:path>
            </a:pathLst>
          </a:custGeom>
          <a:noFill/>
        </p:spPr>
        <p:txBody>
          <a:bodyPr wrap="square">
            <a:noAutofit/>
          </a:bodyPr>
          <a:lstStyle>
            <a:lvl1pPr marL="0" indent="0">
              <a:buNone/>
              <a:defRPr b="0" i="0">
                <a:solidFill>
                  <a:schemeClr val="tx1"/>
                </a:solidFill>
                <a:latin typeface="Arial" panose="020B0604020202020204" pitchFamily="34" charset="0"/>
              </a:defRPr>
            </a:lvl1pPr>
          </a:lstStyle>
          <a:p>
            <a:r>
              <a:rPr lang="en-US"/>
              <a:t>Insert</a:t>
            </a:r>
          </a:p>
        </p:txBody>
      </p:sp>
      <p:sp>
        <p:nvSpPr>
          <p:cNvPr id="26" name="Title 1">
            <a:extLst>
              <a:ext uri="{FF2B5EF4-FFF2-40B4-BE49-F238E27FC236}">
                <a16:creationId xmlns:a16="http://schemas.microsoft.com/office/drawing/2014/main" id="{20BE8BFF-55CD-A677-253F-B0CC53C270C6}"/>
              </a:ext>
            </a:extLst>
          </p:cNvPr>
          <p:cNvSpPr>
            <a:spLocks noGrp="1"/>
          </p:cNvSpPr>
          <p:nvPr>
            <p:ph type="title" hasCustomPrompt="1"/>
          </p:nvPr>
        </p:nvSpPr>
        <p:spPr>
          <a:xfrm>
            <a:off x="558801" y="392853"/>
            <a:ext cx="5435600" cy="451405"/>
          </a:xfrm>
          <a:prstGeom prst="rect">
            <a:avLst/>
          </a:prstGeom>
        </p:spPr>
        <p:txBody>
          <a:bodyPr lIns="0" rIns="0"/>
          <a:lstStyle>
            <a:lvl1pPr algn="l">
              <a:defRPr sz="2400" b="0" i="0">
                <a:solidFill>
                  <a:schemeClr val="tx2"/>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TextBox 27">
            <a:extLst>
              <a:ext uri="{FF2B5EF4-FFF2-40B4-BE49-F238E27FC236}">
                <a16:creationId xmlns:a16="http://schemas.microsoft.com/office/drawing/2014/main" id="{F41316BB-4017-E295-C7B9-A16765F2C0DD}"/>
              </a:ext>
            </a:extLst>
          </p:cNvPr>
          <p:cNvSpPr txBox="1"/>
          <p:nvPr/>
        </p:nvSpPr>
        <p:spPr>
          <a:xfrm>
            <a:off x="425678" y="1289761"/>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29" name="TextBox 28">
            <a:extLst>
              <a:ext uri="{FF2B5EF4-FFF2-40B4-BE49-F238E27FC236}">
                <a16:creationId xmlns:a16="http://schemas.microsoft.com/office/drawing/2014/main" id="{4DDF4404-878B-5F62-F170-C5FE37E70889}"/>
              </a:ext>
            </a:extLst>
          </p:cNvPr>
          <p:cNvSpPr txBox="1"/>
          <p:nvPr/>
        </p:nvSpPr>
        <p:spPr>
          <a:xfrm>
            <a:off x="425678" y="2630881"/>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30" name="TextBox 29">
            <a:extLst>
              <a:ext uri="{FF2B5EF4-FFF2-40B4-BE49-F238E27FC236}">
                <a16:creationId xmlns:a16="http://schemas.microsoft.com/office/drawing/2014/main" id="{F31E978E-0ED1-18B6-C177-1D2A0E2F23DE}"/>
              </a:ext>
            </a:extLst>
          </p:cNvPr>
          <p:cNvSpPr txBox="1"/>
          <p:nvPr/>
        </p:nvSpPr>
        <p:spPr>
          <a:xfrm>
            <a:off x="437870" y="395980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31" name="TextBox 30">
            <a:extLst>
              <a:ext uri="{FF2B5EF4-FFF2-40B4-BE49-F238E27FC236}">
                <a16:creationId xmlns:a16="http://schemas.microsoft.com/office/drawing/2014/main" id="{CC0D43F8-3C86-242F-7D0F-89CD2977D5EF}"/>
              </a:ext>
            </a:extLst>
          </p:cNvPr>
          <p:cNvSpPr txBox="1"/>
          <p:nvPr/>
        </p:nvSpPr>
        <p:spPr>
          <a:xfrm>
            <a:off x="437870" y="530092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2" name="Freeform 1">
            <a:extLst>
              <a:ext uri="{FF2B5EF4-FFF2-40B4-BE49-F238E27FC236}">
                <a16:creationId xmlns:a16="http://schemas.microsoft.com/office/drawing/2014/main" id="{E0E3CBAC-3B25-3F94-ACFC-B270EB41FC94}"/>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3" name="Picture 10">
            <a:extLst>
              <a:ext uri="{FF2B5EF4-FFF2-40B4-BE49-F238E27FC236}">
                <a16:creationId xmlns:a16="http://schemas.microsoft.com/office/drawing/2014/main" id="{3799304B-781E-959F-B3FF-1BBEAAC4529B}"/>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3" name="Text Placeholder 22">
            <a:extLst>
              <a:ext uri="{FF2B5EF4-FFF2-40B4-BE49-F238E27FC236}">
                <a16:creationId xmlns:a16="http://schemas.microsoft.com/office/drawing/2014/main" id="{5E0377B9-E585-90AA-4268-74A3F4481F17}"/>
              </a:ext>
            </a:extLst>
          </p:cNvPr>
          <p:cNvSpPr>
            <a:spLocks noGrp="1"/>
          </p:cNvSpPr>
          <p:nvPr>
            <p:ph type="body" sz="quarter" idx="30" hasCustomPrompt="1"/>
          </p:nvPr>
        </p:nvSpPr>
        <p:spPr>
          <a:xfrm>
            <a:off x="1113157" y="1348748"/>
            <a:ext cx="4834467"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5" name="Text Placeholder 22">
            <a:extLst>
              <a:ext uri="{FF2B5EF4-FFF2-40B4-BE49-F238E27FC236}">
                <a16:creationId xmlns:a16="http://schemas.microsoft.com/office/drawing/2014/main" id="{E05E8DB0-D8D7-F4AD-B3D4-F653913CDB3C}"/>
              </a:ext>
            </a:extLst>
          </p:cNvPr>
          <p:cNvSpPr>
            <a:spLocks noGrp="1"/>
          </p:cNvSpPr>
          <p:nvPr>
            <p:ph type="body" sz="quarter" idx="31" hasCustomPrompt="1"/>
          </p:nvPr>
        </p:nvSpPr>
        <p:spPr>
          <a:xfrm>
            <a:off x="1113157" y="2679188"/>
            <a:ext cx="4834467"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32" name="Text Placeholder 22">
            <a:extLst>
              <a:ext uri="{FF2B5EF4-FFF2-40B4-BE49-F238E27FC236}">
                <a16:creationId xmlns:a16="http://schemas.microsoft.com/office/drawing/2014/main" id="{C281FAD0-B65F-D4F1-A3B0-4EB0A95A98A6}"/>
              </a:ext>
            </a:extLst>
          </p:cNvPr>
          <p:cNvSpPr>
            <a:spLocks noGrp="1"/>
          </p:cNvSpPr>
          <p:nvPr>
            <p:ph type="body" sz="quarter" idx="32" hasCustomPrompt="1"/>
          </p:nvPr>
        </p:nvSpPr>
        <p:spPr>
          <a:xfrm>
            <a:off x="1113157" y="4002286"/>
            <a:ext cx="4834467"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33" name="Text Placeholder 22">
            <a:extLst>
              <a:ext uri="{FF2B5EF4-FFF2-40B4-BE49-F238E27FC236}">
                <a16:creationId xmlns:a16="http://schemas.microsoft.com/office/drawing/2014/main" id="{9B038711-BBCF-5E84-DA52-A79F3381252D}"/>
              </a:ext>
            </a:extLst>
          </p:cNvPr>
          <p:cNvSpPr>
            <a:spLocks noGrp="1"/>
          </p:cNvSpPr>
          <p:nvPr>
            <p:ph type="body" sz="quarter" idx="33" hasCustomPrompt="1"/>
          </p:nvPr>
        </p:nvSpPr>
        <p:spPr>
          <a:xfrm>
            <a:off x="1113157" y="5337652"/>
            <a:ext cx="4834467"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307759243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4 Agenda Items + Image - Dark">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5BD3772-5F84-E84B-B114-FA4E491A2E52}"/>
              </a:ext>
            </a:extLst>
          </p:cNvPr>
          <p:cNvSpPr/>
          <p:nvPr/>
        </p:nvSpPr>
        <p:spPr>
          <a:xfrm>
            <a:off x="1" y="0"/>
            <a:ext cx="8686801"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 name="Rectangle 3">
            <a:extLst>
              <a:ext uri="{FF2B5EF4-FFF2-40B4-BE49-F238E27FC236}">
                <a16:creationId xmlns:a16="http://schemas.microsoft.com/office/drawing/2014/main" id="{47F842F1-014D-78A9-0605-FC98577E410E}"/>
              </a:ext>
            </a:extLst>
          </p:cNvPr>
          <p:cNvSpPr/>
          <p:nvPr/>
        </p:nvSpPr>
        <p:spPr>
          <a:xfrm flipH="1">
            <a:off x="1" y="0"/>
            <a:ext cx="8686801"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8" name="Title 1">
            <a:extLst>
              <a:ext uri="{FF2B5EF4-FFF2-40B4-BE49-F238E27FC236}">
                <a16:creationId xmlns:a16="http://schemas.microsoft.com/office/drawing/2014/main" id="{30BED930-576A-B80E-BAEC-BE75C39A663F}"/>
              </a:ext>
            </a:extLst>
          </p:cNvPr>
          <p:cNvSpPr>
            <a:spLocks noGrp="1"/>
          </p:cNvSpPr>
          <p:nvPr>
            <p:ph type="title" hasCustomPrompt="1"/>
          </p:nvPr>
        </p:nvSpPr>
        <p:spPr>
          <a:xfrm>
            <a:off x="558801" y="392853"/>
            <a:ext cx="5435600" cy="451405"/>
          </a:xfrm>
          <a:prstGeom prst="rect">
            <a:avLst/>
          </a:prstGeom>
        </p:spPr>
        <p:txBody>
          <a:bodyPr lIns="0" rIns="0"/>
          <a:lstStyle>
            <a:lvl1pPr algn="l">
              <a:defRPr sz="2400" b="0" i="0">
                <a:solidFill>
                  <a:schemeClr val="bg2"/>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47" name="Straight Connector 46">
            <a:extLst>
              <a:ext uri="{FF2B5EF4-FFF2-40B4-BE49-F238E27FC236}">
                <a16:creationId xmlns:a16="http://schemas.microsoft.com/office/drawing/2014/main" id="{8485E7D0-49D1-B030-80F8-C63EC80BF80A}"/>
              </a:ext>
            </a:extLst>
          </p:cNvPr>
          <p:cNvCxnSpPr>
            <a:cxnSpLocks/>
          </p:cNvCxnSpPr>
          <p:nvPr/>
        </p:nvCxnSpPr>
        <p:spPr>
          <a:xfrm>
            <a:off x="558800" y="2410280"/>
            <a:ext cx="5435600" cy="0"/>
          </a:xfrm>
          <a:prstGeom prst="line">
            <a:avLst/>
          </a:prstGeom>
          <a:ln w="25400" cap="rnd">
            <a:solidFill>
              <a:schemeClr val="bg2">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0608EC41-70E1-2AF2-B937-1D343A06F98B}"/>
              </a:ext>
            </a:extLst>
          </p:cNvPr>
          <p:cNvCxnSpPr>
            <a:cxnSpLocks/>
          </p:cNvCxnSpPr>
          <p:nvPr/>
        </p:nvCxnSpPr>
        <p:spPr>
          <a:xfrm>
            <a:off x="545253" y="3751912"/>
            <a:ext cx="5449147" cy="0"/>
          </a:xfrm>
          <a:prstGeom prst="line">
            <a:avLst/>
          </a:prstGeom>
          <a:ln w="25400" cap="rnd">
            <a:solidFill>
              <a:schemeClr val="bg2">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4CDED4BF-73CB-D30A-DC5C-BE239CCBBBBF}"/>
              </a:ext>
            </a:extLst>
          </p:cNvPr>
          <p:cNvCxnSpPr>
            <a:cxnSpLocks/>
          </p:cNvCxnSpPr>
          <p:nvPr/>
        </p:nvCxnSpPr>
        <p:spPr>
          <a:xfrm>
            <a:off x="545253" y="5093544"/>
            <a:ext cx="5449147" cy="0"/>
          </a:xfrm>
          <a:prstGeom prst="line">
            <a:avLst/>
          </a:prstGeom>
          <a:ln w="25400" cap="rnd">
            <a:solidFill>
              <a:schemeClr val="bg2">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8" name="TextBox 57">
            <a:extLst>
              <a:ext uri="{FF2B5EF4-FFF2-40B4-BE49-F238E27FC236}">
                <a16:creationId xmlns:a16="http://schemas.microsoft.com/office/drawing/2014/main" id="{99436A24-54DB-C0CB-BF0B-1DDDFBCD3F11}"/>
              </a:ext>
            </a:extLst>
          </p:cNvPr>
          <p:cNvSpPr txBox="1"/>
          <p:nvPr/>
        </p:nvSpPr>
        <p:spPr>
          <a:xfrm>
            <a:off x="425678" y="1289761"/>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59" name="TextBox 58">
            <a:extLst>
              <a:ext uri="{FF2B5EF4-FFF2-40B4-BE49-F238E27FC236}">
                <a16:creationId xmlns:a16="http://schemas.microsoft.com/office/drawing/2014/main" id="{C7636D54-D3EA-5500-FA50-79D071D7B46C}"/>
              </a:ext>
            </a:extLst>
          </p:cNvPr>
          <p:cNvSpPr txBox="1"/>
          <p:nvPr/>
        </p:nvSpPr>
        <p:spPr>
          <a:xfrm>
            <a:off x="425678" y="2630881"/>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60" name="TextBox 59">
            <a:extLst>
              <a:ext uri="{FF2B5EF4-FFF2-40B4-BE49-F238E27FC236}">
                <a16:creationId xmlns:a16="http://schemas.microsoft.com/office/drawing/2014/main" id="{59C1C017-DB49-8F18-3253-CE44A2CBB81A}"/>
              </a:ext>
            </a:extLst>
          </p:cNvPr>
          <p:cNvSpPr txBox="1"/>
          <p:nvPr/>
        </p:nvSpPr>
        <p:spPr>
          <a:xfrm>
            <a:off x="437870" y="395980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61" name="TextBox 60">
            <a:extLst>
              <a:ext uri="{FF2B5EF4-FFF2-40B4-BE49-F238E27FC236}">
                <a16:creationId xmlns:a16="http://schemas.microsoft.com/office/drawing/2014/main" id="{4C9CD3E9-9231-EBD5-95AB-78A9756E6F50}"/>
              </a:ext>
            </a:extLst>
          </p:cNvPr>
          <p:cNvSpPr txBox="1"/>
          <p:nvPr/>
        </p:nvSpPr>
        <p:spPr>
          <a:xfrm>
            <a:off x="437870" y="530092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62" name="Picture Placeholder 61">
            <a:extLst>
              <a:ext uri="{FF2B5EF4-FFF2-40B4-BE49-F238E27FC236}">
                <a16:creationId xmlns:a16="http://schemas.microsoft.com/office/drawing/2014/main" id="{D3CF6DC6-020B-4EAE-3471-124A9F867398}"/>
              </a:ext>
            </a:extLst>
          </p:cNvPr>
          <p:cNvSpPr>
            <a:spLocks noGrp="1"/>
          </p:cNvSpPr>
          <p:nvPr>
            <p:ph type="pic" sz="quarter" idx="13" hasCustomPrompt="1"/>
          </p:nvPr>
        </p:nvSpPr>
        <p:spPr>
          <a:xfrm>
            <a:off x="6413028" y="479271"/>
            <a:ext cx="5016969" cy="5946929"/>
          </a:xfrm>
          <a:custGeom>
            <a:avLst/>
            <a:gdLst>
              <a:gd name="connsiteX0" fmla="*/ 121309 w 3762727"/>
              <a:gd name="connsiteY0" fmla="*/ 0 h 4460197"/>
              <a:gd name="connsiteX1" fmla="*/ 3641264 w 3762727"/>
              <a:gd name="connsiteY1" fmla="*/ 0 h 4460197"/>
              <a:gd name="connsiteX2" fmla="*/ 3753185 w 3762727"/>
              <a:gd name="connsiteY2" fmla="*/ 74186 h 4460197"/>
              <a:gd name="connsiteX3" fmla="*/ 3762727 w 3762727"/>
              <a:gd name="connsiteY3" fmla="*/ 121451 h 4460197"/>
              <a:gd name="connsiteX4" fmla="*/ 3762727 w 3762727"/>
              <a:gd name="connsiteY4" fmla="*/ 4338746 h 4460197"/>
              <a:gd name="connsiteX5" fmla="*/ 3753185 w 3762727"/>
              <a:gd name="connsiteY5" fmla="*/ 4386011 h 4460197"/>
              <a:gd name="connsiteX6" fmla="*/ 3641264 w 3762727"/>
              <a:gd name="connsiteY6" fmla="*/ 4460197 h 4460197"/>
              <a:gd name="connsiteX7" fmla="*/ 121309 w 3762727"/>
              <a:gd name="connsiteY7" fmla="*/ 4460197 h 4460197"/>
              <a:gd name="connsiteX8" fmla="*/ 9389 w 3762727"/>
              <a:gd name="connsiteY8" fmla="*/ 4386011 h 4460197"/>
              <a:gd name="connsiteX9" fmla="*/ 0 w 3762727"/>
              <a:gd name="connsiteY9" fmla="*/ 4339509 h 4460197"/>
              <a:gd name="connsiteX10" fmla="*/ 0 w 3762727"/>
              <a:gd name="connsiteY10" fmla="*/ 120688 h 4460197"/>
              <a:gd name="connsiteX11" fmla="*/ 9389 w 3762727"/>
              <a:gd name="connsiteY11" fmla="*/ 74186 h 4460197"/>
              <a:gd name="connsiteX12" fmla="*/ 121309 w 3762727"/>
              <a:gd name="connsiteY12" fmla="*/ 0 h 4460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62727" h="4460197">
                <a:moveTo>
                  <a:pt x="121309" y="0"/>
                </a:moveTo>
                <a:lnTo>
                  <a:pt x="3641264" y="0"/>
                </a:lnTo>
                <a:cubicBezTo>
                  <a:pt x="3691577" y="0"/>
                  <a:pt x="3734745" y="30590"/>
                  <a:pt x="3753185" y="74186"/>
                </a:cubicBezTo>
                <a:lnTo>
                  <a:pt x="3762727" y="121451"/>
                </a:lnTo>
                <a:lnTo>
                  <a:pt x="3762727" y="4338746"/>
                </a:lnTo>
                <a:lnTo>
                  <a:pt x="3753185" y="4386011"/>
                </a:lnTo>
                <a:cubicBezTo>
                  <a:pt x="3734745" y="4429607"/>
                  <a:pt x="3691577" y="4460197"/>
                  <a:pt x="3641264" y="4460197"/>
                </a:cubicBezTo>
                <a:lnTo>
                  <a:pt x="121309" y="4460197"/>
                </a:lnTo>
                <a:cubicBezTo>
                  <a:pt x="70996" y="4460197"/>
                  <a:pt x="27828" y="4429607"/>
                  <a:pt x="9389" y="4386011"/>
                </a:cubicBezTo>
                <a:lnTo>
                  <a:pt x="0" y="4339509"/>
                </a:lnTo>
                <a:lnTo>
                  <a:pt x="0" y="120688"/>
                </a:lnTo>
                <a:lnTo>
                  <a:pt x="9389" y="74186"/>
                </a:lnTo>
                <a:cubicBezTo>
                  <a:pt x="27828" y="30590"/>
                  <a:pt x="70996" y="0"/>
                  <a:pt x="121309" y="0"/>
                </a:cubicBezTo>
                <a:close/>
              </a:path>
            </a:pathLst>
          </a:custGeom>
          <a:noFill/>
        </p:spPr>
        <p:txBody>
          <a:bodyPr wrap="square">
            <a:noAutofit/>
          </a:bodyPr>
          <a:lstStyle>
            <a:lvl1pPr marL="0" indent="0">
              <a:buNone/>
              <a:defRPr b="0" i="0">
                <a:solidFill>
                  <a:schemeClr val="bg1"/>
                </a:solidFill>
                <a:latin typeface="Arial" panose="020B0604020202020204" pitchFamily="34" charset="0"/>
              </a:defRPr>
            </a:lvl1pPr>
          </a:lstStyle>
          <a:p>
            <a:r>
              <a:rPr lang="en-US"/>
              <a:t>Insert</a:t>
            </a:r>
          </a:p>
        </p:txBody>
      </p:sp>
      <p:sp>
        <p:nvSpPr>
          <p:cNvPr id="2" name="Freeform 1">
            <a:extLst>
              <a:ext uri="{FF2B5EF4-FFF2-40B4-BE49-F238E27FC236}">
                <a16:creationId xmlns:a16="http://schemas.microsoft.com/office/drawing/2014/main" id="{FD97DEC8-9E92-3B7C-A96B-44CF3F82FC95}"/>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BFD8773B-7DDB-E8C8-D229-4BEFD35DB1A9}"/>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0" name="Text Placeholder 22">
            <a:extLst>
              <a:ext uri="{FF2B5EF4-FFF2-40B4-BE49-F238E27FC236}">
                <a16:creationId xmlns:a16="http://schemas.microsoft.com/office/drawing/2014/main" id="{E9DAFCFB-C987-7AF9-1534-DCB1A45CB52F}"/>
              </a:ext>
            </a:extLst>
          </p:cNvPr>
          <p:cNvSpPr>
            <a:spLocks noGrp="1"/>
          </p:cNvSpPr>
          <p:nvPr>
            <p:ph type="body" sz="quarter" idx="30" hasCustomPrompt="1"/>
          </p:nvPr>
        </p:nvSpPr>
        <p:spPr>
          <a:xfrm>
            <a:off x="1113157" y="1348748"/>
            <a:ext cx="4834467" cy="776817"/>
          </a:xfrm>
          <a:prstGeom prst="rect">
            <a:avLst/>
          </a:prstGeom>
        </p:spPr>
        <p:txBody>
          <a:bodyPr lIns="0" anchor="ctr"/>
          <a:lstStyle>
            <a:lvl1pPr marL="0" indent="0">
              <a:buNone/>
              <a:defRPr>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1" name="Text Placeholder 22">
            <a:extLst>
              <a:ext uri="{FF2B5EF4-FFF2-40B4-BE49-F238E27FC236}">
                <a16:creationId xmlns:a16="http://schemas.microsoft.com/office/drawing/2014/main" id="{37A4FE42-E6CD-5ECA-C120-809298261D52}"/>
              </a:ext>
            </a:extLst>
          </p:cNvPr>
          <p:cNvSpPr>
            <a:spLocks noGrp="1"/>
          </p:cNvSpPr>
          <p:nvPr>
            <p:ph type="body" sz="quarter" idx="31" hasCustomPrompt="1"/>
          </p:nvPr>
        </p:nvSpPr>
        <p:spPr>
          <a:xfrm>
            <a:off x="1113157" y="2679188"/>
            <a:ext cx="4834467" cy="776817"/>
          </a:xfrm>
          <a:prstGeom prst="rect">
            <a:avLst/>
          </a:prstGeom>
        </p:spPr>
        <p:txBody>
          <a:bodyPr lIns="0" anchor="ctr"/>
          <a:lstStyle>
            <a:lvl1pPr marL="0" indent="0">
              <a:buNone/>
              <a:defRPr>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A35B3D84-35CB-8A61-3BC8-1F19D7E7A661}"/>
              </a:ext>
            </a:extLst>
          </p:cNvPr>
          <p:cNvSpPr>
            <a:spLocks noGrp="1"/>
          </p:cNvSpPr>
          <p:nvPr>
            <p:ph type="body" sz="quarter" idx="32" hasCustomPrompt="1"/>
          </p:nvPr>
        </p:nvSpPr>
        <p:spPr>
          <a:xfrm>
            <a:off x="1113157" y="4002286"/>
            <a:ext cx="4834467" cy="776817"/>
          </a:xfrm>
          <a:prstGeom prst="rect">
            <a:avLst/>
          </a:prstGeom>
        </p:spPr>
        <p:txBody>
          <a:bodyPr lIns="0" anchor="ctr"/>
          <a:lstStyle>
            <a:lvl1pPr marL="0" indent="0">
              <a:buNone/>
              <a:defRPr>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D63D7DD6-5C0C-DABA-EF52-FDB348571F01}"/>
              </a:ext>
            </a:extLst>
          </p:cNvPr>
          <p:cNvSpPr>
            <a:spLocks noGrp="1"/>
          </p:cNvSpPr>
          <p:nvPr>
            <p:ph type="body" sz="quarter" idx="33" hasCustomPrompt="1"/>
          </p:nvPr>
        </p:nvSpPr>
        <p:spPr>
          <a:xfrm>
            <a:off x="1113157" y="5337652"/>
            <a:ext cx="4834467" cy="776817"/>
          </a:xfrm>
          <a:prstGeom prst="rect">
            <a:avLst/>
          </a:prstGeom>
        </p:spPr>
        <p:txBody>
          <a:bodyPr lIns="0" anchor="ctr"/>
          <a:lstStyle>
            <a:lvl1pPr marL="0" indent="0">
              <a:buNone/>
              <a:defRPr>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311901349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6 Agenda Items - Light 1">
    <p:bg>
      <p:bgPr>
        <a:solidFill>
          <a:schemeClr val="bg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75A46AD-7416-5205-698E-CB6F474A70A0}"/>
              </a:ext>
            </a:extLst>
          </p:cNvPr>
          <p:cNvSpPr txBox="1"/>
          <p:nvPr/>
        </p:nvSpPr>
        <p:spPr>
          <a:xfrm>
            <a:off x="5863310"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4</a:t>
            </a:r>
          </a:p>
        </p:txBody>
      </p:sp>
      <p:sp>
        <p:nvSpPr>
          <p:cNvPr id="31" name="TextBox 30">
            <a:extLst>
              <a:ext uri="{FF2B5EF4-FFF2-40B4-BE49-F238E27FC236}">
                <a16:creationId xmlns:a16="http://schemas.microsoft.com/office/drawing/2014/main" id="{23AFE801-9F0F-3A3E-105A-9B8FDC3C32E5}"/>
              </a:ext>
            </a:extLst>
          </p:cNvPr>
          <p:cNvSpPr txBox="1"/>
          <p:nvPr/>
        </p:nvSpPr>
        <p:spPr>
          <a:xfrm>
            <a:off x="425678"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1</a:t>
            </a:r>
          </a:p>
        </p:txBody>
      </p:sp>
      <p:sp>
        <p:nvSpPr>
          <p:cNvPr id="33" name="TextBox 32">
            <a:extLst>
              <a:ext uri="{FF2B5EF4-FFF2-40B4-BE49-F238E27FC236}">
                <a16:creationId xmlns:a16="http://schemas.microsoft.com/office/drawing/2014/main" id="{F168FBC5-86E2-449F-CFAA-00AA0E34695F}"/>
              </a:ext>
            </a:extLst>
          </p:cNvPr>
          <p:cNvSpPr txBox="1"/>
          <p:nvPr/>
        </p:nvSpPr>
        <p:spPr>
          <a:xfrm>
            <a:off x="437870" y="509805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3</a:t>
            </a:r>
          </a:p>
        </p:txBody>
      </p:sp>
      <p:sp>
        <p:nvSpPr>
          <p:cNvPr id="32" name="TextBox 31">
            <a:extLst>
              <a:ext uri="{FF2B5EF4-FFF2-40B4-BE49-F238E27FC236}">
                <a16:creationId xmlns:a16="http://schemas.microsoft.com/office/drawing/2014/main" id="{BE1A39A9-FF72-7CCB-90B5-A9AC6F8976DB}"/>
              </a:ext>
            </a:extLst>
          </p:cNvPr>
          <p:cNvSpPr txBox="1"/>
          <p:nvPr/>
        </p:nvSpPr>
        <p:spPr>
          <a:xfrm>
            <a:off x="425678" y="32448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2</a:t>
            </a:r>
          </a:p>
        </p:txBody>
      </p:sp>
      <p:grpSp>
        <p:nvGrpSpPr>
          <p:cNvPr id="3" name="Group 2">
            <a:extLst>
              <a:ext uri="{FF2B5EF4-FFF2-40B4-BE49-F238E27FC236}">
                <a16:creationId xmlns:a16="http://schemas.microsoft.com/office/drawing/2014/main" id="{B62E2222-0382-4C45-3127-91710BF2A1AD}"/>
              </a:ext>
            </a:extLst>
          </p:cNvPr>
          <p:cNvGrpSpPr/>
          <p:nvPr/>
        </p:nvGrpSpPr>
        <p:grpSpPr>
          <a:xfrm>
            <a:off x="558801" y="2775145"/>
            <a:ext cx="10420252" cy="0"/>
            <a:chOff x="419100" y="1927655"/>
            <a:chExt cx="7815189" cy="0"/>
          </a:xfrm>
        </p:grpSpPr>
        <p:cxnSp>
          <p:nvCxnSpPr>
            <p:cNvPr id="4" name="Straight Connector 3">
              <a:extLst>
                <a:ext uri="{FF2B5EF4-FFF2-40B4-BE49-F238E27FC236}">
                  <a16:creationId xmlns:a16="http://schemas.microsoft.com/office/drawing/2014/main" id="{CF100449-F2C3-1CD2-B3D1-40DCD43AA63D}"/>
                </a:ext>
              </a:extLst>
            </p:cNvPr>
            <p:cNvCxnSpPr>
              <a:cxnSpLocks/>
            </p:cNvCxnSpPr>
            <p:nvPr/>
          </p:nvCxnSpPr>
          <p:spPr>
            <a:xfrm>
              <a:off x="41910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EE35DC34-BE84-0E90-11C8-9BB5FC64D3AF}"/>
                </a:ext>
              </a:extLst>
            </p:cNvPr>
            <p:cNvCxnSpPr>
              <a:cxnSpLocks/>
            </p:cNvCxnSpPr>
            <p:nvPr/>
          </p:nvCxnSpPr>
          <p:spPr>
            <a:xfrm>
              <a:off x="450342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6" name="Group 5">
            <a:extLst>
              <a:ext uri="{FF2B5EF4-FFF2-40B4-BE49-F238E27FC236}">
                <a16:creationId xmlns:a16="http://schemas.microsoft.com/office/drawing/2014/main" id="{F190D53C-DA25-377F-7B49-ACAFE95F8EF1}"/>
              </a:ext>
            </a:extLst>
          </p:cNvPr>
          <p:cNvGrpSpPr/>
          <p:nvPr/>
        </p:nvGrpSpPr>
        <p:grpSpPr>
          <a:xfrm>
            <a:off x="545254" y="4608620"/>
            <a:ext cx="10420252" cy="0"/>
            <a:chOff x="408940" y="3228135"/>
            <a:chExt cx="7815189" cy="0"/>
          </a:xfrm>
        </p:grpSpPr>
        <p:cxnSp>
          <p:nvCxnSpPr>
            <p:cNvPr id="7" name="Straight Connector 6">
              <a:extLst>
                <a:ext uri="{FF2B5EF4-FFF2-40B4-BE49-F238E27FC236}">
                  <a16:creationId xmlns:a16="http://schemas.microsoft.com/office/drawing/2014/main" id="{35786D26-C599-5D84-03CE-086A2B83E6E0}"/>
                </a:ext>
              </a:extLst>
            </p:cNvPr>
            <p:cNvCxnSpPr>
              <a:cxnSpLocks/>
            </p:cNvCxnSpPr>
            <p:nvPr/>
          </p:nvCxnSpPr>
          <p:spPr>
            <a:xfrm>
              <a:off x="40894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550E0A26-C25E-5E77-24BC-193D018061FC}"/>
                </a:ext>
              </a:extLst>
            </p:cNvPr>
            <p:cNvCxnSpPr>
              <a:cxnSpLocks/>
            </p:cNvCxnSpPr>
            <p:nvPr/>
          </p:nvCxnSpPr>
          <p:spPr>
            <a:xfrm>
              <a:off x="449326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7" name="Title 1">
            <a:extLst>
              <a:ext uri="{FF2B5EF4-FFF2-40B4-BE49-F238E27FC236}">
                <a16:creationId xmlns:a16="http://schemas.microsoft.com/office/drawing/2014/main" id="{F7B2FE44-EA79-98AE-446D-01D8A5F2B179}"/>
              </a:ext>
            </a:extLst>
          </p:cNvPr>
          <p:cNvSpPr>
            <a:spLocks noGrp="1"/>
          </p:cNvSpPr>
          <p:nvPr>
            <p:ph type="title" hasCustomPrompt="1"/>
          </p:nvPr>
        </p:nvSpPr>
        <p:spPr>
          <a:xfrm>
            <a:off x="558801" y="392853"/>
            <a:ext cx="10406704"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3" name="TextBox 42">
            <a:extLst>
              <a:ext uri="{FF2B5EF4-FFF2-40B4-BE49-F238E27FC236}">
                <a16:creationId xmlns:a16="http://schemas.microsoft.com/office/drawing/2014/main" id="{B04441BC-6567-AA63-3675-B1D57B2787A1}"/>
              </a:ext>
            </a:extLst>
          </p:cNvPr>
          <p:cNvSpPr txBox="1"/>
          <p:nvPr/>
        </p:nvSpPr>
        <p:spPr>
          <a:xfrm>
            <a:off x="5875502" y="509805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6</a:t>
            </a:r>
          </a:p>
        </p:txBody>
      </p:sp>
      <p:sp>
        <p:nvSpPr>
          <p:cNvPr id="44" name="TextBox 43">
            <a:extLst>
              <a:ext uri="{FF2B5EF4-FFF2-40B4-BE49-F238E27FC236}">
                <a16:creationId xmlns:a16="http://schemas.microsoft.com/office/drawing/2014/main" id="{15DE2447-569F-A95E-09F9-498298FAF222}"/>
              </a:ext>
            </a:extLst>
          </p:cNvPr>
          <p:cNvSpPr txBox="1"/>
          <p:nvPr/>
        </p:nvSpPr>
        <p:spPr>
          <a:xfrm>
            <a:off x="5863310" y="32448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5</a:t>
            </a:r>
          </a:p>
        </p:txBody>
      </p:sp>
      <p:sp>
        <p:nvSpPr>
          <p:cNvPr id="45" name="Freeform 44">
            <a:extLst>
              <a:ext uri="{FF2B5EF4-FFF2-40B4-BE49-F238E27FC236}">
                <a16:creationId xmlns:a16="http://schemas.microsoft.com/office/drawing/2014/main" id="{C4DA88F1-BA50-984D-BE3F-E3C7D90F3EDF}"/>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6" name="Picture 45">
            <a:extLst>
              <a:ext uri="{FF2B5EF4-FFF2-40B4-BE49-F238E27FC236}">
                <a16:creationId xmlns:a16="http://schemas.microsoft.com/office/drawing/2014/main" id="{1A545E3D-F1F5-8FF1-3526-D1397980A2D2}"/>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9" name="Text Placeholder 22">
            <a:extLst>
              <a:ext uri="{FF2B5EF4-FFF2-40B4-BE49-F238E27FC236}">
                <a16:creationId xmlns:a16="http://schemas.microsoft.com/office/drawing/2014/main" id="{32CC96DD-866B-B2C3-5DEC-E56DF95F24AF}"/>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0" name="Text Placeholder 22">
            <a:extLst>
              <a:ext uri="{FF2B5EF4-FFF2-40B4-BE49-F238E27FC236}">
                <a16:creationId xmlns:a16="http://schemas.microsoft.com/office/drawing/2014/main" id="{C11C9F00-5A87-FF64-A701-53AB2107DE10}"/>
              </a:ext>
            </a:extLst>
          </p:cNvPr>
          <p:cNvSpPr>
            <a:spLocks noGrp="1"/>
          </p:cNvSpPr>
          <p:nvPr>
            <p:ph type="body" sz="quarter" idx="43" hasCustomPrompt="1"/>
          </p:nvPr>
        </p:nvSpPr>
        <p:spPr>
          <a:xfrm>
            <a:off x="655891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1" name="Text Placeholder 22">
            <a:extLst>
              <a:ext uri="{FF2B5EF4-FFF2-40B4-BE49-F238E27FC236}">
                <a16:creationId xmlns:a16="http://schemas.microsoft.com/office/drawing/2014/main" id="{DB409EA9-7389-A06C-FDEE-20963128ED82}"/>
              </a:ext>
            </a:extLst>
          </p:cNvPr>
          <p:cNvSpPr>
            <a:spLocks noGrp="1"/>
          </p:cNvSpPr>
          <p:nvPr>
            <p:ph type="body" sz="quarter" idx="44" hasCustomPrompt="1"/>
          </p:nvPr>
        </p:nvSpPr>
        <p:spPr>
          <a:xfrm>
            <a:off x="655891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2" name="Text Placeholder 22">
            <a:extLst>
              <a:ext uri="{FF2B5EF4-FFF2-40B4-BE49-F238E27FC236}">
                <a16:creationId xmlns:a16="http://schemas.microsoft.com/office/drawing/2014/main" id="{DEC1DE9F-0BEE-8322-B748-E219E2290E6E}"/>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FA2D40B5-8D6F-FD6F-FD75-DA6AEAC4C208}"/>
              </a:ext>
            </a:extLst>
          </p:cNvPr>
          <p:cNvSpPr>
            <a:spLocks noGrp="1"/>
          </p:cNvSpPr>
          <p:nvPr>
            <p:ph type="body" sz="quarter" idx="32" hasCustomPrompt="1"/>
          </p:nvPr>
        </p:nvSpPr>
        <p:spPr>
          <a:xfrm>
            <a:off x="111315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2F66CB6A-A802-34FA-63F3-5E68EDF5FF58}"/>
              </a:ext>
            </a:extLst>
          </p:cNvPr>
          <p:cNvSpPr>
            <a:spLocks noGrp="1"/>
          </p:cNvSpPr>
          <p:nvPr>
            <p:ph type="body" sz="quarter" idx="33" hasCustomPrompt="1"/>
          </p:nvPr>
        </p:nvSpPr>
        <p:spPr>
          <a:xfrm>
            <a:off x="111315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24744756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6 Agenda Items - Light 2">
    <p:bg>
      <p:bgPr>
        <a:solidFill>
          <a:schemeClr val="bg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C0749CE2-D7E5-34F2-A7DA-1F63CDB6ADA0}"/>
              </a:ext>
            </a:extLst>
          </p:cNvPr>
          <p:cNvGrpSpPr/>
          <p:nvPr/>
        </p:nvGrpSpPr>
        <p:grpSpPr>
          <a:xfrm>
            <a:off x="558801" y="2775145"/>
            <a:ext cx="10420252" cy="0"/>
            <a:chOff x="419100" y="1927655"/>
            <a:chExt cx="7815189" cy="0"/>
          </a:xfrm>
        </p:grpSpPr>
        <p:cxnSp>
          <p:nvCxnSpPr>
            <p:cNvPr id="4" name="Straight Connector 3">
              <a:extLst>
                <a:ext uri="{FF2B5EF4-FFF2-40B4-BE49-F238E27FC236}">
                  <a16:creationId xmlns:a16="http://schemas.microsoft.com/office/drawing/2014/main" id="{2848B58F-BBB1-95D3-E908-60841EE6AFFF}"/>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79E6FFAA-5139-34E3-9D46-BDE6D312A34F}"/>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6" name="Group 5">
            <a:extLst>
              <a:ext uri="{FF2B5EF4-FFF2-40B4-BE49-F238E27FC236}">
                <a16:creationId xmlns:a16="http://schemas.microsoft.com/office/drawing/2014/main" id="{4DF3072A-8A13-B5F7-C61E-1E82E27B3DDC}"/>
              </a:ext>
            </a:extLst>
          </p:cNvPr>
          <p:cNvGrpSpPr/>
          <p:nvPr/>
        </p:nvGrpSpPr>
        <p:grpSpPr>
          <a:xfrm>
            <a:off x="545254" y="4608620"/>
            <a:ext cx="10420252" cy="0"/>
            <a:chOff x="408940" y="3228135"/>
            <a:chExt cx="7815189" cy="0"/>
          </a:xfrm>
        </p:grpSpPr>
        <p:cxnSp>
          <p:nvCxnSpPr>
            <p:cNvPr id="7" name="Straight Connector 6">
              <a:extLst>
                <a:ext uri="{FF2B5EF4-FFF2-40B4-BE49-F238E27FC236}">
                  <a16:creationId xmlns:a16="http://schemas.microsoft.com/office/drawing/2014/main" id="{490BA891-5DCF-FB05-52C8-2CBB426F3352}"/>
                </a:ext>
              </a:extLst>
            </p:cNvPr>
            <p:cNvCxnSpPr>
              <a:cxnSpLocks/>
            </p:cNvCxnSpPr>
            <p:nvPr/>
          </p:nvCxnSpPr>
          <p:spPr>
            <a:xfrm>
              <a:off x="40894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684A741D-AFF2-7FDB-90E5-82BD21A83FC2}"/>
                </a:ext>
              </a:extLst>
            </p:cNvPr>
            <p:cNvCxnSpPr>
              <a:cxnSpLocks/>
            </p:cNvCxnSpPr>
            <p:nvPr/>
          </p:nvCxnSpPr>
          <p:spPr>
            <a:xfrm>
              <a:off x="449326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7" name="Title 1">
            <a:extLst>
              <a:ext uri="{FF2B5EF4-FFF2-40B4-BE49-F238E27FC236}">
                <a16:creationId xmlns:a16="http://schemas.microsoft.com/office/drawing/2014/main" id="{EE8E1599-131C-08FD-EA30-FCFDC1EF3F61}"/>
              </a:ext>
            </a:extLst>
          </p:cNvPr>
          <p:cNvSpPr>
            <a:spLocks noGrp="1"/>
          </p:cNvSpPr>
          <p:nvPr>
            <p:ph type="title" hasCustomPrompt="1"/>
          </p:nvPr>
        </p:nvSpPr>
        <p:spPr>
          <a:xfrm>
            <a:off x="558801" y="392853"/>
            <a:ext cx="10406704"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TextBox 1">
            <a:extLst>
              <a:ext uri="{FF2B5EF4-FFF2-40B4-BE49-F238E27FC236}">
                <a16:creationId xmlns:a16="http://schemas.microsoft.com/office/drawing/2014/main" id="{8FF03DBD-30A4-7A50-2B2B-B065E87999A1}"/>
              </a:ext>
            </a:extLst>
          </p:cNvPr>
          <p:cNvSpPr txBox="1"/>
          <p:nvPr/>
        </p:nvSpPr>
        <p:spPr>
          <a:xfrm>
            <a:off x="5863310"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28" name="TextBox 27">
            <a:extLst>
              <a:ext uri="{FF2B5EF4-FFF2-40B4-BE49-F238E27FC236}">
                <a16:creationId xmlns:a16="http://schemas.microsoft.com/office/drawing/2014/main" id="{C0077665-72F4-C23D-F33B-F62CF420714B}"/>
              </a:ext>
            </a:extLst>
          </p:cNvPr>
          <p:cNvSpPr txBox="1"/>
          <p:nvPr/>
        </p:nvSpPr>
        <p:spPr>
          <a:xfrm>
            <a:off x="425678"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29" name="TextBox 28">
            <a:extLst>
              <a:ext uri="{FF2B5EF4-FFF2-40B4-BE49-F238E27FC236}">
                <a16:creationId xmlns:a16="http://schemas.microsoft.com/office/drawing/2014/main" id="{81605E2C-7A67-048A-F046-C0FD49401E40}"/>
              </a:ext>
            </a:extLst>
          </p:cNvPr>
          <p:cNvSpPr txBox="1"/>
          <p:nvPr/>
        </p:nvSpPr>
        <p:spPr>
          <a:xfrm>
            <a:off x="5875502" y="509805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30" name="TextBox 29">
            <a:extLst>
              <a:ext uri="{FF2B5EF4-FFF2-40B4-BE49-F238E27FC236}">
                <a16:creationId xmlns:a16="http://schemas.microsoft.com/office/drawing/2014/main" id="{DFAAB131-665F-17E4-AAAF-DEF0215DF19E}"/>
              </a:ext>
            </a:extLst>
          </p:cNvPr>
          <p:cNvSpPr txBox="1"/>
          <p:nvPr/>
        </p:nvSpPr>
        <p:spPr>
          <a:xfrm>
            <a:off x="437870" y="509805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31" name="TextBox 30">
            <a:extLst>
              <a:ext uri="{FF2B5EF4-FFF2-40B4-BE49-F238E27FC236}">
                <a16:creationId xmlns:a16="http://schemas.microsoft.com/office/drawing/2014/main" id="{88229598-B732-092A-DDCD-C80F044426BC}"/>
              </a:ext>
            </a:extLst>
          </p:cNvPr>
          <p:cNvSpPr txBox="1"/>
          <p:nvPr/>
        </p:nvSpPr>
        <p:spPr>
          <a:xfrm>
            <a:off x="5863310" y="32448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32" name="TextBox 31">
            <a:extLst>
              <a:ext uri="{FF2B5EF4-FFF2-40B4-BE49-F238E27FC236}">
                <a16:creationId xmlns:a16="http://schemas.microsoft.com/office/drawing/2014/main" id="{732CF887-EB7D-2F5F-67F2-81CF9C49F30D}"/>
              </a:ext>
            </a:extLst>
          </p:cNvPr>
          <p:cNvSpPr txBox="1"/>
          <p:nvPr/>
        </p:nvSpPr>
        <p:spPr>
          <a:xfrm>
            <a:off x="425678" y="32448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39" name="Freeform 38">
            <a:extLst>
              <a:ext uri="{FF2B5EF4-FFF2-40B4-BE49-F238E27FC236}">
                <a16:creationId xmlns:a16="http://schemas.microsoft.com/office/drawing/2014/main" id="{20845EDA-8A3B-1E79-5F51-0FAE197B4011}"/>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0" name="Picture 39">
            <a:extLst>
              <a:ext uri="{FF2B5EF4-FFF2-40B4-BE49-F238E27FC236}">
                <a16:creationId xmlns:a16="http://schemas.microsoft.com/office/drawing/2014/main" id="{AE881B38-0879-C51D-6D6B-5F27ADA912E9}"/>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9" name="Text Placeholder 22">
            <a:extLst>
              <a:ext uri="{FF2B5EF4-FFF2-40B4-BE49-F238E27FC236}">
                <a16:creationId xmlns:a16="http://schemas.microsoft.com/office/drawing/2014/main" id="{2A9F14E8-225F-22FB-A061-D56559B931E2}"/>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1" name="Text Placeholder 22">
            <a:extLst>
              <a:ext uri="{FF2B5EF4-FFF2-40B4-BE49-F238E27FC236}">
                <a16:creationId xmlns:a16="http://schemas.microsoft.com/office/drawing/2014/main" id="{F9B8C607-DA91-056E-05B7-DCB15E64B25F}"/>
              </a:ext>
            </a:extLst>
          </p:cNvPr>
          <p:cNvSpPr>
            <a:spLocks noGrp="1"/>
          </p:cNvSpPr>
          <p:nvPr>
            <p:ph type="body" sz="quarter" idx="43" hasCustomPrompt="1"/>
          </p:nvPr>
        </p:nvSpPr>
        <p:spPr>
          <a:xfrm>
            <a:off x="655891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2" name="Text Placeholder 22">
            <a:extLst>
              <a:ext uri="{FF2B5EF4-FFF2-40B4-BE49-F238E27FC236}">
                <a16:creationId xmlns:a16="http://schemas.microsoft.com/office/drawing/2014/main" id="{C685EBC4-552A-5E90-448F-001232451517}"/>
              </a:ext>
            </a:extLst>
          </p:cNvPr>
          <p:cNvSpPr>
            <a:spLocks noGrp="1"/>
          </p:cNvSpPr>
          <p:nvPr>
            <p:ph type="body" sz="quarter" idx="44" hasCustomPrompt="1"/>
          </p:nvPr>
        </p:nvSpPr>
        <p:spPr>
          <a:xfrm>
            <a:off x="655891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5FD2E6BD-7C78-2061-5895-EBA7C73ED351}"/>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4808ADF7-87CF-ECA0-D91F-913D23AA4BEF}"/>
              </a:ext>
            </a:extLst>
          </p:cNvPr>
          <p:cNvSpPr>
            <a:spLocks noGrp="1"/>
          </p:cNvSpPr>
          <p:nvPr>
            <p:ph type="body" sz="quarter" idx="32" hasCustomPrompt="1"/>
          </p:nvPr>
        </p:nvSpPr>
        <p:spPr>
          <a:xfrm>
            <a:off x="111315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763EFF30-C9C2-540E-567B-A38ADC2A8192}"/>
              </a:ext>
            </a:extLst>
          </p:cNvPr>
          <p:cNvSpPr>
            <a:spLocks noGrp="1"/>
          </p:cNvSpPr>
          <p:nvPr>
            <p:ph type="body" sz="quarter" idx="33" hasCustomPrompt="1"/>
          </p:nvPr>
        </p:nvSpPr>
        <p:spPr>
          <a:xfrm>
            <a:off x="111315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23418782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6 Agenda Items - Dark">
    <p:bg>
      <p:bgRef idx="1001">
        <a:schemeClr val="bg2"/>
      </p:bgRef>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DB839A62-CAAB-D019-BBEB-7B79B4AF14FC}"/>
              </a:ext>
            </a:extLst>
          </p:cNvPr>
          <p:cNvGrpSpPr/>
          <p:nvPr/>
        </p:nvGrpSpPr>
        <p:grpSpPr>
          <a:xfrm>
            <a:off x="558801" y="2775145"/>
            <a:ext cx="10420252" cy="0"/>
            <a:chOff x="419100" y="1927655"/>
            <a:chExt cx="7815189" cy="0"/>
          </a:xfrm>
        </p:grpSpPr>
        <p:cxnSp>
          <p:nvCxnSpPr>
            <p:cNvPr id="4" name="Straight Connector 3">
              <a:extLst>
                <a:ext uri="{FF2B5EF4-FFF2-40B4-BE49-F238E27FC236}">
                  <a16:creationId xmlns:a16="http://schemas.microsoft.com/office/drawing/2014/main" id="{E62D19A0-E2C9-E22E-5F79-C6434DBA818C}"/>
                </a:ext>
              </a:extLst>
            </p:cNvPr>
            <p:cNvCxnSpPr>
              <a:cxnSpLocks/>
            </p:cNvCxnSpPr>
            <p:nvPr/>
          </p:nvCxnSpPr>
          <p:spPr>
            <a:xfrm>
              <a:off x="41910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A7EC3470-3554-404A-8B5E-6371AF5CF743}"/>
                </a:ext>
              </a:extLst>
            </p:cNvPr>
            <p:cNvCxnSpPr>
              <a:cxnSpLocks/>
            </p:cNvCxnSpPr>
            <p:nvPr/>
          </p:nvCxnSpPr>
          <p:spPr>
            <a:xfrm>
              <a:off x="450342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6" name="Group 5">
            <a:extLst>
              <a:ext uri="{FF2B5EF4-FFF2-40B4-BE49-F238E27FC236}">
                <a16:creationId xmlns:a16="http://schemas.microsoft.com/office/drawing/2014/main" id="{1FDAA34A-5A02-AD2F-0FD5-9BF277E94091}"/>
              </a:ext>
            </a:extLst>
          </p:cNvPr>
          <p:cNvGrpSpPr/>
          <p:nvPr/>
        </p:nvGrpSpPr>
        <p:grpSpPr>
          <a:xfrm>
            <a:off x="545254" y="4608620"/>
            <a:ext cx="10420252" cy="0"/>
            <a:chOff x="408940" y="3228135"/>
            <a:chExt cx="7815189" cy="0"/>
          </a:xfrm>
        </p:grpSpPr>
        <p:cxnSp>
          <p:nvCxnSpPr>
            <p:cNvPr id="7" name="Straight Connector 6">
              <a:extLst>
                <a:ext uri="{FF2B5EF4-FFF2-40B4-BE49-F238E27FC236}">
                  <a16:creationId xmlns:a16="http://schemas.microsoft.com/office/drawing/2014/main" id="{351C95A0-1F1B-E1B5-4CBB-66C60806E2FD}"/>
                </a:ext>
              </a:extLst>
            </p:cNvPr>
            <p:cNvCxnSpPr>
              <a:cxnSpLocks/>
            </p:cNvCxnSpPr>
            <p:nvPr/>
          </p:nvCxnSpPr>
          <p:spPr>
            <a:xfrm>
              <a:off x="40894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94FFBF1A-8A1F-CA2C-BBD1-15959EFDB037}"/>
                </a:ext>
              </a:extLst>
            </p:cNvPr>
            <p:cNvCxnSpPr>
              <a:cxnSpLocks/>
            </p:cNvCxnSpPr>
            <p:nvPr/>
          </p:nvCxnSpPr>
          <p:spPr>
            <a:xfrm>
              <a:off x="449326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7" name="Title 1">
            <a:extLst>
              <a:ext uri="{FF2B5EF4-FFF2-40B4-BE49-F238E27FC236}">
                <a16:creationId xmlns:a16="http://schemas.microsoft.com/office/drawing/2014/main" id="{142286FE-B763-3BA9-3B7E-4AFE3F359E52}"/>
              </a:ext>
            </a:extLst>
          </p:cNvPr>
          <p:cNvSpPr>
            <a:spLocks noGrp="1"/>
          </p:cNvSpPr>
          <p:nvPr>
            <p:ph type="title" hasCustomPrompt="1"/>
          </p:nvPr>
        </p:nvSpPr>
        <p:spPr>
          <a:xfrm>
            <a:off x="558801" y="392853"/>
            <a:ext cx="10406704"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9" name="TextBox 28">
            <a:extLst>
              <a:ext uri="{FF2B5EF4-FFF2-40B4-BE49-F238E27FC236}">
                <a16:creationId xmlns:a16="http://schemas.microsoft.com/office/drawing/2014/main" id="{7CD924B8-AAE9-B309-7201-0FD7D70FC11A}"/>
              </a:ext>
            </a:extLst>
          </p:cNvPr>
          <p:cNvSpPr txBox="1"/>
          <p:nvPr/>
        </p:nvSpPr>
        <p:spPr>
          <a:xfrm>
            <a:off x="5863310"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30" name="TextBox 29">
            <a:extLst>
              <a:ext uri="{FF2B5EF4-FFF2-40B4-BE49-F238E27FC236}">
                <a16:creationId xmlns:a16="http://schemas.microsoft.com/office/drawing/2014/main" id="{750713F7-6A58-2095-CD2B-9F80C0DA2692}"/>
              </a:ext>
            </a:extLst>
          </p:cNvPr>
          <p:cNvSpPr txBox="1"/>
          <p:nvPr/>
        </p:nvSpPr>
        <p:spPr>
          <a:xfrm>
            <a:off x="425678"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31" name="TextBox 30">
            <a:extLst>
              <a:ext uri="{FF2B5EF4-FFF2-40B4-BE49-F238E27FC236}">
                <a16:creationId xmlns:a16="http://schemas.microsoft.com/office/drawing/2014/main" id="{074D2524-5B5F-0E51-38A9-582C40D36E68}"/>
              </a:ext>
            </a:extLst>
          </p:cNvPr>
          <p:cNvSpPr txBox="1"/>
          <p:nvPr/>
        </p:nvSpPr>
        <p:spPr>
          <a:xfrm>
            <a:off x="5875502" y="509805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32" name="TextBox 31">
            <a:extLst>
              <a:ext uri="{FF2B5EF4-FFF2-40B4-BE49-F238E27FC236}">
                <a16:creationId xmlns:a16="http://schemas.microsoft.com/office/drawing/2014/main" id="{2EFCC920-0B82-64F6-EF73-D936F04DC6EB}"/>
              </a:ext>
            </a:extLst>
          </p:cNvPr>
          <p:cNvSpPr txBox="1"/>
          <p:nvPr/>
        </p:nvSpPr>
        <p:spPr>
          <a:xfrm>
            <a:off x="437870" y="509805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33" name="TextBox 32">
            <a:extLst>
              <a:ext uri="{FF2B5EF4-FFF2-40B4-BE49-F238E27FC236}">
                <a16:creationId xmlns:a16="http://schemas.microsoft.com/office/drawing/2014/main" id="{B7E621E8-8CF2-D4F4-2AF6-3F5925253AD0}"/>
              </a:ext>
            </a:extLst>
          </p:cNvPr>
          <p:cNvSpPr txBox="1"/>
          <p:nvPr/>
        </p:nvSpPr>
        <p:spPr>
          <a:xfrm>
            <a:off x="5863310" y="32448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34" name="TextBox 33">
            <a:extLst>
              <a:ext uri="{FF2B5EF4-FFF2-40B4-BE49-F238E27FC236}">
                <a16:creationId xmlns:a16="http://schemas.microsoft.com/office/drawing/2014/main" id="{8C944B30-5EB8-DB1D-8904-DF1C528B17E1}"/>
              </a:ext>
            </a:extLst>
          </p:cNvPr>
          <p:cNvSpPr txBox="1"/>
          <p:nvPr/>
        </p:nvSpPr>
        <p:spPr>
          <a:xfrm>
            <a:off x="425678" y="32448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9" name="Freeform 8">
            <a:extLst>
              <a:ext uri="{FF2B5EF4-FFF2-40B4-BE49-F238E27FC236}">
                <a16:creationId xmlns:a16="http://schemas.microsoft.com/office/drawing/2014/main" id="{B6BDE085-BA1E-5EFC-F891-89BEBF7C1798}"/>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 name="Picture 10">
            <a:extLst>
              <a:ext uri="{FF2B5EF4-FFF2-40B4-BE49-F238E27FC236}">
                <a16:creationId xmlns:a16="http://schemas.microsoft.com/office/drawing/2014/main" id="{9C17EAC2-EBAA-C576-1C21-1A0CF94D0F1A}"/>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1" name="Text Placeholder 22">
            <a:extLst>
              <a:ext uri="{FF2B5EF4-FFF2-40B4-BE49-F238E27FC236}">
                <a16:creationId xmlns:a16="http://schemas.microsoft.com/office/drawing/2014/main" id="{37A1BEB9-CA47-F8D4-513A-5DD98202EE68}"/>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2" name="Text Placeholder 22">
            <a:extLst>
              <a:ext uri="{FF2B5EF4-FFF2-40B4-BE49-F238E27FC236}">
                <a16:creationId xmlns:a16="http://schemas.microsoft.com/office/drawing/2014/main" id="{AAB70E7A-2C16-56E7-22ED-949EB061A830}"/>
              </a:ext>
            </a:extLst>
          </p:cNvPr>
          <p:cNvSpPr>
            <a:spLocks noGrp="1"/>
          </p:cNvSpPr>
          <p:nvPr>
            <p:ph type="body" sz="quarter" idx="43" hasCustomPrompt="1"/>
          </p:nvPr>
        </p:nvSpPr>
        <p:spPr>
          <a:xfrm>
            <a:off x="655891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11E7D6E2-FC37-67F2-EA16-19A36A019A01}"/>
              </a:ext>
            </a:extLst>
          </p:cNvPr>
          <p:cNvSpPr>
            <a:spLocks noGrp="1"/>
          </p:cNvSpPr>
          <p:nvPr>
            <p:ph type="body" sz="quarter" idx="44" hasCustomPrompt="1"/>
          </p:nvPr>
        </p:nvSpPr>
        <p:spPr>
          <a:xfrm>
            <a:off x="655891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602D1348-C58A-7198-47DA-BDC2B2D73D94}"/>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AFE5E4E9-7DFC-5911-D291-4AA7ACBE9203}"/>
              </a:ext>
            </a:extLst>
          </p:cNvPr>
          <p:cNvSpPr>
            <a:spLocks noGrp="1"/>
          </p:cNvSpPr>
          <p:nvPr>
            <p:ph type="body" sz="quarter" idx="32" hasCustomPrompt="1"/>
          </p:nvPr>
        </p:nvSpPr>
        <p:spPr>
          <a:xfrm>
            <a:off x="111315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094DA383-CE4C-33DD-3BA6-1F0C2DBCA702}"/>
              </a:ext>
            </a:extLst>
          </p:cNvPr>
          <p:cNvSpPr>
            <a:spLocks noGrp="1"/>
          </p:cNvSpPr>
          <p:nvPr>
            <p:ph type="body" sz="quarter" idx="33" hasCustomPrompt="1"/>
          </p:nvPr>
        </p:nvSpPr>
        <p:spPr>
          <a:xfrm>
            <a:off x="111315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319726728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8 Agenda items - Light 1">
    <p:bg>
      <p:bgPr>
        <a:solidFill>
          <a:schemeClr val="bg2"/>
        </a:solidFill>
        <a:effectLst/>
      </p:bgPr>
    </p:bg>
    <p:spTree>
      <p:nvGrpSpPr>
        <p:cNvPr id="1" name=""/>
        <p:cNvGrpSpPr/>
        <p:nvPr/>
      </p:nvGrpSpPr>
      <p:grpSpPr>
        <a:xfrm>
          <a:off x="0" y="0"/>
          <a:ext cx="0" cy="0"/>
          <a:chOff x="0" y="0"/>
          <a:chExt cx="0" cy="0"/>
        </a:xfrm>
      </p:grpSpPr>
      <p:sp>
        <p:nvSpPr>
          <p:cNvPr id="17" name="Text Placeholder 22">
            <a:extLst>
              <a:ext uri="{FF2B5EF4-FFF2-40B4-BE49-F238E27FC236}">
                <a16:creationId xmlns:a16="http://schemas.microsoft.com/office/drawing/2014/main" id="{DBE29427-1377-4C02-097C-CC69C7E53C16}"/>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8" name="Text Placeholder 22">
            <a:extLst>
              <a:ext uri="{FF2B5EF4-FFF2-40B4-BE49-F238E27FC236}">
                <a16:creationId xmlns:a16="http://schemas.microsoft.com/office/drawing/2014/main" id="{74F02638-DF88-D3F5-ABA1-4016DC3EE985}"/>
              </a:ext>
            </a:extLst>
          </p:cNvPr>
          <p:cNvSpPr>
            <a:spLocks noGrp="1"/>
          </p:cNvSpPr>
          <p:nvPr>
            <p:ph type="body" sz="quarter" idx="42" hasCustomPrompt="1"/>
          </p:nvPr>
        </p:nvSpPr>
        <p:spPr>
          <a:xfrm>
            <a:off x="655891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9" name="Text Placeholder 22">
            <a:extLst>
              <a:ext uri="{FF2B5EF4-FFF2-40B4-BE49-F238E27FC236}">
                <a16:creationId xmlns:a16="http://schemas.microsoft.com/office/drawing/2014/main" id="{F9D14A20-4E50-D931-BFCA-2EFDB0EF23D2}"/>
              </a:ext>
            </a:extLst>
          </p:cNvPr>
          <p:cNvSpPr>
            <a:spLocks noGrp="1"/>
          </p:cNvSpPr>
          <p:nvPr>
            <p:ph type="body" sz="quarter" idx="43" hasCustomPrompt="1"/>
          </p:nvPr>
        </p:nvSpPr>
        <p:spPr>
          <a:xfrm>
            <a:off x="655891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0" name="Text Placeholder 22">
            <a:extLst>
              <a:ext uri="{FF2B5EF4-FFF2-40B4-BE49-F238E27FC236}">
                <a16:creationId xmlns:a16="http://schemas.microsoft.com/office/drawing/2014/main" id="{E9E28F06-871E-2BA1-ABA6-6FB0D24CD4C7}"/>
              </a:ext>
            </a:extLst>
          </p:cNvPr>
          <p:cNvSpPr>
            <a:spLocks noGrp="1"/>
          </p:cNvSpPr>
          <p:nvPr>
            <p:ph type="body" sz="quarter" idx="44" hasCustomPrompt="1"/>
          </p:nvPr>
        </p:nvSpPr>
        <p:spPr>
          <a:xfrm>
            <a:off x="655891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3" name="Title 1">
            <a:extLst>
              <a:ext uri="{FF2B5EF4-FFF2-40B4-BE49-F238E27FC236}">
                <a16:creationId xmlns:a16="http://schemas.microsoft.com/office/drawing/2014/main" id="{9279EA25-1FEB-1817-BFF5-DB7B70AB8202}"/>
              </a:ext>
            </a:extLst>
          </p:cNvPr>
          <p:cNvSpPr>
            <a:spLocks noGrp="1"/>
          </p:cNvSpPr>
          <p:nvPr>
            <p:ph type="title" hasCustomPrompt="1"/>
          </p:nvPr>
        </p:nvSpPr>
        <p:spPr>
          <a:xfrm>
            <a:off x="558801" y="392853"/>
            <a:ext cx="10406704"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4" name="Group 3">
            <a:extLst>
              <a:ext uri="{FF2B5EF4-FFF2-40B4-BE49-F238E27FC236}">
                <a16:creationId xmlns:a16="http://schemas.microsoft.com/office/drawing/2014/main" id="{EE3CF05F-201E-91C7-6F6A-DA7DA9F11795}"/>
              </a:ext>
            </a:extLst>
          </p:cNvPr>
          <p:cNvGrpSpPr/>
          <p:nvPr/>
        </p:nvGrpSpPr>
        <p:grpSpPr>
          <a:xfrm>
            <a:off x="558801" y="2529224"/>
            <a:ext cx="10420252" cy="0"/>
            <a:chOff x="419100" y="1927655"/>
            <a:chExt cx="7815189" cy="0"/>
          </a:xfrm>
        </p:grpSpPr>
        <p:cxnSp>
          <p:nvCxnSpPr>
            <p:cNvPr id="5" name="Straight Connector 4">
              <a:extLst>
                <a:ext uri="{FF2B5EF4-FFF2-40B4-BE49-F238E27FC236}">
                  <a16:creationId xmlns:a16="http://schemas.microsoft.com/office/drawing/2014/main" id="{6B9C8F85-F72E-4444-0F95-366B820ECC58}"/>
                </a:ext>
              </a:extLst>
            </p:cNvPr>
            <p:cNvCxnSpPr>
              <a:cxnSpLocks/>
            </p:cNvCxnSpPr>
            <p:nvPr/>
          </p:nvCxnSpPr>
          <p:spPr>
            <a:xfrm>
              <a:off x="41910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E93B9FE3-0019-2F2F-7FF5-6D9E1C221FD9}"/>
                </a:ext>
              </a:extLst>
            </p:cNvPr>
            <p:cNvCxnSpPr>
              <a:cxnSpLocks/>
            </p:cNvCxnSpPr>
            <p:nvPr/>
          </p:nvCxnSpPr>
          <p:spPr>
            <a:xfrm>
              <a:off x="450342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7" name="Group 6">
            <a:extLst>
              <a:ext uri="{FF2B5EF4-FFF2-40B4-BE49-F238E27FC236}">
                <a16:creationId xmlns:a16="http://schemas.microsoft.com/office/drawing/2014/main" id="{173344B3-27D4-555E-D791-0061EE298745}"/>
              </a:ext>
            </a:extLst>
          </p:cNvPr>
          <p:cNvGrpSpPr/>
          <p:nvPr/>
        </p:nvGrpSpPr>
        <p:grpSpPr>
          <a:xfrm>
            <a:off x="545254" y="3870856"/>
            <a:ext cx="10420252" cy="0"/>
            <a:chOff x="408940" y="3228135"/>
            <a:chExt cx="7815189" cy="0"/>
          </a:xfrm>
        </p:grpSpPr>
        <p:cxnSp>
          <p:nvCxnSpPr>
            <p:cNvPr id="8" name="Straight Connector 7">
              <a:extLst>
                <a:ext uri="{FF2B5EF4-FFF2-40B4-BE49-F238E27FC236}">
                  <a16:creationId xmlns:a16="http://schemas.microsoft.com/office/drawing/2014/main" id="{C770E951-71C5-E682-417C-C46B464929AA}"/>
                </a:ext>
              </a:extLst>
            </p:cNvPr>
            <p:cNvCxnSpPr>
              <a:cxnSpLocks/>
            </p:cNvCxnSpPr>
            <p:nvPr/>
          </p:nvCxnSpPr>
          <p:spPr>
            <a:xfrm>
              <a:off x="40894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9990A94A-F61C-D8E9-2DB9-AA24633F6F9E}"/>
                </a:ext>
              </a:extLst>
            </p:cNvPr>
            <p:cNvCxnSpPr>
              <a:cxnSpLocks/>
            </p:cNvCxnSpPr>
            <p:nvPr/>
          </p:nvCxnSpPr>
          <p:spPr>
            <a:xfrm>
              <a:off x="449326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10" name="Group 9">
            <a:extLst>
              <a:ext uri="{FF2B5EF4-FFF2-40B4-BE49-F238E27FC236}">
                <a16:creationId xmlns:a16="http://schemas.microsoft.com/office/drawing/2014/main" id="{EEBF373A-C70B-2EBA-1994-441BF65477D5}"/>
              </a:ext>
            </a:extLst>
          </p:cNvPr>
          <p:cNvGrpSpPr/>
          <p:nvPr/>
        </p:nvGrpSpPr>
        <p:grpSpPr>
          <a:xfrm>
            <a:off x="545254" y="5212488"/>
            <a:ext cx="10420252" cy="0"/>
            <a:chOff x="408940" y="3228135"/>
            <a:chExt cx="7815189" cy="0"/>
          </a:xfrm>
        </p:grpSpPr>
        <p:cxnSp>
          <p:nvCxnSpPr>
            <p:cNvPr id="11" name="Straight Connector 10">
              <a:extLst>
                <a:ext uri="{FF2B5EF4-FFF2-40B4-BE49-F238E27FC236}">
                  <a16:creationId xmlns:a16="http://schemas.microsoft.com/office/drawing/2014/main" id="{680B7B18-9E43-4ECC-D406-5CC3955686A5}"/>
                </a:ext>
              </a:extLst>
            </p:cNvPr>
            <p:cNvCxnSpPr>
              <a:cxnSpLocks/>
            </p:cNvCxnSpPr>
            <p:nvPr/>
          </p:nvCxnSpPr>
          <p:spPr>
            <a:xfrm>
              <a:off x="40894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FD643B9D-B664-0A70-9374-196D546B5D18}"/>
                </a:ext>
              </a:extLst>
            </p:cNvPr>
            <p:cNvCxnSpPr>
              <a:cxnSpLocks/>
            </p:cNvCxnSpPr>
            <p:nvPr/>
          </p:nvCxnSpPr>
          <p:spPr>
            <a:xfrm>
              <a:off x="449326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 name="TextBox 1">
            <a:extLst>
              <a:ext uri="{FF2B5EF4-FFF2-40B4-BE49-F238E27FC236}">
                <a16:creationId xmlns:a16="http://schemas.microsoft.com/office/drawing/2014/main" id="{EC8A32C3-E638-D314-196F-5F0594711750}"/>
              </a:ext>
            </a:extLst>
          </p:cNvPr>
          <p:cNvSpPr txBox="1"/>
          <p:nvPr/>
        </p:nvSpPr>
        <p:spPr>
          <a:xfrm>
            <a:off x="5863310"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5</a:t>
            </a:r>
          </a:p>
        </p:txBody>
      </p:sp>
      <p:sp>
        <p:nvSpPr>
          <p:cNvPr id="37" name="TextBox 36">
            <a:extLst>
              <a:ext uri="{FF2B5EF4-FFF2-40B4-BE49-F238E27FC236}">
                <a16:creationId xmlns:a16="http://schemas.microsoft.com/office/drawing/2014/main" id="{00F43B18-ACBE-3207-A9EA-F22E23F00F9F}"/>
              </a:ext>
            </a:extLst>
          </p:cNvPr>
          <p:cNvSpPr txBox="1"/>
          <p:nvPr/>
        </p:nvSpPr>
        <p:spPr>
          <a:xfrm>
            <a:off x="5863310" y="275719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6</a:t>
            </a:r>
          </a:p>
        </p:txBody>
      </p:sp>
      <p:sp>
        <p:nvSpPr>
          <p:cNvPr id="38" name="TextBox 37">
            <a:extLst>
              <a:ext uri="{FF2B5EF4-FFF2-40B4-BE49-F238E27FC236}">
                <a16:creationId xmlns:a16="http://schemas.microsoft.com/office/drawing/2014/main" id="{CEAB26F6-1225-2DEB-4759-BC4FF3211417}"/>
              </a:ext>
            </a:extLst>
          </p:cNvPr>
          <p:cNvSpPr txBox="1"/>
          <p:nvPr/>
        </p:nvSpPr>
        <p:spPr>
          <a:xfrm>
            <a:off x="5875502" y="408612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7</a:t>
            </a:r>
          </a:p>
        </p:txBody>
      </p:sp>
      <p:sp>
        <p:nvSpPr>
          <p:cNvPr id="39" name="TextBox 38">
            <a:extLst>
              <a:ext uri="{FF2B5EF4-FFF2-40B4-BE49-F238E27FC236}">
                <a16:creationId xmlns:a16="http://schemas.microsoft.com/office/drawing/2014/main" id="{98C0531D-4519-76FB-3C11-B0E380F4027E}"/>
              </a:ext>
            </a:extLst>
          </p:cNvPr>
          <p:cNvSpPr txBox="1"/>
          <p:nvPr/>
        </p:nvSpPr>
        <p:spPr>
          <a:xfrm>
            <a:off x="5875502" y="542724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8</a:t>
            </a:r>
          </a:p>
        </p:txBody>
      </p:sp>
      <p:sp>
        <p:nvSpPr>
          <p:cNvPr id="40" name="TextBox 39">
            <a:extLst>
              <a:ext uri="{FF2B5EF4-FFF2-40B4-BE49-F238E27FC236}">
                <a16:creationId xmlns:a16="http://schemas.microsoft.com/office/drawing/2014/main" id="{B59226A5-77C6-DA55-21C8-44812BBD5922}"/>
              </a:ext>
            </a:extLst>
          </p:cNvPr>
          <p:cNvSpPr txBox="1"/>
          <p:nvPr/>
        </p:nvSpPr>
        <p:spPr>
          <a:xfrm>
            <a:off x="425678"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1</a:t>
            </a:r>
          </a:p>
        </p:txBody>
      </p:sp>
      <p:sp>
        <p:nvSpPr>
          <p:cNvPr id="41" name="TextBox 40">
            <a:extLst>
              <a:ext uri="{FF2B5EF4-FFF2-40B4-BE49-F238E27FC236}">
                <a16:creationId xmlns:a16="http://schemas.microsoft.com/office/drawing/2014/main" id="{23D4DB7D-4C51-85B5-2CE4-7C9161C72F77}"/>
              </a:ext>
            </a:extLst>
          </p:cNvPr>
          <p:cNvSpPr txBox="1"/>
          <p:nvPr/>
        </p:nvSpPr>
        <p:spPr>
          <a:xfrm>
            <a:off x="425678" y="275719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2</a:t>
            </a:r>
          </a:p>
        </p:txBody>
      </p:sp>
      <p:sp>
        <p:nvSpPr>
          <p:cNvPr id="42" name="TextBox 41">
            <a:extLst>
              <a:ext uri="{FF2B5EF4-FFF2-40B4-BE49-F238E27FC236}">
                <a16:creationId xmlns:a16="http://schemas.microsoft.com/office/drawing/2014/main" id="{015F2926-1FA6-CD41-EFAC-B7E1DB6FA548}"/>
              </a:ext>
            </a:extLst>
          </p:cNvPr>
          <p:cNvSpPr txBox="1"/>
          <p:nvPr/>
        </p:nvSpPr>
        <p:spPr>
          <a:xfrm>
            <a:off x="437870" y="408612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3</a:t>
            </a:r>
          </a:p>
        </p:txBody>
      </p:sp>
      <p:sp>
        <p:nvSpPr>
          <p:cNvPr id="43" name="TextBox 42">
            <a:extLst>
              <a:ext uri="{FF2B5EF4-FFF2-40B4-BE49-F238E27FC236}">
                <a16:creationId xmlns:a16="http://schemas.microsoft.com/office/drawing/2014/main" id="{A00D1C6D-367E-2315-F48F-A8D2DE709D4A}"/>
              </a:ext>
            </a:extLst>
          </p:cNvPr>
          <p:cNvSpPr txBox="1"/>
          <p:nvPr/>
        </p:nvSpPr>
        <p:spPr>
          <a:xfrm>
            <a:off x="437870" y="542724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4</a:t>
            </a:r>
          </a:p>
        </p:txBody>
      </p:sp>
      <p:sp>
        <p:nvSpPr>
          <p:cNvPr id="52" name="Freeform 51">
            <a:extLst>
              <a:ext uri="{FF2B5EF4-FFF2-40B4-BE49-F238E27FC236}">
                <a16:creationId xmlns:a16="http://schemas.microsoft.com/office/drawing/2014/main" id="{9349B98C-540A-E8FB-5D39-2C7CDDBE52F0}"/>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3" name="Picture 52">
            <a:extLst>
              <a:ext uri="{FF2B5EF4-FFF2-40B4-BE49-F238E27FC236}">
                <a16:creationId xmlns:a16="http://schemas.microsoft.com/office/drawing/2014/main" id="{710C9122-01D9-E460-3DC0-9FEE18B3BB81}"/>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3" name="Text Placeholder 22">
            <a:extLst>
              <a:ext uri="{FF2B5EF4-FFF2-40B4-BE49-F238E27FC236}">
                <a16:creationId xmlns:a16="http://schemas.microsoft.com/office/drawing/2014/main" id="{B60D4E52-A4D9-6C27-489E-A0BAB8778AED}"/>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6849EEE7-9EA4-A5B6-26DC-7953337AD4BC}"/>
              </a:ext>
            </a:extLst>
          </p:cNvPr>
          <p:cNvSpPr>
            <a:spLocks noGrp="1"/>
          </p:cNvSpPr>
          <p:nvPr>
            <p:ph type="body" sz="quarter" idx="31" hasCustomPrompt="1"/>
          </p:nvPr>
        </p:nvSpPr>
        <p:spPr>
          <a:xfrm>
            <a:off x="111315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6D6425A7-5E26-B2A6-3CDF-389A16637CDB}"/>
              </a:ext>
            </a:extLst>
          </p:cNvPr>
          <p:cNvSpPr>
            <a:spLocks noGrp="1"/>
          </p:cNvSpPr>
          <p:nvPr>
            <p:ph type="body" sz="quarter" idx="32" hasCustomPrompt="1"/>
          </p:nvPr>
        </p:nvSpPr>
        <p:spPr>
          <a:xfrm>
            <a:off x="111315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9E734E4D-9514-2C91-1F2E-35FF9F44DE7C}"/>
              </a:ext>
            </a:extLst>
          </p:cNvPr>
          <p:cNvSpPr>
            <a:spLocks noGrp="1"/>
          </p:cNvSpPr>
          <p:nvPr>
            <p:ph type="body" sz="quarter" idx="33" hasCustomPrompt="1"/>
          </p:nvPr>
        </p:nvSpPr>
        <p:spPr>
          <a:xfrm>
            <a:off x="111315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20541328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8 Agenda Items - Light 2">
    <p:bg>
      <p:bgPr>
        <a:solidFill>
          <a:schemeClr val="bg2"/>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5B1A77B-4783-9B9B-440F-463617A41A5E}"/>
              </a:ext>
            </a:extLst>
          </p:cNvPr>
          <p:cNvSpPr txBox="1"/>
          <p:nvPr/>
        </p:nvSpPr>
        <p:spPr>
          <a:xfrm>
            <a:off x="5863310"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7" name="TextBox 6">
            <a:extLst>
              <a:ext uri="{FF2B5EF4-FFF2-40B4-BE49-F238E27FC236}">
                <a16:creationId xmlns:a16="http://schemas.microsoft.com/office/drawing/2014/main" id="{5DEA05C2-2D8F-B37C-E6C8-2C910C3B0A66}"/>
              </a:ext>
            </a:extLst>
          </p:cNvPr>
          <p:cNvSpPr txBox="1"/>
          <p:nvPr/>
        </p:nvSpPr>
        <p:spPr>
          <a:xfrm>
            <a:off x="5863310" y="275719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8" name="TextBox 7">
            <a:extLst>
              <a:ext uri="{FF2B5EF4-FFF2-40B4-BE49-F238E27FC236}">
                <a16:creationId xmlns:a16="http://schemas.microsoft.com/office/drawing/2014/main" id="{2EF9EDE5-E3EA-1406-55D6-7BC37E27D83E}"/>
              </a:ext>
            </a:extLst>
          </p:cNvPr>
          <p:cNvSpPr txBox="1"/>
          <p:nvPr/>
        </p:nvSpPr>
        <p:spPr>
          <a:xfrm>
            <a:off x="5875502" y="408612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7</a:t>
            </a:r>
          </a:p>
        </p:txBody>
      </p:sp>
      <p:sp>
        <p:nvSpPr>
          <p:cNvPr id="9" name="TextBox 8">
            <a:extLst>
              <a:ext uri="{FF2B5EF4-FFF2-40B4-BE49-F238E27FC236}">
                <a16:creationId xmlns:a16="http://schemas.microsoft.com/office/drawing/2014/main" id="{3C3B3564-664A-F418-D5FD-3B8D20DEA564}"/>
              </a:ext>
            </a:extLst>
          </p:cNvPr>
          <p:cNvSpPr txBox="1"/>
          <p:nvPr/>
        </p:nvSpPr>
        <p:spPr>
          <a:xfrm>
            <a:off x="5875502" y="542724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8</a:t>
            </a:r>
          </a:p>
        </p:txBody>
      </p:sp>
      <p:sp>
        <p:nvSpPr>
          <p:cNvPr id="2" name="TextBox 1">
            <a:extLst>
              <a:ext uri="{FF2B5EF4-FFF2-40B4-BE49-F238E27FC236}">
                <a16:creationId xmlns:a16="http://schemas.microsoft.com/office/drawing/2014/main" id="{913E6F54-A02B-C273-7F2B-2BF4FF3BB49B}"/>
              </a:ext>
            </a:extLst>
          </p:cNvPr>
          <p:cNvSpPr txBox="1"/>
          <p:nvPr/>
        </p:nvSpPr>
        <p:spPr>
          <a:xfrm>
            <a:off x="425678"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3" name="TextBox 2">
            <a:extLst>
              <a:ext uri="{FF2B5EF4-FFF2-40B4-BE49-F238E27FC236}">
                <a16:creationId xmlns:a16="http://schemas.microsoft.com/office/drawing/2014/main" id="{F3A6B45A-0470-5831-3603-BF10B145C843}"/>
              </a:ext>
            </a:extLst>
          </p:cNvPr>
          <p:cNvSpPr txBox="1"/>
          <p:nvPr/>
        </p:nvSpPr>
        <p:spPr>
          <a:xfrm>
            <a:off x="425678" y="275719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4" name="TextBox 3">
            <a:extLst>
              <a:ext uri="{FF2B5EF4-FFF2-40B4-BE49-F238E27FC236}">
                <a16:creationId xmlns:a16="http://schemas.microsoft.com/office/drawing/2014/main" id="{57571A45-F730-F078-45BC-AF407CF943D6}"/>
              </a:ext>
            </a:extLst>
          </p:cNvPr>
          <p:cNvSpPr txBox="1"/>
          <p:nvPr/>
        </p:nvSpPr>
        <p:spPr>
          <a:xfrm>
            <a:off x="437870" y="408612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5" name="TextBox 4">
            <a:extLst>
              <a:ext uri="{FF2B5EF4-FFF2-40B4-BE49-F238E27FC236}">
                <a16:creationId xmlns:a16="http://schemas.microsoft.com/office/drawing/2014/main" id="{8FFF0FAB-3545-03B2-09F3-8557AE02C3AF}"/>
              </a:ext>
            </a:extLst>
          </p:cNvPr>
          <p:cNvSpPr txBox="1"/>
          <p:nvPr/>
        </p:nvSpPr>
        <p:spPr>
          <a:xfrm>
            <a:off x="437870" y="542724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grpSp>
        <p:nvGrpSpPr>
          <p:cNvPr id="38" name="Group 37">
            <a:extLst>
              <a:ext uri="{FF2B5EF4-FFF2-40B4-BE49-F238E27FC236}">
                <a16:creationId xmlns:a16="http://schemas.microsoft.com/office/drawing/2014/main" id="{3F8EA822-EB38-BE33-CAA5-06A23C6A58D9}"/>
              </a:ext>
            </a:extLst>
          </p:cNvPr>
          <p:cNvGrpSpPr/>
          <p:nvPr/>
        </p:nvGrpSpPr>
        <p:grpSpPr>
          <a:xfrm>
            <a:off x="558801" y="2529224"/>
            <a:ext cx="10420252" cy="0"/>
            <a:chOff x="419100" y="1927655"/>
            <a:chExt cx="7815189" cy="0"/>
          </a:xfrm>
        </p:grpSpPr>
        <p:cxnSp>
          <p:nvCxnSpPr>
            <p:cNvPr id="39" name="Straight Connector 38">
              <a:extLst>
                <a:ext uri="{FF2B5EF4-FFF2-40B4-BE49-F238E27FC236}">
                  <a16:creationId xmlns:a16="http://schemas.microsoft.com/office/drawing/2014/main" id="{7D99B410-D406-8A1F-A20C-971FA5CA749C}"/>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E58360D3-9B95-F34A-4DDB-2FB599000772}"/>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41" name="Group 40">
            <a:extLst>
              <a:ext uri="{FF2B5EF4-FFF2-40B4-BE49-F238E27FC236}">
                <a16:creationId xmlns:a16="http://schemas.microsoft.com/office/drawing/2014/main" id="{4FD8E003-CC97-E346-23C3-D6F15952AC07}"/>
              </a:ext>
            </a:extLst>
          </p:cNvPr>
          <p:cNvGrpSpPr/>
          <p:nvPr/>
        </p:nvGrpSpPr>
        <p:grpSpPr>
          <a:xfrm>
            <a:off x="545254" y="3870856"/>
            <a:ext cx="10420252" cy="0"/>
            <a:chOff x="408940" y="3228135"/>
            <a:chExt cx="7815189" cy="0"/>
          </a:xfrm>
        </p:grpSpPr>
        <p:cxnSp>
          <p:nvCxnSpPr>
            <p:cNvPr id="42" name="Straight Connector 41">
              <a:extLst>
                <a:ext uri="{FF2B5EF4-FFF2-40B4-BE49-F238E27FC236}">
                  <a16:creationId xmlns:a16="http://schemas.microsoft.com/office/drawing/2014/main" id="{A68576CA-0532-65C2-7E43-48BE2A89CAFE}"/>
                </a:ext>
              </a:extLst>
            </p:cNvPr>
            <p:cNvCxnSpPr>
              <a:cxnSpLocks/>
            </p:cNvCxnSpPr>
            <p:nvPr/>
          </p:nvCxnSpPr>
          <p:spPr>
            <a:xfrm>
              <a:off x="40894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1785F024-7EB1-67A3-94D6-FFBF9D07B149}"/>
                </a:ext>
              </a:extLst>
            </p:cNvPr>
            <p:cNvCxnSpPr>
              <a:cxnSpLocks/>
            </p:cNvCxnSpPr>
            <p:nvPr/>
          </p:nvCxnSpPr>
          <p:spPr>
            <a:xfrm>
              <a:off x="449326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44" name="Group 43">
            <a:extLst>
              <a:ext uri="{FF2B5EF4-FFF2-40B4-BE49-F238E27FC236}">
                <a16:creationId xmlns:a16="http://schemas.microsoft.com/office/drawing/2014/main" id="{B0522116-51AD-0562-C961-6CF8CE627035}"/>
              </a:ext>
            </a:extLst>
          </p:cNvPr>
          <p:cNvGrpSpPr/>
          <p:nvPr/>
        </p:nvGrpSpPr>
        <p:grpSpPr>
          <a:xfrm>
            <a:off x="545254" y="5212488"/>
            <a:ext cx="10420252" cy="0"/>
            <a:chOff x="408940" y="3228135"/>
            <a:chExt cx="7815189" cy="0"/>
          </a:xfrm>
        </p:grpSpPr>
        <p:cxnSp>
          <p:nvCxnSpPr>
            <p:cNvPr id="45" name="Straight Connector 44">
              <a:extLst>
                <a:ext uri="{FF2B5EF4-FFF2-40B4-BE49-F238E27FC236}">
                  <a16:creationId xmlns:a16="http://schemas.microsoft.com/office/drawing/2014/main" id="{64D0AF4A-2D86-6C53-F25C-F1DDB2AEEDBA}"/>
                </a:ext>
              </a:extLst>
            </p:cNvPr>
            <p:cNvCxnSpPr>
              <a:cxnSpLocks/>
            </p:cNvCxnSpPr>
            <p:nvPr/>
          </p:nvCxnSpPr>
          <p:spPr>
            <a:xfrm>
              <a:off x="40894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44300C95-2F51-7FB0-2417-622850191E45}"/>
                </a:ext>
              </a:extLst>
            </p:cNvPr>
            <p:cNvCxnSpPr>
              <a:cxnSpLocks/>
            </p:cNvCxnSpPr>
            <p:nvPr/>
          </p:nvCxnSpPr>
          <p:spPr>
            <a:xfrm>
              <a:off x="449326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71" name="Title 1">
            <a:extLst>
              <a:ext uri="{FF2B5EF4-FFF2-40B4-BE49-F238E27FC236}">
                <a16:creationId xmlns:a16="http://schemas.microsoft.com/office/drawing/2014/main" id="{A44D7E89-FCAC-829C-0DA8-DA45DE411BC9}"/>
              </a:ext>
            </a:extLst>
          </p:cNvPr>
          <p:cNvSpPr>
            <a:spLocks noGrp="1"/>
          </p:cNvSpPr>
          <p:nvPr>
            <p:ph type="title" hasCustomPrompt="1"/>
          </p:nvPr>
        </p:nvSpPr>
        <p:spPr>
          <a:xfrm>
            <a:off x="558801" y="392853"/>
            <a:ext cx="10406704"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8" name="Freeform 17">
            <a:extLst>
              <a:ext uri="{FF2B5EF4-FFF2-40B4-BE49-F238E27FC236}">
                <a16:creationId xmlns:a16="http://schemas.microsoft.com/office/drawing/2014/main" id="{038B1EC1-3D1F-537C-B801-56675334A264}"/>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9" name="Picture 18">
            <a:extLst>
              <a:ext uri="{FF2B5EF4-FFF2-40B4-BE49-F238E27FC236}">
                <a16:creationId xmlns:a16="http://schemas.microsoft.com/office/drawing/2014/main" id="{AA1A25E7-E373-B316-9ED2-F331481CE904}"/>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0" name="Text Placeholder 22">
            <a:extLst>
              <a:ext uri="{FF2B5EF4-FFF2-40B4-BE49-F238E27FC236}">
                <a16:creationId xmlns:a16="http://schemas.microsoft.com/office/drawing/2014/main" id="{D646F1D6-6B7E-5CF8-FD8A-CCB22B58E062}"/>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1" name="Text Placeholder 22">
            <a:extLst>
              <a:ext uri="{FF2B5EF4-FFF2-40B4-BE49-F238E27FC236}">
                <a16:creationId xmlns:a16="http://schemas.microsoft.com/office/drawing/2014/main" id="{628AF46B-F27D-B317-67C8-FF2C4E2D31F4}"/>
              </a:ext>
            </a:extLst>
          </p:cNvPr>
          <p:cNvSpPr>
            <a:spLocks noGrp="1"/>
          </p:cNvSpPr>
          <p:nvPr>
            <p:ph type="body" sz="quarter" idx="42" hasCustomPrompt="1"/>
          </p:nvPr>
        </p:nvSpPr>
        <p:spPr>
          <a:xfrm>
            <a:off x="655891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2" name="Text Placeholder 22">
            <a:extLst>
              <a:ext uri="{FF2B5EF4-FFF2-40B4-BE49-F238E27FC236}">
                <a16:creationId xmlns:a16="http://schemas.microsoft.com/office/drawing/2014/main" id="{05A73183-42E2-6CC1-27D9-3600233C5A38}"/>
              </a:ext>
            </a:extLst>
          </p:cNvPr>
          <p:cNvSpPr>
            <a:spLocks noGrp="1"/>
          </p:cNvSpPr>
          <p:nvPr>
            <p:ph type="body" sz="quarter" idx="43" hasCustomPrompt="1"/>
          </p:nvPr>
        </p:nvSpPr>
        <p:spPr>
          <a:xfrm>
            <a:off x="655891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3" name="Text Placeholder 22">
            <a:extLst>
              <a:ext uri="{FF2B5EF4-FFF2-40B4-BE49-F238E27FC236}">
                <a16:creationId xmlns:a16="http://schemas.microsoft.com/office/drawing/2014/main" id="{DA9BBA8D-7540-2270-F248-66F5E31AC4E1}"/>
              </a:ext>
            </a:extLst>
          </p:cNvPr>
          <p:cNvSpPr>
            <a:spLocks noGrp="1"/>
          </p:cNvSpPr>
          <p:nvPr>
            <p:ph type="body" sz="quarter" idx="44" hasCustomPrompt="1"/>
          </p:nvPr>
        </p:nvSpPr>
        <p:spPr>
          <a:xfrm>
            <a:off x="655891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4" name="Text Placeholder 22">
            <a:extLst>
              <a:ext uri="{FF2B5EF4-FFF2-40B4-BE49-F238E27FC236}">
                <a16:creationId xmlns:a16="http://schemas.microsoft.com/office/drawing/2014/main" id="{F71FCFFE-166C-F6F0-FB68-60654BE3EDE9}"/>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5" name="Text Placeholder 22">
            <a:extLst>
              <a:ext uri="{FF2B5EF4-FFF2-40B4-BE49-F238E27FC236}">
                <a16:creationId xmlns:a16="http://schemas.microsoft.com/office/drawing/2014/main" id="{788F45F9-5984-FDCE-6640-4F6857F1E855}"/>
              </a:ext>
            </a:extLst>
          </p:cNvPr>
          <p:cNvSpPr>
            <a:spLocks noGrp="1"/>
          </p:cNvSpPr>
          <p:nvPr>
            <p:ph type="body" sz="quarter" idx="31" hasCustomPrompt="1"/>
          </p:nvPr>
        </p:nvSpPr>
        <p:spPr>
          <a:xfrm>
            <a:off x="111315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6" name="Text Placeholder 22">
            <a:extLst>
              <a:ext uri="{FF2B5EF4-FFF2-40B4-BE49-F238E27FC236}">
                <a16:creationId xmlns:a16="http://schemas.microsoft.com/office/drawing/2014/main" id="{8C51E9FD-A62A-29C2-673A-DC3A94FC2DED}"/>
              </a:ext>
            </a:extLst>
          </p:cNvPr>
          <p:cNvSpPr>
            <a:spLocks noGrp="1"/>
          </p:cNvSpPr>
          <p:nvPr>
            <p:ph type="body" sz="quarter" idx="32" hasCustomPrompt="1"/>
          </p:nvPr>
        </p:nvSpPr>
        <p:spPr>
          <a:xfrm>
            <a:off x="111315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7" name="Text Placeholder 22">
            <a:extLst>
              <a:ext uri="{FF2B5EF4-FFF2-40B4-BE49-F238E27FC236}">
                <a16:creationId xmlns:a16="http://schemas.microsoft.com/office/drawing/2014/main" id="{52E8A740-D522-56CD-9425-96B6018C60FF}"/>
              </a:ext>
            </a:extLst>
          </p:cNvPr>
          <p:cNvSpPr>
            <a:spLocks noGrp="1"/>
          </p:cNvSpPr>
          <p:nvPr>
            <p:ph type="body" sz="quarter" idx="33" hasCustomPrompt="1"/>
          </p:nvPr>
        </p:nvSpPr>
        <p:spPr>
          <a:xfrm>
            <a:off x="111315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5480826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8 Agenda Items - Dark">
    <p:bg>
      <p:bgRef idx="1001">
        <a:schemeClr val="bg2"/>
      </p:bgRef>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E7FE4A6F-D14C-4534-373D-85D2A5FB702E}"/>
              </a:ext>
            </a:extLst>
          </p:cNvPr>
          <p:cNvSpPr>
            <a:spLocks noGrp="1"/>
          </p:cNvSpPr>
          <p:nvPr>
            <p:ph type="title" hasCustomPrompt="1"/>
          </p:nvPr>
        </p:nvSpPr>
        <p:spPr>
          <a:xfrm>
            <a:off x="558801" y="392853"/>
            <a:ext cx="10406704"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4" name="Group 3">
            <a:extLst>
              <a:ext uri="{FF2B5EF4-FFF2-40B4-BE49-F238E27FC236}">
                <a16:creationId xmlns:a16="http://schemas.microsoft.com/office/drawing/2014/main" id="{68999467-E9CA-D9B3-BFF5-E105A99FCDDB}"/>
              </a:ext>
            </a:extLst>
          </p:cNvPr>
          <p:cNvGrpSpPr/>
          <p:nvPr/>
        </p:nvGrpSpPr>
        <p:grpSpPr>
          <a:xfrm>
            <a:off x="558801" y="2529224"/>
            <a:ext cx="10420252" cy="0"/>
            <a:chOff x="419100" y="1927655"/>
            <a:chExt cx="7815189" cy="0"/>
          </a:xfrm>
        </p:grpSpPr>
        <p:cxnSp>
          <p:nvCxnSpPr>
            <p:cNvPr id="5" name="Straight Connector 4">
              <a:extLst>
                <a:ext uri="{FF2B5EF4-FFF2-40B4-BE49-F238E27FC236}">
                  <a16:creationId xmlns:a16="http://schemas.microsoft.com/office/drawing/2014/main" id="{1D0619DB-BB40-86E9-AA24-54C6F598E7DD}"/>
                </a:ext>
              </a:extLst>
            </p:cNvPr>
            <p:cNvCxnSpPr>
              <a:cxnSpLocks/>
            </p:cNvCxnSpPr>
            <p:nvPr/>
          </p:nvCxnSpPr>
          <p:spPr>
            <a:xfrm>
              <a:off x="41910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9516FF79-36C6-7111-0773-07C5B5D7FDEB}"/>
                </a:ext>
              </a:extLst>
            </p:cNvPr>
            <p:cNvCxnSpPr>
              <a:cxnSpLocks/>
            </p:cNvCxnSpPr>
            <p:nvPr/>
          </p:nvCxnSpPr>
          <p:spPr>
            <a:xfrm>
              <a:off x="450342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7" name="Group 6">
            <a:extLst>
              <a:ext uri="{FF2B5EF4-FFF2-40B4-BE49-F238E27FC236}">
                <a16:creationId xmlns:a16="http://schemas.microsoft.com/office/drawing/2014/main" id="{EF9CE445-9C38-4EC9-11AA-25B5053F417C}"/>
              </a:ext>
            </a:extLst>
          </p:cNvPr>
          <p:cNvGrpSpPr/>
          <p:nvPr/>
        </p:nvGrpSpPr>
        <p:grpSpPr>
          <a:xfrm>
            <a:off x="545254" y="3870856"/>
            <a:ext cx="10420252" cy="0"/>
            <a:chOff x="408940" y="3228135"/>
            <a:chExt cx="7815189" cy="0"/>
          </a:xfrm>
        </p:grpSpPr>
        <p:cxnSp>
          <p:nvCxnSpPr>
            <p:cNvPr id="8" name="Straight Connector 7">
              <a:extLst>
                <a:ext uri="{FF2B5EF4-FFF2-40B4-BE49-F238E27FC236}">
                  <a16:creationId xmlns:a16="http://schemas.microsoft.com/office/drawing/2014/main" id="{46DC8A1C-04E6-325C-8441-C692D47A0B2D}"/>
                </a:ext>
              </a:extLst>
            </p:cNvPr>
            <p:cNvCxnSpPr>
              <a:cxnSpLocks/>
            </p:cNvCxnSpPr>
            <p:nvPr/>
          </p:nvCxnSpPr>
          <p:spPr>
            <a:xfrm>
              <a:off x="40894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ABD207AD-6154-8D4B-E3AB-CCE0E3891211}"/>
                </a:ext>
              </a:extLst>
            </p:cNvPr>
            <p:cNvCxnSpPr>
              <a:cxnSpLocks/>
            </p:cNvCxnSpPr>
            <p:nvPr/>
          </p:nvCxnSpPr>
          <p:spPr>
            <a:xfrm>
              <a:off x="449326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10" name="Group 9">
            <a:extLst>
              <a:ext uri="{FF2B5EF4-FFF2-40B4-BE49-F238E27FC236}">
                <a16:creationId xmlns:a16="http://schemas.microsoft.com/office/drawing/2014/main" id="{8F384495-4350-4922-BB7F-B31D8905B898}"/>
              </a:ext>
            </a:extLst>
          </p:cNvPr>
          <p:cNvGrpSpPr/>
          <p:nvPr/>
        </p:nvGrpSpPr>
        <p:grpSpPr>
          <a:xfrm>
            <a:off x="545254" y="5212488"/>
            <a:ext cx="10420252" cy="0"/>
            <a:chOff x="408940" y="3228135"/>
            <a:chExt cx="7815189" cy="0"/>
          </a:xfrm>
        </p:grpSpPr>
        <p:cxnSp>
          <p:nvCxnSpPr>
            <p:cNvPr id="11" name="Straight Connector 10">
              <a:extLst>
                <a:ext uri="{FF2B5EF4-FFF2-40B4-BE49-F238E27FC236}">
                  <a16:creationId xmlns:a16="http://schemas.microsoft.com/office/drawing/2014/main" id="{24DA044E-86D1-E3F4-D4A2-2DFF57E8A2B6}"/>
                </a:ext>
              </a:extLst>
            </p:cNvPr>
            <p:cNvCxnSpPr>
              <a:cxnSpLocks/>
            </p:cNvCxnSpPr>
            <p:nvPr/>
          </p:nvCxnSpPr>
          <p:spPr>
            <a:xfrm>
              <a:off x="40894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F9233F31-9CFD-A901-84F2-4A22C9584789}"/>
                </a:ext>
              </a:extLst>
            </p:cNvPr>
            <p:cNvCxnSpPr>
              <a:cxnSpLocks/>
            </p:cNvCxnSpPr>
            <p:nvPr/>
          </p:nvCxnSpPr>
          <p:spPr>
            <a:xfrm>
              <a:off x="449326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 name="Freeform 1">
            <a:extLst>
              <a:ext uri="{FF2B5EF4-FFF2-40B4-BE49-F238E27FC236}">
                <a16:creationId xmlns:a16="http://schemas.microsoft.com/office/drawing/2014/main" id="{69EADF94-E9D5-F625-C415-8E5B1ABE8594}"/>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7" name="Picture 10">
            <a:extLst>
              <a:ext uri="{FF2B5EF4-FFF2-40B4-BE49-F238E27FC236}">
                <a16:creationId xmlns:a16="http://schemas.microsoft.com/office/drawing/2014/main" id="{E97FAE36-9954-E29D-FC6A-537B75F89478}"/>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8" name="TextBox 37">
            <a:extLst>
              <a:ext uri="{FF2B5EF4-FFF2-40B4-BE49-F238E27FC236}">
                <a16:creationId xmlns:a16="http://schemas.microsoft.com/office/drawing/2014/main" id="{7E850E16-3EBF-88A3-EDA9-403B35E6600D}"/>
              </a:ext>
            </a:extLst>
          </p:cNvPr>
          <p:cNvSpPr txBox="1"/>
          <p:nvPr/>
        </p:nvSpPr>
        <p:spPr>
          <a:xfrm>
            <a:off x="5863310"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39" name="TextBox 38">
            <a:extLst>
              <a:ext uri="{FF2B5EF4-FFF2-40B4-BE49-F238E27FC236}">
                <a16:creationId xmlns:a16="http://schemas.microsoft.com/office/drawing/2014/main" id="{24AC0962-A3C4-B095-C797-39C578E93F7E}"/>
              </a:ext>
            </a:extLst>
          </p:cNvPr>
          <p:cNvSpPr txBox="1"/>
          <p:nvPr/>
        </p:nvSpPr>
        <p:spPr>
          <a:xfrm>
            <a:off x="5863310" y="275719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40" name="TextBox 39">
            <a:extLst>
              <a:ext uri="{FF2B5EF4-FFF2-40B4-BE49-F238E27FC236}">
                <a16:creationId xmlns:a16="http://schemas.microsoft.com/office/drawing/2014/main" id="{6AF49734-D573-30B0-1D9F-20FA97587075}"/>
              </a:ext>
            </a:extLst>
          </p:cNvPr>
          <p:cNvSpPr txBox="1"/>
          <p:nvPr/>
        </p:nvSpPr>
        <p:spPr>
          <a:xfrm>
            <a:off x="5875502" y="408612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7</a:t>
            </a:r>
          </a:p>
        </p:txBody>
      </p:sp>
      <p:sp>
        <p:nvSpPr>
          <p:cNvPr id="41" name="TextBox 40">
            <a:extLst>
              <a:ext uri="{FF2B5EF4-FFF2-40B4-BE49-F238E27FC236}">
                <a16:creationId xmlns:a16="http://schemas.microsoft.com/office/drawing/2014/main" id="{1B436AAE-8519-D667-E5AA-5A53AF613B0B}"/>
              </a:ext>
            </a:extLst>
          </p:cNvPr>
          <p:cNvSpPr txBox="1"/>
          <p:nvPr/>
        </p:nvSpPr>
        <p:spPr>
          <a:xfrm>
            <a:off x="5875502" y="542724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8</a:t>
            </a:r>
          </a:p>
        </p:txBody>
      </p:sp>
      <p:sp>
        <p:nvSpPr>
          <p:cNvPr id="42" name="TextBox 41">
            <a:extLst>
              <a:ext uri="{FF2B5EF4-FFF2-40B4-BE49-F238E27FC236}">
                <a16:creationId xmlns:a16="http://schemas.microsoft.com/office/drawing/2014/main" id="{5CDD0A50-29C7-ABE9-2A8A-65D0AA485492}"/>
              </a:ext>
            </a:extLst>
          </p:cNvPr>
          <p:cNvSpPr txBox="1"/>
          <p:nvPr/>
        </p:nvSpPr>
        <p:spPr>
          <a:xfrm>
            <a:off x="425678"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43" name="TextBox 42">
            <a:extLst>
              <a:ext uri="{FF2B5EF4-FFF2-40B4-BE49-F238E27FC236}">
                <a16:creationId xmlns:a16="http://schemas.microsoft.com/office/drawing/2014/main" id="{8CF84990-9000-0F9F-BE08-328B560A74BE}"/>
              </a:ext>
            </a:extLst>
          </p:cNvPr>
          <p:cNvSpPr txBox="1"/>
          <p:nvPr/>
        </p:nvSpPr>
        <p:spPr>
          <a:xfrm>
            <a:off x="425678" y="275719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44" name="TextBox 43">
            <a:extLst>
              <a:ext uri="{FF2B5EF4-FFF2-40B4-BE49-F238E27FC236}">
                <a16:creationId xmlns:a16="http://schemas.microsoft.com/office/drawing/2014/main" id="{4DAED60D-E299-D40E-5512-6BBCA5659BC9}"/>
              </a:ext>
            </a:extLst>
          </p:cNvPr>
          <p:cNvSpPr txBox="1"/>
          <p:nvPr/>
        </p:nvSpPr>
        <p:spPr>
          <a:xfrm>
            <a:off x="437870" y="408612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45" name="TextBox 44">
            <a:extLst>
              <a:ext uri="{FF2B5EF4-FFF2-40B4-BE49-F238E27FC236}">
                <a16:creationId xmlns:a16="http://schemas.microsoft.com/office/drawing/2014/main" id="{C55F75F5-0179-2466-0C38-DB963DFBE913}"/>
              </a:ext>
            </a:extLst>
          </p:cNvPr>
          <p:cNvSpPr txBox="1"/>
          <p:nvPr/>
        </p:nvSpPr>
        <p:spPr>
          <a:xfrm>
            <a:off x="437870" y="542724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13" name="Text Placeholder 22">
            <a:extLst>
              <a:ext uri="{FF2B5EF4-FFF2-40B4-BE49-F238E27FC236}">
                <a16:creationId xmlns:a16="http://schemas.microsoft.com/office/drawing/2014/main" id="{66C76A3B-2DA7-EC77-8C86-23ABD4BE22A0}"/>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BC722716-5D88-4332-E776-DB030BC488D7}"/>
              </a:ext>
            </a:extLst>
          </p:cNvPr>
          <p:cNvSpPr>
            <a:spLocks noGrp="1"/>
          </p:cNvSpPr>
          <p:nvPr>
            <p:ph type="body" sz="quarter" idx="42" hasCustomPrompt="1"/>
          </p:nvPr>
        </p:nvSpPr>
        <p:spPr>
          <a:xfrm>
            <a:off x="655891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B20DBB98-0C7F-B804-8DEB-9B105A9FAF4C}"/>
              </a:ext>
            </a:extLst>
          </p:cNvPr>
          <p:cNvSpPr>
            <a:spLocks noGrp="1"/>
          </p:cNvSpPr>
          <p:nvPr>
            <p:ph type="body" sz="quarter" idx="43" hasCustomPrompt="1"/>
          </p:nvPr>
        </p:nvSpPr>
        <p:spPr>
          <a:xfrm>
            <a:off x="655891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6547FF67-6151-4137-2828-E7C9DBE0BEC1}"/>
              </a:ext>
            </a:extLst>
          </p:cNvPr>
          <p:cNvSpPr>
            <a:spLocks noGrp="1"/>
          </p:cNvSpPr>
          <p:nvPr>
            <p:ph type="body" sz="quarter" idx="44" hasCustomPrompt="1"/>
          </p:nvPr>
        </p:nvSpPr>
        <p:spPr>
          <a:xfrm>
            <a:off x="655891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7" name="Text Placeholder 22">
            <a:extLst>
              <a:ext uri="{FF2B5EF4-FFF2-40B4-BE49-F238E27FC236}">
                <a16:creationId xmlns:a16="http://schemas.microsoft.com/office/drawing/2014/main" id="{75DF981B-AB33-1191-9C60-83A6433A5540}"/>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8" name="Text Placeholder 22">
            <a:extLst>
              <a:ext uri="{FF2B5EF4-FFF2-40B4-BE49-F238E27FC236}">
                <a16:creationId xmlns:a16="http://schemas.microsoft.com/office/drawing/2014/main" id="{B2394ED9-1615-AB43-30CE-B3C8034EDFA9}"/>
              </a:ext>
            </a:extLst>
          </p:cNvPr>
          <p:cNvSpPr>
            <a:spLocks noGrp="1"/>
          </p:cNvSpPr>
          <p:nvPr>
            <p:ph type="body" sz="quarter" idx="31" hasCustomPrompt="1"/>
          </p:nvPr>
        </p:nvSpPr>
        <p:spPr>
          <a:xfrm>
            <a:off x="111315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9" name="Text Placeholder 22">
            <a:extLst>
              <a:ext uri="{FF2B5EF4-FFF2-40B4-BE49-F238E27FC236}">
                <a16:creationId xmlns:a16="http://schemas.microsoft.com/office/drawing/2014/main" id="{0840C83F-102D-F521-4C59-CDAC58C98CCA}"/>
              </a:ext>
            </a:extLst>
          </p:cNvPr>
          <p:cNvSpPr>
            <a:spLocks noGrp="1"/>
          </p:cNvSpPr>
          <p:nvPr>
            <p:ph type="body" sz="quarter" idx="32" hasCustomPrompt="1"/>
          </p:nvPr>
        </p:nvSpPr>
        <p:spPr>
          <a:xfrm>
            <a:off x="111315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0" name="Text Placeholder 22">
            <a:extLst>
              <a:ext uri="{FF2B5EF4-FFF2-40B4-BE49-F238E27FC236}">
                <a16:creationId xmlns:a16="http://schemas.microsoft.com/office/drawing/2014/main" id="{71E0A25F-3FBE-836A-C5EB-EB8E1C863B09}"/>
              </a:ext>
            </a:extLst>
          </p:cNvPr>
          <p:cNvSpPr>
            <a:spLocks noGrp="1"/>
          </p:cNvSpPr>
          <p:nvPr>
            <p:ph type="body" sz="quarter" idx="33" hasCustomPrompt="1"/>
          </p:nvPr>
        </p:nvSpPr>
        <p:spPr>
          <a:xfrm>
            <a:off x="111315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157562698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12 Agenda items">
    <p:bg>
      <p:bgPr>
        <a:solidFill>
          <a:schemeClr val="bg2"/>
        </a:solidFill>
        <a:effectLst/>
      </p:bgPr>
    </p:bg>
    <p:spTree>
      <p:nvGrpSpPr>
        <p:cNvPr id="1" name=""/>
        <p:cNvGrpSpPr/>
        <p:nvPr/>
      </p:nvGrpSpPr>
      <p:grpSpPr>
        <a:xfrm>
          <a:off x="0" y="0"/>
          <a:ext cx="0" cy="0"/>
          <a:chOff x="0" y="0"/>
          <a:chExt cx="0" cy="0"/>
        </a:xfrm>
      </p:grpSpPr>
      <p:sp>
        <p:nvSpPr>
          <p:cNvPr id="2" name="Text Placeholder 22">
            <a:extLst>
              <a:ext uri="{FF2B5EF4-FFF2-40B4-BE49-F238E27FC236}">
                <a16:creationId xmlns:a16="http://schemas.microsoft.com/office/drawing/2014/main" id="{F5B621D7-6C03-1335-354A-0E782DB59EB6}"/>
              </a:ext>
            </a:extLst>
          </p:cNvPr>
          <p:cNvSpPr>
            <a:spLocks noGrp="1"/>
          </p:cNvSpPr>
          <p:nvPr>
            <p:ph type="body" sz="quarter" idx="41" hasCustomPrompt="1"/>
          </p:nvPr>
        </p:nvSpPr>
        <p:spPr>
          <a:xfrm>
            <a:off x="6014387" y="1360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3" name="Text Placeholder 22">
            <a:extLst>
              <a:ext uri="{FF2B5EF4-FFF2-40B4-BE49-F238E27FC236}">
                <a16:creationId xmlns:a16="http://schemas.microsoft.com/office/drawing/2014/main" id="{BB74429B-00CE-7A2D-764C-1D113372A51E}"/>
              </a:ext>
            </a:extLst>
          </p:cNvPr>
          <p:cNvSpPr>
            <a:spLocks noGrp="1"/>
          </p:cNvSpPr>
          <p:nvPr>
            <p:ph type="body" sz="quarter" idx="42" hasCustomPrompt="1"/>
          </p:nvPr>
        </p:nvSpPr>
        <p:spPr>
          <a:xfrm>
            <a:off x="568627" y="1360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grpSp>
        <p:nvGrpSpPr>
          <p:cNvPr id="89" name="Group 88">
            <a:extLst>
              <a:ext uri="{FF2B5EF4-FFF2-40B4-BE49-F238E27FC236}">
                <a16:creationId xmlns:a16="http://schemas.microsoft.com/office/drawing/2014/main" id="{9250D832-B9E4-EEAE-D986-95AAB13425F8}"/>
              </a:ext>
            </a:extLst>
          </p:cNvPr>
          <p:cNvGrpSpPr/>
          <p:nvPr/>
        </p:nvGrpSpPr>
        <p:grpSpPr>
          <a:xfrm>
            <a:off x="534537" y="5754977"/>
            <a:ext cx="10420252" cy="0"/>
            <a:chOff x="419100" y="1927655"/>
            <a:chExt cx="7815189" cy="0"/>
          </a:xfrm>
        </p:grpSpPr>
        <p:cxnSp>
          <p:nvCxnSpPr>
            <p:cNvPr id="90" name="Straight Connector 89">
              <a:extLst>
                <a:ext uri="{FF2B5EF4-FFF2-40B4-BE49-F238E27FC236}">
                  <a16:creationId xmlns:a16="http://schemas.microsoft.com/office/drawing/2014/main" id="{F8C3EB9D-90FE-526A-2612-E2D632398C42}"/>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1" name="Straight Connector 90">
              <a:extLst>
                <a:ext uri="{FF2B5EF4-FFF2-40B4-BE49-F238E27FC236}">
                  <a16:creationId xmlns:a16="http://schemas.microsoft.com/office/drawing/2014/main" id="{A933724A-3051-A874-E6A8-49F49D7B17EF}"/>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71" name="Title 1">
            <a:extLst>
              <a:ext uri="{FF2B5EF4-FFF2-40B4-BE49-F238E27FC236}">
                <a16:creationId xmlns:a16="http://schemas.microsoft.com/office/drawing/2014/main" id="{A44D7E89-FCAC-829C-0DA8-DA45DE411BC9}"/>
              </a:ext>
            </a:extLst>
          </p:cNvPr>
          <p:cNvSpPr>
            <a:spLocks noGrp="1"/>
          </p:cNvSpPr>
          <p:nvPr>
            <p:ph type="title" hasCustomPrompt="1"/>
          </p:nvPr>
        </p:nvSpPr>
        <p:spPr>
          <a:xfrm>
            <a:off x="558801" y="392853"/>
            <a:ext cx="10406704"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10" name="Group 9">
            <a:extLst>
              <a:ext uri="{FF2B5EF4-FFF2-40B4-BE49-F238E27FC236}">
                <a16:creationId xmlns:a16="http://schemas.microsoft.com/office/drawing/2014/main" id="{DB0C3D58-0B25-BD6A-2A5A-DB6A99FCE74B}"/>
              </a:ext>
            </a:extLst>
          </p:cNvPr>
          <p:cNvGrpSpPr/>
          <p:nvPr/>
        </p:nvGrpSpPr>
        <p:grpSpPr>
          <a:xfrm>
            <a:off x="558801" y="1922063"/>
            <a:ext cx="10420252" cy="0"/>
            <a:chOff x="419100" y="1927655"/>
            <a:chExt cx="7815189" cy="0"/>
          </a:xfrm>
        </p:grpSpPr>
        <p:cxnSp>
          <p:nvCxnSpPr>
            <p:cNvPr id="11" name="Straight Connector 10">
              <a:extLst>
                <a:ext uri="{FF2B5EF4-FFF2-40B4-BE49-F238E27FC236}">
                  <a16:creationId xmlns:a16="http://schemas.microsoft.com/office/drawing/2014/main" id="{9693BF9E-34A4-8F57-3340-AE0864CD1F87}"/>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CE0530AC-F50B-F354-55CB-FD0D61F28B83}"/>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15" name="Group 14">
            <a:extLst>
              <a:ext uri="{FF2B5EF4-FFF2-40B4-BE49-F238E27FC236}">
                <a16:creationId xmlns:a16="http://schemas.microsoft.com/office/drawing/2014/main" id="{F0AF7746-73D2-DE95-055F-BCE8A574CA4F}"/>
              </a:ext>
            </a:extLst>
          </p:cNvPr>
          <p:cNvGrpSpPr/>
          <p:nvPr/>
        </p:nvGrpSpPr>
        <p:grpSpPr>
          <a:xfrm>
            <a:off x="558801" y="2685249"/>
            <a:ext cx="10420252" cy="0"/>
            <a:chOff x="419100" y="1927655"/>
            <a:chExt cx="7815189" cy="0"/>
          </a:xfrm>
        </p:grpSpPr>
        <p:cxnSp>
          <p:nvCxnSpPr>
            <p:cNvPr id="16" name="Straight Connector 15">
              <a:extLst>
                <a:ext uri="{FF2B5EF4-FFF2-40B4-BE49-F238E27FC236}">
                  <a16:creationId xmlns:a16="http://schemas.microsoft.com/office/drawing/2014/main" id="{884414A5-A05E-7312-0777-6DD670899437}"/>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BDCA160F-C741-E203-FBD0-C718838AA693}"/>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20" name="Group 19">
            <a:extLst>
              <a:ext uri="{FF2B5EF4-FFF2-40B4-BE49-F238E27FC236}">
                <a16:creationId xmlns:a16="http://schemas.microsoft.com/office/drawing/2014/main" id="{CBEECC1D-D7FC-9FAF-6C04-69D05662FEDD}"/>
              </a:ext>
            </a:extLst>
          </p:cNvPr>
          <p:cNvGrpSpPr/>
          <p:nvPr/>
        </p:nvGrpSpPr>
        <p:grpSpPr>
          <a:xfrm>
            <a:off x="546729" y="3448436"/>
            <a:ext cx="10420252" cy="0"/>
            <a:chOff x="419100" y="1927655"/>
            <a:chExt cx="7815189" cy="0"/>
          </a:xfrm>
        </p:grpSpPr>
        <p:cxnSp>
          <p:nvCxnSpPr>
            <p:cNvPr id="21" name="Straight Connector 20">
              <a:extLst>
                <a:ext uri="{FF2B5EF4-FFF2-40B4-BE49-F238E27FC236}">
                  <a16:creationId xmlns:a16="http://schemas.microsoft.com/office/drawing/2014/main" id="{9B07ABDA-943A-652F-9D7F-11DF8BA49CCA}"/>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7C952D63-1F79-FEF0-A379-CD8056D78EF8}"/>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25" name="Group 24">
            <a:extLst>
              <a:ext uri="{FF2B5EF4-FFF2-40B4-BE49-F238E27FC236}">
                <a16:creationId xmlns:a16="http://schemas.microsoft.com/office/drawing/2014/main" id="{68870F6E-199F-A27D-ACDF-F43214FB9F41}"/>
              </a:ext>
            </a:extLst>
          </p:cNvPr>
          <p:cNvGrpSpPr/>
          <p:nvPr/>
        </p:nvGrpSpPr>
        <p:grpSpPr>
          <a:xfrm>
            <a:off x="546729" y="4211623"/>
            <a:ext cx="10420252" cy="0"/>
            <a:chOff x="419100" y="1927655"/>
            <a:chExt cx="7815189" cy="0"/>
          </a:xfrm>
        </p:grpSpPr>
        <p:cxnSp>
          <p:nvCxnSpPr>
            <p:cNvPr id="26" name="Straight Connector 25">
              <a:extLst>
                <a:ext uri="{FF2B5EF4-FFF2-40B4-BE49-F238E27FC236}">
                  <a16:creationId xmlns:a16="http://schemas.microsoft.com/office/drawing/2014/main" id="{407F5D5E-195A-8D97-B5FB-85AFB7DDCFAA}"/>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D20B6B09-3750-6B0B-12F0-E41CB71C213E}"/>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30" name="Group 29">
            <a:extLst>
              <a:ext uri="{FF2B5EF4-FFF2-40B4-BE49-F238E27FC236}">
                <a16:creationId xmlns:a16="http://schemas.microsoft.com/office/drawing/2014/main" id="{ED12AF79-0C9F-A31B-5743-65597C0B0A79}"/>
              </a:ext>
            </a:extLst>
          </p:cNvPr>
          <p:cNvGrpSpPr/>
          <p:nvPr/>
        </p:nvGrpSpPr>
        <p:grpSpPr>
          <a:xfrm>
            <a:off x="546729" y="4986881"/>
            <a:ext cx="10420252" cy="0"/>
            <a:chOff x="419100" y="1927655"/>
            <a:chExt cx="7815189" cy="0"/>
          </a:xfrm>
        </p:grpSpPr>
        <p:cxnSp>
          <p:nvCxnSpPr>
            <p:cNvPr id="31" name="Straight Connector 30">
              <a:extLst>
                <a:ext uri="{FF2B5EF4-FFF2-40B4-BE49-F238E27FC236}">
                  <a16:creationId xmlns:a16="http://schemas.microsoft.com/office/drawing/2014/main" id="{62035680-E8D5-5ECE-581C-D7DB404A7F84}"/>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937CFC37-ED96-8E79-8977-2018D7D7CB7F}"/>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83" name="Text Placeholder 82">
            <a:extLst>
              <a:ext uri="{FF2B5EF4-FFF2-40B4-BE49-F238E27FC236}">
                <a16:creationId xmlns:a16="http://schemas.microsoft.com/office/drawing/2014/main" id="{BC18439E-E5EB-9746-CF24-3D7553025FED}"/>
              </a:ext>
            </a:extLst>
          </p:cNvPr>
          <p:cNvSpPr>
            <a:spLocks noGrp="1"/>
          </p:cNvSpPr>
          <p:nvPr>
            <p:ph type="body" sz="quarter" idx="16" hasCustomPrompt="1"/>
          </p:nvPr>
        </p:nvSpPr>
        <p:spPr>
          <a:xfrm>
            <a:off x="4754703" y="1352551"/>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4" name="Text Placeholder 82">
            <a:extLst>
              <a:ext uri="{FF2B5EF4-FFF2-40B4-BE49-F238E27FC236}">
                <a16:creationId xmlns:a16="http://schemas.microsoft.com/office/drawing/2014/main" id="{C5843CD8-08C1-C39E-7A34-239D47C3C66B}"/>
              </a:ext>
            </a:extLst>
          </p:cNvPr>
          <p:cNvSpPr>
            <a:spLocks noGrp="1"/>
          </p:cNvSpPr>
          <p:nvPr>
            <p:ph type="body" sz="quarter" idx="17" hasCustomPrompt="1"/>
          </p:nvPr>
        </p:nvSpPr>
        <p:spPr>
          <a:xfrm>
            <a:off x="4754703" y="2132839"/>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5" name="Text Placeholder 82">
            <a:extLst>
              <a:ext uri="{FF2B5EF4-FFF2-40B4-BE49-F238E27FC236}">
                <a16:creationId xmlns:a16="http://schemas.microsoft.com/office/drawing/2014/main" id="{8CE98B1D-47B8-5D81-90D8-B1AD564DC77B}"/>
              </a:ext>
            </a:extLst>
          </p:cNvPr>
          <p:cNvSpPr>
            <a:spLocks noGrp="1"/>
          </p:cNvSpPr>
          <p:nvPr>
            <p:ph type="body" sz="quarter" idx="18" hasCustomPrompt="1"/>
          </p:nvPr>
        </p:nvSpPr>
        <p:spPr>
          <a:xfrm>
            <a:off x="4754703" y="2876551"/>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6" name="Text Placeholder 82">
            <a:extLst>
              <a:ext uri="{FF2B5EF4-FFF2-40B4-BE49-F238E27FC236}">
                <a16:creationId xmlns:a16="http://schemas.microsoft.com/office/drawing/2014/main" id="{F5D9D48F-54D3-EFE0-A08F-9D9D5C8AFC6E}"/>
              </a:ext>
            </a:extLst>
          </p:cNvPr>
          <p:cNvSpPr>
            <a:spLocks noGrp="1"/>
          </p:cNvSpPr>
          <p:nvPr>
            <p:ph type="body" sz="quarter" idx="19" hasCustomPrompt="1"/>
          </p:nvPr>
        </p:nvSpPr>
        <p:spPr>
          <a:xfrm>
            <a:off x="4754703" y="3644647"/>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7" name="Text Placeholder 82">
            <a:extLst>
              <a:ext uri="{FF2B5EF4-FFF2-40B4-BE49-F238E27FC236}">
                <a16:creationId xmlns:a16="http://schemas.microsoft.com/office/drawing/2014/main" id="{40F09BFB-C215-D71F-E38E-C422B83E20D1}"/>
              </a:ext>
            </a:extLst>
          </p:cNvPr>
          <p:cNvSpPr>
            <a:spLocks noGrp="1"/>
          </p:cNvSpPr>
          <p:nvPr>
            <p:ph type="body" sz="quarter" idx="20" hasCustomPrompt="1"/>
          </p:nvPr>
        </p:nvSpPr>
        <p:spPr>
          <a:xfrm>
            <a:off x="4754703" y="4424935"/>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8" name="Text Placeholder 82">
            <a:extLst>
              <a:ext uri="{FF2B5EF4-FFF2-40B4-BE49-F238E27FC236}">
                <a16:creationId xmlns:a16="http://schemas.microsoft.com/office/drawing/2014/main" id="{C06BF87A-47B4-91B6-7596-9D3934EEAAF2}"/>
              </a:ext>
            </a:extLst>
          </p:cNvPr>
          <p:cNvSpPr>
            <a:spLocks noGrp="1"/>
          </p:cNvSpPr>
          <p:nvPr>
            <p:ph type="body" sz="quarter" idx="21" hasCustomPrompt="1"/>
          </p:nvPr>
        </p:nvSpPr>
        <p:spPr>
          <a:xfrm>
            <a:off x="4754703" y="5193031"/>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98" name="Text Placeholder 82">
            <a:extLst>
              <a:ext uri="{FF2B5EF4-FFF2-40B4-BE49-F238E27FC236}">
                <a16:creationId xmlns:a16="http://schemas.microsoft.com/office/drawing/2014/main" id="{52695F43-3340-2C5E-5302-8F86FC04A04E}"/>
              </a:ext>
            </a:extLst>
          </p:cNvPr>
          <p:cNvSpPr>
            <a:spLocks noGrp="1"/>
          </p:cNvSpPr>
          <p:nvPr>
            <p:ph type="body" sz="quarter" idx="28" hasCustomPrompt="1"/>
          </p:nvPr>
        </p:nvSpPr>
        <p:spPr>
          <a:xfrm>
            <a:off x="10180143" y="1352551"/>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99" name="Text Placeholder 82">
            <a:extLst>
              <a:ext uri="{FF2B5EF4-FFF2-40B4-BE49-F238E27FC236}">
                <a16:creationId xmlns:a16="http://schemas.microsoft.com/office/drawing/2014/main" id="{5FC8FD77-222C-FFC4-49AB-71302455A1A2}"/>
              </a:ext>
            </a:extLst>
          </p:cNvPr>
          <p:cNvSpPr>
            <a:spLocks noGrp="1"/>
          </p:cNvSpPr>
          <p:nvPr>
            <p:ph type="body" sz="quarter" idx="29" hasCustomPrompt="1"/>
          </p:nvPr>
        </p:nvSpPr>
        <p:spPr>
          <a:xfrm>
            <a:off x="10180143" y="2132839"/>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0" name="Text Placeholder 82">
            <a:extLst>
              <a:ext uri="{FF2B5EF4-FFF2-40B4-BE49-F238E27FC236}">
                <a16:creationId xmlns:a16="http://schemas.microsoft.com/office/drawing/2014/main" id="{B44F972F-6436-8220-BFED-64C891BB43B9}"/>
              </a:ext>
            </a:extLst>
          </p:cNvPr>
          <p:cNvSpPr>
            <a:spLocks noGrp="1"/>
          </p:cNvSpPr>
          <p:nvPr>
            <p:ph type="body" sz="quarter" idx="30" hasCustomPrompt="1"/>
          </p:nvPr>
        </p:nvSpPr>
        <p:spPr>
          <a:xfrm>
            <a:off x="10180143" y="2876551"/>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1" name="Text Placeholder 82">
            <a:extLst>
              <a:ext uri="{FF2B5EF4-FFF2-40B4-BE49-F238E27FC236}">
                <a16:creationId xmlns:a16="http://schemas.microsoft.com/office/drawing/2014/main" id="{2996F404-5C5E-53CA-A7D8-7F0BC12610A9}"/>
              </a:ext>
            </a:extLst>
          </p:cNvPr>
          <p:cNvSpPr>
            <a:spLocks noGrp="1"/>
          </p:cNvSpPr>
          <p:nvPr>
            <p:ph type="body" sz="quarter" idx="31" hasCustomPrompt="1"/>
          </p:nvPr>
        </p:nvSpPr>
        <p:spPr>
          <a:xfrm>
            <a:off x="10180143" y="3644647"/>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2" name="Text Placeholder 82">
            <a:extLst>
              <a:ext uri="{FF2B5EF4-FFF2-40B4-BE49-F238E27FC236}">
                <a16:creationId xmlns:a16="http://schemas.microsoft.com/office/drawing/2014/main" id="{108EC25F-1D23-3887-7228-ECABE634DE03}"/>
              </a:ext>
            </a:extLst>
          </p:cNvPr>
          <p:cNvSpPr>
            <a:spLocks noGrp="1"/>
          </p:cNvSpPr>
          <p:nvPr>
            <p:ph type="body" sz="quarter" idx="32" hasCustomPrompt="1"/>
          </p:nvPr>
        </p:nvSpPr>
        <p:spPr>
          <a:xfrm>
            <a:off x="10180143" y="4424935"/>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3" name="Text Placeholder 82">
            <a:extLst>
              <a:ext uri="{FF2B5EF4-FFF2-40B4-BE49-F238E27FC236}">
                <a16:creationId xmlns:a16="http://schemas.microsoft.com/office/drawing/2014/main" id="{50D68924-F727-5E07-BD9A-EF5365218F24}"/>
              </a:ext>
            </a:extLst>
          </p:cNvPr>
          <p:cNvSpPr>
            <a:spLocks noGrp="1"/>
          </p:cNvSpPr>
          <p:nvPr>
            <p:ph type="body" sz="quarter" idx="33" hasCustomPrompt="1"/>
          </p:nvPr>
        </p:nvSpPr>
        <p:spPr>
          <a:xfrm>
            <a:off x="10180143" y="5193031"/>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4" name="Freeform 103">
            <a:extLst>
              <a:ext uri="{FF2B5EF4-FFF2-40B4-BE49-F238E27FC236}">
                <a16:creationId xmlns:a16="http://schemas.microsoft.com/office/drawing/2014/main" id="{2D71764C-C9BA-EE23-3D79-6807194B058C}"/>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5" name="Picture 104">
            <a:extLst>
              <a:ext uri="{FF2B5EF4-FFF2-40B4-BE49-F238E27FC236}">
                <a16:creationId xmlns:a16="http://schemas.microsoft.com/office/drawing/2014/main" id="{7A34F86A-FAD0-61EE-3393-3D77BA6D21A8}"/>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4" name="Text Placeholder 22">
            <a:extLst>
              <a:ext uri="{FF2B5EF4-FFF2-40B4-BE49-F238E27FC236}">
                <a16:creationId xmlns:a16="http://schemas.microsoft.com/office/drawing/2014/main" id="{3E9939B4-B230-C4EF-EED5-2F273F868CEE}"/>
              </a:ext>
            </a:extLst>
          </p:cNvPr>
          <p:cNvSpPr>
            <a:spLocks noGrp="1"/>
          </p:cNvSpPr>
          <p:nvPr>
            <p:ph type="body" sz="quarter" idx="43" hasCustomPrompt="1"/>
          </p:nvPr>
        </p:nvSpPr>
        <p:spPr>
          <a:xfrm>
            <a:off x="6024547" y="213254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5" name="Text Placeholder 22">
            <a:extLst>
              <a:ext uri="{FF2B5EF4-FFF2-40B4-BE49-F238E27FC236}">
                <a16:creationId xmlns:a16="http://schemas.microsoft.com/office/drawing/2014/main" id="{676A0BA9-245D-90E8-C2D2-9351777DE7EF}"/>
              </a:ext>
            </a:extLst>
          </p:cNvPr>
          <p:cNvSpPr>
            <a:spLocks noGrp="1"/>
          </p:cNvSpPr>
          <p:nvPr>
            <p:ph type="body" sz="quarter" idx="44" hasCustomPrompt="1"/>
          </p:nvPr>
        </p:nvSpPr>
        <p:spPr>
          <a:xfrm>
            <a:off x="578787" y="213254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6" name="Text Placeholder 22">
            <a:extLst>
              <a:ext uri="{FF2B5EF4-FFF2-40B4-BE49-F238E27FC236}">
                <a16:creationId xmlns:a16="http://schemas.microsoft.com/office/drawing/2014/main" id="{2ED746F7-BF8B-732F-8827-44047F691564}"/>
              </a:ext>
            </a:extLst>
          </p:cNvPr>
          <p:cNvSpPr>
            <a:spLocks noGrp="1"/>
          </p:cNvSpPr>
          <p:nvPr>
            <p:ph type="body" sz="quarter" idx="45" hasCustomPrompt="1"/>
          </p:nvPr>
        </p:nvSpPr>
        <p:spPr>
          <a:xfrm>
            <a:off x="6014387" y="2884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7" name="Text Placeholder 22">
            <a:extLst>
              <a:ext uri="{FF2B5EF4-FFF2-40B4-BE49-F238E27FC236}">
                <a16:creationId xmlns:a16="http://schemas.microsoft.com/office/drawing/2014/main" id="{5675D590-313D-9241-8578-A6308D88E743}"/>
              </a:ext>
            </a:extLst>
          </p:cNvPr>
          <p:cNvSpPr>
            <a:spLocks noGrp="1"/>
          </p:cNvSpPr>
          <p:nvPr>
            <p:ph type="body" sz="quarter" idx="46" hasCustomPrompt="1"/>
          </p:nvPr>
        </p:nvSpPr>
        <p:spPr>
          <a:xfrm>
            <a:off x="568627" y="2884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8" name="Text Placeholder 22">
            <a:extLst>
              <a:ext uri="{FF2B5EF4-FFF2-40B4-BE49-F238E27FC236}">
                <a16:creationId xmlns:a16="http://schemas.microsoft.com/office/drawing/2014/main" id="{620628B6-9E39-D448-DC0C-021914930179}"/>
              </a:ext>
            </a:extLst>
          </p:cNvPr>
          <p:cNvSpPr>
            <a:spLocks noGrp="1"/>
          </p:cNvSpPr>
          <p:nvPr>
            <p:ph type="body" sz="quarter" idx="47" hasCustomPrompt="1"/>
          </p:nvPr>
        </p:nvSpPr>
        <p:spPr>
          <a:xfrm>
            <a:off x="6014387" y="3646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9" name="Text Placeholder 22">
            <a:extLst>
              <a:ext uri="{FF2B5EF4-FFF2-40B4-BE49-F238E27FC236}">
                <a16:creationId xmlns:a16="http://schemas.microsoft.com/office/drawing/2014/main" id="{D882043F-7ECB-2885-F82D-A658BDA47DD1}"/>
              </a:ext>
            </a:extLst>
          </p:cNvPr>
          <p:cNvSpPr>
            <a:spLocks noGrp="1"/>
          </p:cNvSpPr>
          <p:nvPr>
            <p:ph type="body" sz="quarter" idx="48" hasCustomPrompt="1"/>
          </p:nvPr>
        </p:nvSpPr>
        <p:spPr>
          <a:xfrm>
            <a:off x="568627" y="3646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1532104A-E7F6-79C7-C82A-0ED9C58EB272}"/>
              </a:ext>
            </a:extLst>
          </p:cNvPr>
          <p:cNvSpPr>
            <a:spLocks noGrp="1"/>
          </p:cNvSpPr>
          <p:nvPr>
            <p:ph type="body" sz="quarter" idx="49" hasCustomPrompt="1"/>
          </p:nvPr>
        </p:nvSpPr>
        <p:spPr>
          <a:xfrm>
            <a:off x="6014387" y="442870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F7D240C8-0809-6C97-786C-3399CCE44BAC}"/>
              </a:ext>
            </a:extLst>
          </p:cNvPr>
          <p:cNvSpPr>
            <a:spLocks noGrp="1"/>
          </p:cNvSpPr>
          <p:nvPr>
            <p:ph type="body" sz="quarter" idx="50" hasCustomPrompt="1"/>
          </p:nvPr>
        </p:nvSpPr>
        <p:spPr>
          <a:xfrm>
            <a:off x="568627" y="442870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8" name="Text Placeholder 22">
            <a:extLst>
              <a:ext uri="{FF2B5EF4-FFF2-40B4-BE49-F238E27FC236}">
                <a16:creationId xmlns:a16="http://schemas.microsoft.com/office/drawing/2014/main" id="{028CF55C-6B79-C9E3-7742-DAE81B447D2F}"/>
              </a:ext>
            </a:extLst>
          </p:cNvPr>
          <p:cNvSpPr>
            <a:spLocks noGrp="1"/>
          </p:cNvSpPr>
          <p:nvPr>
            <p:ph type="body" sz="quarter" idx="51" hasCustomPrompt="1"/>
          </p:nvPr>
        </p:nvSpPr>
        <p:spPr>
          <a:xfrm>
            <a:off x="6014387" y="520086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9" name="Text Placeholder 22">
            <a:extLst>
              <a:ext uri="{FF2B5EF4-FFF2-40B4-BE49-F238E27FC236}">
                <a16:creationId xmlns:a16="http://schemas.microsoft.com/office/drawing/2014/main" id="{AAE42E94-7B78-76A6-8945-01A4346FD23C}"/>
              </a:ext>
            </a:extLst>
          </p:cNvPr>
          <p:cNvSpPr>
            <a:spLocks noGrp="1"/>
          </p:cNvSpPr>
          <p:nvPr>
            <p:ph type="body" sz="quarter" idx="52" hasCustomPrompt="1"/>
          </p:nvPr>
        </p:nvSpPr>
        <p:spPr>
          <a:xfrm>
            <a:off x="568627" y="520086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2876517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ection Break 1">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646F344D-EE4A-D48A-98FE-E5A878E1154D}"/>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0"/>
            <a:ext cx="12192000" cy="6861331"/>
          </a:xfrm>
          <a:prstGeom prst="rect">
            <a:avLst/>
          </a:prstGeom>
        </p:spPr>
      </p:pic>
      <p:sp>
        <p:nvSpPr>
          <p:cNvPr id="10" name="Title 1">
            <a:extLst>
              <a:ext uri="{FF2B5EF4-FFF2-40B4-BE49-F238E27FC236}">
                <a16:creationId xmlns:a16="http://schemas.microsoft.com/office/drawing/2014/main" id="{82265AD4-28B9-3341-EA1E-60F8F706115A}"/>
              </a:ext>
            </a:extLst>
          </p:cNvPr>
          <p:cNvSpPr>
            <a:spLocks noGrp="1"/>
          </p:cNvSpPr>
          <p:nvPr>
            <p:ph type="title" hasCustomPrompt="1"/>
          </p:nvPr>
        </p:nvSpPr>
        <p:spPr>
          <a:xfrm>
            <a:off x="1219206" y="3429000"/>
            <a:ext cx="10210795" cy="1380528"/>
          </a:xfrm>
          <a:prstGeom prst="rect">
            <a:avLst/>
          </a:prstGeom>
        </p:spPr>
        <p:txBody>
          <a:bodyPr lIns="0" rIns="0"/>
          <a:lstStyle>
            <a:lvl1pPr algn="l">
              <a:defRPr sz="4800" b="0"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Section break</a:t>
            </a:r>
            <a:endParaRPr lang="en-JM"/>
          </a:p>
        </p:txBody>
      </p:sp>
      <p:sp>
        <p:nvSpPr>
          <p:cNvPr id="2" name="Freeform 1">
            <a:extLst>
              <a:ext uri="{FF2B5EF4-FFF2-40B4-BE49-F238E27FC236}">
                <a16:creationId xmlns:a16="http://schemas.microsoft.com/office/drawing/2014/main" id="{76415838-5B68-4E02-41CF-EFD7ED0C5B82}"/>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9142D5D1-DFD2-9F02-15FE-060AF19A686A}"/>
              </a:ext>
            </a:extLst>
          </p:cNvPr>
          <p:cNvPicPr>
            <a:picLocks noChangeAspect="1"/>
          </p:cNvPicPr>
          <p:nvPr/>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1" name="TextBox 10">
            <a:extLst>
              <a:ext uri="{FF2B5EF4-FFF2-40B4-BE49-F238E27FC236}">
                <a16:creationId xmlns:a16="http://schemas.microsoft.com/office/drawing/2014/main" id="{D570056E-6E86-2B2D-B9B4-8E3A5D4D9105}"/>
              </a:ext>
            </a:extLst>
          </p:cNvPr>
          <p:cNvSpPr txBox="1"/>
          <p:nvPr/>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bg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sp>
        <p:nvSpPr>
          <p:cNvPr id="12" name="TextBox 11">
            <a:extLst>
              <a:ext uri="{FF2B5EF4-FFF2-40B4-BE49-F238E27FC236}">
                <a16:creationId xmlns:a16="http://schemas.microsoft.com/office/drawing/2014/main" id="{F7D0A1C6-79A3-5774-A4BC-CE0047CB853F}"/>
              </a:ext>
            </a:extLst>
          </p:cNvPr>
          <p:cNvSpPr txBox="1"/>
          <p:nvPr/>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bg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13" name="Straight Connector 12">
            <a:extLst>
              <a:ext uri="{FF2B5EF4-FFF2-40B4-BE49-F238E27FC236}">
                <a16:creationId xmlns:a16="http://schemas.microsoft.com/office/drawing/2014/main" id="{8D0DEBBC-0A12-4CEF-22A6-2194B5E5436F}"/>
              </a:ext>
            </a:extLst>
          </p:cNvPr>
          <p:cNvCxnSpPr>
            <a:cxnSpLocks/>
          </p:cNvCxnSpPr>
          <p:nvPr/>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383027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ection Break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46F344D-EE4A-D48A-98FE-E5A878E1154D}"/>
              </a:ext>
            </a:extLst>
          </p:cNvPr>
          <p:cNvPicPr>
            <a:picLocks noChangeAspect="1"/>
          </p:cNvPicPr>
          <p:nvPr/>
        </p:nvPicPr>
        <p:blipFill>
          <a:blip r:embed="rId2">
            <a:extLst>
              <a:ext uri="{28A0092B-C50C-407E-A947-70E740481C1C}">
                <a14:useLocalDpi xmlns:a14="http://schemas.microsoft.com/office/drawing/2010/main"/>
              </a:ext>
            </a:extLst>
          </a:blip>
          <a:srcRect/>
          <a:stretch/>
        </p:blipFill>
        <p:spPr>
          <a:xfrm>
            <a:off x="0" y="0"/>
            <a:ext cx="12191997" cy="6861331"/>
          </a:xfrm>
          <a:prstGeom prst="rect">
            <a:avLst/>
          </a:prstGeom>
        </p:spPr>
      </p:pic>
      <p:sp>
        <p:nvSpPr>
          <p:cNvPr id="3" name="Freeform 2">
            <a:extLst>
              <a:ext uri="{FF2B5EF4-FFF2-40B4-BE49-F238E27FC236}">
                <a16:creationId xmlns:a16="http://schemas.microsoft.com/office/drawing/2014/main" id="{9E0FE765-AFD6-F6B4-0A72-29D345EB0D19}"/>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 name="Picture 10">
            <a:extLst>
              <a:ext uri="{FF2B5EF4-FFF2-40B4-BE49-F238E27FC236}">
                <a16:creationId xmlns:a16="http://schemas.microsoft.com/office/drawing/2014/main" id="{AA3494BB-CB88-1F77-2AB8-E5DBC6EB58BA}"/>
              </a:ext>
            </a:extLst>
          </p:cNvPr>
          <p:cNvPicPr>
            <a:picLocks noChangeAspect="1"/>
          </p:cNvPicPr>
          <p:nvPr/>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1" name="TextBox 10">
            <a:extLst>
              <a:ext uri="{FF2B5EF4-FFF2-40B4-BE49-F238E27FC236}">
                <a16:creationId xmlns:a16="http://schemas.microsoft.com/office/drawing/2014/main" id="{94F1EC2E-C33E-D048-D17E-3AAB33FA6B86}"/>
              </a:ext>
            </a:extLst>
          </p:cNvPr>
          <p:cNvSpPr txBox="1"/>
          <p:nvPr/>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tx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2" name="TextBox 11">
            <a:extLst>
              <a:ext uri="{FF2B5EF4-FFF2-40B4-BE49-F238E27FC236}">
                <a16:creationId xmlns:a16="http://schemas.microsoft.com/office/drawing/2014/main" id="{3200E430-EECC-AE67-7AF8-D3B04048BB5E}"/>
              </a:ext>
            </a:extLst>
          </p:cNvPr>
          <p:cNvSpPr txBox="1"/>
          <p:nvPr/>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tx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13" name="Straight Connector 12">
            <a:extLst>
              <a:ext uri="{FF2B5EF4-FFF2-40B4-BE49-F238E27FC236}">
                <a16:creationId xmlns:a16="http://schemas.microsoft.com/office/drawing/2014/main" id="{BE2CD5AB-7016-A243-C8F4-57685BE03DDC}"/>
              </a:ext>
            </a:extLst>
          </p:cNvPr>
          <p:cNvCxnSpPr>
            <a:cxnSpLocks/>
          </p:cNvCxnSpPr>
          <p:nvPr/>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C47ECBF6-EE44-4492-7765-EF21A96DF171}"/>
              </a:ext>
            </a:extLst>
          </p:cNvPr>
          <p:cNvSpPr>
            <a:spLocks noGrp="1"/>
          </p:cNvSpPr>
          <p:nvPr>
            <p:ph type="title" hasCustomPrompt="1"/>
          </p:nvPr>
        </p:nvSpPr>
        <p:spPr>
          <a:xfrm>
            <a:off x="1219206" y="3429000"/>
            <a:ext cx="10210795" cy="1380528"/>
          </a:xfrm>
          <a:prstGeom prst="rect">
            <a:avLst/>
          </a:prstGeom>
        </p:spPr>
        <p:txBody>
          <a:bodyPr lIns="0" rIns="0"/>
          <a:lstStyle>
            <a:lvl1pPr algn="l">
              <a:defRPr sz="4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Section break</a:t>
            </a:r>
            <a:endParaRPr lang="en-JM"/>
          </a:p>
        </p:txBody>
      </p:sp>
    </p:spTree>
    <p:extLst>
      <p:ext uri="{BB962C8B-B14F-4D97-AF65-F5344CB8AC3E}">
        <p14:creationId xmlns:p14="http://schemas.microsoft.com/office/powerpoint/2010/main" val="41575329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ection Break 3">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C8616854-9775-A704-4354-DB1A9CD5D9CB}"/>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1665"/>
            <a:ext cx="12192000" cy="6861329"/>
          </a:xfrm>
          <a:prstGeom prst="rect">
            <a:avLst/>
          </a:prstGeom>
        </p:spPr>
      </p:pic>
      <p:sp>
        <p:nvSpPr>
          <p:cNvPr id="4" name="Freeform 3">
            <a:extLst>
              <a:ext uri="{FF2B5EF4-FFF2-40B4-BE49-F238E27FC236}">
                <a16:creationId xmlns:a16="http://schemas.microsoft.com/office/drawing/2014/main" id="{06EFAD34-422C-821B-6AA8-865AB64849E9}"/>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2437B391-2B7E-766D-F565-DAA449BA092E}"/>
              </a:ext>
            </a:extLst>
          </p:cNvPr>
          <p:cNvPicPr>
            <a:picLocks noChangeAspect="1"/>
          </p:cNvPicPr>
          <p:nvPr/>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6" name="TextBox 5">
            <a:extLst>
              <a:ext uri="{FF2B5EF4-FFF2-40B4-BE49-F238E27FC236}">
                <a16:creationId xmlns:a16="http://schemas.microsoft.com/office/drawing/2014/main" id="{48EFD6BE-66D2-9C41-574E-016F5EA578E2}"/>
              </a:ext>
            </a:extLst>
          </p:cNvPr>
          <p:cNvSpPr txBox="1"/>
          <p:nvPr/>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bg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Box 6">
            <a:extLst>
              <a:ext uri="{FF2B5EF4-FFF2-40B4-BE49-F238E27FC236}">
                <a16:creationId xmlns:a16="http://schemas.microsoft.com/office/drawing/2014/main" id="{798AC605-9333-7664-D4A1-DB20DA2E1D98}"/>
              </a:ext>
            </a:extLst>
          </p:cNvPr>
          <p:cNvSpPr txBox="1"/>
          <p:nvPr/>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bg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8" name="Straight Connector 7">
            <a:extLst>
              <a:ext uri="{FF2B5EF4-FFF2-40B4-BE49-F238E27FC236}">
                <a16:creationId xmlns:a16="http://schemas.microsoft.com/office/drawing/2014/main" id="{8752F0FF-8E5F-80C8-5B28-3972726C3921}"/>
              </a:ext>
            </a:extLst>
          </p:cNvPr>
          <p:cNvCxnSpPr>
            <a:cxnSpLocks/>
          </p:cNvCxnSpPr>
          <p:nvPr/>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84C9FC9A-1279-3B92-99A5-8FF6C87EF04A}"/>
              </a:ext>
            </a:extLst>
          </p:cNvPr>
          <p:cNvSpPr>
            <a:spLocks noGrp="1"/>
          </p:cNvSpPr>
          <p:nvPr>
            <p:ph type="title" hasCustomPrompt="1"/>
          </p:nvPr>
        </p:nvSpPr>
        <p:spPr>
          <a:xfrm>
            <a:off x="1018036" y="3536015"/>
            <a:ext cx="5681467" cy="2117424"/>
          </a:xfrm>
          <a:prstGeom prst="rect">
            <a:avLst/>
          </a:prstGeom>
        </p:spPr>
        <p:txBody>
          <a:bodyPr lIns="0" rIns="0"/>
          <a:lstStyle>
            <a:lvl1pPr algn="l">
              <a:defRPr sz="4267" b="0" i="0">
                <a:solidFill>
                  <a:schemeClr val="bg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1" name="Text Placeholder 16">
            <a:extLst>
              <a:ext uri="{FF2B5EF4-FFF2-40B4-BE49-F238E27FC236}">
                <a16:creationId xmlns:a16="http://schemas.microsoft.com/office/drawing/2014/main" id="{73015DC5-BDDA-0E5B-9A9E-9C98FC4538AE}"/>
              </a:ext>
            </a:extLst>
          </p:cNvPr>
          <p:cNvSpPr>
            <a:spLocks noGrp="1"/>
          </p:cNvSpPr>
          <p:nvPr>
            <p:ph type="body" sz="quarter" idx="10" hasCustomPrompt="1"/>
          </p:nvPr>
        </p:nvSpPr>
        <p:spPr>
          <a:xfrm>
            <a:off x="1018117" y="2812115"/>
            <a:ext cx="5681385" cy="509871"/>
          </a:xfrm>
          <a:prstGeom prst="rect">
            <a:avLst/>
          </a:prstGeom>
        </p:spPr>
        <p:txBody>
          <a:bodyPr lIns="0" anchor="b"/>
          <a:lstStyle>
            <a:lvl1pPr marL="0" indent="0">
              <a:buNone/>
              <a:defRPr sz="2400" b="0" i="0">
                <a:solidFill>
                  <a:schemeClr val="accent1"/>
                </a:solidFill>
                <a:latin typeface="Arial" panose="020B0604020202020204" pitchFamily="34" charset="0"/>
                <a:ea typeface="Inter Medium" panose="02000503000000020004" pitchFamily="2" charset="0"/>
              </a:defRPr>
            </a:lvl1pPr>
            <a:lvl2pPr marL="609585" indent="0">
              <a:buNone/>
              <a:defRPr b="0" i="0">
                <a:latin typeface="Inter Medium" panose="02000503000000020004" pitchFamily="2" charset="0"/>
                <a:ea typeface="Inter Medium" panose="02000503000000020004" pitchFamily="2" charset="0"/>
              </a:defRPr>
            </a:lvl2pPr>
            <a:lvl3pPr marL="1219170" indent="0">
              <a:buNone/>
              <a:defRPr b="0" i="0">
                <a:latin typeface="Inter Medium" panose="02000503000000020004" pitchFamily="2" charset="0"/>
                <a:ea typeface="Inter Medium" panose="02000503000000020004" pitchFamily="2" charset="0"/>
              </a:defRPr>
            </a:lvl3pPr>
            <a:lvl4pPr marL="1828754" indent="0">
              <a:buNone/>
              <a:defRPr b="0" i="0">
                <a:latin typeface="Inter Medium" panose="02000503000000020004" pitchFamily="2" charset="0"/>
                <a:ea typeface="Inter Medium" panose="02000503000000020004" pitchFamily="2" charset="0"/>
              </a:defRPr>
            </a:lvl4pPr>
            <a:lvl5pPr marL="2438339" indent="0">
              <a:buNone/>
              <a:defRPr b="0" i="0">
                <a:latin typeface="Inter Medium" panose="02000503000000020004" pitchFamily="2" charset="0"/>
                <a:ea typeface="Inter Medium" panose="02000503000000020004" pitchFamily="2" charset="0"/>
              </a:defRPr>
            </a:lvl5pPr>
          </a:lstStyle>
          <a:p>
            <a:pPr lvl="0"/>
            <a:r>
              <a:rPr lang="en-US"/>
              <a:t>Section 01</a:t>
            </a:r>
          </a:p>
        </p:txBody>
      </p:sp>
    </p:spTree>
    <p:extLst>
      <p:ext uri="{BB962C8B-B14F-4D97-AF65-F5344CB8AC3E}">
        <p14:creationId xmlns:p14="http://schemas.microsoft.com/office/powerpoint/2010/main" val="9395569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ection Break 4">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696B2FF-56EC-EB8D-A8DC-3BE3D92723FB}"/>
              </a:ext>
            </a:extLst>
          </p:cNvPr>
          <p:cNvPicPr>
            <a:picLocks noChangeAspect="1"/>
          </p:cNvPicPr>
          <p:nvPr/>
        </p:nvPicPr>
        <p:blipFill>
          <a:blip r:embed="rId2">
            <a:extLst>
              <a:ext uri="{28A0092B-C50C-407E-A947-70E740481C1C}">
                <a14:useLocalDpi xmlns:a14="http://schemas.microsoft.com/office/drawing/2010/main"/>
              </a:ext>
            </a:extLst>
          </a:blip>
          <a:srcRect/>
          <a:stretch/>
        </p:blipFill>
        <p:spPr>
          <a:xfrm>
            <a:off x="2" y="0"/>
            <a:ext cx="12191997" cy="6861331"/>
          </a:xfrm>
          <a:prstGeom prst="rect">
            <a:avLst/>
          </a:prstGeom>
        </p:spPr>
      </p:pic>
      <p:sp>
        <p:nvSpPr>
          <p:cNvPr id="4" name="Freeform 3">
            <a:extLst>
              <a:ext uri="{FF2B5EF4-FFF2-40B4-BE49-F238E27FC236}">
                <a16:creationId xmlns:a16="http://schemas.microsoft.com/office/drawing/2014/main" id="{FBC92347-DDCF-063A-76BF-47B20390C4E3}"/>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C6E25E34-EB85-56D9-0D9E-D61B1B75C817}"/>
              </a:ext>
            </a:extLst>
          </p:cNvPr>
          <p:cNvPicPr>
            <a:picLocks noChangeAspect="1"/>
          </p:cNvPicPr>
          <p:nvPr/>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6" name="TextBox 5">
            <a:extLst>
              <a:ext uri="{FF2B5EF4-FFF2-40B4-BE49-F238E27FC236}">
                <a16:creationId xmlns:a16="http://schemas.microsoft.com/office/drawing/2014/main" id="{BD3AF043-2279-CFF7-6DB5-8F5EDA02DE73}"/>
              </a:ext>
            </a:extLst>
          </p:cNvPr>
          <p:cNvSpPr txBox="1"/>
          <p:nvPr/>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tx2"/>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Box 6">
            <a:extLst>
              <a:ext uri="{FF2B5EF4-FFF2-40B4-BE49-F238E27FC236}">
                <a16:creationId xmlns:a16="http://schemas.microsoft.com/office/drawing/2014/main" id="{8F1A5C39-7218-974C-EEB6-FDD76E41F825}"/>
              </a:ext>
            </a:extLst>
          </p:cNvPr>
          <p:cNvSpPr txBox="1"/>
          <p:nvPr/>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tx2"/>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8" name="Straight Connector 7">
            <a:extLst>
              <a:ext uri="{FF2B5EF4-FFF2-40B4-BE49-F238E27FC236}">
                <a16:creationId xmlns:a16="http://schemas.microsoft.com/office/drawing/2014/main" id="{EEA5B356-9B8C-6362-49B3-AD8BDD3A4546}"/>
              </a:ext>
            </a:extLst>
          </p:cNvPr>
          <p:cNvCxnSpPr>
            <a:cxnSpLocks/>
          </p:cNvCxnSpPr>
          <p:nvPr/>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 name="Title 1">
            <a:extLst>
              <a:ext uri="{FF2B5EF4-FFF2-40B4-BE49-F238E27FC236}">
                <a16:creationId xmlns:a16="http://schemas.microsoft.com/office/drawing/2014/main" id="{9A0DA1E0-B44F-2584-D290-592005773B07}"/>
              </a:ext>
            </a:extLst>
          </p:cNvPr>
          <p:cNvSpPr>
            <a:spLocks noGrp="1"/>
          </p:cNvSpPr>
          <p:nvPr>
            <p:ph type="title" hasCustomPrompt="1"/>
          </p:nvPr>
        </p:nvSpPr>
        <p:spPr>
          <a:xfrm>
            <a:off x="1018036" y="3536015"/>
            <a:ext cx="5681467" cy="2117424"/>
          </a:xfrm>
          <a:prstGeom prst="rect">
            <a:avLst/>
          </a:prstGeom>
        </p:spPr>
        <p:txBody>
          <a:bodyPr lIns="0" rIns="0"/>
          <a:lstStyle>
            <a:lvl1pPr algn="l">
              <a:defRPr sz="4267" b="0" i="0">
                <a:solidFill>
                  <a:schemeClr val="tx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0" name="Text Placeholder 16">
            <a:extLst>
              <a:ext uri="{FF2B5EF4-FFF2-40B4-BE49-F238E27FC236}">
                <a16:creationId xmlns:a16="http://schemas.microsoft.com/office/drawing/2014/main" id="{D1D9D5D8-5D16-7719-D149-1173959430AB}"/>
              </a:ext>
            </a:extLst>
          </p:cNvPr>
          <p:cNvSpPr>
            <a:spLocks noGrp="1"/>
          </p:cNvSpPr>
          <p:nvPr>
            <p:ph type="body" sz="quarter" idx="10" hasCustomPrompt="1"/>
          </p:nvPr>
        </p:nvSpPr>
        <p:spPr>
          <a:xfrm>
            <a:off x="1018117" y="2812115"/>
            <a:ext cx="5681385" cy="509871"/>
          </a:xfrm>
          <a:prstGeom prst="rect">
            <a:avLst/>
          </a:prstGeom>
        </p:spPr>
        <p:txBody>
          <a:bodyPr lIns="0" anchor="b"/>
          <a:lstStyle>
            <a:lvl1pPr marL="0" indent="0">
              <a:buNone/>
              <a:defRPr sz="2400" b="0" i="0">
                <a:solidFill>
                  <a:schemeClr val="accent2"/>
                </a:solidFill>
                <a:latin typeface="Arial" panose="020B0604020202020204" pitchFamily="34" charset="0"/>
                <a:ea typeface="Inter Medium" panose="02000503000000020004" pitchFamily="2" charset="0"/>
              </a:defRPr>
            </a:lvl1pPr>
            <a:lvl2pPr marL="609585" indent="0">
              <a:buNone/>
              <a:defRPr b="0" i="0">
                <a:latin typeface="Inter Medium" panose="02000503000000020004" pitchFamily="2" charset="0"/>
                <a:ea typeface="Inter Medium" panose="02000503000000020004" pitchFamily="2" charset="0"/>
              </a:defRPr>
            </a:lvl2pPr>
            <a:lvl3pPr marL="1219170" indent="0">
              <a:buNone/>
              <a:defRPr b="0" i="0">
                <a:latin typeface="Inter Medium" panose="02000503000000020004" pitchFamily="2" charset="0"/>
                <a:ea typeface="Inter Medium" panose="02000503000000020004" pitchFamily="2" charset="0"/>
              </a:defRPr>
            </a:lvl3pPr>
            <a:lvl4pPr marL="1828754" indent="0">
              <a:buNone/>
              <a:defRPr b="0" i="0">
                <a:latin typeface="Inter Medium" panose="02000503000000020004" pitchFamily="2" charset="0"/>
                <a:ea typeface="Inter Medium" panose="02000503000000020004" pitchFamily="2" charset="0"/>
              </a:defRPr>
            </a:lvl4pPr>
            <a:lvl5pPr marL="2438339" indent="0">
              <a:buNone/>
              <a:defRPr b="0" i="0">
                <a:latin typeface="Inter Medium" panose="02000503000000020004" pitchFamily="2" charset="0"/>
                <a:ea typeface="Inter Medium" panose="02000503000000020004" pitchFamily="2" charset="0"/>
              </a:defRPr>
            </a:lvl5pPr>
          </a:lstStyle>
          <a:p>
            <a:pPr lvl="0"/>
            <a:r>
              <a:rPr lang="en-US"/>
              <a:t>Section 01</a:t>
            </a:r>
          </a:p>
        </p:txBody>
      </p:sp>
    </p:spTree>
    <p:extLst>
      <p:ext uri="{BB962C8B-B14F-4D97-AF65-F5344CB8AC3E}">
        <p14:creationId xmlns:p14="http://schemas.microsoft.com/office/powerpoint/2010/main" val="1439053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ection Break 5">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28FC9664-1723-E76F-B6F9-67F31084BAFA}"/>
              </a:ext>
            </a:extLst>
          </p:cNvPr>
          <p:cNvSpPr/>
          <p:nvPr/>
        </p:nvSpPr>
        <p:spPr>
          <a:xfrm rot="10800000">
            <a:off x="1" y="-2139"/>
            <a:ext cx="4073460" cy="6860140"/>
          </a:xfrm>
          <a:custGeom>
            <a:avLst/>
            <a:gdLst>
              <a:gd name="connsiteX0" fmla="*/ 3055095 w 3055095"/>
              <a:gd name="connsiteY0" fmla="*/ 5145105 h 5145105"/>
              <a:gd name="connsiteX1" fmla="*/ 1549948 w 3055095"/>
              <a:gd name="connsiteY1" fmla="*/ 5145105 h 5145105"/>
              <a:gd name="connsiteX2" fmla="*/ 1404188 w 3055095"/>
              <a:gd name="connsiteY2" fmla="*/ 5145105 h 5145105"/>
              <a:gd name="connsiteX3" fmla="*/ 0 w 3055095"/>
              <a:gd name="connsiteY3" fmla="*/ 5145105 h 5145105"/>
              <a:gd name="connsiteX4" fmla="*/ 2168290 w 3055095"/>
              <a:gd name="connsiteY4" fmla="*/ 0 h 5145105"/>
              <a:gd name="connsiteX5" fmla="*/ 3055095 w 3055095"/>
              <a:gd name="connsiteY5" fmla="*/ 0 h 5145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55095" h="5145105">
                <a:moveTo>
                  <a:pt x="3055095" y="5145105"/>
                </a:moveTo>
                <a:lnTo>
                  <a:pt x="1549948" y="5145105"/>
                </a:lnTo>
                <a:lnTo>
                  <a:pt x="1404188" y="5145105"/>
                </a:lnTo>
                <a:lnTo>
                  <a:pt x="0" y="5145105"/>
                </a:lnTo>
                <a:lnTo>
                  <a:pt x="2168290" y="0"/>
                </a:lnTo>
                <a:lnTo>
                  <a:pt x="3055095"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60FAF736-D546-51ED-629B-DF91B344BC40}"/>
              </a:ext>
            </a:extLst>
          </p:cNvPr>
          <p:cNvSpPr>
            <a:spLocks noGrp="1"/>
          </p:cNvSpPr>
          <p:nvPr>
            <p:ph type="title" hasCustomPrompt="1"/>
          </p:nvPr>
        </p:nvSpPr>
        <p:spPr>
          <a:xfrm>
            <a:off x="4485134" y="2575435"/>
            <a:ext cx="6601857" cy="2117424"/>
          </a:xfrm>
          <a:prstGeom prst="rect">
            <a:avLst/>
          </a:prstGeom>
        </p:spPr>
        <p:txBody>
          <a:bodyPr lIns="0" rIns="0" anchor="b"/>
          <a:lstStyle>
            <a:lvl1pPr algn="l">
              <a:defRPr sz="4267"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0" name="Text Placeholder 21">
            <a:extLst>
              <a:ext uri="{FF2B5EF4-FFF2-40B4-BE49-F238E27FC236}">
                <a16:creationId xmlns:a16="http://schemas.microsoft.com/office/drawing/2014/main" id="{FE544BD6-2AAF-5DE6-3DCE-6B16F64E788B}"/>
              </a:ext>
            </a:extLst>
          </p:cNvPr>
          <p:cNvSpPr>
            <a:spLocks noGrp="1"/>
          </p:cNvSpPr>
          <p:nvPr>
            <p:ph type="body" sz="quarter" idx="10" hasCustomPrompt="1"/>
          </p:nvPr>
        </p:nvSpPr>
        <p:spPr>
          <a:xfrm>
            <a:off x="4485215" y="5029200"/>
            <a:ext cx="6601877" cy="731501"/>
          </a:xfrm>
          <a:prstGeom prst="rect">
            <a:avLst/>
          </a:prstGeom>
        </p:spPr>
        <p:txBody>
          <a:bodyPr lIns="0"/>
          <a:lstStyle>
            <a:lvl1pPr marL="0" indent="0">
              <a:buNone/>
              <a:defRPr sz="2400" b="0" i="0">
                <a:solidFill>
                  <a:schemeClr val="tx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 name="Text Placeholder 16">
            <a:extLst>
              <a:ext uri="{FF2B5EF4-FFF2-40B4-BE49-F238E27FC236}">
                <a16:creationId xmlns:a16="http://schemas.microsoft.com/office/drawing/2014/main" id="{F038B74B-3C17-F4D3-EB22-27C108C385A9}"/>
              </a:ext>
            </a:extLst>
          </p:cNvPr>
          <p:cNvSpPr>
            <a:spLocks noGrp="1"/>
          </p:cNvSpPr>
          <p:nvPr>
            <p:ph type="body" sz="quarter" idx="11" hasCustomPrompt="1"/>
          </p:nvPr>
        </p:nvSpPr>
        <p:spPr>
          <a:xfrm>
            <a:off x="4485133" y="842363"/>
            <a:ext cx="6601856" cy="509871"/>
          </a:xfrm>
          <a:prstGeom prst="rect">
            <a:avLst/>
          </a:prstGeom>
        </p:spPr>
        <p:txBody>
          <a:bodyPr lIns="0" anchor="t"/>
          <a:lstStyle>
            <a:lvl1pPr marL="0" indent="0">
              <a:buNone/>
              <a:defRPr sz="2400" b="0" i="0">
                <a:solidFill>
                  <a:schemeClr val="accent2"/>
                </a:solidFill>
                <a:latin typeface="Arial" panose="020B0604020202020204" pitchFamily="34" charset="0"/>
                <a:ea typeface="Inter Medium" panose="02000503000000020004" pitchFamily="2" charset="0"/>
              </a:defRPr>
            </a:lvl1pPr>
            <a:lvl2pPr marL="609585" indent="0">
              <a:buNone/>
              <a:defRPr b="0" i="0">
                <a:latin typeface="Inter Medium" panose="02000503000000020004" pitchFamily="2" charset="0"/>
                <a:ea typeface="Inter Medium" panose="02000503000000020004" pitchFamily="2" charset="0"/>
              </a:defRPr>
            </a:lvl2pPr>
            <a:lvl3pPr marL="1219170" indent="0">
              <a:buNone/>
              <a:defRPr b="0" i="0">
                <a:latin typeface="Inter Medium" panose="02000503000000020004" pitchFamily="2" charset="0"/>
                <a:ea typeface="Inter Medium" panose="02000503000000020004" pitchFamily="2" charset="0"/>
              </a:defRPr>
            </a:lvl3pPr>
            <a:lvl4pPr marL="1828754" indent="0">
              <a:buNone/>
              <a:defRPr b="0" i="0">
                <a:latin typeface="Inter Medium" panose="02000503000000020004" pitchFamily="2" charset="0"/>
                <a:ea typeface="Inter Medium" panose="02000503000000020004" pitchFamily="2" charset="0"/>
              </a:defRPr>
            </a:lvl4pPr>
            <a:lvl5pPr marL="2438339" indent="0">
              <a:buNone/>
              <a:defRPr b="0" i="0">
                <a:latin typeface="Inter Medium" panose="02000503000000020004" pitchFamily="2" charset="0"/>
                <a:ea typeface="Inter Medium" panose="02000503000000020004" pitchFamily="2" charset="0"/>
              </a:defRPr>
            </a:lvl5pPr>
          </a:lstStyle>
          <a:p>
            <a:pPr lvl="0"/>
            <a:r>
              <a:rPr lang="en-US"/>
              <a:t>Section 01</a:t>
            </a:r>
          </a:p>
        </p:txBody>
      </p:sp>
    </p:spTree>
    <p:extLst>
      <p:ext uri="{BB962C8B-B14F-4D97-AF65-F5344CB8AC3E}">
        <p14:creationId xmlns:p14="http://schemas.microsoft.com/office/powerpoint/2010/main" val="27209407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ection Break 6">
    <p:bg>
      <p:bgPr>
        <a:solidFill>
          <a:schemeClr val="bg2"/>
        </a:solidFill>
        <a:effectLst/>
      </p:bgPr>
    </p:bg>
    <p:spTree>
      <p:nvGrpSpPr>
        <p:cNvPr id="1" name=""/>
        <p:cNvGrpSpPr/>
        <p:nvPr/>
      </p:nvGrpSpPr>
      <p:grpSpPr>
        <a:xfrm>
          <a:off x="0" y="0"/>
          <a:ext cx="0" cy="0"/>
          <a:chOff x="0" y="0"/>
          <a:chExt cx="0" cy="0"/>
        </a:xfrm>
      </p:grpSpPr>
      <p:sp>
        <p:nvSpPr>
          <p:cNvPr id="33" name="Text Placeholder 16">
            <a:extLst>
              <a:ext uri="{FF2B5EF4-FFF2-40B4-BE49-F238E27FC236}">
                <a16:creationId xmlns:a16="http://schemas.microsoft.com/office/drawing/2014/main" id="{5E9610BD-26ED-A55E-F94E-01EE1BCC2210}"/>
              </a:ext>
            </a:extLst>
          </p:cNvPr>
          <p:cNvSpPr>
            <a:spLocks noGrp="1"/>
          </p:cNvSpPr>
          <p:nvPr>
            <p:ph type="body" sz="quarter" idx="11" hasCustomPrompt="1"/>
          </p:nvPr>
        </p:nvSpPr>
        <p:spPr>
          <a:xfrm>
            <a:off x="4485133" y="2707022"/>
            <a:ext cx="6601856" cy="509871"/>
          </a:xfrm>
          <a:prstGeom prst="rect">
            <a:avLst/>
          </a:prstGeom>
        </p:spPr>
        <p:txBody>
          <a:bodyPr lIns="0" anchor="b"/>
          <a:lstStyle>
            <a:lvl1pPr marL="0" indent="0">
              <a:buNone/>
              <a:defRPr sz="2400" b="0" i="0">
                <a:solidFill>
                  <a:schemeClr val="accent2"/>
                </a:solidFill>
                <a:latin typeface="Arial" panose="020B0604020202020204" pitchFamily="34" charset="0"/>
                <a:ea typeface="Inter Medium" panose="02000503000000020004" pitchFamily="2" charset="0"/>
              </a:defRPr>
            </a:lvl1pPr>
            <a:lvl2pPr marL="609585" indent="0">
              <a:buNone/>
              <a:defRPr b="0" i="0">
                <a:latin typeface="Inter Medium" panose="02000503000000020004" pitchFamily="2" charset="0"/>
                <a:ea typeface="Inter Medium" panose="02000503000000020004" pitchFamily="2" charset="0"/>
              </a:defRPr>
            </a:lvl2pPr>
            <a:lvl3pPr marL="1219170" indent="0">
              <a:buNone/>
              <a:defRPr b="0" i="0">
                <a:latin typeface="Inter Medium" panose="02000503000000020004" pitchFamily="2" charset="0"/>
                <a:ea typeface="Inter Medium" panose="02000503000000020004" pitchFamily="2" charset="0"/>
              </a:defRPr>
            </a:lvl3pPr>
            <a:lvl4pPr marL="1828754" indent="0">
              <a:buNone/>
              <a:defRPr b="0" i="0">
                <a:latin typeface="Inter Medium" panose="02000503000000020004" pitchFamily="2" charset="0"/>
                <a:ea typeface="Inter Medium" panose="02000503000000020004" pitchFamily="2" charset="0"/>
              </a:defRPr>
            </a:lvl4pPr>
            <a:lvl5pPr marL="2438339" indent="0">
              <a:buNone/>
              <a:defRPr b="0" i="0">
                <a:latin typeface="Inter Medium" panose="02000503000000020004" pitchFamily="2" charset="0"/>
                <a:ea typeface="Inter Medium" panose="02000503000000020004" pitchFamily="2" charset="0"/>
              </a:defRPr>
            </a:lvl5pPr>
          </a:lstStyle>
          <a:p>
            <a:pPr lvl="0"/>
            <a:r>
              <a:rPr lang="en-US"/>
              <a:t>Section 01</a:t>
            </a:r>
          </a:p>
        </p:txBody>
      </p:sp>
      <p:pic>
        <p:nvPicPr>
          <p:cNvPr id="34" name="Picture 33">
            <a:extLst>
              <a:ext uri="{FF2B5EF4-FFF2-40B4-BE49-F238E27FC236}">
                <a16:creationId xmlns:a16="http://schemas.microsoft.com/office/drawing/2014/main" id="{B56A5FAC-C5C2-DC13-D79E-5DC9C5F5692B}"/>
              </a:ext>
            </a:extLst>
          </p:cNvPr>
          <p:cNvPicPr>
            <a:picLocks noChangeAspect="1"/>
          </p:cNvPicPr>
          <p:nvPr/>
        </p:nvPicPr>
        <p:blipFill>
          <a:blip r:embed="rId2" cstate="print">
            <a:extLst>
              <a:ext uri="{28A0092B-C50C-407E-A947-70E740481C1C}">
                <a14:useLocalDpi xmlns:a14="http://schemas.microsoft.com/office/drawing/2010/main"/>
              </a:ext>
            </a:extLst>
          </a:blip>
          <a:srcRect l="594"/>
          <a:stretch/>
        </p:blipFill>
        <p:spPr>
          <a:xfrm>
            <a:off x="1" y="-10245"/>
            <a:ext cx="3669801" cy="6874025"/>
          </a:xfrm>
          <a:prstGeom prst="rect">
            <a:avLst/>
          </a:prstGeom>
        </p:spPr>
      </p:pic>
      <p:sp>
        <p:nvSpPr>
          <p:cNvPr id="3" name="Title 1">
            <a:extLst>
              <a:ext uri="{FF2B5EF4-FFF2-40B4-BE49-F238E27FC236}">
                <a16:creationId xmlns:a16="http://schemas.microsoft.com/office/drawing/2014/main" id="{4A99D984-87F2-C643-DD78-DE62569BC8CC}"/>
              </a:ext>
            </a:extLst>
          </p:cNvPr>
          <p:cNvSpPr>
            <a:spLocks noGrp="1"/>
          </p:cNvSpPr>
          <p:nvPr>
            <p:ph type="title" hasCustomPrompt="1"/>
          </p:nvPr>
        </p:nvSpPr>
        <p:spPr>
          <a:xfrm>
            <a:off x="4485134" y="3429000"/>
            <a:ext cx="6601857" cy="2117424"/>
          </a:xfrm>
          <a:prstGeom prst="rect">
            <a:avLst/>
          </a:prstGeom>
        </p:spPr>
        <p:txBody>
          <a:bodyPr lIns="0" rIns="0"/>
          <a:lstStyle>
            <a:lvl1pPr algn="l">
              <a:defRPr sz="4267"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2" name="Freeform 1">
            <a:extLst>
              <a:ext uri="{FF2B5EF4-FFF2-40B4-BE49-F238E27FC236}">
                <a16:creationId xmlns:a16="http://schemas.microsoft.com/office/drawing/2014/main" id="{95A143DE-5B1F-1784-4A88-727C10F1EDD1}"/>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4C90557B-EA66-5EBA-75AF-C0DC732DE934}"/>
              </a:ext>
            </a:extLst>
          </p:cNvPr>
          <p:cNvPicPr>
            <a:picLocks noChangeAspect="1"/>
          </p:cNvPicPr>
          <p:nvPr/>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5731838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itle +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558800" y="1113133"/>
            <a:ext cx="108712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b="0" i="0">
                <a:solidFill>
                  <a:schemeClr val="tx2"/>
                </a:solidFill>
                <a:latin typeface="Arial" panose="020B0604020202020204" pitchFamily="34" charset="0"/>
                <a:cs typeface="Arial" panose="020B0604020202020204" pitchFamily="34" charset="0"/>
              </a:defRPr>
            </a:lvl4pPr>
            <a:lvl5pPr>
              <a:defRPr sz="2133" b="0" i="0">
                <a:solidFill>
                  <a:schemeClr val="tx2"/>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3509886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 Content - Tan">
    <p:bg>
      <p:bgPr>
        <a:solidFill>
          <a:schemeClr val="bg2"/>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558800" y="1113133"/>
            <a:ext cx="108712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Freeform 1">
            <a:extLst>
              <a:ext uri="{FF2B5EF4-FFF2-40B4-BE49-F238E27FC236}">
                <a16:creationId xmlns:a16="http://schemas.microsoft.com/office/drawing/2014/main" id="{84565C3F-37AB-95B9-5BFB-B5DBA6AE7540}"/>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FB59F402-162A-9601-A81E-AD537C649E46}"/>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0089375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tle + Content - Ink">
    <p:bg>
      <p:bgRef idx="1001">
        <a:schemeClr val="bg2"/>
      </p:bgRef>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558800" y="1113133"/>
            <a:ext cx="10871199"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1"/>
                </a:solidFill>
                <a:latin typeface="Arial" panose="020B0604020202020204" pitchFamily="34" charset="0"/>
                <a:cs typeface="Arial" panose="020B0604020202020204" pitchFamily="34" charset="0"/>
              </a:defRPr>
            </a:lvl4pPr>
            <a:lvl5pPr>
              <a:defRPr sz="2133">
                <a:solidFill>
                  <a:schemeClr val="tx1"/>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Freeform 1">
            <a:extLst>
              <a:ext uri="{FF2B5EF4-FFF2-40B4-BE49-F238E27FC236}">
                <a16:creationId xmlns:a16="http://schemas.microsoft.com/office/drawing/2014/main" id="{7FD56142-7226-4C54-7717-75CF355E5F9A}"/>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3EF2671F-7973-97AA-7F39-1BD9DFD52C27}"/>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11874268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 Subtitle + Content">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p:nvSpPr>
        <p:spPr>
          <a:xfrm>
            <a:off x="79762"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Content Placeholder 2">
            <a:extLst>
              <a:ext uri="{FF2B5EF4-FFF2-40B4-BE49-F238E27FC236}">
                <a16:creationId xmlns:a16="http://schemas.microsoft.com/office/drawing/2014/main" id="{0BEEE872-3F76-46CF-24FD-5763091E5F89}"/>
              </a:ext>
            </a:extLst>
          </p:cNvPr>
          <p:cNvSpPr>
            <a:spLocks noGrp="1"/>
          </p:cNvSpPr>
          <p:nvPr>
            <p:ph idx="1" hasCustomPrompt="1"/>
          </p:nvPr>
        </p:nvSpPr>
        <p:spPr>
          <a:xfrm>
            <a:off x="558803" y="795491"/>
            <a:ext cx="10871200" cy="451405"/>
          </a:xfrm>
          <a:prstGeom prst="rect">
            <a:avLst/>
          </a:prstGeom>
        </p:spPr>
        <p:txBody>
          <a:bodyPr lIns="0" rIns="0"/>
          <a:lstStyle>
            <a:lvl1pPr marL="0" indent="0">
              <a:buClrTx/>
              <a:buFont typeface="Arial" panose="020B0604020202020204" pitchFamily="34" charset="0"/>
              <a:buNone/>
              <a:tabLst/>
              <a:defRPr sz="1867" b="0" i="0">
                <a:solidFill>
                  <a:schemeClr val="accent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lvl="0"/>
            <a:r>
              <a:rPr lang="en-US"/>
              <a:t>Subhead text goes here</a:t>
            </a:r>
          </a:p>
        </p:txBody>
      </p:sp>
      <p:sp>
        <p:nvSpPr>
          <p:cNvPr id="5" name="Content Placeholder 2">
            <a:extLst>
              <a:ext uri="{FF2B5EF4-FFF2-40B4-BE49-F238E27FC236}">
                <a16:creationId xmlns:a16="http://schemas.microsoft.com/office/drawing/2014/main" id="{92092B52-B909-1948-3CDC-0C80D0744F77}"/>
              </a:ext>
            </a:extLst>
          </p:cNvPr>
          <p:cNvSpPr>
            <a:spLocks noGrp="1"/>
          </p:cNvSpPr>
          <p:nvPr>
            <p:ph idx="10" hasCustomPrompt="1"/>
          </p:nvPr>
        </p:nvSpPr>
        <p:spPr>
          <a:xfrm>
            <a:off x="558803" y="1383126"/>
            <a:ext cx="10871200" cy="5043073"/>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1"/>
                </a:solidFill>
                <a:latin typeface="Arial" panose="020B0604020202020204" pitchFamily="34" charset="0"/>
                <a:cs typeface="Arial" panose="020B0604020202020204" pitchFamily="34" charset="0"/>
              </a:defRPr>
            </a:lvl4pPr>
            <a:lvl5pPr>
              <a:defRPr sz="2133">
                <a:solidFill>
                  <a:schemeClr val="tx1"/>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5945844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le + Subtitle + Content - Tan">
    <p:bg>
      <p:bgPr>
        <a:solidFill>
          <a:schemeClr val="bg2"/>
        </a:solidFill>
        <a:effectLst/>
      </p:bgPr>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p:nvSpPr>
        <p:spPr>
          <a:xfrm>
            <a:off x="79762"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Content Placeholder 2">
            <a:extLst>
              <a:ext uri="{FF2B5EF4-FFF2-40B4-BE49-F238E27FC236}">
                <a16:creationId xmlns:a16="http://schemas.microsoft.com/office/drawing/2014/main" id="{0BEEE872-3F76-46CF-24FD-5763091E5F89}"/>
              </a:ext>
            </a:extLst>
          </p:cNvPr>
          <p:cNvSpPr>
            <a:spLocks noGrp="1"/>
          </p:cNvSpPr>
          <p:nvPr>
            <p:ph idx="1" hasCustomPrompt="1"/>
          </p:nvPr>
        </p:nvSpPr>
        <p:spPr>
          <a:xfrm>
            <a:off x="558802" y="795491"/>
            <a:ext cx="10871199" cy="451405"/>
          </a:xfrm>
          <a:prstGeom prst="rect">
            <a:avLst/>
          </a:prstGeom>
        </p:spPr>
        <p:txBody>
          <a:bodyPr lIns="0" rIns="0"/>
          <a:lstStyle>
            <a:lvl1pPr marL="0" indent="0">
              <a:buClrTx/>
              <a:buFont typeface="Arial" panose="020B0604020202020204" pitchFamily="34" charset="0"/>
              <a:buNone/>
              <a:tabLst/>
              <a:defRPr sz="1867" b="0" i="0">
                <a:solidFill>
                  <a:schemeClr val="accent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lvl="0"/>
            <a:r>
              <a:rPr lang="en-US"/>
              <a:t>Subhead text goes here</a:t>
            </a:r>
          </a:p>
        </p:txBody>
      </p:sp>
      <p:sp>
        <p:nvSpPr>
          <p:cNvPr id="5" name="Content Placeholder 2">
            <a:extLst>
              <a:ext uri="{FF2B5EF4-FFF2-40B4-BE49-F238E27FC236}">
                <a16:creationId xmlns:a16="http://schemas.microsoft.com/office/drawing/2014/main" id="{92092B52-B909-1948-3CDC-0C80D0744F77}"/>
              </a:ext>
            </a:extLst>
          </p:cNvPr>
          <p:cNvSpPr>
            <a:spLocks noGrp="1"/>
          </p:cNvSpPr>
          <p:nvPr>
            <p:ph idx="10" hasCustomPrompt="1"/>
          </p:nvPr>
        </p:nvSpPr>
        <p:spPr>
          <a:xfrm>
            <a:off x="558803" y="1383126"/>
            <a:ext cx="10871200" cy="5043073"/>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1"/>
                </a:solidFill>
                <a:latin typeface="Arial" panose="020B0604020202020204" pitchFamily="34" charset="0"/>
                <a:cs typeface="Arial" panose="020B0604020202020204" pitchFamily="34" charset="0"/>
              </a:defRPr>
            </a:lvl4pPr>
            <a:lvl5pPr>
              <a:defRPr sz="2133">
                <a:solidFill>
                  <a:schemeClr val="tx1"/>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Freeform 3">
            <a:extLst>
              <a:ext uri="{FF2B5EF4-FFF2-40B4-BE49-F238E27FC236}">
                <a16:creationId xmlns:a16="http://schemas.microsoft.com/office/drawing/2014/main" id="{53E12034-0F25-0C3C-2F73-DCED5E389B4F}"/>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E7FF11EC-F32E-4E0A-5674-E8BA8199CBB4}"/>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870229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 + Subtitle + Content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p:nvSpPr>
        <p:spPr>
          <a:xfrm>
            <a:off x="79762"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558801" y="392853"/>
            <a:ext cx="10871904"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Content Placeholder 2">
            <a:extLst>
              <a:ext uri="{FF2B5EF4-FFF2-40B4-BE49-F238E27FC236}">
                <a16:creationId xmlns:a16="http://schemas.microsoft.com/office/drawing/2014/main" id="{0BEEE872-3F76-46CF-24FD-5763091E5F89}"/>
              </a:ext>
            </a:extLst>
          </p:cNvPr>
          <p:cNvSpPr>
            <a:spLocks noGrp="1"/>
          </p:cNvSpPr>
          <p:nvPr>
            <p:ph idx="1" hasCustomPrompt="1"/>
          </p:nvPr>
        </p:nvSpPr>
        <p:spPr>
          <a:xfrm>
            <a:off x="558800" y="786200"/>
            <a:ext cx="10871905" cy="451405"/>
          </a:xfrm>
          <a:prstGeom prst="rect">
            <a:avLst/>
          </a:prstGeom>
        </p:spPr>
        <p:txBody>
          <a:bodyPr lIns="0" rIns="0"/>
          <a:lstStyle>
            <a:lvl1pPr marL="0" indent="0">
              <a:buClrTx/>
              <a:buFont typeface="Arial" panose="020B0604020202020204" pitchFamily="34" charset="0"/>
              <a:buNone/>
              <a:tabLst/>
              <a:defRPr b="0" i="0">
                <a:solidFill>
                  <a:schemeClr val="accent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lvl="0"/>
            <a:r>
              <a:rPr lang="en-US"/>
              <a:t>Subhead text goes here</a:t>
            </a:r>
          </a:p>
        </p:txBody>
      </p:sp>
      <p:sp>
        <p:nvSpPr>
          <p:cNvPr id="5" name="Content Placeholder 2">
            <a:extLst>
              <a:ext uri="{FF2B5EF4-FFF2-40B4-BE49-F238E27FC236}">
                <a16:creationId xmlns:a16="http://schemas.microsoft.com/office/drawing/2014/main" id="{92092B52-B909-1948-3CDC-0C80D0744F77}"/>
              </a:ext>
            </a:extLst>
          </p:cNvPr>
          <p:cNvSpPr>
            <a:spLocks noGrp="1"/>
          </p:cNvSpPr>
          <p:nvPr>
            <p:ph idx="10" hasCustomPrompt="1"/>
          </p:nvPr>
        </p:nvSpPr>
        <p:spPr>
          <a:xfrm>
            <a:off x="558095" y="1544933"/>
            <a:ext cx="10871905" cy="4881267"/>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1"/>
                </a:solidFill>
                <a:latin typeface="Arial" panose="020B0604020202020204" pitchFamily="34" charset="0"/>
                <a:cs typeface="Arial" panose="020B0604020202020204" pitchFamily="34" charset="0"/>
              </a:defRPr>
            </a:lvl4pPr>
            <a:lvl5pPr>
              <a:defRPr sz="2133">
                <a:solidFill>
                  <a:schemeClr val="tx1"/>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Freeform 3">
            <a:extLst>
              <a:ext uri="{FF2B5EF4-FFF2-40B4-BE49-F238E27FC236}">
                <a16:creationId xmlns:a16="http://schemas.microsoft.com/office/drawing/2014/main" id="{A71213A7-1450-9F54-47C4-7AB65BD5CA29}"/>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F997FF5-7131-3BD1-CC4B-E53B69D95727}"/>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1417205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34277630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itle only - Tan">
    <p:bg>
      <p:bgRef idx="1001">
        <a:schemeClr val="bg2"/>
      </p:bgRef>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5BC96318-0209-9528-8FA2-1F395BFD9BF2}"/>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5" name="Title 1">
            <a:extLst>
              <a:ext uri="{FF2B5EF4-FFF2-40B4-BE49-F238E27FC236}">
                <a16:creationId xmlns:a16="http://schemas.microsoft.com/office/drawing/2014/main" id="{4A95F7E6-AB07-5CC9-7790-26AF30147F71}"/>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296454518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itle only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p:nvSpPr>
        <p:spPr>
          <a:xfrm>
            <a:off x="79762"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558801" y="392853"/>
            <a:ext cx="10871904"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A71213A7-1450-9F54-47C4-7AB65BD5CA29}"/>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F997FF5-7131-3BD1-CC4B-E53B69D95727}"/>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22128233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97739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Blank - Tan">
    <p:bg>
      <p:bgRef idx="1001">
        <a:schemeClr val="bg2"/>
      </p:bgRef>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5BC96318-0209-9528-8FA2-1F395BFD9BF2}"/>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58773044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Blank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p:nvSpPr>
        <p:spPr>
          <a:xfrm>
            <a:off x="79762"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4" name="Freeform 3">
            <a:extLst>
              <a:ext uri="{FF2B5EF4-FFF2-40B4-BE49-F238E27FC236}">
                <a16:creationId xmlns:a16="http://schemas.microsoft.com/office/drawing/2014/main" id="{A71213A7-1450-9F54-47C4-7AB65BD5CA29}"/>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F997FF5-7131-3BD1-CC4B-E53B69D95727}"/>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23926666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Blank - No logo">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F6D1C2A-E6FE-C24E-B5BE-09DC5971784C}"/>
              </a:ext>
            </a:extLst>
          </p:cNvPr>
          <p:cNvSpPr/>
          <p:nvPr/>
        </p:nvSpPr>
        <p:spPr>
          <a:xfrm>
            <a:off x="11582400" y="1"/>
            <a:ext cx="6096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9625388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Blank - No logo - Tan">
    <p:bg>
      <p:bgRef idx="1001">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F6D1C2A-E6FE-C24E-B5BE-09DC5971784C}"/>
              </a:ext>
            </a:extLst>
          </p:cNvPr>
          <p:cNvSpPr/>
          <p:nvPr/>
        </p:nvSpPr>
        <p:spPr>
          <a:xfrm>
            <a:off x="11582400" y="1"/>
            <a:ext cx="6096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115735208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Blank - No logo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p:nvSpPr>
        <p:spPr>
          <a:xfrm>
            <a:off x="79762"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Rectangle 1">
            <a:extLst>
              <a:ext uri="{FF2B5EF4-FFF2-40B4-BE49-F238E27FC236}">
                <a16:creationId xmlns:a16="http://schemas.microsoft.com/office/drawing/2014/main" id="{A8697CBF-89F0-9E7F-AECD-C56D0915545B}"/>
              </a:ext>
            </a:extLst>
          </p:cNvPr>
          <p:cNvSpPr/>
          <p:nvPr/>
        </p:nvSpPr>
        <p:spPr>
          <a:xfrm>
            <a:off x="11430000" y="0"/>
            <a:ext cx="76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495080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itle only - dark texture">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7586060A-61C2-A0DE-61A2-0F5AD05B5574}"/>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960" y="-1664"/>
            <a:ext cx="12189040" cy="6859664"/>
          </a:xfrm>
          <a:prstGeom prst="rect">
            <a:avLst/>
          </a:prstGeom>
        </p:spPr>
      </p:pic>
      <p:sp>
        <p:nvSpPr>
          <p:cNvPr id="2" name="Title 1">
            <a:extLst>
              <a:ext uri="{FF2B5EF4-FFF2-40B4-BE49-F238E27FC236}">
                <a16:creationId xmlns:a16="http://schemas.microsoft.com/office/drawing/2014/main" id="{419F7927-122F-6843-37D5-127D96740FCE}"/>
              </a:ext>
            </a:extLst>
          </p:cNvPr>
          <p:cNvSpPr>
            <a:spLocks noGrp="1"/>
          </p:cNvSpPr>
          <p:nvPr>
            <p:ph type="title" hasCustomPrompt="1"/>
          </p:nvPr>
        </p:nvSpPr>
        <p:spPr>
          <a:xfrm>
            <a:off x="609602" y="392853"/>
            <a:ext cx="10820399" cy="451405"/>
          </a:xfrm>
          <a:prstGeom prst="rect">
            <a:avLst/>
          </a:prstGeom>
        </p:spPr>
        <p:txBody>
          <a:bodyPr lIns="0" rIns="0"/>
          <a:lstStyle>
            <a:lvl1pPr algn="l">
              <a:defRPr sz="2400" b="0"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AC91CCF7-CD2B-908E-1DD0-306356B2CF87}"/>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19538161-FBE0-6A7C-C815-994B9A5AA5A9}"/>
              </a:ext>
            </a:extLst>
          </p:cNvPr>
          <p:cNvPicPr>
            <a:picLocks noChangeAspect="1"/>
          </p:cNvPicPr>
          <p:nvPr/>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6" name="TextBox 5">
            <a:extLst>
              <a:ext uri="{FF2B5EF4-FFF2-40B4-BE49-F238E27FC236}">
                <a16:creationId xmlns:a16="http://schemas.microsoft.com/office/drawing/2014/main" id="{3609E365-5A31-6442-632E-A008075AAFD4}"/>
              </a:ext>
            </a:extLst>
          </p:cNvPr>
          <p:cNvSpPr txBox="1"/>
          <p:nvPr/>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bg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Box 6">
            <a:extLst>
              <a:ext uri="{FF2B5EF4-FFF2-40B4-BE49-F238E27FC236}">
                <a16:creationId xmlns:a16="http://schemas.microsoft.com/office/drawing/2014/main" id="{269B6DE7-9317-2017-170F-525ADEA30E14}"/>
              </a:ext>
            </a:extLst>
          </p:cNvPr>
          <p:cNvSpPr txBox="1"/>
          <p:nvPr/>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bg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8" name="Straight Connector 7">
            <a:extLst>
              <a:ext uri="{FF2B5EF4-FFF2-40B4-BE49-F238E27FC236}">
                <a16:creationId xmlns:a16="http://schemas.microsoft.com/office/drawing/2014/main" id="{D1BBFA1D-3D93-B8B3-42D2-76AD3D683713}"/>
              </a:ext>
            </a:extLst>
          </p:cNvPr>
          <p:cNvCxnSpPr>
            <a:cxnSpLocks/>
          </p:cNvCxnSpPr>
          <p:nvPr/>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760597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Title only - light texture">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B149B13E-9B02-0114-E52D-BAEE750E9965}"/>
              </a:ext>
            </a:extLst>
          </p:cNvPr>
          <p:cNvPicPr>
            <a:picLocks noChangeAspect="1"/>
          </p:cNvPicPr>
          <p:nvPr/>
        </p:nvPicPr>
        <p:blipFill>
          <a:blip r:embed="rId2">
            <a:extLst>
              <a:ext uri="{28A0092B-C50C-407E-A947-70E740481C1C}">
                <a14:useLocalDpi xmlns:a14="http://schemas.microsoft.com/office/drawing/2010/main"/>
              </a:ext>
            </a:extLst>
          </a:blip>
          <a:srcRect/>
          <a:stretch/>
        </p:blipFill>
        <p:spPr>
          <a:xfrm>
            <a:off x="5919" y="0"/>
            <a:ext cx="12186079" cy="6858000"/>
          </a:xfrm>
          <a:prstGeom prst="rect">
            <a:avLst/>
          </a:prstGeom>
        </p:spPr>
      </p:pic>
      <p:sp>
        <p:nvSpPr>
          <p:cNvPr id="2" name="Title 1">
            <a:extLst>
              <a:ext uri="{FF2B5EF4-FFF2-40B4-BE49-F238E27FC236}">
                <a16:creationId xmlns:a16="http://schemas.microsoft.com/office/drawing/2014/main" id="{419F7927-122F-6843-37D5-127D96740FCE}"/>
              </a:ext>
            </a:extLst>
          </p:cNvPr>
          <p:cNvSpPr>
            <a:spLocks noGrp="1"/>
          </p:cNvSpPr>
          <p:nvPr>
            <p:ph type="title" hasCustomPrompt="1"/>
          </p:nvPr>
        </p:nvSpPr>
        <p:spPr>
          <a:xfrm>
            <a:off x="609602" y="392853"/>
            <a:ext cx="10820399"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AC91CCF7-CD2B-908E-1DD0-306356B2CF87}"/>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19538161-FBE0-6A7C-C815-994B9A5AA5A9}"/>
              </a:ext>
            </a:extLst>
          </p:cNvPr>
          <p:cNvPicPr>
            <a:picLocks noChangeAspect="1"/>
          </p:cNvPicPr>
          <p:nvPr/>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cxnSp>
        <p:nvCxnSpPr>
          <p:cNvPr id="8" name="Straight Connector 7">
            <a:extLst>
              <a:ext uri="{FF2B5EF4-FFF2-40B4-BE49-F238E27FC236}">
                <a16:creationId xmlns:a16="http://schemas.microsoft.com/office/drawing/2014/main" id="{D1BBFA1D-3D93-B8B3-42D2-76AD3D683713}"/>
              </a:ext>
            </a:extLst>
          </p:cNvPr>
          <p:cNvCxnSpPr>
            <a:cxnSpLocks/>
          </p:cNvCxnSpPr>
          <p:nvPr/>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B6A0D600-2313-73AE-61B8-2743F2FF75B7}"/>
              </a:ext>
            </a:extLst>
          </p:cNvPr>
          <p:cNvSpPr txBox="1"/>
          <p:nvPr/>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tx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1" name="TextBox 10">
            <a:extLst>
              <a:ext uri="{FF2B5EF4-FFF2-40B4-BE49-F238E27FC236}">
                <a16:creationId xmlns:a16="http://schemas.microsoft.com/office/drawing/2014/main" id="{E470AA18-4D65-4914-BF54-A392CD2B9170}"/>
              </a:ext>
            </a:extLst>
          </p:cNvPr>
          <p:cNvSpPr txBox="1"/>
          <p:nvPr/>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tx1"/>
                </a:solidFill>
                <a:latin typeface="Arial" panose="020B0604020202020204" pitchFamily="34" charset="0"/>
                <a:ea typeface="Inter Light" panose="02000503000000020004" pitchFamily="2" charset="0"/>
                <a:cs typeface="Arial" panose="020B0604020202020204" pitchFamily="34" charset="0"/>
              </a:rPr>
              <a:t>Anaplan Confidential</a:t>
            </a:r>
          </a:p>
        </p:txBody>
      </p:sp>
    </p:spTree>
    <p:extLst>
      <p:ext uri="{BB962C8B-B14F-4D97-AF65-F5344CB8AC3E}">
        <p14:creationId xmlns:p14="http://schemas.microsoft.com/office/powerpoint/2010/main" val="13024088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Quote 1">
    <p:bg>
      <p:bgRef idx="1001">
        <a:schemeClr val="bg2"/>
      </p:bgRef>
    </p:bg>
    <p:spTree>
      <p:nvGrpSpPr>
        <p:cNvPr id="1" name=""/>
        <p:cNvGrpSpPr/>
        <p:nvPr/>
      </p:nvGrpSpPr>
      <p:grpSpPr>
        <a:xfrm>
          <a:off x="0" y="0"/>
          <a:ext cx="0" cy="0"/>
          <a:chOff x="0" y="0"/>
          <a:chExt cx="0" cy="0"/>
        </a:xfrm>
      </p:grpSpPr>
      <p:sp>
        <p:nvSpPr>
          <p:cNvPr id="6" name="Text Placeholder 22">
            <a:extLst>
              <a:ext uri="{FF2B5EF4-FFF2-40B4-BE49-F238E27FC236}">
                <a16:creationId xmlns:a16="http://schemas.microsoft.com/office/drawing/2014/main" id="{FF091D16-A842-32D1-082B-4F6AA910A0A2}"/>
              </a:ext>
            </a:extLst>
          </p:cNvPr>
          <p:cNvSpPr>
            <a:spLocks noGrp="1"/>
          </p:cNvSpPr>
          <p:nvPr>
            <p:ph type="body" sz="quarter" idx="41" hasCustomPrompt="1"/>
          </p:nvPr>
        </p:nvSpPr>
        <p:spPr>
          <a:xfrm>
            <a:off x="3251202" y="1473201"/>
            <a:ext cx="7498077" cy="3544780"/>
          </a:xfrm>
          <a:prstGeom prst="rect">
            <a:avLst/>
          </a:prstGeom>
        </p:spPr>
        <p:txBody>
          <a:bodyPr lIns="0" anchor="b"/>
          <a:lstStyle>
            <a:lvl1pPr marL="0" indent="0">
              <a:buNone/>
              <a:defRPr sz="42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5BC96318-0209-9528-8FA2-1F395BFD9BF2}"/>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pic>
        <p:nvPicPr>
          <p:cNvPr id="2" name="Picture 1" descr="A blue background with lines&#10;&#10;Description automatically generated">
            <a:extLst>
              <a:ext uri="{FF2B5EF4-FFF2-40B4-BE49-F238E27FC236}">
                <a16:creationId xmlns:a16="http://schemas.microsoft.com/office/drawing/2014/main" id="{97D4AEB1-276B-EBF5-7E91-51AB1A3FEAD2}"/>
              </a:ext>
            </a:extLst>
          </p:cNvPr>
          <p:cNvPicPr>
            <a:picLocks noChangeAspect="1"/>
          </p:cNvPicPr>
          <p:nvPr/>
        </p:nvPicPr>
        <p:blipFill>
          <a:blip r:embed="rId3" cstate="print">
            <a:extLst>
              <a:ext uri="{28A0092B-C50C-407E-A947-70E740481C1C}">
                <a14:useLocalDpi xmlns:a14="http://schemas.microsoft.com/office/drawing/2010/main"/>
              </a:ext>
            </a:extLst>
          </a:blip>
          <a:srcRect l="-117" r="-1"/>
          <a:stretch/>
        </p:blipFill>
        <p:spPr>
          <a:xfrm>
            <a:off x="-10245" y="-1664"/>
            <a:ext cx="2536496" cy="6859664"/>
          </a:xfrm>
          <a:prstGeom prst="rect">
            <a:avLst/>
          </a:prstGeom>
        </p:spPr>
      </p:pic>
      <p:sp>
        <p:nvSpPr>
          <p:cNvPr id="5" name="Freeform 4">
            <a:extLst>
              <a:ext uri="{FF2B5EF4-FFF2-40B4-BE49-F238E27FC236}">
                <a16:creationId xmlns:a16="http://schemas.microsoft.com/office/drawing/2014/main" id="{A42C5650-C06D-2C85-E60D-AB438B266EE9}"/>
              </a:ext>
            </a:extLst>
          </p:cNvPr>
          <p:cNvSpPr/>
          <p:nvPr/>
        </p:nvSpPr>
        <p:spPr>
          <a:xfrm>
            <a:off x="600402" y="694828"/>
            <a:ext cx="1338652" cy="1362713"/>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rgbClr val="FF6100"/>
            </a:solidFill>
            <a:prstDash val="solid"/>
            <a:miter/>
          </a:ln>
        </p:spPr>
        <p:txBody>
          <a:bodyPr rtlCol="0" anchor="ctr"/>
          <a:lstStyle/>
          <a:p>
            <a:endParaRPr lang="en-US" sz="2400" b="0" i="0">
              <a:latin typeface="Arial" panose="020B0604020202020204" pitchFamily="34" charset="0"/>
            </a:endParaRPr>
          </a:p>
        </p:txBody>
      </p:sp>
      <p:sp>
        <p:nvSpPr>
          <p:cNvPr id="15" name="Text Placeholder 14">
            <a:extLst>
              <a:ext uri="{FF2B5EF4-FFF2-40B4-BE49-F238E27FC236}">
                <a16:creationId xmlns:a16="http://schemas.microsoft.com/office/drawing/2014/main" id="{118DF96C-0470-B5B7-8C7D-BD19FA6E2A66}"/>
              </a:ext>
            </a:extLst>
          </p:cNvPr>
          <p:cNvSpPr>
            <a:spLocks noGrp="1"/>
          </p:cNvSpPr>
          <p:nvPr>
            <p:ph type="body" sz="quarter" idx="10" hasCustomPrompt="1"/>
          </p:nvPr>
        </p:nvSpPr>
        <p:spPr>
          <a:xfrm>
            <a:off x="3251200" y="5244109"/>
            <a:ext cx="7498077" cy="375423"/>
          </a:xfrm>
          <a:prstGeom prst="rect">
            <a:avLst/>
          </a:prstGeom>
        </p:spPr>
        <p:txBody>
          <a:bodyPr lIns="0"/>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6" name="Text Placeholder 14">
            <a:extLst>
              <a:ext uri="{FF2B5EF4-FFF2-40B4-BE49-F238E27FC236}">
                <a16:creationId xmlns:a16="http://schemas.microsoft.com/office/drawing/2014/main" id="{8A339901-7F4D-88F8-5D9A-4A8D3D60A7C1}"/>
              </a:ext>
            </a:extLst>
          </p:cNvPr>
          <p:cNvSpPr>
            <a:spLocks noGrp="1"/>
          </p:cNvSpPr>
          <p:nvPr>
            <p:ph type="body" sz="quarter" idx="11" hasCustomPrompt="1"/>
          </p:nvPr>
        </p:nvSpPr>
        <p:spPr>
          <a:xfrm>
            <a:off x="3251200" y="5619533"/>
            <a:ext cx="7498077" cy="375423"/>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Tree>
    <p:extLst>
      <p:ext uri="{BB962C8B-B14F-4D97-AF65-F5344CB8AC3E}">
        <p14:creationId xmlns:p14="http://schemas.microsoft.com/office/powerpoint/2010/main" val="392644707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Quote 2">
    <p:bg>
      <p:bgRef idx="1001">
        <a:schemeClr val="bg2"/>
      </p:bgRef>
    </p:bg>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8BBF22DD-1F23-2EB1-3ADB-4954A384FD04}"/>
              </a:ext>
            </a:extLst>
          </p:cNvPr>
          <p:cNvSpPr/>
          <p:nvPr/>
        </p:nvSpPr>
        <p:spPr>
          <a:xfrm>
            <a:off x="1896064" y="1205187"/>
            <a:ext cx="9533936" cy="4633740"/>
          </a:xfrm>
          <a:prstGeom prst="roundRect">
            <a:avLst>
              <a:gd name="adj" fmla="val 195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8" name="Text Placeholder 22">
            <a:extLst>
              <a:ext uri="{FF2B5EF4-FFF2-40B4-BE49-F238E27FC236}">
                <a16:creationId xmlns:a16="http://schemas.microsoft.com/office/drawing/2014/main" id="{579F989E-5850-7029-7D5B-7E0559B52C19}"/>
              </a:ext>
            </a:extLst>
          </p:cNvPr>
          <p:cNvSpPr>
            <a:spLocks noGrp="1"/>
          </p:cNvSpPr>
          <p:nvPr>
            <p:ph type="body" sz="quarter" idx="41" hasCustomPrompt="1"/>
          </p:nvPr>
        </p:nvSpPr>
        <p:spPr>
          <a:xfrm>
            <a:off x="2913994" y="1637510"/>
            <a:ext cx="7498077" cy="2635319"/>
          </a:xfrm>
          <a:prstGeom prst="rect">
            <a:avLst/>
          </a:prstGeom>
        </p:spPr>
        <p:txBody>
          <a:bodyPr lIns="0" anchor="b"/>
          <a:lstStyle>
            <a:lvl1pPr marL="0" indent="0">
              <a:buNone/>
              <a:defRPr sz="42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5BC96318-0209-9528-8FA2-1F395BFD9BF2}"/>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5" name="Rectangle 4">
            <a:extLst>
              <a:ext uri="{FF2B5EF4-FFF2-40B4-BE49-F238E27FC236}">
                <a16:creationId xmlns:a16="http://schemas.microsoft.com/office/drawing/2014/main" id="{181F3370-055F-E937-A6A7-D47232C492D1}"/>
              </a:ext>
            </a:extLst>
          </p:cNvPr>
          <p:cNvSpPr/>
          <p:nvPr/>
        </p:nvSpPr>
        <p:spPr>
          <a:xfrm>
            <a:off x="0" y="0"/>
            <a:ext cx="1140223"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6" name="Rounded Rectangle 5">
            <a:extLst>
              <a:ext uri="{FF2B5EF4-FFF2-40B4-BE49-F238E27FC236}">
                <a16:creationId xmlns:a16="http://schemas.microsoft.com/office/drawing/2014/main" id="{E7CE2CF4-21C6-2BEB-7C13-76E63D2358D2}"/>
              </a:ext>
            </a:extLst>
          </p:cNvPr>
          <p:cNvSpPr/>
          <p:nvPr/>
        </p:nvSpPr>
        <p:spPr>
          <a:xfrm>
            <a:off x="558801" y="546538"/>
            <a:ext cx="1851247" cy="1735919"/>
          </a:xfrm>
          <a:prstGeom prst="roundRect">
            <a:avLst>
              <a:gd name="adj" fmla="val 661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7" name="Freeform 6">
            <a:extLst>
              <a:ext uri="{FF2B5EF4-FFF2-40B4-BE49-F238E27FC236}">
                <a16:creationId xmlns:a16="http://schemas.microsoft.com/office/drawing/2014/main" id="{47DE0FD6-8971-8BBA-A096-475DE9FFBDF6}"/>
              </a:ext>
            </a:extLst>
          </p:cNvPr>
          <p:cNvSpPr/>
          <p:nvPr/>
        </p:nvSpPr>
        <p:spPr>
          <a:xfrm>
            <a:off x="1072781" y="995456"/>
            <a:ext cx="823283" cy="838080"/>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chemeClr val="bg1"/>
            </a:solidFill>
            <a:prstDash val="solid"/>
            <a:miter/>
          </a:ln>
        </p:spPr>
        <p:txBody>
          <a:bodyPr rtlCol="0" anchor="ctr"/>
          <a:lstStyle/>
          <a:p>
            <a:endParaRPr lang="en-US" sz="2400" b="0" i="0">
              <a:latin typeface="Arial" panose="020B0604020202020204" pitchFamily="34" charset="0"/>
            </a:endParaRPr>
          </a:p>
        </p:txBody>
      </p:sp>
      <p:sp>
        <p:nvSpPr>
          <p:cNvPr id="13" name="Text Placeholder 14">
            <a:extLst>
              <a:ext uri="{FF2B5EF4-FFF2-40B4-BE49-F238E27FC236}">
                <a16:creationId xmlns:a16="http://schemas.microsoft.com/office/drawing/2014/main" id="{5F5FB5E5-6A86-190B-6B1D-DD4AFBECDFAA}"/>
              </a:ext>
            </a:extLst>
          </p:cNvPr>
          <p:cNvSpPr>
            <a:spLocks noGrp="1"/>
          </p:cNvSpPr>
          <p:nvPr>
            <p:ph type="body" sz="quarter" idx="10" hasCustomPrompt="1"/>
          </p:nvPr>
        </p:nvSpPr>
        <p:spPr>
          <a:xfrm>
            <a:off x="2924026" y="4498958"/>
            <a:ext cx="5465233" cy="375423"/>
          </a:xfrm>
          <a:prstGeom prst="rect">
            <a:avLst/>
          </a:prstGeom>
        </p:spPr>
        <p:txBody>
          <a:bodyPr lIns="0"/>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4" name="Text Placeholder 14">
            <a:extLst>
              <a:ext uri="{FF2B5EF4-FFF2-40B4-BE49-F238E27FC236}">
                <a16:creationId xmlns:a16="http://schemas.microsoft.com/office/drawing/2014/main" id="{F7106875-EA0F-F3BC-1708-7A15B7D50572}"/>
              </a:ext>
            </a:extLst>
          </p:cNvPr>
          <p:cNvSpPr>
            <a:spLocks noGrp="1"/>
          </p:cNvSpPr>
          <p:nvPr>
            <p:ph type="body" sz="quarter" idx="11" hasCustomPrompt="1"/>
          </p:nvPr>
        </p:nvSpPr>
        <p:spPr>
          <a:xfrm>
            <a:off x="2924026" y="4874382"/>
            <a:ext cx="5465233" cy="375423"/>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Tree>
    <p:extLst>
      <p:ext uri="{BB962C8B-B14F-4D97-AF65-F5344CB8AC3E}">
        <p14:creationId xmlns:p14="http://schemas.microsoft.com/office/powerpoint/2010/main" val="318016176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Quote 3">
    <p:bg>
      <p:bgRef idx="1001">
        <a:schemeClr val="bg2"/>
      </p:bgRef>
    </p:bg>
    <p:spTree>
      <p:nvGrpSpPr>
        <p:cNvPr id="1" name=""/>
        <p:cNvGrpSpPr/>
        <p:nvPr/>
      </p:nvGrpSpPr>
      <p:grpSpPr>
        <a:xfrm>
          <a:off x="0" y="0"/>
          <a:ext cx="0" cy="0"/>
          <a:chOff x="0" y="0"/>
          <a:chExt cx="0" cy="0"/>
        </a:xfrm>
      </p:grpSpPr>
      <p:sp>
        <p:nvSpPr>
          <p:cNvPr id="16" name="Freeform 15">
            <a:extLst>
              <a:ext uri="{FF2B5EF4-FFF2-40B4-BE49-F238E27FC236}">
                <a16:creationId xmlns:a16="http://schemas.microsoft.com/office/drawing/2014/main" id="{4FAF8183-DA9C-703F-7464-7D0399095C46}"/>
              </a:ext>
            </a:extLst>
          </p:cNvPr>
          <p:cNvSpPr/>
          <p:nvPr/>
        </p:nvSpPr>
        <p:spPr>
          <a:xfrm>
            <a:off x="0" y="1276064"/>
            <a:ext cx="11430000" cy="4794536"/>
          </a:xfrm>
          <a:custGeom>
            <a:avLst/>
            <a:gdLst>
              <a:gd name="connsiteX0" fmla="*/ 0 w 8572500"/>
              <a:gd name="connsiteY0" fmla="*/ 0 h 3595902"/>
              <a:gd name="connsiteX1" fmla="*/ 8472390 w 8572500"/>
              <a:gd name="connsiteY1" fmla="*/ 0 h 3595902"/>
              <a:gd name="connsiteX2" fmla="*/ 8572500 w 8572500"/>
              <a:gd name="connsiteY2" fmla="*/ 100110 h 3595902"/>
              <a:gd name="connsiteX3" fmla="*/ 8572500 w 8572500"/>
              <a:gd name="connsiteY3" fmla="*/ 3495792 h 3595902"/>
              <a:gd name="connsiteX4" fmla="*/ 8472390 w 8572500"/>
              <a:gd name="connsiteY4" fmla="*/ 3595902 h 3595902"/>
              <a:gd name="connsiteX5" fmla="*/ 0 w 8572500"/>
              <a:gd name="connsiteY5" fmla="*/ 3595902 h 3595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72500" h="3595902">
                <a:moveTo>
                  <a:pt x="0" y="0"/>
                </a:moveTo>
                <a:lnTo>
                  <a:pt x="8472390" y="0"/>
                </a:lnTo>
                <a:cubicBezTo>
                  <a:pt x="8527679" y="0"/>
                  <a:pt x="8572500" y="44821"/>
                  <a:pt x="8572500" y="100110"/>
                </a:cubicBezTo>
                <a:lnTo>
                  <a:pt x="8572500" y="3495792"/>
                </a:lnTo>
                <a:cubicBezTo>
                  <a:pt x="8572500" y="3551081"/>
                  <a:pt x="8527679" y="3595902"/>
                  <a:pt x="8472390" y="3595902"/>
                </a:cubicBezTo>
                <a:lnTo>
                  <a:pt x="0" y="3595902"/>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 name="Text Placeholder 22">
            <a:extLst>
              <a:ext uri="{FF2B5EF4-FFF2-40B4-BE49-F238E27FC236}">
                <a16:creationId xmlns:a16="http://schemas.microsoft.com/office/drawing/2014/main" id="{88AA375F-0FEB-A952-EBDD-735F9FD80461}"/>
              </a:ext>
            </a:extLst>
          </p:cNvPr>
          <p:cNvSpPr>
            <a:spLocks noGrp="1"/>
          </p:cNvSpPr>
          <p:nvPr>
            <p:ph type="body" sz="quarter" idx="41" hasCustomPrompt="1"/>
          </p:nvPr>
        </p:nvSpPr>
        <p:spPr>
          <a:xfrm>
            <a:off x="1037119" y="1949782"/>
            <a:ext cx="9296340" cy="2121831"/>
          </a:xfrm>
          <a:prstGeom prst="rect">
            <a:avLst/>
          </a:prstGeom>
        </p:spPr>
        <p:txBody>
          <a:bodyPr lIns="0" anchor="t"/>
          <a:lstStyle>
            <a:lvl1pPr marL="0" indent="0">
              <a:buNone/>
              <a:defRPr sz="42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5BC96318-0209-9528-8FA2-1F395BFD9BF2}"/>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6" name="Freeform 5">
            <a:extLst>
              <a:ext uri="{FF2B5EF4-FFF2-40B4-BE49-F238E27FC236}">
                <a16:creationId xmlns:a16="http://schemas.microsoft.com/office/drawing/2014/main" id="{A4E6FBC2-4DF2-73AF-AD9F-EC8E4F57576E}"/>
              </a:ext>
            </a:extLst>
          </p:cNvPr>
          <p:cNvSpPr/>
          <p:nvPr/>
        </p:nvSpPr>
        <p:spPr>
          <a:xfrm>
            <a:off x="1007386" y="501435"/>
            <a:ext cx="1185185" cy="1097853"/>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rgbClr val="FF6100"/>
            </a:solidFill>
            <a:prstDash val="solid"/>
            <a:miter/>
          </a:ln>
        </p:spPr>
        <p:txBody>
          <a:bodyPr rtlCol="0" anchor="ctr"/>
          <a:lstStyle/>
          <a:p>
            <a:endParaRPr lang="en-US" sz="2400" b="0" i="0">
              <a:latin typeface="Arial" panose="020B0604020202020204" pitchFamily="34" charset="0"/>
            </a:endParaRPr>
          </a:p>
        </p:txBody>
      </p:sp>
      <p:sp>
        <p:nvSpPr>
          <p:cNvPr id="12" name="Text Placeholder 14">
            <a:extLst>
              <a:ext uri="{FF2B5EF4-FFF2-40B4-BE49-F238E27FC236}">
                <a16:creationId xmlns:a16="http://schemas.microsoft.com/office/drawing/2014/main" id="{E270FA96-C5A5-F281-2C2D-3E8B8E775A36}"/>
              </a:ext>
            </a:extLst>
          </p:cNvPr>
          <p:cNvSpPr>
            <a:spLocks noGrp="1"/>
          </p:cNvSpPr>
          <p:nvPr>
            <p:ph type="body" sz="quarter" idx="10" hasCustomPrompt="1"/>
          </p:nvPr>
        </p:nvSpPr>
        <p:spPr>
          <a:xfrm>
            <a:off x="1037120" y="4507971"/>
            <a:ext cx="6775960" cy="375423"/>
          </a:xfrm>
          <a:prstGeom prst="rect">
            <a:avLst/>
          </a:prstGeom>
        </p:spPr>
        <p:txBody>
          <a:bodyPr lIns="0"/>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3" name="Text Placeholder 14">
            <a:extLst>
              <a:ext uri="{FF2B5EF4-FFF2-40B4-BE49-F238E27FC236}">
                <a16:creationId xmlns:a16="http://schemas.microsoft.com/office/drawing/2014/main" id="{0994093F-2C36-35E6-F5B5-8FFA39AABF65}"/>
              </a:ext>
            </a:extLst>
          </p:cNvPr>
          <p:cNvSpPr>
            <a:spLocks noGrp="1"/>
          </p:cNvSpPr>
          <p:nvPr>
            <p:ph type="body" sz="quarter" idx="11" hasCustomPrompt="1"/>
          </p:nvPr>
        </p:nvSpPr>
        <p:spPr>
          <a:xfrm>
            <a:off x="1037120" y="4883395"/>
            <a:ext cx="6775960" cy="375423"/>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Tree>
    <p:extLst>
      <p:ext uri="{BB962C8B-B14F-4D97-AF65-F5344CB8AC3E}">
        <p14:creationId xmlns:p14="http://schemas.microsoft.com/office/powerpoint/2010/main" val="379830430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Quote 4">
    <p:bg>
      <p:bgRef idx="1001">
        <a:schemeClr val="bg2"/>
      </p:bgRef>
    </p:bg>
    <p:spTree>
      <p:nvGrpSpPr>
        <p:cNvPr id="1" name=""/>
        <p:cNvGrpSpPr/>
        <p:nvPr/>
      </p:nvGrpSpPr>
      <p:grpSpPr>
        <a:xfrm>
          <a:off x="0" y="0"/>
          <a:ext cx="0" cy="0"/>
          <a:chOff x="0" y="0"/>
          <a:chExt cx="0" cy="0"/>
        </a:xfrm>
      </p:grpSpPr>
      <p:sp>
        <p:nvSpPr>
          <p:cNvPr id="9" name="Text Placeholder 22">
            <a:extLst>
              <a:ext uri="{FF2B5EF4-FFF2-40B4-BE49-F238E27FC236}">
                <a16:creationId xmlns:a16="http://schemas.microsoft.com/office/drawing/2014/main" id="{F5C55A8A-2BB6-835B-9E68-3C430827910D}"/>
              </a:ext>
            </a:extLst>
          </p:cNvPr>
          <p:cNvSpPr>
            <a:spLocks noGrp="1"/>
          </p:cNvSpPr>
          <p:nvPr>
            <p:ph type="body" sz="quarter" idx="41" hasCustomPrompt="1"/>
          </p:nvPr>
        </p:nvSpPr>
        <p:spPr>
          <a:xfrm>
            <a:off x="1852084" y="1913495"/>
            <a:ext cx="9239248" cy="2092880"/>
          </a:xfrm>
          <a:prstGeom prst="rect">
            <a:avLst/>
          </a:prstGeom>
        </p:spPr>
        <p:txBody>
          <a:bodyPr lIns="0" anchor="t"/>
          <a:lstStyle>
            <a:lvl1pPr marL="0" indent="0">
              <a:buNone/>
              <a:defRPr sz="42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3780050F-6F34-0FB6-D78F-164BB9A551FC}"/>
              </a:ext>
            </a:extLst>
          </p:cNvPr>
          <p:cNvSpPr/>
          <p:nvPr/>
        </p:nvSpPr>
        <p:spPr>
          <a:xfrm>
            <a:off x="1339273" y="797525"/>
            <a:ext cx="821415" cy="836179"/>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solidFill>
            <a:schemeClr val="accent1"/>
          </a:solidFill>
          <a:ln w="22225" cap="flat">
            <a:noFill/>
            <a:prstDash val="solid"/>
            <a:miter/>
          </a:ln>
        </p:spPr>
        <p:txBody>
          <a:bodyPr rtlCol="0" anchor="ctr"/>
          <a:lstStyle/>
          <a:p>
            <a:endParaRPr lang="en-US" sz="2400" b="0" i="0">
              <a:latin typeface="Arial" panose="020B0604020202020204" pitchFamily="34" charset="0"/>
            </a:endParaRPr>
          </a:p>
        </p:txBody>
      </p:sp>
      <p:cxnSp>
        <p:nvCxnSpPr>
          <p:cNvPr id="6" name="Straight Connector 5">
            <a:extLst>
              <a:ext uri="{FF2B5EF4-FFF2-40B4-BE49-F238E27FC236}">
                <a16:creationId xmlns:a16="http://schemas.microsoft.com/office/drawing/2014/main" id="{4BA1B01D-7FE0-09FA-370A-4280187B4B84}"/>
              </a:ext>
            </a:extLst>
          </p:cNvPr>
          <p:cNvCxnSpPr>
            <a:cxnSpLocks/>
          </p:cNvCxnSpPr>
          <p:nvPr/>
        </p:nvCxnSpPr>
        <p:spPr>
          <a:xfrm flipH="1">
            <a:off x="-207819" y="2009824"/>
            <a:ext cx="1547091" cy="3668163"/>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259937BA-D2D4-70F0-CEF6-F6D6B1C2ED7C}"/>
              </a:ext>
            </a:extLst>
          </p:cNvPr>
          <p:cNvCxnSpPr>
            <a:cxnSpLocks/>
          </p:cNvCxnSpPr>
          <p:nvPr/>
        </p:nvCxnSpPr>
        <p:spPr>
          <a:xfrm flipH="1">
            <a:off x="1978658" y="-127000"/>
            <a:ext cx="266757" cy="632483"/>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1" name="Text Placeholder 14">
            <a:extLst>
              <a:ext uri="{FF2B5EF4-FFF2-40B4-BE49-F238E27FC236}">
                <a16:creationId xmlns:a16="http://schemas.microsoft.com/office/drawing/2014/main" id="{3363E5DF-92C4-787D-0B3C-42A3E9302F9D}"/>
              </a:ext>
            </a:extLst>
          </p:cNvPr>
          <p:cNvSpPr>
            <a:spLocks noGrp="1"/>
          </p:cNvSpPr>
          <p:nvPr>
            <p:ph type="body" sz="quarter" idx="10" hasCustomPrompt="1"/>
          </p:nvPr>
        </p:nvSpPr>
        <p:spPr>
          <a:xfrm>
            <a:off x="3237345" y="4165258"/>
            <a:ext cx="6775960" cy="375423"/>
          </a:xfrm>
          <a:prstGeom prst="rect">
            <a:avLst/>
          </a:prstGeom>
        </p:spPr>
        <p:txBody>
          <a:bodyPr lIns="0"/>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2" name="Text Placeholder 14">
            <a:extLst>
              <a:ext uri="{FF2B5EF4-FFF2-40B4-BE49-F238E27FC236}">
                <a16:creationId xmlns:a16="http://schemas.microsoft.com/office/drawing/2014/main" id="{F514CE73-9DA4-C163-D1F5-F4EFC9818B6E}"/>
              </a:ext>
            </a:extLst>
          </p:cNvPr>
          <p:cNvSpPr>
            <a:spLocks noGrp="1"/>
          </p:cNvSpPr>
          <p:nvPr>
            <p:ph type="body" sz="quarter" idx="11" hasCustomPrompt="1"/>
          </p:nvPr>
        </p:nvSpPr>
        <p:spPr>
          <a:xfrm>
            <a:off x="3237345" y="4540682"/>
            <a:ext cx="6775960" cy="375423"/>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4" name="Rectangle 3">
            <a:extLst>
              <a:ext uri="{FF2B5EF4-FFF2-40B4-BE49-F238E27FC236}">
                <a16:creationId xmlns:a16="http://schemas.microsoft.com/office/drawing/2014/main" id="{0E73DE69-C4CC-60E3-CD54-F5F1A0738B4A}"/>
              </a:ext>
            </a:extLst>
          </p:cNvPr>
          <p:cNvSpPr/>
          <p:nvPr/>
        </p:nvSpPr>
        <p:spPr>
          <a:xfrm>
            <a:off x="-495299" y="4916105"/>
            <a:ext cx="495300" cy="1286593"/>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8293F8DD-F714-CA6B-638F-E45795FF2463}"/>
              </a:ext>
            </a:extLst>
          </p:cNvPr>
          <p:cNvSpPr/>
          <p:nvPr/>
        </p:nvSpPr>
        <p:spPr>
          <a:xfrm>
            <a:off x="1562101" y="-482600"/>
            <a:ext cx="1384300" cy="482600"/>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2" name="Freeform 1">
            <a:extLst>
              <a:ext uri="{FF2B5EF4-FFF2-40B4-BE49-F238E27FC236}">
                <a16:creationId xmlns:a16="http://schemas.microsoft.com/office/drawing/2014/main" id="{7602A978-937C-AD10-DB57-5B5B5583D4F3}"/>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8" name="Picture 10">
            <a:extLst>
              <a:ext uri="{FF2B5EF4-FFF2-40B4-BE49-F238E27FC236}">
                <a16:creationId xmlns:a16="http://schemas.microsoft.com/office/drawing/2014/main" id="{1020D91A-FC21-7A08-ADC1-04FE77F35B7B}"/>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41923064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Quote 5">
    <p:bg>
      <p:bgRef idx="1001">
        <a:schemeClr val="bg2"/>
      </p:bgRef>
    </p:bg>
    <p:spTree>
      <p:nvGrpSpPr>
        <p:cNvPr id="1" name=""/>
        <p:cNvGrpSpPr/>
        <p:nvPr/>
      </p:nvGrpSpPr>
      <p:grpSpPr>
        <a:xfrm>
          <a:off x="0" y="0"/>
          <a:ext cx="0" cy="0"/>
          <a:chOff x="0" y="0"/>
          <a:chExt cx="0" cy="0"/>
        </a:xfrm>
      </p:grpSpPr>
      <p:sp>
        <p:nvSpPr>
          <p:cNvPr id="6" name="Rounded Rectangle 5">
            <a:extLst>
              <a:ext uri="{FF2B5EF4-FFF2-40B4-BE49-F238E27FC236}">
                <a16:creationId xmlns:a16="http://schemas.microsoft.com/office/drawing/2014/main" id="{2FC61BA4-07CB-A34B-270A-BCF92BBAC784}"/>
              </a:ext>
            </a:extLst>
          </p:cNvPr>
          <p:cNvSpPr/>
          <p:nvPr/>
        </p:nvSpPr>
        <p:spPr>
          <a:xfrm>
            <a:off x="6751426" y="1170517"/>
            <a:ext cx="4678575" cy="5255684"/>
          </a:xfrm>
          <a:prstGeom prst="roundRect">
            <a:avLst>
              <a:gd name="adj" fmla="val 2611"/>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 name="Rectangle 1">
            <a:extLst>
              <a:ext uri="{FF2B5EF4-FFF2-40B4-BE49-F238E27FC236}">
                <a16:creationId xmlns:a16="http://schemas.microsoft.com/office/drawing/2014/main" id="{21196689-3121-9B6F-D747-3415933A285D}"/>
              </a:ext>
            </a:extLst>
          </p:cNvPr>
          <p:cNvSpPr/>
          <p:nvPr/>
        </p:nvSpPr>
        <p:spPr>
          <a:xfrm>
            <a:off x="0" y="0"/>
            <a:ext cx="59944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nvGrpSpPr>
          <p:cNvPr id="7" name="Group 6">
            <a:extLst>
              <a:ext uri="{FF2B5EF4-FFF2-40B4-BE49-F238E27FC236}">
                <a16:creationId xmlns:a16="http://schemas.microsoft.com/office/drawing/2014/main" id="{BF12CB6D-1073-C7CD-F14D-E557E3E6B8F8}"/>
              </a:ext>
            </a:extLst>
          </p:cNvPr>
          <p:cNvGrpSpPr/>
          <p:nvPr/>
        </p:nvGrpSpPr>
        <p:grpSpPr>
          <a:xfrm>
            <a:off x="6462357" y="456687"/>
            <a:ext cx="1098443" cy="1030012"/>
            <a:chOff x="4750955" y="294815"/>
            <a:chExt cx="1388435" cy="1301939"/>
          </a:xfrm>
        </p:grpSpPr>
        <p:sp>
          <p:nvSpPr>
            <p:cNvPr id="8" name="Rounded Rectangle 7">
              <a:extLst>
                <a:ext uri="{FF2B5EF4-FFF2-40B4-BE49-F238E27FC236}">
                  <a16:creationId xmlns:a16="http://schemas.microsoft.com/office/drawing/2014/main" id="{62F97778-73B1-0518-95F1-00F3CF353885}"/>
                </a:ext>
              </a:extLst>
            </p:cNvPr>
            <p:cNvSpPr/>
            <p:nvPr/>
          </p:nvSpPr>
          <p:spPr>
            <a:xfrm>
              <a:off x="4750955" y="294815"/>
              <a:ext cx="1388435" cy="1301939"/>
            </a:xfrm>
            <a:prstGeom prst="roundRect">
              <a:avLst>
                <a:gd name="adj" fmla="val 1329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Freeform 8">
              <a:extLst>
                <a:ext uri="{FF2B5EF4-FFF2-40B4-BE49-F238E27FC236}">
                  <a16:creationId xmlns:a16="http://schemas.microsoft.com/office/drawing/2014/main" id="{1D434F5B-A2EF-5E24-B959-D2C797CEC7AF}"/>
                </a:ext>
              </a:extLst>
            </p:cNvPr>
            <p:cNvSpPr/>
            <p:nvPr/>
          </p:nvSpPr>
          <p:spPr>
            <a:xfrm>
              <a:off x="5136441" y="631504"/>
              <a:ext cx="617462" cy="628560"/>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chemeClr val="tx1"/>
              </a:solidFill>
              <a:prstDash val="solid"/>
              <a:miter/>
            </a:ln>
          </p:spPr>
          <p:txBody>
            <a:bodyPr rtlCol="0" anchor="ctr"/>
            <a:lstStyle/>
            <a:p>
              <a:endParaRPr lang="en-US" sz="2400" b="0" i="0">
                <a:latin typeface="Arial" panose="020B0604020202020204" pitchFamily="34" charset="0"/>
              </a:endParaRPr>
            </a:p>
          </p:txBody>
        </p:sp>
      </p:grpSp>
      <p:sp>
        <p:nvSpPr>
          <p:cNvPr id="13" name="Title 1">
            <a:extLst>
              <a:ext uri="{FF2B5EF4-FFF2-40B4-BE49-F238E27FC236}">
                <a16:creationId xmlns:a16="http://schemas.microsoft.com/office/drawing/2014/main" id="{E384F38E-F93F-B77C-53EC-35334C9A81BC}"/>
              </a:ext>
            </a:extLst>
          </p:cNvPr>
          <p:cNvSpPr>
            <a:spLocks noGrp="1"/>
          </p:cNvSpPr>
          <p:nvPr>
            <p:ph type="title" hasCustomPrompt="1"/>
          </p:nvPr>
        </p:nvSpPr>
        <p:spPr>
          <a:xfrm>
            <a:off x="558802" y="392853"/>
            <a:ext cx="4960244" cy="451405"/>
          </a:xfrm>
          <a:prstGeom prst="rect">
            <a:avLst/>
          </a:prstGeom>
        </p:spPr>
        <p:txBody>
          <a:bodyPr lIns="0" rIns="0"/>
          <a:lstStyle>
            <a:lvl1pPr algn="l">
              <a:defRPr sz="2400" b="0"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4" name="Content Placeholder 2">
            <a:extLst>
              <a:ext uri="{FF2B5EF4-FFF2-40B4-BE49-F238E27FC236}">
                <a16:creationId xmlns:a16="http://schemas.microsoft.com/office/drawing/2014/main" id="{487A4F39-02F1-60CC-CF9C-DAF8A2CF8430}"/>
              </a:ext>
            </a:extLst>
          </p:cNvPr>
          <p:cNvSpPr>
            <a:spLocks noGrp="1"/>
          </p:cNvSpPr>
          <p:nvPr>
            <p:ph idx="10" hasCustomPrompt="1"/>
          </p:nvPr>
        </p:nvSpPr>
        <p:spPr>
          <a:xfrm>
            <a:off x="558802" y="1113133"/>
            <a:ext cx="4972204" cy="5313067"/>
          </a:xfrm>
          <a:prstGeom prst="rect">
            <a:avLst/>
          </a:prstGeom>
        </p:spPr>
        <p:txBody>
          <a:bodyPr lIns="0" rIns="0"/>
          <a:lstStyle>
            <a:lvl1pPr marL="232828" indent="-232828">
              <a:buClrTx/>
              <a:buFont typeface="Arial" panose="020B0604020202020204" pitchFamily="34" charset="0"/>
              <a:buChar char="•"/>
              <a:tabLst/>
              <a:defRPr sz="2133" b="0" i="0">
                <a:solidFill>
                  <a:schemeClr val="bg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bg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bg2"/>
                </a:solidFill>
                <a:latin typeface="Arial" panose="020B0604020202020204" pitchFamily="34" charset="0"/>
                <a:ea typeface="Inter Light" panose="02000503000000020004" pitchFamily="2" charset="0"/>
                <a:cs typeface="Gotham Book" pitchFamily="2" charset="0"/>
              </a:defRPr>
            </a:lvl3pPr>
            <a:lvl4pPr>
              <a:defRPr sz="2133">
                <a:solidFill>
                  <a:schemeClr val="bg2"/>
                </a:solidFill>
                <a:latin typeface="Arial" panose="020B0604020202020204" pitchFamily="34" charset="0"/>
                <a:cs typeface="Arial" panose="020B0604020202020204" pitchFamily="34" charset="0"/>
              </a:defRPr>
            </a:lvl4pPr>
            <a:lvl5pPr>
              <a:defRPr sz="2133">
                <a:solidFill>
                  <a:schemeClr val="bg2"/>
                </a:solidFill>
                <a:latin typeface="Arial" panose="020B0604020202020204" pitchFamily="34" charset="0"/>
                <a:cs typeface="Arial" panose="020B0604020202020204" pitchFamily="34" charset="0"/>
              </a:defRPr>
            </a:lvl5pPr>
            <a:lvl6pPr>
              <a:defRPr sz="2133">
                <a:solidFill>
                  <a:schemeClr val="bg2"/>
                </a:solidFill>
              </a:defRPr>
            </a:lvl6pPr>
            <a:lvl7pPr>
              <a:defRPr sz="2133">
                <a:solidFill>
                  <a:schemeClr val="bg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9" name="Text Placeholder 14">
            <a:extLst>
              <a:ext uri="{FF2B5EF4-FFF2-40B4-BE49-F238E27FC236}">
                <a16:creationId xmlns:a16="http://schemas.microsoft.com/office/drawing/2014/main" id="{C63AE744-AAA3-97F1-EF41-2FFCC8F7EBAD}"/>
              </a:ext>
            </a:extLst>
          </p:cNvPr>
          <p:cNvSpPr>
            <a:spLocks noGrp="1"/>
          </p:cNvSpPr>
          <p:nvPr>
            <p:ph type="body" sz="quarter" idx="11" hasCustomPrompt="1"/>
          </p:nvPr>
        </p:nvSpPr>
        <p:spPr>
          <a:xfrm>
            <a:off x="7248391" y="5277562"/>
            <a:ext cx="2627965" cy="375423"/>
          </a:xfrm>
          <a:prstGeom prst="rect">
            <a:avLst/>
          </a:prstGeom>
        </p:spPr>
        <p:txBody>
          <a:bodyPr lIns="0"/>
          <a:lstStyle>
            <a:lvl1pPr marL="0" indent="0">
              <a:buNone/>
              <a:defRPr sz="1867" b="0" i="0">
                <a:solidFill>
                  <a:schemeClr val="bg1"/>
                </a:solidFill>
                <a:latin typeface="Arial" panose="020B0604020202020204" pitchFamily="34" charset="0"/>
                <a:ea typeface="Inter Medium" panose="02000503000000020004" pitchFamily="2" charset="0"/>
              </a:defRPr>
            </a:lvl1pPr>
          </a:lstStyle>
          <a:p>
            <a:pPr lvl="0"/>
            <a:r>
              <a:rPr lang="en-US"/>
              <a:t>John Doe</a:t>
            </a:r>
          </a:p>
        </p:txBody>
      </p:sp>
      <p:sp>
        <p:nvSpPr>
          <p:cNvPr id="20" name="Text Placeholder 14">
            <a:extLst>
              <a:ext uri="{FF2B5EF4-FFF2-40B4-BE49-F238E27FC236}">
                <a16:creationId xmlns:a16="http://schemas.microsoft.com/office/drawing/2014/main" id="{AF200263-B051-589A-F187-66161538F419}"/>
              </a:ext>
            </a:extLst>
          </p:cNvPr>
          <p:cNvSpPr>
            <a:spLocks noGrp="1"/>
          </p:cNvSpPr>
          <p:nvPr>
            <p:ph type="body" sz="quarter" idx="12" hasCustomPrompt="1"/>
          </p:nvPr>
        </p:nvSpPr>
        <p:spPr>
          <a:xfrm>
            <a:off x="7248391" y="5652986"/>
            <a:ext cx="2627965" cy="375423"/>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stStyle>
          <a:p>
            <a:pPr lvl="0"/>
            <a:r>
              <a:rPr lang="en-US"/>
              <a:t>Job title, Company</a:t>
            </a:r>
          </a:p>
        </p:txBody>
      </p:sp>
      <p:sp>
        <p:nvSpPr>
          <p:cNvPr id="22" name="Text Placeholder 21">
            <a:extLst>
              <a:ext uri="{FF2B5EF4-FFF2-40B4-BE49-F238E27FC236}">
                <a16:creationId xmlns:a16="http://schemas.microsoft.com/office/drawing/2014/main" id="{CE52B8EA-3B40-D380-E962-1EF45F3A5779}"/>
              </a:ext>
            </a:extLst>
          </p:cNvPr>
          <p:cNvSpPr>
            <a:spLocks noGrp="1"/>
          </p:cNvSpPr>
          <p:nvPr>
            <p:ph type="body" sz="quarter" idx="13" hasCustomPrompt="1"/>
          </p:nvPr>
        </p:nvSpPr>
        <p:spPr>
          <a:xfrm>
            <a:off x="7247468" y="1917899"/>
            <a:ext cx="3592329" cy="3093295"/>
          </a:xfrm>
          <a:prstGeom prst="rect">
            <a:avLst/>
          </a:prstGeom>
        </p:spPr>
        <p:txBody>
          <a:bodyPr lIns="0"/>
          <a:lstStyle>
            <a:lvl1pPr marL="0" indent="0">
              <a:buNone/>
              <a:defRPr sz="2667" b="0" i="0">
                <a:solidFill>
                  <a:schemeClr val="bg1"/>
                </a:solidFill>
                <a:latin typeface="Arial" panose="020B0604020202020204" pitchFamily="34" charset="0"/>
                <a:ea typeface="Inter Light" panose="02000503000000020004" pitchFamily="2" charset="0"/>
              </a:defRPr>
            </a:lvl1pPr>
          </a:lstStyle>
          <a:p>
            <a:pPr lvl="0"/>
            <a:r>
              <a:rPr lang="en-US"/>
              <a:t>One large quote goes here and would look like this when it is a few lines long or a few sentences.”</a:t>
            </a:r>
          </a:p>
        </p:txBody>
      </p:sp>
      <p:sp>
        <p:nvSpPr>
          <p:cNvPr id="4" name="Freeform 3">
            <a:extLst>
              <a:ext uri="{FF2B5EF4-FFF2-40B4-BE49-F238E27FC236}">
                <a16:creationId xmlns:a16="http://schemas.microsoft.com/office/drawing/2014/main" id="{2CF3AF50-ADFC-5B73-CBEA-92797ABFD4B3}"/>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E413F532-E5A5-32EB-D1CD-07FEE89800F0}"/>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417839741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Quote 6">
    <p:bg>
      <p:bgRef idx="1001">
        <a:schemeClr val="bg2"/>
      </p:bgRef>
    </p:bg>
    <p:spTree>
      <p:nvGrpSpPr>
        <p:cNvPr id="1" name=""/>
        <p:cNvGrpSpPr/>
        <p:nvPr/>
      </p:nvGrpSpPr>
      <p:grpSpPr>
        <a:xfrm>
          <a:off x="0" y="0"/>
          <a:ext cx="0" cy="0"/>
          <a:chOff x="0" y="0"/>
          <a:chExt cx="0" cy="0"/>
        </a:xfrm>
      </p:grpSpPr>
      <p:sp>
        <p:nvSpPr>
          <p:cNvPr id="14" name="Freeform 13">
            <a:extLst>
              <a:ext uri="{FF2B5EF4-FFF2-40B4-BE49-F238E27FC236}">
                <a16:creationId xmlns:a16="http://schemas.microsoft.com/office/drawing/2014/main" id="{3159571C-E70B-E943-B15E-4FB218E12B0C}"/>
              </a:ext>
            </a:extLst>
          </p:cNvPr>
          <p:cNvSpPr/>
          <p:nvPr/>
        </p:nvSpPr>
        <p:spPr>
          <a:xfrm>
            <a:off x="1057565" y="1276064"/>
            <a:ext cx="9762836" cy="5581936"/>
          </a:xfrm>
          <a:custGeom>
            <a:avLst/>
            <a:gdLst>
              <a:gd name="connsiteX0" fmla="*/ 103886 w 7322127"/>
              <a:gd name="connsiteY0" fmla="*/ 0 h 4186452"/>
              <a:gd name="connsiteX1" fmla="*/ 7218241 w 7322127"/>
              <a:gd name="connsiteY1" fmla="*/ 0 h 4186452"/>
              <a:gd name="connsiteX2" fmla="*/ 7322127 w 7322127"/>
              <a:gd name="connsiteY2" fmla="*/ 103886 h 4186452"/>
              <a:gd name="connsiteX3" fmla="*/ 7322127 w 7322127"/>
              <a:gd name="connsiteY3" fmla="*/ 4186452 h 4186452"/>
              <a:gd name="connsiteX4" fmla="*/ 0 w 7322127"/>
              <a:gd name="connsiteY4" fmla="*/ 4186452 h 4186452"/>
              <a:gd name="connsiteX5" fmla="*/ 0 w 7322127"/>
              <a:gd name="connsiteY5" fmla="*/ 103886 h 4186452"/>
              <a:gd name="connsiteX6" fmla="*/ 103886 w 7322127"/>
              <a:gd name="connsiteY6" fmla="*/ 0 h 418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22127" h="4186452">
                <a:moveTo>
                  <a:pt x="103886" y="0"/>
                </a:moveTo>
                <a:lnTo>
                  <a:pt x="7218241" y="0"/>
                </a:lnTo>
                <a:cubicBezTo>
                  <a:pt x="7275616" y="0"/>
                  <a:pt x="7322127" y="46511"/>
                  <a:pt x="7322127" y="103886"/>
                </a:cubicBezTo>
                <a:lnTo>
                  <a:pt x="7322127" y="4186452"/>
                </a:lnTo>
                <a:lnTo>
                  <a:pt x="0" y="4186452"/>
                </a:lnTo>
                <a:lnTo>
                  <a:pt x="0" y="103886"/>
                </a:lnTo>
                <a:cubicBezTo>
                  <a:pt x="0" y="46511"/>
                  <a:pt x="46511" y="0"/>
                  <a:pt x="103886" y="0"/>
                </a:cubicBezTo>
                <a:close/>
              </a:path>
            </a:pathLst>
          </a:cu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 name="Freeform 2">
            <a:extLst>
              <a:ext uri="{FF2B5EF4-FFF2-40B4-BE49-F238E27FC236}">
                <a16:creationId xmlns:a16="http://schemas.microsoft.com/office/drawing/2014/main" id="{0765D878-CC5C-9F33-42EB-4B4676CDD077}"/>
              </a:ext>
            </a:extLst>
          </p:cNvPr>
          <p:cNvSpPr/>
          <p:nvPr/>
        </p:nvSpPr>
        <p:spPr>
          <a:xfrm>
            <a:off x="1506149" y="652787"/>
            <a:ext cx="821415" cy="836179"/>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rgbClr val="FF6100"/>
            </a:solidFill>
            <a:prstDash val="solid"/>
            <a:miter/>
          </a:ln>
        </p:spPr>
        <p:txBody>
          <a:bodyPr rtlCol="0" anchor="ctr"/>
          <a:lstStyle/>
          <a:p>
            <a:endParaRPr lang="en-US" sz="2400" b="0" i="0">
              <a:latin typeface="Arial" panose="020B0604020202020204" pitchFamily="34" charset="0"/>
            </a:endParaRPr>
          </a:p>
        </p:txBody>
      </p:sp>
      <p:sp>
        <p:nvSpPr>
          <p:cNvPr id="6" name="Text Placeholder 14">
            <a:extLst>
              <a:ext uri="{FF2B5EF4-FFF2-40B4-BE49-F238E27FC236}">
                <a16:creationId xmlns:a16="http://schemas.microsoft.com/office/drawing/2014/main" id="{F504A460-C2AC-6F66-75E7-412AF2E322DC}"/>
              </a:ext>
            </a:extLst>
          </p:cNvPr>
          <p:cNvSpPr>
            <a:spLocks noGrp="1"/>
          </p:cNvSpPr>
          <p:nvPr>
            <p:ph type="body" sz="quarter" idx="10" hasCustomPrompt="1"/>
          </p:nvPr>
        </p:nvSpPr>
        <p:spPr>
          <a:xfrm>
            <a:off x="1506146" y="4720291"/>
            <a:ext cx="5465233" cy="375423"/>
          </a:xfrm>
          <a:prstGeom prst="rect">
            <a:avLst/>
          </a:prstGeom>
        </p:spPr>
        <p:txBody>
          <a:bodyPr lIns="0"/>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7" name="Text Placeholder 14">
            <a:extLst>
              <a:ext uri="{FF2B5EF4-FFF2-40B4-BE49-F238E27FC236}">
                <a16:creationId xmlns:a16="http://schemas.microsoft.com/office/drawing/2014/main" id="{16E4E38E-903E-7A0D-EAC6-DAC180A39BB5}"/>
              </a:ext>
            </a:extLst>
          </p:cNvPr>
          <p:cNvSpPr>
            <a:spLocks noGrp="1"/>
          </p:cNvSpPr>
          <p:nvPr>
            <p:ph type="body" sz="quarter" idx="11" hasCustomPrompt="1"/>
          </p:nvPr>
        </p:nvSpPr>
        <p:spPr>
          <a:xfrm>
            <a:off x="1506146" y="5095715"/>
            <a:ext cx="5465233" cy="375423"/>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2" name="Title 1">
            <a:extLst>
              <a:ext uri="{FF2B5EF4-FFF2-40B4-BE49-F238E27FC236}">
                <a16:creationId xmlns:a16="http://schemas.microsoft.com/office/drawing/2014/main" id="{FF7A9635-1798-6684-40CD-8B46AA9AC44A}"/>
              </a:ext>
            </a:extLst>
          </p:cNvPr>
          <p:cNvSpPr>
            <a:spLocks noGrp="1"/>
          </p:cNvSpPr>
          <p:nvPr>
            <p:ph type="title" hasCustomPrompt="1"/>
          </p:nvPr>
        </p:nvSpPr>
        <p:spPr>
          <a:xfrm>
            <a:off x="1506145" y="1864322"/>
            <a:ext cx="8648900" cy="2655639"/>
          </a:xfrm>
          <a:prstGeom prst="rect">
            <a:avLst/>
          </a:prstGeom>
        </p:spPr>
        <p:txBody>
          <a:bodyPr lIns="0" rIns="0"/>
          <a:lstStyle>
            <a:lvl1pPr algn="l">
              <a:defRPr sz="4267"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One large quote goes here and would like this when it is a few lines long or a few sentences.</a:t>
            </a:r>
          </a:p>
        </p:txBody>
      </p:sp>
      <p:sp>
        <p:nvSpPr>
          <p:cNvPr id="2" name="Freeform 1">
            <a:extLst>
              <a:ext uri="{FF2B5EF4-FFF2-40B4-BE49-F238E27FC236}">
                <a16:creationId xmlns:a16="http://schemas.microsoft.com/office/drawing/2014/main" id="{E05A339C-97D7-BA14-977D-32022B8FDC9D}"/>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79622FA8-9AB6-51D6-E468-886B32148ACB}"/>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97709606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1 Product Shot with web bar">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p:nvSpPr>
        <p:spPr>
          <a:xfrm>
            <a:off x="1684198" y="672059"/>
            <a:ext cx="8824543" cy="5372885"/>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683729" y="1167682"/>
            <a:ext cx="8824543" cy="4877263"/>
          </a:xfrm>
          <a:custGeom>
            <a:avLst/>
            <a:gdLst>
              <a:gd name="connsiteX0" fmla="*/ 60454 w 4254128"/>
              <a:gd name="connsiteY0" fmla="*/ 0 h 2351388"/>
              <a:gd name="connsiteX1" fmla="*/ 4193674 w 4254128"/>
              <a:gd name="connsiteY1" fmla="*/ 0 h 2351388"/>
              <a:gd name="connsiteX2" fmla="*/ 4195274 w 4254128"/>
              <a:gd name="connsiteY2" fmla="*/ 323 h 2351388"/>
              <a:gd name="connsiteX3" fmla="*/ 4254128 w 4254128"/>
              <a:gd name="connsiteY3" fmla="*/ 323 h 2351388"/>
              <a:gd name="connsiteX4" fmla="*/ 4254128 w 4254128"/>
              <a:gd name="connsiteY4" fmla="*/ 60454 h 2351388"/>
              <a:gd name="connsiteX5" fmla="*/ 4254128 w 4254128"/>
              <a:gd name="connsiteY5" fmla="*/ 258103 h 2351388"/>
              <a:gd name="connsiteX6" fmla="*/ 4254128 w 4254128"/>
              <a:gd name="connsiteY6" fmla="*/ 2290934 h 2351388"/>
              <a:gd name="connsiteX7" fmla="*/ 4193674 w 4254128"/>
              <a:gd name="connsiteY7" fmla="*/ 2351388 h 2351388"/>
              <a:gd name="connsiteX8" fmla="*/ 60454 w 4254128"/>
              <a:gd name="connsiteY8" fmla="*/ 2351388 h 2351388"/>
              <a:gd name="connsiteX9" fmla="*/ 0 w 4254128"/>
              <a:gd name="connsiteY9" fmla="*/ 2290934 h 2351388"/>
              <a:gd name="connsiteX10" fmla="*/ 0 w 4254128"/>
              <a:gd name="connsiteY10" fmla="*/ 60454 h 2351388"/>
              <a:gd name="connsiteX11" fmla="*/ 352 w 4254128"/>
              <a:gd name="connsiteY11" fmla="*/ 59604 h 2351388"/>
              <a:gd name="connsiteX12" fmla="*/ 352 w 4254128"/>
              <a:gd name="connsiteY12" fmla="*/ 323 h 2351388"/>
              <a:gd name="connsiteX13" fmla="*/ 58854 w 4254128"/>
              <a:gd name="connsiteY13" fmla="*/ 323 h 235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128" h="2351388">
                <a:moveTo>
                  <a:pt x="60454" y="0"/>
                </a:moveTo>
                <a:lnTo>
                  <a:pt x="4193674" y="0"/>
                </a:lnTo>
                <a:lnTo>
                  <a:pt x="4195274" y="323"/>
                </a:lnTo>
                <a:lnTo>
                  <a:pt x="4254128" y="323"/>
                </a:lnTo>
                <a:lnTo>
                  <a:pt x="4254128" y="60454"/>
                </a:lnTo>
                <a:lnTo>
                  <a:pt x="4254128" y="258103"/>
                </a:lnTo>
                <a:lnTo>
                  <a:pt x="4254128" y="2290934"/>
                </a:lnTo>
                <a:cubicBezTo>
                  <a:pt x="4254128" y="2324322"/>
                  <a:pt x="4227062" y="2351388"/>
                  <a:pt x="4193674" y="2351388"/>
                </a:cubicBezTo>
                <a:lnTo>
                  <a:pt x="60454" y="2351388"/>
                </a:lnTo>
                <a:cubicBezTo>
                  <a:pt x="27066" y="2351388"/>
                  <a:pt x="0" y="2324322"/>
                  <a:pt x="0" y="2290934"/>
                </a:cubicBezTo>
                <a:lnTo>
                  <a:pt x="0" y="60454"/>
                </a:lnTo>
                <a:lnTo>
                  <a:pt x="352" y="59604"/>
                </a:lnTo>
                <a:lnTo>
                  <a:pt x="352" y="323"/>
                </a:lnTo>
                <a:lnTo>
                  <a:pt x="58854" y="323"/>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r>
              <a:rPr lang="en-US"/>
              <a:t>Click icon to add picture</a:t>
            </a:r>
          </a:p>
        </p:txBody>
      </p:sp>
      <p:grpSp>
        <p:nvGrpSpPr>
          <p:cNvPr id="6" name="Picture 7">
            <a:extLst>
              <a:ext uri="{FF2B5EF4-FFF2-40B4-BE49-F238E27FC236}">
                <a16:creationId xmlns:a16="http://schemas.microsoft.com/office/drawing/2014/main" id="{FB09C7D9-C376-F44B-B8A9-B897AE0ED427}"/>
              </a:ext>
            </a:extLst>
          </p:cNvPr>
          <p:cNvGrpSpPr/>
          <p:nvPr/>
        </p:nvGrpSpPr>
        <p:grpSpPr>
          <a:xfrm>
            <a:off x="1684470" y="672059"/>
            <a:ext cx="8823801" cy="495957"/>
            <a:chOff x="4532006" y="1183262"/>
            <a:chExt cx="4254128" cy="239091"/>
          </a:xfrm>
        </p:grpSpPr>
        <p:sp>
          <p:nvSpPr>
            <p:cNvPr id="7" name="Freeform 6">
              <a:extLst>
                <a:ext uri="{FF2B5EF4-FFF2-40B4-BE49-F238E27FC236}">
                  <a16:creationId xmlns:a16="http://schemas.microsoft.com/office/drawing/2014/main" id="{552B9CE4-1CFD-554C-BEE8-E93FDADDBC47}"/>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sz="2400" b="0" i="0">
                <a:latin typeface="Arial" panose="020B0604020202020204" pitchFamily="34" charset="0"/>
              </a:endParaRPr>
            </a:p>
          </p:txBody>
        </p:sp>
        <p:sp>
          <p:nvSpPr>
            <p:cNvPr id="8" name="Freeform 7">
              <a:extLst>
                <a:ext uri="{FF2B5EF4-FFF2-40B4-BE49-F238E27FC236}">
                  <a16:creationId xmlns:a16="http://schemas.microsoft.com/office/drawing/2014/main" id="{2EDF5F95-E025-7E45-B672-03C2FCD389E4}"/>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chemeClr val="bg1"/>
            </a:solidFill>
            <a:ln w="3321" cap="flat">
              <a:noFill/>
              <a:prstDash val="solid"/>
              <a:miter/>
            </a:ln>
          </p:spPr>
          <p:txBody>
            <a:bodyPr rtlCol="0" anchor="ctr"/>
            <a:lstStyle/>
            <a:p>
              <a:endParaRPr lang="en-US" sz="2400" b="0" i="0">
                <a:latin typeface="Arial" panose="020B0604020202020204" pitchFamily="34" charset="0"/>
              </a:endParaRPr>
            </a:p>
          </p:txBody>
        </p:sp>
        <p:sp>
          <p:nvSpPr>
            <p:cNvPr id="9" name="Freeform 8">
              <a:extLst>
                <a:ext uri="{FF2B5EF4-FFF2-40B4-BE49-F238E27FC236}">
                  <a16:creationId xmlns:a16="http://schemas.microsoft.com/office/drawing/2014/main" id="{DF7CE96A-62EF-6149-BCD7-8C19BF06BF39}"/>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sz="2400" b="0" i="0">
                <a:latin typeface="Arial" panose="020B0604020202020204" pitchFamily="34" charset="0"/>
              </a:endParaRPr>
            </a:p>
          </p:txBody>
        </p:sp>
        <p:sp>
          <p:nvSpPr>
            <p:cNvPr id="10" name="Freeform 9">
              <a:extLst>
                <a:ext uri="{FF2B5EF4-FFF2-40B4-BE49-F238E27FC236}">
                  <a16:creationId xmlns:a16="http://schemas.microsoft.com/office/drawing/2014/main" id="{547F75FD-5D9D-D549-8BEA-B7C67D365D9C}"/>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sz="2400" b="0" i="0">
                <a:latin typeface="Arial" panose="020B0604020202020204" pitchFamily="34" charset="0"/>
              </a:endParaRPr>
            </a:p>
          </p:txBody>
        </p:sp>
        <p:sp>
          <p:nvSpPr>
            <p:cNvPr id="11" name="Freeform 10">
              <a:extLst>
                <a:ext uri="{FF2B5EF4-FFF2-40B4-BE49-F238E27FC236}">
                  <a16:creationId xmlns:a16="http://schemas.microsoft.com/office/drawing/2014/main" id="{CC00CED4-A9B4-0E48-8853-3A63887B2EFD}"/>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sz="2400" b="0" i="0">
                <a:latin typeface="Arial" panose="020B0604020202020204" pitchFamily="34" charset="0"/>
              </a:endParaRPr>
            </a:p>
          </p:txBody>
        </p:sp>
      </p:grpSp>
    </p:spTree>
    <p:extLst>
      <p:ext uri="{BB962C8B-B14F-4D97-AF65-F5344CB8AC3E}">
        <p14:creationId xmlns:p14="http://schemas.microsoft.com/office/powerpoint/2010/main" val="7057782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1 Product Shot with web bar - Ink">
    <p:bg>
      <p:bgRef idx="1001">
        <a:schemeClr val="bg2"/>
      </p:bgRef>
    </p:bg>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p:nvSpPr>
        <p:spPr>
          <a:xfrm>
            <a:off x="1684198" y="672059"/>
            <a:ext cx="8824543" cy="5372885"/>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683729" y="1167682"/>
            <a:ext cx="8824543" cy="4877263"/>
          </a:xfrm>
          <a:custGeom>
            <a:avLst/>
            <a:gdLst>
              <a:gd name="connsiteX0" fmla="*/ 60454 w 4254128"/>
              <a:gd name="connsiteY0" fmla="*/ 0 h 2351388"/>
              <a:gd name="connsiteX1" fmla="*/ 4193674 w 4254128"/>
              <a:gd name="connsiteY1" fmla="*/ 0 h 2351388"/>
              <a:gd name="connsiteX2" fmla="*/ 4195274 w 4254128"/>
              <a:gd name="connsiteY2" fmla="*/ 323 h 2351388"/>
              <a:gd name="connsiteX3" fmla="*/ 4254128 w 4254128"/>
              <a:gd name="connsiteY3" fmla="*/ 323 h 2351388"/>
              <a:gd name="connsiteX4" fmla="*/ 4254128 w 4254128"/>
              <a:gd name="connsiteY4" fmla="*/ 60454 h 2351388"/>
              <a:gd name="connsiteX5" fmla="*/ 4254128 w 4254128"/>
              <a:gd name="connsiteY5" fmla="*/ 258103 h 2351388"/>
              <a:gd name="connsiteX6" fmla="*/ 4254128 w 4254128"/>
              <a:gd name="connsiteY6" fmla="*/ 2290934 h 2351388"/>
              <a:gd name="connsiteX7" fmla="*/ 4193674 w 4254128"/>
              <a:gd name="connsiteY7" fmla="*/ 2351388 h 2351388"/>
              <a:gd name="connsiteX8" fmla="*/ 60454 w 4254128"/>
              <a:gd name="connsiteY8" fmla="*/ 2351388 h 2351388"/>
              <a:gd name="connsiteX9" fmla="*/ 0 w 4254128"/>
              <a:gd name="connsiteY9" fmla="*/ 2290934 h 2351388"/>
              <a:gd name="connsiteX10" fmla="*/ 0 w 4254128"/>
              <a:gd name="connsiteY10" fmla="*/ 60454 h 2351388"/>
              <a:gd name="connsiteX11" fmla="*/ 352 w 4254128"/>
              <a:gd name="connsiteY11" fmla="*/ 59604 h 2351388"/>
              <a:gd name="connsiteX12" fmla="*/ 352 w 4254128"/>
              <a:gd name="connsiteY12" fmla="*/ 323 h 2351388"/>
              <a:gd name="connsiteX13" fmla="*/ 58854 w 4254128"/>
              <a:gd name="connsiteY13" fmla="*/ 323 h 235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128" h="2351388">
                <a:moveTo>
                  <a:pt x="60454" y="0"/>
                </a:moveTo>
                <a:lnTo>
                  <a:pt x="4193674" y="0"/>
                </a:lnTo>
                <a:lnTo>
                  <a:pt x="4195274" y="323"/>
                </a:lnTo>
                <a:lnTo>
                  <a:pt x="4254128" y="323"/>
                </a:lnTo>
                <a:lnTo>
                  <a:pt x="4254128" y="60454"/>
                </a:lnTo>
                <a:lnTo>
                  <a:pt x="4254128" y="258103"/>
                </a:lnTo>
                <a:lnTo>
                  <a:pt x="4254128" y="2290934"/>
                </a:lnTo>
                <a:cubicBezTo>
                  <a:pt x="4254128" y="2324322"/>
                  <a:pt x="4227062" y="2351388"/>
                  <a:pt x="4193674" y="2351388"/>
                </a:cubicBezTo>
                <a:lnTo>
                  <a:pt x="60454" y="2351388"/>
                </a:lnTo>
                <a:cubicBezTo>
                  <a:pt x="27066" y="2351388"/>
                  <a:pt x="0" y="2324322"/>
                  <a:pt x="0" y="2290934"/>
                </a:cubicBezTo>
                <a:lnTo>
                  <a:pt x="0" y="60454"/>
                </a:lnTo>
                <a:lnTo>
                  <a:pt x="352" y="59604"/>
                </a:lnTo>
                <a:lnTo>
                  <a:pt x="352" y="323"/>
                </a:lnTo>
                <a:lnTo>
                  <a:pt x="58854" y="323"/>
                </a:lnTo>
                <a:close/>
              </a:path>
            </a:pathLst>
          </a:custGeom>
        </p:spPr>
        <p:txBody>
          <a:bodyPr wrap="square">
            <a:noAutofit/>
          </a:bodyPr>
          <a:lstStyle>
            <a:lvl1pPr marL="0" indent="0">
              <a:buNone/>
              <a:defRPr b="0" i="0">
                <a:solidFill>
                  <a:schemeClr val="bg1"/>
                </a:solidFill>
                <a:latin typeface="Arial" panose="020B0604020202020204" pitchFamily="34" charset="0"/>
                <a:ea typeface="Inter Light" panose="02000503000000020004" pitchFamily="2" charset="0"/>
              </a:defRPr>
            </a:lvl1pPr>
          </a:lstStyle>
          <a:p>
            <a:r>
              <a:rPr lang="en-US"/>
              <a:t>Click icon to add picture</a:t>
            </a:r>
          </a:p>
        </p:txBody>
      </p:sp>
      <p:grpSp>
        <p:nvGrpSpPr>
          <p:cNvPr id="6" name="Picture 7">
            <a:extLst>
              <a:ext uri="{FF2B5EF4-FFF2-40B4-BE49-F238E27FC236}">
                <a16:creationId xmlns:a16="http://schemas.microsoft.com/office/drawing/2014/main" id="{FB09C7D9-C376-F44B-B8A9-B897AE0ED427}"/>
              </a:ext>
            </a:extLst>
          </p:cNvPr>
          <p:cNvGrpSpPr/>
          <p:nvPr/>
        </p:nvGrpSpPr>
        <p:grpSpPr>
          <a:xfrm>
            <a:off x="1684470" y="672059"/>
            <a:ext cx="8823801" cy="495957"/>
            <a:chOff x="4532006" y="1183262"/>
            <a:chExt cx="4254128" cy="239091"/>
          </a:xfrm>
        </p:grpSpPr>
        <p:sp>
          <p:nvSpPr>
            <p:cNvPr id="7" name="Freeform 6">
              <a:extLst>
                <a:ext uri="{FF2B5EF4-FFF2-40B4-BE49-F238E27FC236}">
                  <a16:creationId xmlns:a16="http://schemas.microsoft.com/office/drawing/2014/main" id="{552B9CE4-1CFD-554C-BEE8-E93FDADDBC47}"/>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tx2"/>
            </a:solidFill>
            <a:ln w="3321" cap="flat">
              <a:noFill/>
              <a:prstDash val="solid"/>
              <a:miter/>
            </a:ln>
          </p:spPr>
          <p:txBody>
            <a:bodyPr rtlCol="0" anchor="ctr"/>
            <a:lstStyle/>
            <a:p>
              <a:endParaRPr lang="en-US" sz="2400" b="0" i="0">
                <a:latin typeface="Arial" panose="020B0604020202020204" pitchFamily="34" charset="0"/>
              </a:endParaRPr>
            </a:p>
          </p:txBody>
        </p:sp>
        <p:sp>
          <p:nvSpPr>
            <p:cNvPr id="8" name="Freeform 7">
              <a:extLst>
                <a:ext uri="{FF2B5EF4-FFF2-40B4-BE49-F238E27FC236}">
                  <a16:creationId xmlns:a16="http://schemas.microsoft.com/office/drawing/2014/main" id="{2EDF5F95-E025-7E45-B672-03C2FCD389E4}"/>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chemeClr val="tx1"/>
            </a:solidFill>
            <a:ln w="3321" cap="flat">
              <a:noFill/>
              <a:prstDash val="solid"/>
              <a:miter/>
            </a:ln>
          </p:spPr>
          <p:txBody>
            <a:bodyPr rtlCol="0" anchor="ctr"/>
            <a:lstStyle/>
            <a:p>
              <a:endParaRPr lang="en-US" sz="2400" b="0" i="0">
                <a:latin typeface="Arial" panose="020B0604020202020204" pitchFamily="34" charset="0"/>
              </a:endParaRPr>
            </a:p>
          </p:txBody>
        </p:sp>
        <p:sp>
          <p:nvSpPr>
            <p:cNvPr id="9" name="Freeform 8">
              <a:extLst>
                <a:ext uri="{FF2B5EF4-FFF2-40B4-BE49-F238E27FC236}">
                  <a16:creationId xmlns:a16="http://schemas.microsoft.com/office/drawing/2014/main" id="{DF7CE96A-62EF-6149-BCD7-8C19BF06BF39}"/>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sz="2400" b="0" i="0">
                <a:latin typeface="Arial" panose="020B0604020202020204" pitchFamily="34" charset="0"/>
              </a:endParaRPr>
            </a:p>
          </p:txBody>
        </p:sp>
        <p:sp>
          <p:nvSpPr>
            <p:cNvPr id="10" name="Freeform 9">
              <a:extLst>
                <a:ext uri="{FF2B5EF4-FFF2-40B4-BE49-F238E27FC236}">
                  <a16:creationId xmlns:a16="http://schemas.microsoft.com/office/drawing/2014/main" id="{547F75FD-5D9D-D549-8BEA-B7C67D365D9C}"/>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sz="2400" b="0" i="0">
                <a:latin typeface="Arial" panose="020B0604020202020204" pitchFamily="34" charset="0"/>
              </a:endParaRPr>
            </a:p>
          </p:txBody>
        </p:sp>
        <p:sp>
          <p:nvSpPr>
            <p:cNvPr id="11" name="Freeform 10">
              <a:extLst>
                <a:ext uri="{FF2B5EF4-FFF2-40B4-BE49-F238E27FC236}">
                  <a16:creationId xmlns:a16="http://schemas.microsoft.com/office/drawing/2014/main" id="{CC00CED4-A9B4-0E48-8853-3A63887B2EFD}"/>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sz="2400" b="0" i="0">
                <a:latin typeface="Arial" panose="020B0604020202020204" pitchFamily="34" charset="0"/>
              </a:endParaRPr>
            </a:p>
          </p:txBody>
        </p:sp>
      </p:grpSp>
      <p:sp>
        <p:nvSpPr>
          <p:cNvPr id="2" name="Freeform 1">
            <a:extLst>
              <a:ext uri="{FF2B5EF4-FFF2-40B4-BE49-F238E27FC236}">
                <a16:creationId xmlns:a16="http://schemas.microsoft.com/office/drawing/2014/main" id="{04E4E7A8-9D11-B349-993B-B458EA574B1E}"/>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D5067666-1386-DAE4-5A5A-23B4C84AEA1B}"/>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405116091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1 Product Shot">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p:nvSpPr>
        <p:spPr>
          <a:xfrm>
            <a:off x="1684198" y="672059"/>
            <a:ext cx="8824543" cy="5372885"/>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683730" y="672061"/>
            <a:ext cx="8824073" cy="5372884"/>
          </a:xfrm>
          <a:prstGeom prst="roundRect">
            <a:avLst>
              <a:gd name="adj" fmla="val 2959"/>
            </a:avLst>
          </a:pr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r>
              <a:rPr lang="en-US"/>
              <a:t>Click icon to add picture</a:t>
            </a:r>
          </a:p>
        </p:txBody>
      </p:sp>
    </p:spTree>
    <p:extLst>
      <p:ext uri="{BB962C8B-B14F-4D97-AF65-F5344CB8AC3E}">
        <p14:creationId xmlns:p14="http://schemas.microsoft.com/office/powerpoint/2010/main" val="223891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1 Product Shot - Tan">
    <p:bg>
      <p:bgRef idx="1001">
        <a:schemeClr val="bg2"/>
      </p:bgRef>
    </p:bg>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p:nvSpPr>
        <p:spPr>
          <a:xfrm>
            <a:off x="1684198" y="672059"/>
            <a:ext cx="8824543" cy="5372885"/>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683730" y="672061"/>
            <a:ext cx="8824073" cy="5372884"/>
          </a:xfrm>
          <a:prstGeom prst="roundRect">
            <a:avLst>
              <a:gd name="adj" fmla="val 2959"/>
            </a:avLst>
          </a:pr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r>
              <a:rPr lang="en-US"/>
              <a:t>Click icon to add picture</a:t>
            </a:r>
          </a:p>
        </p:txBody>
      </p:sp>
      <p:sp>
        <p:nvSpPr>
          <p:cNvPr id="2" name="Freeform 1">
            <a:extLst>
              <a:ext uri="{FF2B5EF4-FFF2-40B4-BE49-F238E27FC236}">
                <a16:creationId xmlns:a16="http://schemas.microsoft.com/office/drawing/2014/main" id="{638933CC-1318-28DB-B4AD-5B0158B2EE81}"/>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F7263F91-0848-F399-E5CC-45845D90162C}"/>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2732404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Title + Content + 1 Product Shot with web bar">
    <p:bg>
      <p:bgRef idx="1001">
        <a:schemeClr val="bg1"/>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Picture Placeholder 3">
            <a:extLst>
              <a:ext uri="{FF2B5EF4-FFF2-40B4-BE49-F238E27FC236}">
                <a16:creationId xmlns:a16="http://schemas.microsoft.com/office/drawing/2014/main" id="{4731DDCA-6917-36CB-DE1E-906B00C870C4}"/>
              </a:ext>
            </a:extLst>
          </p:cNvPr>
          <p:cNvSpPr>
            <a:spLocks noGrp="1"/>
          </p:cNvSpPr>
          <p:nvPr>
            <p:ph type="pic" sz="quarter" idx="10"/>
          </p:nvPr>
        </p:nvSpPr>
        <p:spPr>
          <a:xfrm>
            <a:off x="5999251" y="1681824"/>
            <a:ext cx="5430749" cy="2859417"/>
          </a:xfrm>
          <a:custGeom>
            <a:avLst/>
            <a:gdLst>
              <a:gd name="connsiteX0" fmla="*/ 54295 w 4073062"/>
              <a:gd name="connsiteY0" fmla="*/ 0 h 2144563"/>
              <a:gd name="connsiteX1" fmla="*/ 4015129 w 4073062"/>
              <a:gd name="connsiteY1" fmla="*/ 0 h 2144563"/>
              <a:gd name="connsiteX2" fmla="*/ 4016663 w 4073062"/>
              <a:gd name="connsiteY2" fmla="*/ 295 h 2144563"/>
              <a:gd name="connsiteX3" fmla="*/ 4073062 w 4073062"/>
              <a:gd name="connsiteY3" fmla="*/ 295 h 2144563"/>
              <a:gd name="connsiteX4" fmla="*/ 4073062 w 4073062"/>
              <a:gd name="connsiteY4" fmla="*/ 55137 h 2144563"/>
              <a:gd name="connsiteX5" fmla="*/ 4073062 w 4073062"/>
              <a:gd name="connsiteY5" fmla="*/ 235401 h 2144563"/>
              <a:gd name="connsiteX6" fmla="*/ 4073062 w 4073062"/>
              <a:gd name="connsiteY6" fmla="*/ 2041223 h 2144563"/>
              <a:gd name="connsiteX7" fmla="*/ 3969722 w 4073062"/>
              <a:gd name="connsiteY7" fmla="*/ 2144563 h 2144563"/>
              <a:gd name="connsiteX8" fmla="*/ 103340 w 4073062"/>
              <a:gd name="connsiteY8" fmla="*/ 2144563 h 2144563"/>
              <a:gd name="connsiteX9" fmla="*/ 0 w 4073062"/>
              <a:gd name="connsiteY9" fmla="*/ 2041223 h 2144563"/>
              <a:gd name="connsiteX10" fmla="*/ 0 w 4073062"/>
              <a:gd name="connsiteY10" fmla="*/ 295 h 2144563"/>
              <a:gd name="connsiteX11" fmla="*/ 52762 w 4073062"/>
              <a:gd name="connsiteY11" fmla="*/ 295 h 2144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73062" h="2144563">
                <a:moveTo>
                  <a:pt x="54295" y="0"/>
                </a:moveTo>
                <a:lnTo>
                  <a:pt x="4015129" y="0"/>
                </a:lnTo>
                <a:lnTo>
                  <a:pt x="4016663" y="295"/>
                </a:lnTo>
                <a:lnTo>
                  <a:pt x="4073062" y="295"/>
                </a:lnTo>
                <a:lnTo>
                  <a:pt x="4073062" y="55137"/>
                </a:lnTo>
                <a:lnTo>
                  <a:pt x="4073062" y="235401"/>
                </a:lnTo>
                <a:lnTo>
                  <a:pt x="4073062" y="2041223"/>
                </a:lnTo>
                <a:cubicBezTo>
                  <a:pt x="4073062" y="2098296"/>
                  <a:pt x="4026795" y="2144563"/>
                  <a:pt x="3969722" y="2144563"/>
                </a:cubicBezTo>
                <a:lnTo>
                  <a:pt x="103340" y="2144563"/>
                </a:lnTo>
                <a:cubicBezTo>
                  <a:pt x="46267" y="2144563"/>
                  <a:pt x="0" y="2098296"/>
                  <a:pt x="0" y="2041223"/>
                </a:cubicBezTo>
                <a:lnTo>
                  <a:pt x="0" y="295"/>
                </a:lnTo>
                <a:lnTo>
                  <a:pt x="52762" y="295"/>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r>
              <a:rPr lang="en-US"/>
              <a:t>Click icon to add picture</a:t>
            </a:r>
          </a:p>
        </p:txBody>
      </p:sp>
      <p:grpSp>
        <p:nvGrpSpPr>
          <p:cNvPr id="49" name="Picture 7">
            <a:extLst>
              <a:ext uri="{FF2B5EF4-FFF2-40B4-BE49-F238E27FC236}">
                <a16:creationId xmlns:a16="http://schemas.microsoft.com/office/drawing/2014/main" id="{4BA2E0E5-E25C-6FED-7301-F32B7A15BF31}"/>
              </a:ext>
            </a:extLst>
          </p:cNvPr>
          <p:cNvGrpSpPr/>
          <p:nvPr/>
        </p:nvGrpSpPr>
        <p:grpSpPr>
          <a:xfrm>
            <a:off x="5994400" y="1371911"/>
            <a:ext cx="5435600" cy="305517"/>
            <a:chOff x="4532006" y="1183262"/>
            <a:chExt cx="4254128" cy="239091"/>
          </a:xfrm>
        </p:grpSpPr>
        <p:sp>
          <p:nvSpPr>
            <p:cNvPr id="50" name="Freeform 49">
              <a:extLst>
                <a:ext uri="{FF2B5EF4-FFF2-40B4-BE49-F238E27FC236}">
                  <a16:creationId xmlns:a16="http://schemas.microsoft.com/office/drawing/2014/main" id="{AFCF79A9-3175-18D6-89F7-58CE5DEE524D}"/>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sz="2400" b="0" i="0">
                <a:latin typeface="Arial" panose="020B0604020202020204" pitchFamily="34" charset="0"/>
              </a:endParaRPr>
            </a:p>
          </p:txBody>
        </p:sp>
        <p:sp>
          <p:nvSpPr>
            <p:cNvPr id="51" name="Freeform 50">
              <a:extLst>
                <a:ext uri="{FF2B5EF4-FFF2-40B4-BE49-F238E27FC236}">
                  <a16:creationId xmlns:a16="http://schemas.microsoft.com/office/drawing/2014/main" id="{D0B1171A-410F-5A1E-6C6A-B6EC7EE6E161}"/>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sz="2400" b="0" i="0">
                <a:latin typeface="Arial" panose="020B0604020202020204" pitchFamily="34" charset="0"/>
              </a:endParaRPr>
            </a:p>
          </p:txBody>
        </p:sp>
        <p:sp>
          <p:nvSpPr>
            <p:cNvPr id="52" name="Freeform 51">
              <a:extLst>
                <a:ext uri="{FF2B5EF4-FFF2-40B4-BE49-F238E27FC236}">
                  <a16:creationId xmlns:a16="http://schemas.microsoft.com/office/drawing/2014/main" id="{02621754-52BD-C796-0290-79FEEDBA6266}"/>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sz="2400" b="0" i="0">
                <a:latin typeface="Arial" panose="020B0604020202020204" pitchFamily="34" charset="0"/>
              </a:endParaRPr>
            </a:p>
          </p:txBody>
        </p:sp>
        <p:sp>
          <p:nvSpPr>
            <p:cNvPr id="53" name="Freeform 52">
              <a:extLst>
                <a:ext uri="{FF2B5EF4-FFF2-40B4-BE49-F238E27FC236}">
                  <a16:creationId xmlns:a16="http://schemas.microsoft.com/office/drawing/2014/main" id="{4E3E3F45-442B-9201-9BBE-470649ABA0F7}"/>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sz="2400" b="0" i="0">
                <a:latin typeface="Arial" panose="020B0604020202020204" pitchFamily="34" charset="0"/>
              </a:endParaRPr>
            </a:p>
          </p:txBody>
        </p:sp>
        <p:sp>
          <p:nvSpPr>
            <p:cNvPr id="54" name="Freeform 53">
              <a:extLst>
                <a:ext uri="{FF2B5EF4-FFF2-40B4-BE49-F238E27FC236}">
                  <a16:creationId xmlns:a16="http://schemas.microsoft.com/office/drawing/2014/main" id="{306C427F-AFB7-A685-19CC-78EFC3117C64}"/>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sz="2400" b="0" i="0">
                <a:latin typeface="Arial" panose="020B0604020202020204" pitchFamily="34" charset="0"/>
              </a:endParaRPr>
            </a:p>
          </p:txBody>
        </p:sp>
      </p:gr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423925559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Title + Content + 2 Product Shots">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47E44949-E51F-414C-AEEB-1E30217CD37C}"/>
              </a:ext>
            </a:extLst>
          </p:cNvPr>
          <p:cNvSpPr>
            <a:spLocks noGrp="1"/>
          </p:cNvSpPr>
          <p:nvPr>
            <p:ph type="pic" sz="quarter" idx="10"/>
          </p:nvPr>
        </p:nvSpPr>
        <p:spPr>
          <a:xfrm>
            <a:off x="5994400" y="1113134"/>
            <a:ext cx="4167717" cy="2537884"/>
          </a:xfrm>
          <a:prstGeom prst="roundRect">
            <a:avLst>
              <a:gd name="adj" fmla="val 4884"/>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r>
              <a:rPr lang="en-US"/>
              <a:t>Click icon to add picture</a:t>
            </a:r>
          </a:p>
        </p:txBody>
      </p:sp>
      <p:sp>
        <p:nvSpPr>
          <p:cNvPr id="16" name="Picture Placeholder 2">
            <a:extLst>
              <a:ext uri="{FF2B5EF4-FFF2-40B4-BE49-F238E27FC236}">
                <a16:creationId xmlns:a16="http://schemas.microsoft.com/office/drawing/2014/main" id="{4E8E1E29-BD46-6943-9DD6-975937F46702}"/>
              </a:ext>
            </a:extLst>
          </p:cNvPr>
          <p:cNvSpPr>
            <a:spLocks noGrp="1"/>
          </p:cNvSpPr>
          <p:nvPr>
            <p:ph type="pic" sz="quarter" idx="11"/>
          </p:nvPr>
        </p:nvSpPr>
        <p:spPr>
          <a:xfrm>
            <a:off x="7262283" y="3892992"/>
            <a:ext cx="4167717" cy="2533208"/>
          </a:xfrm>
          <a:prstGeom prst="roundRect">
            <a:avLst>
              <a:gd name="adj" fmla="val 4888"/>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r>
              <a:rPr lang="en-US"/>
              <a:t>Click icon to add picture</a:t>
            </a:r>
          </a:p>
        </p:txBody>
      </p:sp>
      <p:sp>
        <p:nvSpPr>
          <p:cNvPr id="2" name="Title 1">
            <a:extLst>
              <a:ext uri="{FF2B5EF4-FFF2-40B4-BE49-F238E27FC236}">
                <a16:creationId xmlns:a16="http://schemas.microsoft.com/office/drawing/2014/main" id="{877FB355-4216-DA18-C5AE-983202CEC0DE}"/>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Content Placeholder 2">
            <a:extLst>
              <a:ext uri="{FF2B5EF4-FFF2-40B4-BE49-F238E27FC236}">
                <a16:creationId xmlns:a16="http://schemas.microsoft.com/office/drawing/2014/main" id="{9B803873-2DFC-400F-FBCC-8FE88BCAA7CF}"/>
              </a:ext>
            </a:extLst>
          </p:cNvPr>
          <p:cNvSpPr>
            <a:spLocks noGrp="1"/>
          </p:cNvSpPr>
          <p:nvPr>
            <p:ph idx="12"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21440546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Title + Content + 2 Product Shots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FB355-4216-DA18-C5AE-983202CEC0DE}"/>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Content Placeholder 2">
            <a:extLst>
              <a:ext uri="{FF2B5EF4-FFF2-40B4-BE49-F238E27FC236}">
                <a16:creationId xmlns:a16="http://schemas.microsoft.com/office/drawing/2014/main" id="{9B803873-2DFC-400F-FBCC-8FE88BCAA7CF}"/>
              </a:ext>
            </a:extLst>
          </p:cNvPr>
          <p:cNvSpPr>
            <a:spLocks noGrp="1"/>
          </p:cNvSpPr>
          <p:nvPr>
            <p:ph idx="12"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5" name="Freeform 4">
            <a:extLst>
              <a:ext uri="{FF2B5EF4-FFF2-40B4-BE49-F238E27FC236}">
                <a16:creationId xmlns:a16="http://schemas.microsoft.com/office/drawing/2014/main" id="{1A87EED7-EA61-2A9F-838F-0817D5615872}"/>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5">
            <a:extLst>
              <a:ext uri="{FF2B5EF4-FFF2-40B4-BE49-F238E27FC236}">
                <a16:creationId xmlns:a16="http://schemas.microsoft.com/office/drawing/2014/main" id="{6E17D6D3-4FF7-3E5B-1063-F923F98F3577}"/>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7" name="Picture Placeholder 2">
            <a:extLst>
              <a:ext uri="{FF2B5EF4-FFF2-40B4-BE49-F238E27FC236}">
                <a16:creationId xmlns:a16="http://schemas.microsoft.com/office/drawing/2014/main" id="{5EA0A17B-B7BE-A95F-1F78-4B3361703304}"/>
              </a:ext>
            </a:extLst>
          </p:cNvPr>
          <p:cNvSpPr>
            <a:spLocks noGrp="1"/>
          </p:cNvSpPr>
          <p:nvPr>
            <p:ph type="pic" sz="quarter" idx="10"/>
          </p:nvPr>
        </p:nvSpPr>
        <p:spPr>
          <a:xfrm>
            <a:off x="5994400" y="1113134"/>
            <a:ext cx="4167717" cy="2537884"/>
          </a:xfrm>
          <a:prstGeom prst="roundRect">
            <a:avLst>
              <a:gd name="adj" fmla="val 4884"/>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8" name="Picture Placeholder 2">
            <a:extLst>
              <a:ext uri="{FF2B5EF4-FFF2-40B4-BE49-F238E27FC236}">
                <a16:creationId xmlns:a16="http://schemas.microsoft.com/office/drawing/2014/main" id="{C837EE1A-8AF4-8198-6C6D-62643995D48B}"/>
              </a:ext>
            </a:extLst>
          </p:cNvPr>
          <p:cNvSpPr>
            <a:spLocks noGrp="1"/>
          </p:cNvSpPr>
          <p:nvPr>
            <p:ph type="pic" sz="quarter" idx="11"/>
          </p:nvPr>
        </p:nvSpPr>
        <p:spPr>
          <a:xfrm>
            <a:off x="7262283" y="3892992"/>
            <a:ext cx="4167717" cy="2533208"/>
          </a:xfrm>
          <a:prstGeom prst="roundRect">
            <a:avLst>
              <a:gd name="adj" fmla="val 4888"/>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Tree>
    <p:extLst>
      <p:ext uri="{BB962C8B-B14F-4D97-AF65-F5344CB8AC3E}">
        <p14:creationId xmlns:p14="http://schemas.microsoft.com/office/powerpoint/2010/main" val="419227294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Title + Content + 2 Product Shots with web bar">
    <p:bg>
      <p:bgRef idx="1001">
        <a:schemeClr val="bg1"/>
      </p:bgRef>
    </p:bg>
    <p:spTree>
      <p:nvGrpSpPr>
        <p:cNvPr id="1" name=""/>
        <p:cNvGrpSpPr/>
        <p:nvPr/>
      </p:nvGrpSpPr>
      <p:grpSpPr>
        <a:xfrm>
          <a:off x="0" y="0"/>
          <a:ext cx="0" cy="0"/>
          <a:chOff x="0" y="0"/>
          <a:chExt cx="0" cy="0"/>
        </a:xfrm>
      </p:grpSpPr>
      <p:sp>
        <p:nvSpPr>
          <p:cNvPr id="24" name="Picture Placeholder 23">
            <a:extLst>
              <a:ext uri="{FF2B5EF4-FFF2-40B4-BE49-F238E27FC236}">
                <a16:creationId xmlns:a16="http://schemas.microsoft.com/office/drawing/2014/main" id="{C20D86D5-2817-2984-97BA-5547B9275442}"/>
              </a:ext>
            </a:extLst>
          </p:cNvPr>
          <p:cNvSpPr>
            <a:spLocks noGrp="1"/>
          </p:cNvSpPr>
          <p:nvPr>
            <p:ph type="pic" sz="quarter" idx="12"/>
          </p:nvPr>
        </p:nvSpPr>
        <p:spPr>
          <a:xfrm>
            <a:off x="7400544" y="4053620"/>
            <a:ext cx="4019989" cy="2213557"/>
          </a:xfrm>
          <a:custGeom>
            <a:avLst/>
            <a:gdLst>
              <a:gd name="connsiteX0" fmla="*/ 4084 w 3014992"/>
              <a:gd name="connsiteY0" fmla="*/ 0 h 1660168"/>
              <a:gd name="connsiteX1" fmla="*/ 96023 w 3014992"/>
              <a:gd name="connsiteY1" fmla="*/ 0 h 1660168"/>
              <a:gd name="connsiteX2" fmla="*/ 2918969 w 3014992"/>
              <a:gd name="connsiteY2" fmla="*/ 0 h 1660168"/>
              <a:gd name="connsiteX3" fmla="*/ 3014992 w 3014992"/>
              <a:gd name="connsiteY3" fmla="*/ 0 h 1660168"/>
              <a:gd name="connsiteX4" fmla="*/ 3014992 w 3014992"/>
              <a:gd name="connsiteY4" fmla="*/ 35801 h 1660168"/>
              <a:gd name="connsiteX5" fmla="*/ 3014992 w 3014992"/>
              <a:gd name="connsiteY5" fmla="*/ 96023 h 1660168"/>
              <a:gd name="connsiteX6" fmla="*/ 3014992 w 3014992"/>
              <a:gd name="connsiteY6" fmla="*/ 175943 h 1660168"/>
              <a:gd name="connsiteX7" fmla="*/ 3014992 w 3014992"/>
              <a:gd name="connsiteY7" fmla="*/ 772235 h 1660168"/>
              <a:gd name="connsiteX8" fmla="*/ 3014992 w 3014992"/>
              <a:gd name="connsiteY8" fmla="*/ 1568439 h 1660168"/>
              <a:gd name="connsiteX9" fmla="*/ 2956346 w 3014992"/>
              <a:gd name="connsiteY9" fmla="*/ 1656916 h 1660168"/>
              <a:gd name="connsiteX10" fmla="*/ 2940238 w 3014992"/>
              <a:gd name="connsiteY10" fmla="*/ 1660168 h 1660168"/>
              <a:gd name="connsiteX11" fmla="*/ 74755 w 3014992"/>
              <a:gd name="connsiteY11" fmla="*/ 1660168 h 1660168"/>
              <a:gd name="connsiteX12" fmla="*/ 58647 w 3014992"/>
              <a:gd name="connsiteY12" fmla="*/ 1656916 h 1660168"/>
              <a:gd name="connsiteX13" fmla="*/ 0 w 3014992"/>
              <a:gd name="connsiteY13" fmla="*/ 1568439 h 1660168"/>
              <a:gd name="connsiteX14" fmla="*/ 0 w 3014992"/>
              <a:gd name="connsiteY14" fmla="*/ 96023 h 1660168"/>
              <a:gd name="connsiteX15" fmla="*/ 4084 w 3014992"/>
              <a:gd name="connsiteY15" fmla="*/ 75794 h 1660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14992" h="1660168">
                <a:moveTo>
                  <a:pt x="4084" y="0"/>
                </a:moveTo>
                <a:lnTo>
                  <a:pt x="96023" y="0"/>
                </a:lnTo>
                <a:lnTo>
                  <a:pt x="2918969" y="0"/>
                </a:lnTo>
                <a:lnTo>
                  <a:pt x="3014992" y="0"/>
                </a:lnTo>
                <a:lnTo>
                  <a:pt x="3014992" y="35801"/>
                </a:lnTo>
                <a:lnTo>
                  <a:pt x="3014992" y="96023"/>
                </a:lnTo>
                <a:lnTo>
                  <a:pt x="3014992" y="175943"/>
                </a:lnTo>
                <a:lnTo>
                  <a:pt x="3014992" y="772235"/>
                </a:lnTo>
                <a:lnTo>
                  <a:pt x="3014992" y="1568439"/>
                </a:lnTo>
                <a:cubicBezTo>
                  <a:pt x="3014992" y="1608213"/>
                  <a:pt x="2990810" y="1642339"/>
                  <a:pt x="2956346" y="1656916"/>
                </a:cubicBezTo>
                <a:lnTo>
                  <a:pt x="2940238" y="1660168"/>
                </a:lnTo>
                <a:lnTo>
                  <a:pt x="74755" y="1660168"/>
                </a:lnTo>
                <a:lnTo>
                  <a:pt x="58647" y="1656916"/>
                </a:lnTo>
                <a:cubicBezTo>
                  <a:pt x="24183" y="1642339"/>
                  <a:pt x="0" y="1608213"/>
                  <a:pt x="0" y="1568439"/>
                </a:cubicBezTo>
                <a:lnTo>
                  <a:pt x="0" y="96023"/>
                </a:lnTo>
                <a:lnTo>
                  <a:pt x="4084" y="75794"/>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r>
              <a:rPr lang="en-US"/>
              <a:t>Click icon to add picture</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3" name="Picture Placeholder 22">
            <a:extLst>
              <a:ext uri="{FF2B5EF4-FFF2-40B4-BE49-F238E27FC236}">
                <a16:creationId xmlns:a16="http://schemas.microsoft.com/office/drawing/2014/main" id="{ED9767B8-5A95-1293-900A-140D841C2BD6}"/>
              </a:ext>
            </a:extLst>
          </p:cNvPr>
          <p:cNvSpPr>
            <a:spLocks noGrp="1"/>
          </p:cNvSpPr>
          <p:nvPr>
            <p:ph type="pic" sz="quarter" idx="10"/>
          </p:nvPr>
        </p:nvSpPr>
        <p:spPr>
          <a:xfrm>
            <a:off x="5994400" y="1314484"/>
            <a:ext cx="4019989" cy="2213557"/>
          </a:xfrm>
          <a:custGeom>
            <a:avLst/>
            <a:gdLst>
              <a:gd name="connsiteX0" fmla="*/ 4084 w 3014992"/>
              <a:gd name="connsiteY0" fmla="*/ 0 h 1660168"/>
              <a:gd name="connsiteX1" fmla="*/ 96023 w 3014992"/>
              <a:gd name="connsiteY1" fmla="*/ 0 h 1660168"/>
              <a:gd name="connsiteX2" fmla="*/ 2918969 w 3014992"/>
              <a:gd name="connsiteY2" fmla="*/ 0 h 1660168"/>
              <a:gd name="connsiteX3" fmla="*/ 3014992 w 3014992"/>
              <a:gd name="connsiteY3" fmla="*/ 0 h 1660168"/>
              <a:gd name="connsiteX4" fmla="*/ 3014992 w 3014992"/>
              <a:gd name="connsiteY4" fmla="*/ 35801 h 1660168"/>
              <a:gd name="connsiteX5" fmla="*/ 3014992 w 3014992"/>
              <a:gd name="connsiteY5" fmla="*/ 96023 h 1660168"/>
              <a:gd name="connsiteX6" fmla="*/ 3014992 w 3014992"/>
              <a:gd name="connsiteY6" fmla="*/ 175943 h 1660168"/>
              <a:gd name="connsiteX7" fmla="*/ 3014992 w 3014992"/>
              <a:gd name="connsiteY7" fmla="*/ 772235 h 1660168"/>
              <a:gd name="connsiteX8" fmla="*/ 3014992 w 3014992"/>
              <a:gd name="connsiteY8" fmla="*/ 1568439 h 1660168"/>
              <a:gd name="connsiteX9" fmla="*/ 2956346 w 3014992"/>
              <a:gd name="connsiteY9" fmla="*/ 1656916 h 1660168"/>
              <a:gd name="connsiteX10" fmla="*/ 2940238 w 3014992"/>
              <a:gd name="connsiteY10" fmla="*/ 1660168 h 1660168"/>
              <a:gd name="connsiteX11" fmla="*/ 74755 w 3014992"/>
              <a:gd name="connsiteY11" fmla="*/ 1660168 h 1660168"/>
              <a:gd name="connsiteX12" fmla="*/ 58647 w 3014992"/>
              <a:gd name="connsiteY12" fmla="*/ 1656916 h 1660168"/>
              <a:gd name="connsiteX13" fmla="*/ 0 w 3014992"/>
              <a:gd name="connsiteY13" fmla="*/ 1568439 h 1660168"/>
              <a:gd name="connsiteX14" fmla="*/ 0 w 3014992"/>
              <a:gd name="connsiteY14" fmla="*/ 96023 h 1660168"/>
              <a:gd name="connsiteX15" fmla="*/ 4084 w 3014992"/>
              <a:gd name="connsiteY15" fmla="*/ 75794 h 1660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14992" h="1660168">
                <a:moveTo>
                  <a:pt x="4084" y="0"/>
                </a:moveTo>
                <a:lnTo>
                  <a:pt x="96023" y="0"/>
                </a:lnTo>
                <a:lnTo>
                  <a:pt x="2918969" y="0"/>
                </a:lnTo>
                <a:lnTo>
                  <a:pt x="3014992" y="0"/>
                </a:lnTo>
                <a:lnTo>
                  <a:pt x="3014992" y="35801"/>
                </a:lnTo>
                <a:lnTo>
                  <a:pt x="3014992" y="96023"/>
                </a:lnTo>
                <a:lnTo>
                  <a:pt x="3014992" y="175943"/>
                </a:lnTo>
                <a:lnTo>
                  <a:pt x="3014992" y="772235"/>
                </a:lnTo>
                <a:lnTo>
                  <a:pt x="3014992" y="1568439"/>
                </a:lnTo>
                <a:cubicBezTo>
                  <a:pt x="3014992" y="1608213"/>
                  <a:pt x="2990810" y="1642339"/>
                  <a:pt x="2956346" y="1656916"/>
                </a:cubicBezTo>
                <a:lnTo>
                  <a:pt x="2940238" y="1660168"/>
                </a:lnTo>
                <a:lnTo>
                  <a:pt x="74755" y="1660168"/>
                </a:lnTo>
                <a:lnTo>
                  <a:pt x="58647" y="1656916"/>
                </a:lnTo>
                <a:cubicBezTo>
                  <a:pt x="24183" y="1642339"/>
                  <a:pt x="0" y="1608213"/>
                  <a:pt x="0" y="1568439"/>
                </a:cubicBezTo>
                <a:lnTo>
                  <a:pt x="0" y="96023"/>
                </a:lnTo>
                <a:lnTo>
                  <a:pt x="4084" y="75794"/>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r>
              <a:rPr lang="en-US"/>
              <a:t>Click icon to add picture</a:t>
            </a:r>
          </a:p>
        </p:txBody>
      </p:sp>
      <p:grpSp>
        <p:nvGrpSpPr>
          <p:cNvPr id="49" name="Picture 7">
            <a:extLst>
              <a:ext uri="{FF2B5EF4-FFF2-40B4-BE49-F238E27FC236}">
                <a16:creationId xmlns:a16="http://schemas.microsoft.com/office/drawing/2014/main" id="{4BA2E0E5-E25C-6FED-7301-F32B7A15BF31}"/>
              </a:ext>
            </a:extLst>
          </p:cNvPr>
          <p:cNvGrpSpPr/>
          <p:nvPr/>
        </p:nvGrpSpPr>
        <p:grpSpPr>
          <a:xfrm>
            <a:off x="5993057" y="1095456"/>
            <a:ext cx="4021801" cy="226053"/>
            <a:chOff x="4532006" y="1183262"/>
            <a:chExt cx="4254128" cy="239091"/>
          </a:xfrm>
        </p:grpSpPr>
        <p:sp>
          <p:nvSpPr>
            <p:cNvPr id="50" name="Freeform 49">
              <a:extLst>
                <a:ext uri="{FF2B5EF4-FFF2-40B4-BE49-F238E27FC236}">
                  <a16:creationId xmlns:a16="http://schemas.microsoft.com/office/drawing/2014/main" id="{AFCF79A9-3175-18D6-89F7-58CE5DEE524D}"/>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sz="2400" b="0" i="0">
                <a:latin typeface="Arial" panose="020B0604020202020204" pitchFamily="34" charset="0"/>
              </a:endParaRPr>
            </a:p>
          </p:txBody>
        </p:sp>
        <p:sp>
          <p:nvSpPr>
            <p:cNvPr id="51" name="Freeform 50">
              <a:extLst>
                <a:ext uri="{FF2B5EF4-FFF2-40B4-BE49-F238E27FC236}">
                  <a16:creationId xmlns:a16="http://schemas.microsoft.com/office/drawing/2014/main" id="{D0B1171A-410F-5A1E-6C6A-B6EC7EE6E161}"/>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sz="2400" b="0" i="0">
                <a:latin typeface="Arial" panose="020B0604020202020204" pitchFamily="34" charset="0"/>
              </a:endParaRPr>
            </a:p>
          </p:txBody>
        </p:sp>
        <p:sp>
          <p:nvSpPr>
            <p:cNvPr id="52" name="Freeform 51">
              <a:extLst>
                <a:ext uri="{FF2B5EF4-FFF2-40B4-BE49-F238E27FC236}">
                  <a16:creationId xmlns:a16="http://schemas.microsoft.com/office/drawing/2014/main" id="{02621754-52BD-C796-0290-79FEEDBA6266}"/>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sz="2400" b="0" i="0">
                <a:latin typeface="Arial" panose="020B0604020202020204" pitchFamily="34" charset="0"/>
              </a:endParaRPr>
            </a:p>
          </p:txBody>
        </p:sp>
        <p:sp>
          <p:nvSpPr>
            <p:cNvPr id="53" name="Freeform 52">
              <a:extLst>
                <a:ext uri="{FF2B5EF4-FFF2-40B4-BE49-F238E27FC236}">
                  <a16:creationId xmlns:a16="http://schemas.microsoft.com/office/drawing/2014/main" id="{4E3E3F45-442B-9201-9BBE-470649ABA0F7}"/>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sz="2400" b="0" i="0">
                <a:latin typeface="Arial" panose="020B0604020202020204" pitchFamily="34" charset="0"/>
              </a:endParaRPr>
            </a:p>
          </p:txBody>
        </p:sp>
        <p:sp>
          <p:nvSpPr>
            <p:cNvPr id="54" name="Freeform 53">
              <a:extLst>
                <a:ext uri="{FF2B5EF4-FFF2-40B4-BE49-F238E27FC236}">
                  <a16:creationId xmlns:a16="http://schemas.microsoft.com/office/drawing/2014/main" id="{306C427F-AFB7-A685-19CC-78EFC3117C64}"/>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sz="2400" b="0" i="0">
                <a:latin typeface="Arial" panose="020B0604020202020204" pitchFamily="34" charset="0"/>
              </a:endParaRPr>
            </a:p>
          </p:txBody>
        </p:sp>
      </p:gr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grpSp>
        <p:nvGrpSpPr>
          <p:cNvPr id="13" name="Picture 7">
            <a:extLst>
              <a:ext uri="{FF2B5EF4-FFF2-40B4-BE49-F238E27FC236}">
                <a16:creationId xmlns:a16="http://schemas.microsoft.com/office/drawing/2014/main" id="{D75F043F-8DD5-F2CA-87CE-CA30B6FBB8FF}"/>
              </a:ext>
            </a:extLst>
          </p:cNvPr>
          <p:cNvGrpSpPr/>
          <p:nvPr/>
        </p:nvGrpSpPr>
        <p:grpSpPr>
          <a:xfrm>
            <a:off x="7396105" y="3833819"/>
            <a:ext cx="4021801" cy="226053"/>
            <a:chOff x="4532006" y="1183262"/>
            <a:chExt cx="4254128" cy="239091"/>
          </a:xfrm>
        </p:grpSpPr>
        <p:sp>
          <p:nvSpPr>
            <p:cNvPr id="14" name="Freeform 13">
              <a:extLst>
                <a:ext uri="{FF2B5EF4-FFF2-40B4-BE49-F238E27FC236}">
                  <a16:creationId xmlns:a16="http://schemas.microsoft.com/office/drawing/2014/main" id="{9B68AC5D-E21A-A6D7-2670-519029A8768C}"/>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sz="2400" b="0" i="0">
                <a:latin typeface="Arial" panose="020B0604020202020204" pitchFamily="34" charset="0"/>
              </a:endParaRPr>
            </a:p>
          </p:txBody>
        </p:sp>
        <p:sp>
          <p:nvSpPr>
            <p:cNvPr id="15" name="Freeform 14">
              <a:extLst>
                <a:ext uri="{FF2B5EF4-FFF2-40B4-BE49-F238E27FC236}">
                  <a16:creationId xmlns:a16="http://schemas.microsoft.com/office/drawing/2014/main" id="{FC2CD0FD-8EBA-E018-E892-5B42E246D35E}"/>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sz="2400" b="0" i="0">
                <a:latin typeface="Arial" panose="020B0604020202020204" pitchFamily="34" charset="0"/>
              </a:endParaRPr>
            </a:p>
          </p:txBody>
        </p:sp>
        <p:sp>
          <p:nvSpPr>
            <p:cNvPr id="16" name="Freeform 15">
              <a:extLst>
                <a:ext uri="{FF2B5EF4-FFF2-40B4-BE49-F238E27FC236}">
                  <a16:creationId xmlns:a16="http://schemas.microsoft.com/office/drawing/2014/main" id="{1E597621-EE15-23C9-E5EF-6B958B967B94}"/>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sz="2400" b="0" i="0">
                <a:latin typeface="Arial" panose="020B0604020202020204" pitchFamily="34" charset="0"/>
              </a:endParaRPr>
            </a:p>
          </p:txBody>
        </p:sp>
        <p:sp>
          <p:nvSpPr>
            <p:cNvPr id="17" name="Freeform 16">
              <a:extLst>
                <a:ext uri="{FF2B5EF4-FFF2-40B4-BE49-F238E27FC236}">
                  <a16:creationId xmlns:a16="http://schemas.microsoft.com/office/drawing/2014/main" id="{2D15E548-0B24-DAB9-76CD-EB017EF158A5}"/>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sz="2400" b="0" i="0">
                <a:latin typeface="Arial" panose="020B0604020202020204" pitchFamily="34" charset="0"/>
              </a:endParaRPr>
            </a:p>
          </p:txBody>
        </p:sp>
        <p:sp>
          <p:nvSpPr>
            <p:cNvPr id="18" name="Freeform 17">
              <a:extLst>
                <a:ext uri="{FF2B5EF4-FFF2-40B4-BE49-F238E27FC236}">
                  <a16:creationId xmlns:a16="http://schemas.microsoft.com/office/drawing/2014/main" id="{E59526D8-EA01-8647-6151-E0A372D1EDAB}"/>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sz="2400" b="0" i="0">
                <a:latin typeface="Arial" panose="020B0604020202020204" pitchFamily="34" charset="0"/>
              </a:endParaRPr>
            </a:p>
          </p:txBody>
        </p:sp>
      </p:grpSp>
    </p:spTree>
    <p:extLst>
      <p:ext uri="{BB962C8B-B14F-4D97-AF65-F5344CB8AC3E}">
        <p14:creationId xmlns:p14="http://schemas.microsoft.com/office/powerpoint/2010/main" val="375492029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Title + Content + 3 Product Shots">
    <p:bg>
      <p:bgRef idx="1001">
        <a:schemeClr val="bg1"/>
      </p:bgRef>
    </p:bg>
    <p:spTree>
      <p:nvGrpSpPr>
        <p:cNvPr id="1" name=""/>
        <p:cNvGrpSpPr/>
        <p:nvPr/>
      </p:nvGrpSpPr>
      <p:grpSpPr>
        <a:xfrm>
          <a:off x="0" y="0"/>
          <a:ext cx="0" cy="0"/>
          <a:chOff x="0" y="0"/>
          <a:chExt cx="0" cy="0"/>
        </a:xfrm>
      </p:grpSpPr>
      <p:sp>
        <p:nvSpPr>
          <p:cNvPr id="5" name="Picture Placeholder 2">
            <a:extLst>
              <a:ext uri="{FF2B5EF4-FFF2-40B4-BE49-F238E27FC236}">
                <a16:creationId xmlns:a16="http://schemas.microsoft.com/office/drawing/2014/main" id="{3DDF2584-B284-C6DC-CAAB-B207786A5B8B}"/>
              </a:ext>
            </a:extLst>
          </p:cNvPr>
          <p:cNvSpPr>
            <a:spLocks noGrp="1"/>
          </p:cNvSpPr>
          <p:nvPr>
            <p:ph type="pic" sz="quarter" idx="12"/>
          </p:nvPr>
        </p:nvSpPr>
        <p:spPr>
          <a:xfrm>
            <a:off x="5994400" y="4494899"/>
            <a:ext cx="3177440" cy="1931301"/>
          </a:xfrm>
          <a:prstGeom prst="roundRect">
            <a:avLst>
              <a:gd name="adj" fmla="val 6162"/>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r>
              <a:rPr lang="en-US"/>
              <a:t>Click icon to add picture</a:t>
            </a:r>
          </a:p>
        </p:txBody>
      </p:sp>
      <p:sp>
        <p:nvSpPr>
          <p:cNvPr id="21" name="Picture Placeholder 2">
            <a:extLst>
              <a:ext uri="{FF2B5EF4-FFF2-40B4-BE49-F238E27FC236}">
                <a16:creationId xmlns:a16="http://schemas.microsoft.com/office/drawing/2014/main" id="{62A4175F-8C8A-DF34-59AB-3ABA09172737}"/>
              </a:ext>
            </a:extLst>
          </p:cNvPr>
          <p:cNvSpPr>
            <a:spLocks noGrp="1"/>
          </p:cNvSpPr>
          <p:nvPr>
            <p:ph type="pic" sz="quarter" idx="13"/>
          </p:nvPr>
        </p:nvSpPr>
        <p:spPr>
          <a:xfrm>
            <a:off x="8252560" y="2763399"/>
            <a:ext cx="3177440" cy="1931301"/>
          </a:xfrm>
          <a:prstGeom prst="roundRect">
            <a:avLst>
              <a:gd name="adj" fmla="val 6552"/>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r>
              <a:rPr lang="en-US"/>
              <a:t>Click icon to add picture</a:t>
            </a:r>
          </a:p>
        </p:txBody>
      </p:sp>
      <p:sp>
        <p:nvSpPr>
          <p:cNvPr id="4" name="Picture Placeholder 2">
            <a:extLst>
              <a:ext uri="{FF2B5EF4-FFF2-40B4-BE49-F238E27FC236}">
                <a16:creationId xmlns:a16="http://schemas.microsoft.com/office/drawing/2014/main" id="{DF78986C-620A-401D-2CBC-EF906FD5A3C5}"/>
              </a:ext>
            </a:extLst>
          </p:cNvPr>
          <p:cNvSpPr>
            <a:spLocks noGrp="1"/>
          </p:cNvSpPr>
          <p:nvPr>
            <p:ph type="pic" sz="quarter" idx="10"/>
          </p:nvPr>
        </p:nvSpPr>
        <p:spPr>
          <a:xfrm>
            <a:off x="5994400" y="1113133"/>
            <a:ext cx="3177440" cy="1934867"/>
          </a:xfrm>
          <a:prstGeom prst="roundRect">
            <a:avLst>
              <a:gd name="adj" fmla="val 6545"/>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r>
              <a:rPr lang="en-US"/>
              <a:t>Click icon to add picture</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131977495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Title + Content + 3 Product Shots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Freeform 1">
            <a:extLst>
              <a:ext uri="{FF2B5EF4-FFF2-40B4-BE49-F238E27FC236}">
                <a16:creationId xmlns:a16="http://schemas.microsoft.com/office/drawing/2014/main" id="{C1DBD14F-6D20-CF1E-1114-388AA32CBF04}"/>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2">
            <a:extLst>
              <a:ext uri="{FF2B5EF4-FFF2-40B4-BE49-F238E27FC236}">
                <a16:creationId xmlns:a16="http://schemas.microsoft.com/office/drawing/2014/main" id="{11634053-3127-5EFF-1974-F78334ACE75D}"/>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2" name="Picture Placeholder 2">
            <a:extLst>
              <a:ext uri="{FF2B5EF4-FFF2-40B4-BE49-F238E27FC236}">
                <a16:creationId xmlns:a16="http://schemas.microsoft.com/office/drawing/2014/main" id="{E4F96F76-68AB-C5C2-4B6B-97C2217D2142}"/>
              </a:ext>
            </a:extLst>
          </p:cNvPr>
          <p:cNvSpPr>
            <a:spLocks noGrp="1"/>
          </p:cNvSpPr>
          <p:nvPr>
            <p:ph type="pic" sz="quarter" idx="12"/>
          </p:nvPr>
        </p:nvSpPr>
        <p:spPr>
          <a:xfrm>
            <a:off x="5994400" y="4494899"/>
            <a:ext cx="3177440" cy="1931301"/>
          </a:xfrm>
          <a:prstGeom prst="roundRect">
            <a:avLst>
              <a:gd name="adj" fmla="val 6162"/>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23" name="Picture Placeholder 2">
            <a:extLst>
              <a:ext uri="{FF2B5EF4-FFF2-40B4-BE49-F238E27FC236}">
                <a16:creationId xmlns:a16="http://schemas.microsoft.com/office/drawing/2014/main" id="{DA303D9E-3602-8FFB-5D4F-1A7235E3C79C}"/>
              </a:ext>
            </a:extLst>
          </p:cNvPr>
          <p:cNvSpPr>
            <a:spLocks noGrp="1"/>
          </p:cNvSpPr>
          <p:nvPr>
            <p:ph type="pic" sz="quarter" idx="13"/>
          </p:nvPr>
        </p:nvSpPr>
        <p:spPr>
          <a:xfrm>
            <a:off x="8252560" y="2763399"/>
            <a:ext cx="3177440" cy="1931301"/>
          </a:xfrm>
          <a:prstGeom prst="roundRect">
            <a:avLst>
              <a:gd name="adj" fmla="val 6552"/>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24" name="Picture Placeholder 2">
            <a:extLst>
              <a:ext uri="{FF2B5EF4-FFF2-40B4-BE49-F238E27FC236}">
                <a16:creationId xmlns:a16="http://schemas.microsoft.com/office/drawing/2014/main" id="{A99CCD70-D8C7-2EF8-F01D-7FF7547EC832}"/>
              </a:ext>
            </a:extLst>
          </p:cNvPr>
          <p:cNvSpPr>
            <a:spLocks noGrp="1"/>
          </p:cNvSpPr>
          <p:nvPr>
            <p:ph type="pic" sz="quarter" idx="10"/>
          </p:nvPr>
        </p:nvSpPr>
        <p:spPr>
          <a:xfrm>
            <a:off x="5994400" y="1113133"/>
            <a:ext cx="3177440" cy="1934867"/>
          </a:xfrm>
          <a:prstGeom prst="roundRect">
            <a:avLst>
              <a:gd name="adj" fmla="val 6545"/>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Tree>
    <p:extLst>
      <p:ext uri="{BB962C8B-B14F-4D97-AF65-F5344CB8AC3E}">
        <p14:creationId xmlns:p14="http://schemas.microsoft.com/office/powerpoint/2010/main" val="16569102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Title + Content + 1 Image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B93F1DF4-A2CC-8D27-8690-2C424742445A}"/>
              </a:ext>
            </a:extLst>
          </p:cNvPr>
          <p:cNvSpPr>
            <a:spLocks noGrp="1"/>
          </p:cNvSpPr>
          <p:nvPr>
            <p:ph idx="14" hasCustomPrompt="1"/>
          </p:nvPr>
        </p:nvSpPr>
        <p:spPr>
          <a:xfrm>
            <a:off x="558800" y="1113132"/>
            <a:ext cx="54356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Picture Placeholder 4">
            <a:extLst>
              <a:ext uri="{FF2B5EF4-FFF2-40B4-BE49-F238E27FC236}">
                <a16:creationId xmlns:a16="http://schemas.microsoft.com/office/drawing/2014/main" id="{DDA69EE1-F709-2D40-25A5-1960C1B499ED}"/>
              </a:ext>
            </a:extLst>
          </p:cNvPr>
          <p:cNvSpPr>
            <a:spLocks noGrp="1"/>
          </p:cNvSpPr>
          <p:nvPr>
            <p:ph type="pic" sz="quarter" idx="15"/>
          </p:nvPr>
        </p:nvSpPr>
        <p:spPr>
          <a:xfrm>
            <a:off x="6434222" y="1123209"/>
            <a:ext cx="4995780" cy="4621660"/>
          </a:xfrm>
          <a:prstGeom prst="roundRect">
            <a:avLst>
              <a:gd name="adj" fmla="val 2779"/>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Tree>
    <p:extLst>
      <p:ext uri="{BB962C8B-B14F-4D97-AF65-F5344CB8AC3E}">
        <p14:creationId xmlns:p14="http://schemas.microsoft.com/office/powerpoint/2010/main" val="23398326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Title + Content + 1 Image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B93F1DF4-A2CC-8D27-8690-2C424742445A}"/>
              </a:ext>
            </a:extLst>
          </p:cNvPr>
          <p:cNvSpPr>
            <a:spLocks noGrp="1"/>
          </p:cNvSpPr>
          <p:nvPr>
            <p:ph idx="14" hasCustomPrompt="1"/>
          </p:nvPr>
        </p:nvSpPr>
        <p:spPr>
          <a:xfrm>
            <a:off x="558800" y="1113132"/>
            <a:ext cx="54356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Picture Placeholder 4">
            <a:extLst>
              <a:ext uri="{FF2B5EF4-FFF2-40B4-BE49-F238E27FC236}">
                <a16:creationId xmlns:a16="http://schemas.microsoft.com/office/drawing/2014/main" id="{DDA69EE1-F709-2D40-25A5-1960C1B499ED}"/>
              </a:ext>
            </a:extLst>
          </p:cNvPr>
          <p:cNvSpPr>
            <a:spLocks noGrp="1"/>
          </p:cNvSpPr>
          <p:nvPr>
            <p:ph type="pic" sz="quarter" idx="15"/>
          </p:nvPr>
        </p:nvSpPr>
        <p:spPr>
          <a:xfrm>
            <a:off x="6434222" y="1123209"/>
            <a:ext cx="4995780" cy="4621660"/>
          </a:xfrm>
          <a:prstGeom prst="roundRect">
            <a:avLst>
              <a:gd name="adj" fmla="val 2779"/>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3" name="Freeform 2">
            <a:extLst>
              <a:ext uri="{FF2B5EF4-FFF2-40B4-BE49-F238E27FC236}">
                <a16:creationId xmlns:a16="http://schemas.microsoft.com/office/drawing/2014/main" id="{0BABFF2B-12D2-C0B8-A8D7-866EF2DE6675}"/>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3">
            <a:extLst>
              <a:ext uri="{FF2B5EF4-FFF2-40B4-BE49-F238E27FC236}">
                <a16:creationId xmlns:a16="http://schemas.microsoft.com/office/drawing/2014/main" id="{6B206D17-11BD-F07A-E5BC-4F113C913D28}"/>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86456353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Title + Content + 1 Image 2">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p:nvSpPr>
        <p:spPr>
          <a:xfrm flipH="1">
            <a:off x="1" y="0"/>
            <a:ext cx="86868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6436718" y="1123208"/>
            <a:ext cx="4995780" cy="5302992"/>
          </a:xfrm>
          <a:prstGeom prst="roundRect">
            <a:avLst>
              <a:gd name="adj" fmla="val 2568"/>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7805712"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58800" y="1113133"/>
            <a:ext cx="5435599"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6796CC91-CFDD-2FC8-FB60-29B2B3878BA8}"/>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31FDBE80-E29C-0403-B5AE-7F0B1217043A}"/>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78503341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Title + Content + 1 Image 3">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p:nvSpPr>
        <p:spPr>
          <a:xfrm flipH="1">
            <a:off x="1" y="0"/>
            <a:ext cx="86868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6578977" y="0"/>
            <a:ext cx="5026664" cy="6858000"/>
          </a:xfrm>
          <a:prstGeom prst="roundRect">
            <a:avLst>
              <a:gd name="adj" fmla="val 0"/>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5433816"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58801" y="1113133"/>
            <a:ext cx="54355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3E2429C4-1A4C-3327-88A8-B8796344887C}"/>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3C765272-183F-3DC0-758A-7CF0F4CCC212}"/>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44371753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Title + Content + 1 Image Left">
    <p:spTree>
      <p:nvGrpSpPr>
        <p:cNvPr id="1" name=""/>
        <p:cNvGrpSpPr/>
        <p:nvPr/>
      </p:nvGrpSpPr>
      <p:grpSpPr>
        <a:xfrm>
          <a:off x="0" y="0"/>
          <a:ext cx="0" cy="0"/>
          <a:chOff x="0" y="0"/>
          <a:chExt cx="0" cy="0"/>
        </a:xfrm>
      </p:grpSpPr>
      <p:pic>
        <p:nvPicPr>
          <p:cNvPr id="46" name="Picture 45">
            <a:extLst>
              <a:ext uri="{FF2B5EF4-FFF2-40B4-BE49-F238E27FC236}">
                <a16:creationId xmlns:a16="http://schemas.microsoft.com/office/drawing/2014/main" id="{F718E833-EF07-D16E-EBFE-66778AE40F2F}"/>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47" name="TextBox 46">
            <a:extLst>
              <a:ext uri="{FF2B5EF4-FFF2-40B4-BE49-F238E27FC236}">
                <a16:creationId xmlns:a16="http://schemas.microsoft.com/office/drawing/2014/main" id="{5399923F-C6EB-A400-E77D-4870986A1DEB}"/>
              </a:ext>
            </a:extLst>
          </p:cNvPr>
          <p:cNvSpPr txBox="1"/>
          <p:nvPr/>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tx2"/>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sp>
        <p:nvSpPr>
          <p:cNvPr id="48" name="TextBox 47">
            <a:extLst>
              <a:ext uri="{FF2B5EF4-FFF2-40B4-BE49-F238E27FC236}">
                <a16:creationId xmlns:a16="http://schemas.microsoft.com/office/drawing/2014/main" id="{C5DEC082-07EF-D7BC-CDEB-BECCAC19339D}"/>
              </a:ext>
            </a:extLst>
          </p:cNvPr>
          <p:cNvSpPr txBox="1"/>
          <p:nvPr/>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tx2"/>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49" name="Straight Connector 48">
            <a:extLst>
              <a:ext uri="{FF2B5EF4-FFF2-40B4-BE49-F238E27FC236}">
                <a16:creationId xmlns:a16="http://schemas.microsoft.com/office/drawing/2014/main" id="{4B499877-843E-808D-8538-97EAE9DAB065}"/>
              </a:ext>
            </a:extLst>
          </p:cNvPr>
          <p:cNvCxnSpPr>
            <a:cxnSpLocks/>
          </p:cNvCxnSpPr>
          <p:nvPr/>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558802" y="1123208"/>
            <a:ext cx="4995780" cy="5302992"/>
          </a:xfrm>
          <a:prstGeom prst="roundRect">
            <a:avLst>
              <a:gd name="adj" fmla="val 2613"/>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7" y="1113133"/>
            <a:ext cx="5435592"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35992699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Title + Content + 1 Image Left - Tan">
    <p:bg>
      <p:bgRef idx="1001">
        <a:schemeClr val="bg2"/>
      </p:bgRef>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558802" y="1123208"/>
            <a:ext cx="4995780" cy="5302992"/>
          </a:xfrm>
          <a:prstGeom prst="roundRect">
            <a:avLst>
              <a:gd name="adj" fmla="val 2613"/>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7" y="1113133"/>
            <a:ext cx="5435592"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9FF5EBA5-0373-291A-7DEF-E29C61513805}"/>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04D893D3-226C-BFC1-8E8A-2D091F3B40ED}"/>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32555890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Title + Content + 2 Images Right">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p:nvSpPr>
        <p:spPr>
          <a:xfrm flipH="1">
            <a:off x="1" y="0"/>
            <a:ext cx="86868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7805712"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58801" y="1113133"/>
            <a:ext cx="54355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5" name="Picture Placeholder 4">
            <a:extLst>
              <a:ext uri="{FF2B5EF4-FFF2-40B4-BE49-F238E27FC236}">
                <a16:creationId xmlns:a16="http://schemas.microsoft.com/office/drawing/2014/main" id="{03B4F132-B8E2-1506-A46C-D7B4118143EA}"/>
              </a:ext>
            </a:extLst>
          </p:cNvPr>
          <p:cNvSpPr>
            <a:spLocks noGrp="1"/>
          </p:cNvSpPr>
          <p:nvPr>
            <p:ph type="pic" sz="quarter" idx="13"/>
          </p:nvPr>
        </p:nvSpPr>
        <p:spPr>
          <a:xfrm>
            <a:off x="6436718" y="1123208"/>
            <a:ext cx="4995780" cy="2273963"/>
          </a:xfrm>
          <a:prstGeom prst="roundRect">
            <a:avLst>
              <a:gd name="adj" fmla="val 4944"/>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26" name="Picture Placeholder 4">
            <a:extLst>
              <a:ext uri="{FF2B5EF4-FFF2-40B4-BE49-F238E27FC236}">
                <a16:creationId xmlns:a16="http://schemas.microsoft.com/office/drawing/2014/main" id="{780E4D50-FDC0-DE99-C1EC-C673620043B4}"/>
              </a:ext>
            </a:extLst>
          </p:cNvPr>
          <p:cNvSpPr>
            <a:spLocks noGrp="1"/>
          </p:cNvSpPr>
          <p:nvPr>
            <p:ph type="pic" sz="quarter" idx="14"/>
          </p:nvPr>
        </p:nvSpPr>
        <p:spPr>
          <a:xfrm>
            <a:off x="7004708" y="3664432"/>
            <a:ext cx="4427789" cy="2731312"/>
          </a:xfrm>
          <a:prstGeom prst="roundRect">
            <a:avLst>
              <a:gd name="adj" fmla="val 4169"/>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3" name="Freeform 2">
            <a:extLst>
              <a:ext uri="{FF2B5EF4-FFF2-40B4-BE49-F238E27FC236}">
                <a16:creationId xmlns:a16="http://schemas.microsoft.com/office/drawing/2014/main" id="{7A510A60-5BA7-4BAA-3B95-AD711AFDA7F6}"/>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DC6A2534-4D32-D97F-CB34-05868AAE649A}"/>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77985373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Title + Content + 2 Images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2" y="1113133"/>
            <a:ext cx="5435596"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9" name="Picture Placeholder 4">
            <a:extLst>
              <a:ext uri="{FF2B5EF4-FFF2-40B4-BE49-F238E27FC236}">
                <a16:creationId xmlns:a16="http://schemas.microsoft.com/office/drawing/2014/main" id="{8C2E2FD2-818F-BF03-2D6C-7C837B281894}"/>
              </a:ext>
            </a:extLst>
          </p:cNvPr>
          <p:cNvSpPr>
            <a:spLocks noGrp="1"/>
          </p:cNvSpPr>
          <p:nvPr>
            <p:ph type="pic" sz="quarter" idx="15"/>
          </p:nvPr>
        </p:nvSpPr>
        <p:spPr>
          <a:xfrm>
            <a:off x="558801" y="1123208"/>
            <a:ext cx="4995780" cy="2273963"/>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10" name="Picture Placeholder 4">
            <a:extLst>
              <a:ext uri="{FF2B5EF4-FFF2-40B4-BE49-F238E27FC236}">
                <a16:creationId xmlns:a16="http://schemas.microsoft.com/office/drawing/2014/main" id="{1512B8EC-63C4-E77B-594F-FA7C5CA829D5}"/>
              </a:ext>
            </a:extLst>
          </p:cNvPr>
          <p:cNvSpPr>
            <a:spLocks noGrp="1"/>
          </p:cNvSpPr>
          <p:nvPr>
            <p:ph type="pic" sz="quarter" idx="16"/>
          </p:nvPr>
        </p:nvSpPr>
        <p:spPr>
          <a:xfrm>
            <a:off x="1126791" y="3664432"/>
            <a:ext cx="4427789" cy="2731312"/>
          </a:xfrm>
          <a:prstGeom prst="roundRect">
            <a:avLst>
              <a:gd name="adj" fmla="val 4335"/>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Tree>
    <p:extLst>
      <p:ext uri="{BB962C8B-B14F-4D97-AF65-F5344CB8AC3E}">
        <p14:creationId xmlns:p14="http://schemas.microsoft.com/office/powerpoint/2010/main" val="2885269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Title + Content + 2 Images Left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2" y="1113133"/>
            <a:ext cx="5435596"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9" name="Picture Placeholder 4">
            <a:extLst>
              <a:ext uri="{FF2B5EF4-FFF2-40B4-BE49-F238E27FC236}">
                <a16:creationId xmlns:a16="http://schemas.microsoft.com/office/drawing/2014/main" id="{8C2E2FD2-818F-BF03-2D6C-7C837B281894}"/>
              </a:ext>
            </a:extLst>
          </p:cNvPr>
          <p:cNvSpPr>
            <a:spLocks noGrp="1"/>
          </p:cNvSpPr>
          <p:nvPr>
            <p:ph type="pic" sz="quarter" idx="15"/>
          </p:nvPr>
        </p:nvSpPr>
        <p:spPr>
          <a:xfrm>
            <a:off x="558801" y="1123208"/>
            <a:ext cx="4995780" cy="2273963"/>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10" name="Picture Placeholder 4">
            <a:extLst>
              <a:ext uri="{FF2B5EF4-FFF2-40B4-BE49-F238E27FC236}">
                <a16:creationId xmlns:a16="http://schemas.microsoft.com/office/drawing/2014/main" id="{1512B8EC-63C4-E77B-594F-FA7C5CA829D5}"/>
              </a:ext>
            </a:extLst>
          </p:cNvPr>
          <p:cNvSpPr>
            <a:spLocks noGrp="1"/>
          </p:cNvSpPr>
          <p:nvPr>
            <p:ph type="pic" sz="quarter" idx="16"/>
          </p:nvPr>
        </p:nvSpPr>
        <p:spPr>
          <a:xfrm>
            <a:off x="1126791" y="3664432"/>
            <a:ext cx="4427789" cy="2731312"/>
          </a:xfrm>
          <a:prstGeom prst="roundRect">
            <a:avLst>
              <a:gd name="adj" fmla="val 4335"/>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5" name="Freeform 4">
            <a:extLst>
              <a:ext uri="{FF2B5EF4-FFF2-40B4-BE49-F238E27FC236}">
                <a16:creationId xmlns:a16="http://schemas.microsoft.com/office/drawing/2014/main" id="{F73899D2-0759-2331-FD57-E6C2BB1B6D12}"/>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E390A0D1-5B5F-0AC1-1E45-DC11E424F6E5}"/>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76857534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Title + Content + 3 Images Right">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p:nvSpPr>
        <p:spPr>
          <a:xfrm flipH="1">
            <a:off x="1" y="0"/>
            <a:ext cx="86868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7805712"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58800" y="1113133"/>
            <a:ext cx="5435599"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5" name="Picture Placeholder 4">
            <a:extLst>
              <a:ext uri="{FF2B5EF4-FFF2-40B4-BE49-F238E27FC236}">
                <a16:creationId xmlns:a16="http://schemas.microsoft.com/office/drawing/2014/main" id="{03B4F132-B8E2-1506-A46C-D7B4118143EA}"/>
              </a:ext>
            </a:extLst>
          </p:cNvPr>
          <p:cNvSpPr>
            <a:spLocks noGrp="1"/>
          </p:cNvSpPr>
          <p:nvPr>
            <p:ph type="pic" sz="quarter" idx="13"/>
          </p:nvPr>
        </p:nvSpPr>
        <p:spPr>
          <a:xfrm>
            <a:off x="6908801" y="1123208"/>
            <a:ext cx="4523697" cy="2273963"/>
          </a:xfrm>
          <a:prstGeom prst="roundRect">
            <a:avLst>
              <a:gd name="adj" fmla="val 5275"/>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26" name="Picture Placeholder 4">
            <a:extLst>
              <a:ext uri="{FF2B5EF4-FFF2-40B4-BE49-F238E27FC236}">
                <a16:creationId xmlns:a16="http://schemas.microsoft.com/office/drawing/2014/main" id="{780E4D50-FDC0-DE99-C1EC-C673620043B4}"/>
              </a:ext>
            </a:extLst>
          </p:cNvPr>
          <p:cNvSpPr>
            <a:spLocks noGrp="1"/>
          </p:cNvSpPr>
          <p:nvPr>
            <p:ph type="pic" sz="quarter" idx="14"/>
          </p:nvPr>
        </p:nvSpPr>
        <p:spPr>
          <a:xfrm>
            <a:off x="6424105" y="3664432"/>
            <a:ext cx="2639497" cy="2153421"/>
          </a:xfrm>
          <a:prstGeom prst="roundRect">
            <a:avLst>
              <a:gd name="adj" fmla="val 5110"/>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6" name="Picture Placeholder 4">
            <a:extLst>
              <a:ext uri="{FF2B5EF4-FFF2-40B4-BE49-F238E27FC236}">
                <a16:creationId xmlns:a16="http://schemas.microsoft.com/office/drawing/2014/main" id="{BACA5F0B-7250-FB48-7C3B-0A2C600C31A3}"/>
              </a:ext>
            </a:extLst>
          </p:cNvPr>
          <p:cNvSpPr>
            <a:spLocks noGrp="1"/>
          </p:cNvSpPr>
          <p:nvPr>
            <p:ph type="pic" sz="quarter" idx="15"/>
          </p:nvPr>
        </p:nvSpPr>
        <p:spPr>
          <a:xfrm>
            <a:off x="9353279" y="3664432"/>
            <a:ext cx="2080989" cy="2731312"/>
          </a:xfrm>
          <a:prstGeom prst="roundRect">
            <a:avLst>
              <a:gd name="adj" fmla="val 5582"/>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3" name="Freeform 2">
            <a:extLst>
              <a:ext uri="{FF2B5EF4-FFF2-40B4-BE49-F238E27FC236}">
                <a16:creationId xmlns:a16="http://schemas.microsoft.com/office/drawing/2014/main" id="{17E66034-C59C-41E9-18B8-DC2D25325537}"/>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F4B576B4-703D-F593-C8BB-B134EB0C7735}"/>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82476904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Title + Content + 3 Images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1" y="1113133"/>
            <a:ext cx="5435595"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4" name="Picture Placeholder 4">
            <a:extLst>
              <a:ext uri="{FF2B5EF4-FFF2-40B4-BE49-F238E27FC236}">
                <a16:creationId xmlns:a16="http://schemas.microsoft.com/office/drawing/2014/main" id="{206A74D9-D981-A2DC-EF77-947B5189C4FE}"/>
              </a:ext>
            </a:extLst>
          </p:cNvPr>
          <p:cNvSpPr>
            <a:spLocks noGrp="1"/>
          </p:cNvSpPr>
          <p:nvPr>
            <p:ph type="pic" sz="quarter" idx="13"/>
          </p:nvPr>
        </p:nvSpPr>
        <p:spPr>
          <a:xfrm>
            <a:off x="1031505" y="1123208"/>
            <a:ext cx="4523697" cy="2273963"/>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15" name="Picture Placeholder 4">
            <a:extLst>
              <a:ext uri="{FF2B5EF4-FFF2-40B4-BE49-F238E27FC236}">
                <a16:creationId xmlns:a16="http://schemas.microsoft.com/office/drawing/2014/main" id="{22633008-4C86-2385-A4F5-A0F2C75FE720}"/>
              </a:ext>
            </a:extLst>
          </p:cNvPr>
          <p:cNvSpPr>
            <a:spLocks noGrp="1"/>
          </p:cNvSpPr>
          <p:nvPr>
            <p:ph type="pic" sz="quarter" idx="14"/>
          </p:nvPr>
        </p:nvSpPr>
        <p:spPr>
          <a:xfrm>
            <a:off x="2924224" y="3664432"/>
            <a:ext cx="2639497" cy="2153421"/>
          </a:xfrm>
          <a:prstGeom prst="roundRect">
            <a:avLst>
              <a:gd name="adj" fmla="val 6474"/>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16" name="Picture Placeholder 4">
            <a:extLst>
              <a:ext uri="{FF2B5EF4-FFF2-40B4-BE49-F238E27FC236}">
                <a16:creationId xmlns:a16="http://schemas.microsoft.com/office/drawing/2014/main" id="{34AA4C65-6378-8CEB-BC9D-4449E5E56F92}"/>
              </a:ext>
            </a:extLst>
          </p:cNvPr>
          <p:cNvSpPr>
            <a:spLocks noGrp="1"/>
          </p:cNvSpPr>
          <p:nvPr>
            <p:ph type="pic" sz="quarter" idx="15"/>
          </p:nvPr>
        </p:nvSpPr>
        <p:spPr>
          <a:xfrm>
            <a:off x="558800" y="3664432"/>
            <a:ext cx="2080989" cy="2731312"/>
          </a:xfrm>
          <a:prstGeom prst="roundRect">
            <a:avLst>
              <a:gd name="adj" fmla="val 663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Tree>
    <p:extLst>
      <p:ext uri="{BB962C8B-B14F-4D97-AF65-F5344CB8AC3E}">
        <p14:creationId xmlns:p14="http://schemas.microsoft.com/office/powerpoint/2010/main" val="6116779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Title + Content + 3 Images Left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1" y="1113133"/>
            <a:ext cx="5435595"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4" name="Picture Placeholder 4">
            <a:extLst>
              <a:ext uri="{FF2B5EF4-FFF2-40B4-BE49-F238E27FC236}">
                <a16:creationId xmlns:a16="http://schemas.microsoft.com/office/drawing/2014/main" id="{206A74D9-D981-A2DC-EF77-947B5189C4FE}"/>
              </a:ext>
            </a:extLst>
          </p:cNvPr>
          <p:cNvSpPr>
            <a:spLocks noGrp="1"/>
          </p:cNvSpPr>
          <p:nvPr>
            <p:ph type="pic" sz="quarter" idx="13"/>
          </p:nvPr>
        </p:nvSpPr>
        <p:spPr>
          <a:xfrm>
            <a:off x="1031505" y="1123208"/>
            <a:ext cx="4523697" cy="2273963"/>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15" name="Picture Placeholder 4">
            <a:extLst>
              <a:ext uri="{FF2B5EF4-FFF2-40B4-BE49-F238E27FC236}">
                <a16:creationId xmlns:a16="http://schemas.microsoft.com/office/drawing/2014/main" id="{22633008-4C86-2385-A4F5-A0F2C75FE720}"/>
              </a:ext>
            </a:extLst>
          </p:cNvPr>
          <p:cNvSpPr>
            <a:spLocks noGrp="1"/>
          </p:cNvSpPr>
          <p:nvPr>
            <p:ph type="pic" sz="quarter" idx="14"/>
          </p:nvPr>
        </p:nvSpPr>
        <p:spPr>
          <a:xfrm>
            <a:off x="2924224" y="3664432"/>
            <a:ext cx="2639497" cy="2153421"/>
          </a:xfrm>
          <a:prstGeom prst="roundRect">
            <a:avLst>
              <a:gd name="adj" fmla="val 6474"/>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16" name="Picture Placeholder 4">
            <a:extLst>
              <a:ext uri="{FF2B5EF4-FFF2-40B4-BE49-F238E27FC236}">
                <a16:creationId xmlns:a16="http://schemas.microsoft.com/office/drawing/2014/main" id="{34AA4C65-6378-8CEB-BC9D-4449E5E56F92}"/>
              </a:ext>
            </a:extLst>
          </p:cNvPr>
          <p:cNvSpPr>
            <a:spLocks noGrp="1"/>
          </p:cNvSpPr>
          <p:nvPr>
            <p:ph type="pic" sz="quarter" idx="15"/>
          </p:nvPr>
        </p:nvSpPr>
        <p:spPr>
          <a:xfrm>
            <a:off x="558800" y="3664432"/>
            <a:ext cx="2080989" cy="2731312"/>
          </a:xfrm>
          <a:prstGeom prst="roundRect">
            <a:avLst>
              <a:gd name="adj" fmla="val 663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3" name="Freeform 2">
            <a:extLst>
              <a:ext uri="{FF2B5EF4-FFF2-40B4-BE49-F238E27FC236}">
                <a16:creationId xmlns:a16="http://schemas.microsoft.com/office/drawing/2014/main" id="{F453CD11-FFB3-09F8-BF8D-E73C7DBF87F7}"/>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EA113B5E-FDB8-B8F5-FEFE-0652D1272671}"/>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22789811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Top of Mind Slide">
    <p:spTree>
      <p:nvGrpSpPr>
        <p:cNvPr id="1" name=""/>
        <p:cNvGrpSpPr/>
        <p:nvPr/>
      </p:nvGrpSpPr>
      <p:grpSpPr>
        <a:xfrm>
          <a:off x="0" y="0"/>
          <a:ext cx="0" cy="0"/>
          <a:chOff x="0" y="0"/>
          <a:chExt cx="0" cy="0"/>
        </a:xfrm>
      </p:grpSpPr>
      <p:sp>
        <p:nvSpPr>
          <p:cNvPr id="9" name="Rounded Rectangle 8">
            <a:extLst>
              <a:ext uri="{FF2B5EF4-FFF2-40B4-BE49-F238E27FC236}">
                <a16:creationId xmlns:a16="http://schemas.microsoft.com/office/drawing/2014/main" id="{E536AC48-7D70-2BFF-64D0-C46E3B64C868}"/>
              </a:ext>
            </a:extLst>
          </p:cNvPr>
          <p:cNvSpPr/>
          <p:nvPr/>
        </p:nvSpPr>
        <p:spPr>
          <a:xfrm>
            <a:off x="5994400" y="1338578"/>
            <a:ext cx="5082275" cy="4874967"/>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Text Placeholder 22">
            <a:extLst>
              <a:ext uri="{FF2B5EF4-FFF2-40B4-BE49-F238E27FC236}">
                <a16:creationId xmlns:a16="http://schemas.microsoft.com/office/drawing/2014/main" id="{EA64E0F6-2745-8A5D-CCC3-2DF94C328CB9}"/>
              </a:ext>
            </a:extLst>
          </p:cNvPr>
          <p:cNvSpPr>
            <a:spLocks noGrp="1"/>
          </p:cNvSpPr>
          <p:nvPr>
            <p:ph type="body" sz="quarter" idx="47" hasCustomPrompt="1"/>
          </p:nvPr>
        </p:nvSpPr>
        <p:spPr>
          <a:xfrm>
            <a:off x="6247680" y="2052137"/>
            <a:ext cx="4503408" cy="3833020"/>
          </a:xfrm>
          <a:prstGeom prst="rect">
            <a:avLst/>
          </a:prstGeom>
        </p:spPr>
        <p:txBody>
          <a:bodyPr lIns="0" anchor="t"/>
          <a:lstStyle>
            <a:lvl1pPr marL="311143" indent="-311143">
              <a:buClr>
                <a:schemeClr val="accent2"/>
              </a:buClr>
              <a:buFont typeface="+mj-lt"/>
              <a:buAutoNum type="arabicPeriod"/>
              <a:tabLst/>
              <a:defRPr sz="18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2"/>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2"/>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2"/>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lvl="0"/>
            <a:endParaRPr lang="en-US"/>
          </a:p>
        </p:txBody>
      </p:sp>
      <p:sp>
        <p:nvSpPr>
          <p:cNvPr id="18" name="TextBox 17">
            <a:extLst>
              <a:ext uri="{FF2B5EF4-FFF2-40B4-BE49-F238E27FC236}">
                <a16:creationId xmlns:a16="http://schemas.microsoft.com/office/drawing/2014/main" id="{88A04C14-95F3-B5F3-1F01-0E80639F0F5E}"/>
              </a:ext>
            </a:extLst>
          </p:cNvPr>
          <p:cNvSpPr txBox="1"/>
          <p:nvPr/>
        </p:nvSpPr>
        <p:spPr>
          <a:xfrm>
            <a:off x="6250220" y="1494125"/>
            <a:ext cx="4074880" cy="379656"/>
          </a:xfrm>
          <a:prstGeom prst="rect">
            <a:avLst/>
          </a:prstGeom>
          <a:noFill/>
        </p:spPr>
        <p:txBody>
          <a:bodyPr wrap="square" lIns="0" rtlCol="0">
            <a:spAutoFit/>
          </a:bodyPr>
          <a:lstStyle/>
          <a:p>
            <a:pPr marL="0" indent="0" algn="l">
              <a:buClrTx/>
              <a:buFont typeface="Arial" panose="020B0604020202020204" pitchFamily="34" charset="0"/>
              <a:buNone/>
            </a:pPr>
            <a:r>
              <a:rPr lang="en-US" sz="1867" b="0" i="0">
                <a:solidFill>
                  <a:schemeClr val="tx2"/>
                </a:solidFill>
                <a:latin typeface="Arial" panose="020B0604020202020204" pitchFamily="34" charset="0"/>
                <a:ea typeface="Inter Medium" panose="02000503000000020004" pitchFamily="2" charset="0"/>
                <a:cs typeface="Arial" panose="020B0604020202020204" pitchFamily="34" charset="0"/>
              </a:rPr>
              <a:t>Focused on</a:t>
            </a:r>
          </a:p>
        </p:txBody>
      </p:sp>
      <p:sp>
        <p:nvSpPr>
          <p:cNvPr id="5" name="Rounded Rectangle 4">
            <a:extLst>
              <a:ext uri="{FF2B5EF4-FFF2-40B4-BE49-F238E27FC236}">
                <a16:creationId xmlns:a16="http://schemas.microsoft.com/office/drawing/2014/main" id="{51A2BBAD-0366-EA39-CA6F-CA4D43F27C3B}"/>
              </a:ext>
            </a:extLst>
          </p:cNvPr>
          <p:cNvSpPr/>
          <p:nvPr/>
        </p:nvSpPr>
        <p:spPr>
          <a:xfrm>
            <a:off x="558800" y="1338578"/>
            <a:ext cx="5082275" cy="4874967"/>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867" b="0" i="0">
              <a:solidFill>
                <a:schemeClr val="tx1"/>
              </a:solidFill>
              <a:latin typeface="Arial" panose="020B0604020202020204" pitchFamily="34" charset="0"/>
              <a:ea typeface="Inter Medium" panose="02000503000000020004" pitchFamily="2" charset="0"/>
              <a:cs typeface="Arial" panose="020B0604020202020204" pitchFamily="34" charset="0"/>
            </a:endParaRPr>
          </a:p>
        </p:txBody>
      </p:sp>
      <p:sp>
        <p:nvSpPr>
          <p:cNvPr id="17" name="TextBox 16">
            <a:extLst>
              <a:ext uri="{FF2B5EF4-FFF2-40B4-BE49-F238E27FC236}">
                <a16:creationId xmlns:a16="http://schemas.microsoft.com/office/drawing/2014/main" id="{561669B3-FB05-04C0-F316-138A0A9C8151}"/>
              </a:ext>
            </a:extLst>
          </p:cNvPr>
          <p:cNvSpPr txBox="1"/>
          <p:nvPr/>
        </p:nvSpPr>
        <p:spPr>
          <a:xfrm>
            <a:off x="852720" y="1494125"/>
            <a:ext cx="4074880" cy="379656"/>
          </a:xfrm>
          <a:prstGeom prst="rect">
            <a:avLst/>
          </a:prstGeom>
          <a:noFill/>
        </p:spPr>
        <p:txBody>
          <a:bodyPr wrap="square" lIns="0" rtlCol="0">
            <a:spAutoFit/>
          </a:bodyPr>
          <a:lstStyle/>
          <a:p>
            <a:pPr marL="0" indent="0" algn="l">
              <a:buClrTx/>
              <a:buFont typeface="Arial" panose="020B0604020202020204" pitchFamily="34" charset="0"/>
              <a:buNone/>
            </a:pPr>
            <a:r>
              <a:rPr lang="en-US" sz="1867" b="0" i="0">
                <a:solidFill>
                  <a:schemeClr val="tx2"/>
                </a:solidFill>
                <a:latin typeface="Arial" panose="020B0604020202020204" pitchFamily="34" charset="0"/>
                <a:ea typeface="Inter Medium" panose="02000503000000020004" pitchFamily="2" charset="0"/>
                <a:cs typeface="Arial" panose="020B0604020202020204" pitchFamily="34" charset="0"/>
              </a:rPr>
              <a:t>Encouraged by</a:t>
            </a:r>
          </a:p>
        </p:txBody>
      </p:sp>
      <p:sp>
        <p:nvSpPr>
          <p:cNvPr id="2" name="Title 1">
            <a:extLst>
              <a:ext uri="{FF2B5EF4-FFF2-40B4-BE49-F238E27FC236}">
                <a16:creationId xmlns:a16="http://schemas.microsoft.com/office/drawing/2014/main" id="{ACA8F069-EA52-D9D2-7173-E3C0F97BA91D}"/>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8" name="Straight Connector 7">
            <a:extLst>
              <a:ext uri="{FF2B5EF4-FFF2-40B4-BE49-F238E27FC236}">
                <a16:creationId xmlns:a16="http://schemas.microsoft.com/office/drawing/2014/main" id="{1E560A6E-A95B-26D1-60D3-F0332B27A454}"/>
              </a:ext>
            </a:extLst>
          </p:cNvPr>
          <p:cNvCxnSpPr>
            <a:cxnSpLocks/>
          </p:cNvCxnSpPr>
          <p:nvPr/>
        </p:nvCxnSpPr>
        <p:spPr>
          <a:xfrm>
            <a:off x="852720" y="1930459"/>
            <a:ext cx="4519003"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C1B3177D-5441-E95A-2837-1828BD15784F}"/>
              </a:ext>
            </a:extLst>
          </p:cNvPr>
          <p:cNvCxnSpPr>
            <a:cxnSpLocks/>
          </p:cNvCxnSpPr>
          <p:nvPr/>
        </p:nvCxnSpPr>
        <p:spPr>
          <a:xfrm>
            <a:off x="6252109" y="1930459"/>
            <a:ext cx="4503409" cy="0"/>
          </a:xfrm>
          <a:prstGeom prst="line">
            <a:avLst/>
          </a:prstGeom>
          <a:ln w="19050" cap="rnd">
            <a:solidFill>
              <a:schemeClr val="accent2"/>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 name="Text Placeholder 22">
            <a:extLst>
              <a:ext uri="{FF2B5EF4-FFF2-40B4-BE49-F238E27FC236}">
                <a16:creationId xmlns:a16="http://schemas.microsoft.com/office/drawing/2014/main" id="{6F9A70B7-5F56-10AD-A9DB-0B88C8C7D8F8}"/>
              </a:ext>
            </a:extLst>
          </p:cNvPr>
          <p:cNvSpPr>
            <a:spLocks noGrp="1"/>
          </p:cNvSpPr>
          <p:nvPr>
            <p:ph type="body" sz="quarter" idx="41" hasCustomPrompt="1"/>
          </p:nvPr>
        </p:nvSpPr>
        <p:spPr>
          <a:xfrm>
            <a:off x="852720" y="2072457"/>
            <a:ext cx="4519003" cy="3833020"/>
          </a:xfrm>
          <a:prstGeom prst="rect">
            <a:avLst/>
          </a:prstGeom>
        </p:spPr>
        <p:txBody>
          <a:bodyPr lIns="0" anchor="t"/>
          <a:lstStyle>
            <a:lvl1pPr marL="311143" indent="-311143">
              <a:buFont typeface="+mj-lt"/>
              <a:buAutoNum type="arabicPeriod"/>
              <a:tabLst/>
              <a:defRPr sz="18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1"/>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1"/>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1"/>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1"/>
              </a:buClr>
              <a:buSzTx/>
              <a:buFont typeface="+mj-lt"/>
              <a:buAutoNum type="arabicPeriod"/>
              <a:tabLst/>
              <a:defRPr/>
            </a:pPr>
            <a:endParaRPr lang="en-US"/>
          </a:p>
        </p:txBody>
      </p:sp>
    </p:spTree>
    <p:extLst>
      <p:ext uri="{BB962C8B-B14F-4D97-AF65-F5344CB8AC3E}">
        <p14:creationId xmlns:p14="http://schemas.microsoft.com/office/powerpoint/2010/main" val="321532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1_Title + 2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A8F069-EA52-D9D2-7173-E3C0F97BA91D}"/>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26767B88-642F-62CA-3599-39BA16FD6DBD}"/>
              </a:ext>
            </a:extLst>
          </p:cNvPr>
          <p:cNvSpPr>
            <a:spLocks noGrp="1"/>
          </p:cNvSpPr>
          <p:nvPr>
            <p:ph idx="14" hasCustomPrompt="1"/>
          </p:nvPr>
        </p:nvSpPr>
        <p:spPr>
          <a:xfrm>
            <a:off x="558801" y="1113133"/>
            <a:ext cx="5168799"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Content Placeholder 2">
            <a:extLst>
              <a:ext uri="{FF2B5EF4-FFF2-40B4-BE49-F238E27FC236}">
                <a16:creationId xmlns:a16="http://schemas.microsoft.com/office/drawing/2014/main" id="{AB6A8EB1-A1DC-91F5-B9FC-5B2172C1AE95}"/>
              </a:ext>
            </a:extLst>
          </p:cNvPr>
          <p:cNvSpPr>
            <a:spLocks noGrp="1"/>
          </p:cNvSpPr>
          <p:nvPr>
            <p:ph idx="15" hasCustomPrompt="1"/>
          </p:nvPr>
        </p:nvSpPr>
        <p:spPr>
          <a:xfrm>
            <a:off x="5994401" y="1113133"/>
            <a:ext cx="51688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3055261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Title + 2 Content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A8F069-EA52-D9D2-7173-E3C0F97BA91D}"/>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26767B88-642F-62CA-3599-39BA16FD6DBD}"/>
              </a:ext>
            </a:extLst>
          </p:cNvPr>
          <p:cNvSpPr>
            <a:spLocks noGrp="1"/>
          </p:cNvSpPr>
          <p:nvPr>
            <p:ph idx="14" hasCustomPrompt="1"/>
          </p:nvPr>
        </p:nvSpPr>
        <p:spPr>
          <a:xfrm>
            <a:off x="558801" y="1113133"/>
            <a:ext cx="5168799"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Content Placeholder 2">
            <a:extLst>
              <a:ext uri="{FF2B5EF4-FFF2-40B4-BE49-F238E27FC236}">
                <a16:creationId xmlns:a16="http://schemas.microsoft.com/office/drawing/2014/main" id="{AB6A8EB1-A1DC-91F5-B9FC-5B2172C1AE95}"/>
              </a:ext>
            </a:extLst>
          </p:cNvPr>
          <p:cNvSpPr>
            <a:spLocks noGrp="1"/>
          </p:cNvSpPr>
          <p:nvPr>
            <p:ph idx="15" hasCustomPrompt="1"/>
          </p:nvPr>
        </p:nvSpPr>
        <p:spPr>
          <a:xfrm>
            <a:off x="5994401" y="1113133"/>
            <a:ext cx="51688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F76FC624-4F0C-0950-0680-52B88FD626D8}"/>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3">
            <a:extLst>
              <a:ext uri="{FF2B5EF4-FFF2-40B4-BE49-F238E27FC236}">
                <a16:creationId xmlns:a16="http://schemas.microsoft.com/office/drawing/2014/main" id="{5CC0C1F2-EC47-BDF2-DD45-D97CD6664D23}"/>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58174410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Title + 3 Content">
    <p:spTree>
      <p:nvGrpSpPr>
        <p:cNvPr id="1" name=""/>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14D08E87-493C-5B4D-A7C2-8B1726ACD339}"/>
              </a:ext>
            </a:extLst>
          </p:cNvPr>
          <p:cNvSpPr>
            <a:spLocks noGrp="1"/>
          </p:cNvSpPr>
          <p:nvPr>
            <p:ph idx="15" hasCustomPrompt="1"/>
          </p:nvPr>
        </p:nvSpPr>
        <p:spPr>
          <a:xfrm>
            <a:off x="7823202" y="1103147"/>
            <a:ext cx="3382335" cy="532305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6" name="Content Placeholder 2">
            <a:extLst>
              <a:ext uri="{FF2B5EF4-FFF2-40B4-BE49-F238E27FC236}">
                <a16:creationId xmlns:a16="http://schemas.microsoft.com/office/drawing/2014/main" id="{FF66E59F-6402-344F-8D9E-8D5A52F0C30D}"/>
              </a:ext>
            </a:extLst>
          </p:cNvPr>
          <p:cNvSpPr>
            <a:spLocks noGrp="1"/>
          </p:cNvSpPr>
          <p:nvPr>
            <p:ph idx="1" hasCustomPrompt="1"/>
          </p:nvPr>
        </p:nvSpPr>
        <p:spPr>
          <a:xfrm>
            <a:off x="558800" y="1096437"/>
            <a:ext cx="3382335" cy="5329763"/>
          </a:xfrm>
          <a:prstGeom prst="rect">
            <a:avLst/>
          </a:prstGeom>
        </p:spPr>
        <p:txBody>
          <a:bodyPr lIns="0" rIns="0"/>
          <a:lstStyle>
            <a:lvl1pPr marL="0" indent="0">
              <a:buClr>
                <a:schemeClr val="tx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tx1"/>
              </a:buClr>
              <a:buFont typeface="Arial" panose="020B0604020202020204" pitchFamily="34" charset="0"/>
              <a:buNone/>
              <a:defRPr b="0" i="0">
                <a:solidFill>
                  <a:schemeClr val="tx2"/>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a:p>
            <a:pPr lvl="0"/>
            <a:r>
              <a:rPr lang="en-US"/>
              <a:t>		</a:t>
            </a:r>
          </a:p>
        </p:txBody>
      </p:sp>
      <p:sp>
        <p:nvSpPr>
          <p:cNvPr id="3" name="Content Placeholder 2">
            <a:extLst>
              <a:ext uri="{FF2B5EF4-FFF2-40B4-BE49-F238E27FC236}">
                <a16:creationId xmlns:a16="http://schemas.microsoft.com/office/drawing/2014/main" id="{0BF9EB83-0481-DA4D-6F37-4D72B8117895}"/>
              </a:ext>
            </a:extLst>
          </p:cNvPr>
          <p:cNvSpPr>
            <a:spLocks noGrp="1"/>
          </p:cNvSpPr>
          <p:nvPr>
            <p:ph idx="16" hasCustomPrompt="1"/>
          </p:nvPr>
        </p:nvSpPr>
        <p:spPr>
          <a:xfrm>
            <a:off x="4165601" y="1096437"/>
            <a:ext cx="3382336"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339DE6DB-6E97-A87D-0A49-8A4E6A2F92CD}"/>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8024283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Title + 3 Content - Tan">
    <p:bg>
      <p:bgRef idx="1001">
        <a:schemeClr val="bg2"/>
      </p:bgRef>
    </p:bg>
    <p:spTree>
      <p:nvGrpSpPr>
        <p:cNvPr id="1" name=""/>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14D08E87-493C-5B4D-A7C2-8B1726ACD339}"/>
              </a:ext>
            </a:extLst>
          </p:cNvPr>
          <p:cNvSpPr>
            <a:spLocks noGrp="1"/>
          </p:cNvSpPr>
          <p:nvPr>
            <p:ph idx="15" hasCustomPrompt="1"/>
          </p:nvPr>
        </p:nvSpPr>
        <p:spPr>
          <a:xfrm>
            <a:off x="7823202" y="1103147"/>
            <a:ext cx="3382335" cy="532305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6" name="Content Placeholder 2">
            <a:extLst>
              <a:ext uri="{FF2B5EF4-FFF2-40B4-BE49-F238E27FC236}">
                <a16:creationId xmlns:a16="http://schemas.microsoft.com/office/drawing/2014/main" id="{FF66E59F-6402-344F-8D9E-8D5A52F0C30D}"/>
              </a:ext>
            </a:extLst>
          </p:cNvPr>
          <p:cNvSpPr>
            <a:spLocks noGrp="1"/>
          </p:cNvSpPr>
          <p:nvPr>
            <p:ph idx="1" hasCustomPrompt="1"/>
          </p:nvPr>
        </p:nvSpPr>
        <p:spPr>
          <a:xfrm>
            <a:off x="558800" y="1096437"/>
            <a:ext cx="3382335"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a:p>
            <a:pPr lvl="0"/>
            <a:endParaRPr lang="en-US"/>
          </a:p>
        </p:txBody>
      </p:sp>
      <p:sp>
        <p:nvSpPr>
          <p:cNvPr id="3" name="Content Placeholder 2">
            <a:extLst>
              <a:ext uri="{FF2B5EF4-FFF2-40B4-BE49-F238E27FC236}">
                <a16:creationId xmlns:a16="http://schemas.microsoft.com/office/drawing/2014/main" id="{0BF9EB83-0481-DA4D-6F37-4D72B8117895}"/>
              </a:ext>
            </a:extLst>
          </p:cNvPr>
          <p:cNvSpPr>
            <a:spLocks noGrp="1"/>
          </p:cNvSpPr>
          <p:nvPr>
            <p:ph idx="16" hasCustomPrompt="1"/>
          </p:nvPr>
        </p:nvSpPr>
        <p:spPr>
          <a:xfrm>
            <a:off x="4165601" y="1096437"/>
            <a:ext cx="3382336"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339DE6DB-6E97-A87D-0A49-8A4E6A2F92CD}"/>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F82811A5-CBBD-913B-BDCB-5AE0F2933C65}"/>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4">
            <a:extLst>
              <a:ext uri="{FF2B5EF4-FFF2-40B4-BE49-F238E27FC236}">
                <a16:creationId xmlns:a16="http://schemas.microsoft.com/office/drawing/2014/main" id="{37575978-B01C-88A9-36AB-451B7927B277}"/>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86039015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Title + 4 Content">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0418063E-8936-624E-885E-452F7123A7C7}"/>
              </a:ext>
            </a:extLst>
          </p:cNvPr>
          <p:cNvSpPr>
            <a:spLocks noGrp="1"/>
          </p:cNvSpPr>
          <p:nvPr>
            <p:ph idx="1" hasCustomPrompt="1"/>
          </p:nvPr>
        </p:nvSpPr>
        <p:spPr>
          <a:xfrm>
            <a:off x="558801" y="1096437"/>
            <a:ext cx="2514444"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a:p>
            <a:pPr lvl="0"/>
            <a:endParaRPr lang="en-US"/>
          </a:p>
        </p:txBody>
      </p:sp>
      <p:sp>
        <p:nvSpPr>
          <p:cNvPr id="3" name="Content Placeholder 2">
            <a:extLst>
              <a:ext uri="{FF2B5EF4-FFF2-40B4-BE49-F238E27FC236}">
                <a16:creationId xmlns:a16="http://schemas.microsoft.com/office/drawing/2014/main" id="{8743D604-329A-24A7-47AB-402F3AAD11D6}"/>
              </a:ext>
            </a:extLst>
          </p:cNvPr>
          <p:cNvSpPr>
            <a:spLocks noGrp="1"/>
          </p:cNvSpPr>
          <p:nvPr>
            <p:ph idx="10" hasCustomPrompt="1"/>
          </p:nvPr>
        </p:nvSpPr>
        <p:spPr>
          <a:xfrm>
            <a:off x="3251201" y="1096437"/>
            <a:ext cx="2509879"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4" name="Content Placeholder 2">
            <a:extLst>
              <a:ext uri="{FF2B5EF4-FFF2-40B4-BE49-F238E27FC236}">
                <a16:creationId xmlns:a16="http://schemas.microsoft.com/office/drawing/2014/main" id="{D8052BDB-5CDC-FB47-D14C-66135EFC9659}"/>
              </a:ext>
            </a:extLst>
          </p:cNvPr>
          <p:cNvSpPr>
            <a:spLocks noGrp="1"/>
          </p:cNvSpPr>
          <p:nvPr>
            <p:ph idx="11" hasCustomPrompt="1"/>
          </p:nvPr>
        </p:nvSpPr>
        <p:spPr>
          <a:xfrm>
            <a:off x="5994401" y="1096437"/>
            <a:ext cx="2509879"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5" name="Content Placeholder 2">
            <a:extLst>
              <a:ext uri="{FF2B5EF4-FFF2-40B4-BE49-F238E27FC236}">
                <a16:creationId xmlns:a16="http://schemas.microsoft.com/office/drawing/2014/main" id="{4215BA62-00FC-3B1A-7EA5-2F0FBACA9B5F}"/>
              </a:ext>
            </a:extLst>
          </p:cNvPr>
          <p:cNvSpPr>
            <a:spLocks noGrp="1"/>
          </p:cNvSpPr>
          <p:nvPr>
            <p:ph idx="12" hasCustomPrompt="1"/>
          </p:nvPr>
        </p:nvSpPr>
        <p:spPr>
          <a:xfrm>
            <a:off x="8686802" y="1096437"/>
            <a:ext cx="2509877"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5E7E7AC2-EC45-0AF3-DD03-15776359B942}"/>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32831725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Title + 4 Content - Tan">
    <p:bg>
      <p:bgRef idx="1001">
        <a:schemeClr val="bg2"/>
      </p:bgRef>
    </p:bg>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0418063E-8936-624E-885E-452F7123A7C7}"/>
              </a:ext>
            </a:extLst>
          </p:cNvPr>
          <p:cNvSpPr>
            <a:spLocks noGrp="1"/>
          </p:cNvSpPr>
          <p:nvPr>
            <p:ph idx="1" hasCustomPrompt="1"/>
          </p:nvPr>
        </p:nvSpPr>
        <p:spPr>
          <a:xfrm>
            <a:off x="558801" y="1096437"/>
            <a:ext cx="2514444"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3" name="Content Placeholder 2">
            <a:extLst>
              <a:ext uri="{FF2B5EF4-FFF2-40B4-BE49-F238E27FC236}">
                <a16:creationId xmlns:a16="http://schemas.microsoft.com/office/drawing/2014/main" id="{8743D604-329A-24A7-47AB-402F3AAD11D6}"/>
              </a:ext>
            </a:extLst>
          </p:cNvPr>
          <p:cNvSpPr>
            <a:spLocks noGrp="1"/>
          </p:cNvSpPr>
          <p:nvPr>
            <p:ph idx="10" hasCustomPrompt="1"/>
          </p:nvPr>
        </p:nvSpPr>
        <p:spPr>
          <a:xfrm>
            <a:off x="3251201" y="1096437"/>
            <a:ext cx="2509879"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4" name="Content Placeholder 2">
            <a:extLst>
              <a:ext uri="{FF2B5EF4-FFF2-40B4-BE49-F238E27FC236}">
                <a16:creationId xmlns:a16="http://schemas.microsoft.com/office/drawing/2014/main" id="{D8052BDB-5CDC-FB47-D14C-66135EFC9659}"/>
              </a:ext>
            </a:extLst>
          </p:cNvPr>
          <p:cNvSpPr>
            <a:spLocks noGrp="1"/>
          </p:cNvSpPr>
          <p:nvPr>
            <p:ph idx="11" hasCustomPrompt="1"/>
          </p:nvPr>
        </p:nvSpPr>
        <p:spPr>
          <a:xfrm>
            <a:off x="5994401" y="1096437"/>
            <a:ext cx="2509879"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5" name="Content Placeholder 2">
            <a:extLst>
              <a:ext uri="{FF2B5EF4-FFF2-40B4-BE49-F238E27FC236}">
                <a16:creationId xmlns:a16="http://schemas.microsoft.com/office/drawing/2014/main" id="{4215BA62-00FC-3B1A-7EA5-2F0FBACA9B5F}"/>
              </a:ext>
            </a:extLst>
          </p:cNvPr>
          <p:cNvSpPr>
            <a:spLocks noGrp="1"/>
          </p:cNvSpPr>
          <p:nvPr>
            <p:ph idx="12" hasCustomPrompt="1"/>
          </p:nvPr>
        </p:nvSpPr>
        <p:spPr>
          <a:xfrm>
            <a:off x="8686802" y="1096437"/>
            <a:ext cx="2509877"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5E7E7AC2-EC45-0AF3-DD03-15776359B942}"/>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Freeform 5">
            <a:extLst>
              <a:ext uri="{FF2B5EF4-FFF2-40B4-BE49-F238E27FC236}">
                <a16:creationId xmlns:a16="http://schemas.microsoft.com/office/drawing/2014/main" id="{D175168E-DDB4-FAE3-1480-0DD288B23994}"/>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8" name="Picture 7">
            <a:extLst>
              <a:ext uri="{FF2B5EF4-FFF2-40B4-BE49-F238E27FC236}">
                <a16:creationId xmlns:a16="http://schemas.microsoft.com/office/drawing/2014/main" id="{9267FEB4-9337-D310-0C3C-31FADFC72B30}"/>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28102005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Title + Content + Callout">
    <p:bg>
      <p:bgRef idx="1001">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DD2FFCB-E4C7-A1EE-D9B7-9AFAFDCFBC99}"/>
              </a:ext>
            </a:extLst>
          </p:cNvPr>
          <p:cNvSpPr/>
          <p:nvPr/>
        </p:nvSpPr>
        <p:spPr>
          <a:xfrm flipH="1">
            <a:off x="0" y="0"/>
            <a:ext cx="86868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6792077"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Rounded Rectangle 6">
            <a:extLst>
              <a:ext uri="{FF2B5EF4-FFF2-40B4-BE49-F238E27FC236}">
                <a16:creationId xmlns:a16="http://schemas.microsoft.com/office/drawing/2014/main" id="{225822E0-6D53-EB62-A19B-F77D46E52BA9}"/>
              </a:ext>
            </a:extLst>
          </p:cNvPr>
          <p:cNvSpPr/>
          <p:nvPr/>
        </p:nvSpPr>
        <p:spPr>
          <a:xfrm>
            <a:off x="7823200" y="1113134"/>
            <a:ext cx="3606800" cy="4631732"/>
          </a:xfrm>
          <a:prstGeom prst="roundRect">
            <a:avLst>
              <a:gd name="adj" fmla="val 394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36" name="Content Placeholder 2">
            <a:extLst>
              <a:ext uri="{FF2B5EF4-FFF2-40B4-BE49-F238E27FC236}">
                <a16:creationId xmlns:a16="http://schemas.microsoft.com/office/drawing/2014/main" id="{BA8F6688-3B94-53EC-253E-D6ED0D78CF60}"/>
              </a:ext>
            </a:extLst>
          </p:cNvPr>
          <p:cNvSpPr>
            <a:spLocks noGrp="1"/>
          </p:cNvSpPr>
          <p:nvPr>
            <p:ph idx="10" hasCustomPrompt="1"/>
          </p:nvPr>
        </p:nvSpPr>
        <p:spPr>
          <a:xfrm>
            <a:off x="558802" y="1113133"/>
            <a:ext cx="6808455"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Freeform 3">
            <a:extLst>
              <a:ext uri="{FF2B5EF4-FFF2-40B4-BE49-F238E27FC236}">
                <a16:creationId xmlns:a16="http://schemas.microsoft.com/office/drawing/2014/main" id="{C6DB168A-2B02-355F-12E9-C846A57E3D8A}"/>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587352A9-CBC1-8CF8-3D29-A2E8095F0FC0}"/>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95024911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4_Title Only">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47C51D4-AE8E-972C-90D1-B18C2C49F810}"/>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 y="0"/>
            <a:ext cx="4165599" cy="6859664"/>
          </a:xfrm>
          <a:prstGeom prst="rect">
            <a:avLst/>
          </a:prstGeom>
        </p:spPr>
      </p:pic>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3173141" cy="826348"/>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7" name="Content Placeholder 2">
            <a:extLst>
              <a:ext uri="{FF2B5EF4-FFF2-40B4-BE49-F238E27FC236}">
                <a16:creationId xmlns:a16="http://schemas.microsoft.com/office/drawing/2014/main" id="{DAF01FEE-211C-3584-5E78-6C8CCC1EA80F}"/>
              </a:ext>
            </a:extLst>
          </p:cNvPr>
          <p:cNvSpPr>
            <a:spLocks noGrp="1"/>
          </p:cNvSpPr>
          <p:nvPr>
            <p:ph idx="10" hasCustomPrompt="1"/>
          </p:nvPr>
        </p:nvSpPr>
        <p:spPr>
          <a:xfrm>
            <a:off x="4495667" y="1113134"/>
            <a:ext cx="6934335" cy="5313065"/>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8" name="Content Placeholder 2">
            <a:extLst>
              <a:ext uri="{FF2B5EF4-FFF2-40B4-BE49-F238E27FC236}">
                <a16:creationId xmlns:a16="http://schemas.microsoft.com/office/drawing/2014/main" id="{C994C379-627D-47C7-7A4F-D5A1FAC1BCC6}"/>
              </a:ext>
            </a:extLst>
          </p:cNvPr>
          <p:cNvSpPr>
            <a:spLocks noGrp="1"/>
          </p:cNvSpPr>
          <p:nvPr>
            <p:ph idx="11" hasCustomPrompt="1"/>
          </p:nvPr>
        </p:nvSpPr>
        <p:spPr>
          <a:xfrm>
            <a:off x="558803" y="1690488"/>
            <a:ext cx="3173141" cy="4735712"/>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3760291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1 Speaker">
    <p:bg>
      <p:bgPr>
        <a:solidFill>
          <a:schemeClr val="bg2"/>
        </a:solidFill>
        <a:effectLst/>
      </p:bgPr>
    </p:bg>
    <p:spTree>
      <p:nvGrpSpPr>
        <p:cNvPr id="1" name=""/>
        <p:cNvGrpSpPr/>
        <p:nvPr/>
      </p:nvGrpSpPr>
      <p:grpSpPr>
        <a:xfrm>
          <a:off x="0" y="0"/>
          <a:ext cx="0" cy="0"/>
          <a:chOff x="0" y="0"/>
          <a:chExt cx="0" cy="0"/>
        </a:xfrm>
      </p:grpSpPr>
      <p:sp>
        <p:nvSpPr>
          <p:cNvPr id="32" name="Picture Placeholder 31">
            <a:extLst>
              <a:ext uri="{FF2B5EF4-FFF2-40B4-BE49-F238E27FC236}">
                <a16:creationId xmlns:a16="http://schemas.microsoft.com/office/drawing/2014/main" id="{F409739E-BC68-FB92-4A23-21168252B992}"/>
              </a:ext>
            </a:extLst>
          </p:cNvPr>
          <p:cNvSpPr>
            <a:spLocks noGrp="1"/>
          </p:cNvSpPr>
          <p:nvPr>
            <p:ph type="pic" sz="quarter" idx="10" hasCustomPrompt="1"/>
          </p:nvPr>
        </p:nvSpPr>
        <p:spPr>
          <a:xfrm>
            <a:off x="1525737" y="1790724"/>
            <a:ext cx="3496905" cy="359854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 name="Title 1">
            <a:extLst>
              <a:ext uri="{FF2B5EF4-FFF2-40B4-BE49-F238E27FC236}">
                <a16:creationId xmlns:a16="http://schemas.microsoft.com/office/drawing/2014/main" id="{BFAD90C7-83D8-6932-E4BA-9085BC790F9B}"/>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8" name="Freeform 7">
            <a:extLst>
              <a:ext uri="{FF2B5EF4-FFF2-40B4-BE49-F238E27FC236}">
                <a16:creationId xmlns:a16="http://schemas.microsoft.com/office/drawing/2014/main" id="{1065E2DF-B2D7-96D0-FE07-41220C8D1C2A}"/>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5803901" y="2551879"/>
            <a:ext cx="5221817" cy="616951"/>
          </a:xfrm>
          <a:prstGeom prst="rect">
            <a:avLst/>
          </a:prstGeom>
        </p:spPr>
        <p:txBody>
          <a:bodyPr lIns="0" anchor="b"/>
          <a:lstStyle>
            <a:lvl1pPr marL="0" indent="0">
              <a:buNone/>
              <a:defRPr sz="4267"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5803901" y="3187277"/>
            <a:ext cx="5221817" cy="616951"/>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5803900" y="4140200"/>
            <a:ext cx="1712384" cy="696384"/>
          </a:xfrm>
          <a:prstGeom prst="rect">
            <a:avLst/>
          </a:prstGeom>
        </p:spPr>
        <p:txBody>
          <a:bodyPr lIns="0" anchor="ctr"/>
          <a:lstStyle>
            <a:lvl1pPr marL="0" indent="0">
              <a:buNone/>
              <a:defRPr sz="1600" b="0" i="0">
                <a:solidFill>
                  <a:schemeClr val="tx1"/>
                </a:solidFill>
                <a:latin typeface="Arial" panose="020B0604020202020204" pitchFamily="34" charset="0"/>
              </a:defRPr>
            </a:lvl1pPr>
          </a:lstStyle>
          <a:p>
            <a:r>
              <a:rPr lang="en-US"/>
              <a:t>Company Logo</a:t>
            </a:r>
          </a:p>
        </p:txBody>
      </p:sp>
      <p:cxnSp>
        <p:nvCxnSpPr>
          <p:cNvPr id="10" name="Straight Connector 9">
            <a:extLst>
              <a:ext uri="{FF2B5EF4-FFF2-40B4-BE49-F238E27FC236}">
                <a16:creationId xmlns:a16="http://schemas.microsoft.com/office/drawing/2014/main" id="{83551171-07C8-C46D-BA03-1A4E9DBEB419}"/>
              </a:ext>
            </a:extLst>
          </p:cNvPr>
          <p:cNvCxnSpPr>
            <a:cxnSpLocks/>
          </p:cNvCxnSpPr>
          <p:nvPr/>
        </p:nvCxnSpPr>
        <p:spPr>
          <a:xfrm flipH="1">
            <a:off x="3941234" y="2016833"/>
            <a:ext cx="1515372" cy="3583867"/>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942254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1 Speaker + Description">
    <p:bg>
      <p:bgPr>
        <a:solidFill>
          <a:schemeClr val="bg2"/>
        </a:solidFill>
        <a:effectLst/>
      </p:bgPr>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1065E2DF-B2D7-96D0-FE07-41220C8D1C2A}"/>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5008213" y="1144295"/>
            <a:ext cx="5221817" cy="616951"/>
          </a:xfrm>
          <a:prstGeom prst="rect">
            <a:avLst/>
          </a:prstGeom>
        </p:spPr>
        <p:txBody>
          <a:bodyPr lIns="0" anchor="b"/>
          <a:lstStyle>
            <a:lvl1pPr marL="0" indent="0">
              <a:buNone/>
              <a:defRPr sz="4267"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5008213" y="1779693"/>
            <a:ext cx="5221817" cy="616951"/>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5008212" y="2732616"/>
            <a:ext cx="1712384" cy="696384"/>
          </a:xfrm>
          <a:prstGeom prst="rect">
            <a:avLst/>
          </a:prstGeom>
        </p:spPr>
        <p:txBody>
          <a:bodyPr lIns="0" anchor="ctr"/>
          <a:lstStyle>
            <a:lvl1pPr marL="0" indent="0">
              <a:buNone/>
              <a:defRPr sz="1600" b="0" i="0">
                <a:solidFill>
                  <a:schemeClr val="tx1"/>
                </a:solidFill>
                <a:latin typeface="Arial" panose="020B0604020202020204" pitchFamily="34" charset="0"/>
              </a:defRPr>
            </a:lvl1pPr>
          </a:lstStyle>
          <a:p>
            <a:r>
              <a:rPr lang="en-US"/>
              <a:t>Company Logo</a:t>
            </a:r>
          </a:p>
        </p:txBody>
      </p:sp>
      <p:sp>
        <p:nvSpPr>
          <p:cNvPr id="3" name="Text Placeholder 34">
            <a:extLst>
              <a:ext uri="{FF2B5EF4-FFF2-40B4-BE49-F238E27FC236}">
                <a16:creationId xmlns:a16="http://schemas.microsoft.com/office/drawing/2014/main" id="{60191F78-8D41-782C-6E9D-BA6059C026ED}"/>
              </a:ext>
            </a:extLst>
          </p:cNvPr>
          <p:cNvSpPr>
            <a:spLocks noGrp="1"/>
          </p:cNvSpPr>
          <p:nvPr>
            <p:ph type="body" sz="quarter" idx="14" hasCustomPrompt="1"/>
          </p:nvPr>
        </p:nvSpPr>
        <p:spPr>
          <a:xfrm>
            <a:off x="5008211" y="3855953"/>
            <a:ext cx="6421788" cy="2571304"/>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Descriptions goes here</a:t>
            </a:r>
          </a:p>
        </p:txBody>
      </p:sp>
      <p:sp>
        <p:nvSpPr>
          <p:cNvPr id="7" name="Picture Placeholder 31">
            <a:extLst>
              <a:ext uri="{FF2B5EF4-FFF2-40B4-BE49-F238E27FC236}">
                <a16:creationId xmlns:a16="http://schemas.microsoft.com/office/drawing/2014/main" id="{3BE49343-018B-7793-AE91-8606D24181FC}"/>
              </a:ext>
            </a:extLst>
          </p:cNvPr>
          <p:cNvSpPr>
            <a:spLocks noGrp="1"/>
          </p:cNvSpPr>
          <p:nvPr>
            <p:ph type="pic" sz="quarter" idx="17" hasCustomPrompt="1"/>
          </p:nvPr>
        </p:nvSpPr>
        <p:spPr>
          <a:xfrm>
            <a:off x="730274" y="752605"/>
            <a:ext cx="3496905" cy="359854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 name="Straight Connector 9">
            <a:extLst>
              <a:ext uri="{FF2B5EF4-FFF2-40B4-BE49-F238E27FC236}">
                <a16:creationId xmlns:a16="http://schemas.microsoft.com/office/drawing/2014/main" id="{004D5688-FB54-0A22-A74D-978A8FEF9DE6}"/>
              </a:ext>
            </a:extLst>
          </p:cNvPr>
          <p:cNvCxnSpPr>
            <a:cxnSpLocks/>
          </p:cNvCxnSpPr>
          <p:nvPr/>
        </p:nvCxnSpPr>
        <p:spPr>
          <a:xfrm flipH="1">
            <a:off x="3145546" y="978715"/>
            <a:ext cx="1515372" cy="3583867"/>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367959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2 Speakers">
    <p:bg>
      <p:bgPr>
        <a:solidFill>
          <a:schemeClr val="bg2"/>
        </a:solidFill>
        <a:effectLst/>
      </p:bgPr>
    </p:bg>
    <p:spTree>
      <p:nvGrpSpPr>
        <p:cNvPr id="1" name=""/>
        <p:cNvGrpSpPr/>
        <p:nvPr/>
      </p:nvGrpSpPr>
      <p:grpSpPr>
        <a:xfrm>
          <a:off x="0" y="0"/>
          <a:ext cx="0" cy="0"/>
          <a:chOff x="0" y="0"/>
          <a:chExt cx="0" cy="0"/>
        </a:xfrm>
      </p:grpSpPr>
      <p:sp>
        <p:nvSpPr>
          <p:cNvPr id="19" name="Picture Placeholder 31">
            <a:extLst>
              <a:ext uri="{FF2B5EF4-FFF2-40B4-BE49-F238E27FC236}">
                <a16:creationId xmlns:a16="http://schemas.microsoft.com/office/drawing/2014/main" id="{121BC21E-4D9E-1599-00C6-614179940B35}"/>
              </a:ext>
            </a:extLst>
          </p:cNvPr>
          <p:cNvSpPr>
            <a:spLocks noGrp="1"/>
          </p:cNvSpPr>
          <p:nvPr>
            <p:ph type="pic" sz="quarter" idx="17" hasCustomPrompt="1"/>
          </p:nvPr>
        </p:nvSpPr>
        <p:spPr>
          <a:xfrm>
            <a:off x="548962" y="1456414"/>
            <a:ext cx="2040100" cy="209939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1" name="Straight Connector 10">
            <a:extLst>
              <a:ext uri="{FF2B5EF4-FFF2-40B4-BE49-F238E27FC236}">
                <a16:creationId xmlns:a16="http://schemas.microsoft.com/office/drawing/2014/main" id="{EC60E99C-B1B3-1ED1-8D07-0EE0AEC590D4}"/>
              </a:ext>
            </a:extLst>
          </p:cNvPr>
          <p:cNvCxnSpPr>
            <a:cxnSpLocks/>
          </p:cNvCxnSpPr>
          <p:nvPr/>
        </p:nvCxnSpPr>
        <p:spPr>
          <a:xfrm flipH="1">
            <a:off x="1964268" y="1592437"/>
            <a:ext cx="885649" cy="2082096"/>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Text Placeholder 34">
            <a:extLst>
              <a:ext uri="{FF2B5EF4-FFF2-40B4-BE49-F238E27FC236}">
                <a16:creationId xmlns:a16="http://schemas.microsoft.com/office/drawing/2014/main" id="{D14054D2-C2A5-987F-40E2-9CDF1A519E64}"/>
              </a:ext>
            </a:extLst>
          </p:cNvPr>
          <p:cNvSpPr>
            <a:spLocks noGrp="1"/>
          </p:cNvSpPr>
          <p:nvPr>
            <p:ph type="body" sz="quarter" idx="18" hasCustomPrompt="1"/>
          </p:nvPr>
        </p:nvSpPr>
        <p:spPr>
          <a:xfrm>
            <a:off x="2936357" y="1852442"/>
            <a:ext cx="4189536" cy="616951"/>
          </a:xfrm>
          <a:prstGeom prst="rect">
            <a:avLst/>
          </a:prstGeom>
        </p:spPr>
        <p:txBody>
          <a:bodyPr lIns="0" anchor="b"/>
          <a:lstStyle>
            <a:lvl1pPr marL="0" indent="0">
              <a:buNone/>
              <a:defRPr sz="32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0" name="Text Placeholder 34">
            <a:extLst>
              <a:ext uri="{FF2B5EF4-FFF2-40B4-BE49-F238E27FC236}">
                <a16:creationId xmlns:a16="http://schemas.microsoft.com/office/drawing/2014/main" id="{E311E018-9222-131D-3EC6-7FD691D714F1}"/>
              </a:ext>
            </a:extLst>
          </p:cNvPr>
          <p:cNvSpPr>
            <a:spLocks noGrp="1"/>
          </p:cNvSpPr>
          <p:nvPr>
            <p:ph type="body" sz="quarter" idx="19" hasCustomPrompt="1"/>
          </p:nvPr>
        </p:nvSpPr>
        <p:spPr>
          <a:xfrm>
            <a:off x="2936357" y="2487840"/>
            <a:ext cx="4189536" cy="395091"/>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1" name="Picture Placeholder 37">
            <a:extLst>
              <a:ext uri="{FF2B5EF4-FFF2-40B4-BE49-F238E27FC236}">
                <a16:creationId xmlns:a16="http://schemas.microsoft.com/office/drawing/2014/main" id="{99D638AC-C0DC-3DD5-CBE6-6A8C408A092C}"/>
              </a:ext>
            </a:extLst>
          </p:cNvPr>
          <p:cNvSpPr>
            <a:spLocks noGrp="1"/>
          </p:cNvSpPr>
          <p:nvPr>
            <p:ph type="pic" sz="quarter" idx="20" hasCustomPrompt="1"/>
          </p:nvPr>
        </p:nvSpPr>
        <p:spPr>
          <a:xfrm>
            <a:off x="2936356" y="3010120"/>
            <a:ext cx="1712384" cy="418880"/>
          </a:xfrm>
          <a:prstGeom prst="rect">
            <a:avLst/>
          </a:prstGeom>
        </p:spPr>
        <p:txBody>
          <a:bodyPr lIns="0" anchor="ctr"/>
          <a:lstStyle>
            <a:lvl1pPr marL="0" indent="0">
              <a:buNone/>
              <a:defRPr sz="1400" b="0" i="0">
                <a:solidFill>
                  <a:schemeClr val="tx1"/>
                </a:solidFill>
                <a:latin typeface="Arial" panose="020B0604020202020204" pitchFamily="34" charset="0"/>
              </a:defRPr>
            </a:lvl1pPr>
          </a:lstStyle>
          <a:p>
            <a:r>
              <a:rPr lang="en-US"/>
              <a:t>Company Logo</a:t>
            </a:r>
          </a:p>
        </p:txBody>
      </p:sp>
      <p:sp>
        <p:nvSpPr>
          <p:cNvPr id="40" name="Picture Placeholder 31">
            <a:extLst>
              <a:ext uri="{FF2B5EF4-FFF2-40B4-BE49-F238E27FC236}">
                <a16:creationId xmlns:a16="http://schemas.microsoft.com/office/drawing/2014/main" id="{7D7FB9A9-4136-F063-E5FA-0576F4004631}"/>
              </a:ext>
            </a:extLst>
          </p:cNvPr>
          <p:cNvSpPr>
            <a:spLocks noGrp="1"/>
          </p:cNvSpPr>
          <p:nvPr>
            <p:ph type="pic" sz="quarter" idx="21" hasCustomPrompt="1"/>
          </p:nvPr>
        </p:nvSpPr>
        <p:spPr>
          <a:xfrm>
            <a:off x="5085793" y="3941706"/>
            <a:ext cx="2040100" cy="209939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41" name="Straight Connector 40">
            <a:extLst>
              <a:ext uri="{FF2B5EF4-FFF2-40B4-BE49-F238E27FC236}">
                <a16:creationId xmlns:a16="http://schemas.microsoft.com/office/drawing/2014/main" id="{0B7D855E-C2A2-B5F5-6D92-CB6E9D15081D}"/>
              </a:ext>
            </a:extLst>
          </p:cNvPr>
          <p:cNvCxnSpPr>
            <a:cxnSpLocks/>
          </p:cNvCxnSpPr>
          <p:nvPr/>
        </p:nvCxnSpPr>
        <p:spPr>
          <a:xfrm flipH="1">
            <a:off x="6501098" y="4077729"/>
            <a:ext cx="885649" cy="2082096"/>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2" name="Text Placeholder 34">
            <a:extLst>
              <a:ext uri="{FF2B5EF4-FFF2-40B4-BE49-F238E27FC236}">
                <a16:creationId xmlns:a16="http://schemas.microsoft.com/office/drawing/2014/main" id="{7DDB4CC9-BF5C-D9DC-CF7C-2CEE984FDF47}"/>
              </a:ext>
            </a:extLst>
          </p:cNvPr>
          <p:cNvSpPr>
            <a:spLocks noGrp="1"/>
          </p:cNvSpPr>
          <p:nvPr>
            <p:ph type="body" sz="quarter" idx="22" hasCustomPrompt="1"/>
          </p:nvPr>
        </p:nvSpPr>
        <p:spPr>
          <a:xfrm>
            <a:off x="7473187" y="4337734"/>
            <a:ext cx="3956815" cy="616951"/>
          </a:xfrm>
          <a:prstGeom prst="rect">
            <a:avLst/>
          </a:prstGeom>
        </p:spPr>
        <p:txBody>
          <a:bodyPr lIns="0" anchor="b"/>
          <a:lstStyle>
            <a:lvl1pPr marL="0" indent="0">
              <a:buNone/>
              <a:defRPr sz="32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3" name="Text Placeholder 34">
            <a:extLst>
              <a:ext uri="{FF2B5EF4-FFF2-40B4-BE49-F238E27FC236}">
                <a16:creationId xmlns:a16="http://schemas.microsoft.com/office/drawing/2014/main" id="{2894B330-46BE-C063-D1ED-F37A3B7B94F5}"/>
              </a:ext>
            </a:extLst>
          </p:cNvPr>
          <p:cNvSpPr>
            <a:spLocks noGrp="1"/>
          </p:cNvSpPr>
          <p:nvPr>
            <p:ph type="body" sz="quarter" idx="23" hasCustomPrompt="1"/>
          </p:nvPr>
        </p:nvSpPr>
        <p:spPr>
          <a:xfrm>
            <a:off x="7473187" y="4973132"/>
            <a:ext cx="3956815" cy="395091"/>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4" name="Picture Placeholder 37">
            <a:extLst>
              <a:ext uri="{FF2B5EF4-FFF2-40B4-BE49-F238E27FC236}">
                <a16:creationId xmlns:a16="http://schemas.microsoft.com/office/drawing/2014/main" id="{AEAB04E6-3758-88A8-5EBB-E9CFF1F0B43A}"/>
              </a:ext>
            </a:extLst>
          </p:cNvPr>
          <p:cNvSpPr>
            <a:spLocks noGrp="1"/>
          </p:cNvSpPr>
          <p:nvPr>
            <p:ph type="pic" sz="quarter" idx="24" hasCustomPrompt="1"/>
          </p:nvPr>
        </p:nvSpPr>
        <p:spPr>
          <a:xfrm>
            <a:off x="7473187" y="5495412"/>
            <a:ext cx="1712384" cy="418880"/>
          </a:xfrm>
          <a:prstGeom prst="rect">
            <a:avLst/>
          </a:prstGeom>
        </p:spPr>
        <p:txBody>
          <a:bodyPr lIns="0" anchor="ctr"/>
          <a:lstStyle>
            <a:lvl1pPr marL="0" indent="0">
              <a:buNone/>
              <a:defRPr sz="1400" b="0" i="0">
                <a:solidFill>
                  <a:schemeClr val="tx1"/>
                </a:solidFill>
                <a:latin typeface="Arial" panose="020B0604020202020204" pitchFamily="34" charset="0"/>
              </a:defRPr>
            </a:lvl1pPr>
          </a:lstStyle>
          <a:p>
            <a:r>
              <a:rPr lang="en-US"/>
              <a:t>Company Logo</a:t>
            </a:r>
          </a:p>
        </p:txBody>
      </p:sp>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6" name="Freeform 45">
            <a:extLst>
              <a:ext uri="{FF2B5EF4-FFF2-40B4-BE49-F238E27FC236}">
                <a16:creationId xmlns:a16="http://schemas.microsoft.com/office/drawing/2014/main" id="{1DAC3734-6881-9396-F2BF-1052DF549322}"/>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7" name="Picture 10">
            <a:extLst>
              <a:ext uri="{FF2B5EF4-FFF2-40B4-BE49-F238E27FC236}">
                <a16:creationId xmlns:a16="http://schemas.microsoft.com/office/drawing/2014/main" id="{B9AA3B2B-7D47-00E9-8514-677ED02698AA}"/>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2362202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3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588871"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553277"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2388253" y="191264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2388253"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2388251"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52" name="Straight Connector 51">
            <a:extLst>
              <a:ext uri="{FF2B5EF4-FFF2-40B4-BE49-F238E27FC236}">
                <a16:creationId xmlns:a16="http://schemas.microsoft.com/office/drawing/2014/main" id="{B7C754CB-4425-180C-D619-AF0F04891484}"/>
              </a:ext>
            </a:extLst>
          </p:cNvPr>
          <p:cNvCxnSpPr>
            <a:cxnSpLocks/>
          </p:cNvCxnSpPr>
          <p:nvPr/>
        </p:nvCxnSpPr>
        <p:spPr>
          <a:xfrm flipH="1">
            <a:off x="4268571" y="4262448"/>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31">
            <a:extLst>
              <a:ext uri="{FF2B5EF4-FFF2-40B4-BE49-F238E27FC236}">
                <a16:creationId xmlns:a16="http://schemas.microsoft.com/office/drawing/2014/main" id="{F54E0053-DA44-EE3F-56FD-4E84FDB6E1F7}"/>
              </a:ext>
            </a:extLst>
          </p:cNvPr>
          <p:cNvSpPr>
            <a:spLocks noGrp="1"/>
          </p:cNvSpPr>
          <p:nvPr>
            <p:ph type="pic" sz="quarter" idx="24" hasCustomPrompt="1"/>
          </p:nvPr>
        </p:nvSpPr>
        <p:spPr>
          <a:xfrm>
            <a:off x="3232977" y="4166782"/>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4" name="Text Placeholder 34">
            <a:extLst>
              <a:ext uri="{FF2B5EF4-FFF2-40B4-BE49-F238E27FC236}">
                <a16:creationId xmlns:a16="http://schemas.microsoft.com/office/drawing/2014/main" id="{1F8FBC86-3AF9-8746-F3C6-E57932ACCB22}"/>
              </a:ext>
            </a:extLst>
          </p:cNvPr>
          <p:cNvSpPr>
            <a:spLocks noGrp="1"/>
          </p:cNvSpPr>
          <p:nvPr>
            <p:ph type="body" sz="quarter" idx="25" hasCustomPrompt="1"/>
          </p:nvPr>
        </p:nvSpPr>
        <p:spPr>
          <a:xfrm>
            <a:off x="5067953" y="4426570"/>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5" name="Text Placeholder 34">
            <a:extLst>
              <a:ext uri="{FF2B5EF4-FFF2-40B4-BE49-F238E27FC236}">
                <a16:creationId xmlns:a16="http://schemas.microsoft.com/office/drawing/2014/main" id="{E54BCEA8-DA96-78DB-A731-B990DAE4AB9D}"/>
              </a:ext>
            </a:extLst>
          </p:cNvPr>
          <p:cNvSpPr>
            <a:spLocks noGrp="1"/>
          </p:cNvSpPr>
          <p:nvPr>
            <p:ph type="body" sz="quarter" idx="26" hasCustomPrompt="1"/>
          </p:nvPr>
        </p:nvSpPr>
        <p:spPr>
          <a:xfrm>
            <a:off x="5067953" y="4784299"/>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6" name="Picture Placeholder 37">
            <a:extLst>
              <a:ext uri="{FF2B5EF4-FFF2-40B4-BE49-F238E27FC236}">
                <a16:creationId xmlns:a16="http://schemas.microsoft.com/office/drawing/2014/main" id="{ACADD85F-E58C-8851-025D-E571A5662D40}"/>
              </a:ext>
            </a:extLst>
          </p:cNvPr>
          <p:cNvSpPr>
            <a:spLocks noGrp="1"/>
          </p:cNvSpPr>
          <p:nvPr>
            <p:ph type="pic" sz="quarter" idx="27" hasCustomPrompt="1"/>
          </p:nvPr>
        </p:nvSpPr>
        <p:spPr>
          <a:xfrm>
            <a:off x="5067951" y="5131439"/>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p:nvCxnSpPr>
        <p:spPr>
          <a:xfrm flipH="1">
            <a:off x="7030652"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5995059"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7830034" y="191264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7830034"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7830032"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sp>
        <p:nvSpPr>
          <p:cNvPr id="67" name="Freeform 66">
            <a:extLst>
              <a:ext uri="{FF2B5EF4-FFF2-40B4-BE49-F238E27FC236}">
                <a16:creationId xmlns:a16="http://schemas.microsoft.com/office/drawing/2014/main" id="{11775DE2-A606-5D6E-81BC-C520288EEFEA}"/>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8" name="Picture 10">
            <a:extLst>
              <a:ext uri="{FF2B5EF4-FFF2-40B4-BE49-F238E27FC236}">
                <a16:creationId xmlns:a16="http://schemas.microsoft.com/office/drawing/2014/main" id="{8757FF07-3153-96A6-D8A8-ABEB4E3ADB5B}"/>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9649186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4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588871"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553277"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2388253" y="191264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2388253"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2388251"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p:nvCxnSpPr>
        <p:spPr>
          <a:xfrm flipH="1">
            <a:off x="7030652"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5995059"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7830034" y="191264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7830034"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7830032"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28" name="Straight Connector 27">
            <a:extLst>
              <a:ext uri="{FF2B5EF4-FFF2-40B4-BE49-F238E27FC236}">
                <a16:creationId xmlns:a16="http://schemas.microsoft.com/office/drawing/2014/main" id="{0C05D3CF-D24E-5E3D-4F77-0CB4FB41215F}"/>
              </a:ext>
            </a:extLst>
          </p:cNvPr>
          <p:cNvCxnSpPr>
            <a:cxnSpLocks/>
          </p:cNvCxnSpPr>
          <p:nvPr/>
        </p:nvCxnSpPr>
        <p:spPr>
          <a:xfrm flipH="1">
            <a:off x="1588871" y="3955429"/>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Picture Placeholder 31">
            <a:extLst>
              <a:ext uri="{FF2B5EF4-FFF2-40B4-BE49-F238E27FC236}">
                <a16:creationId xmlns:a16="http://schemas.microsoft.com/office/drawing/2014/main" id="{E4304E2F-0394-8A64-8F3F-3BACD5341A9F}"/>
              </a:ext>
            </a:extLst>
          </p:cNvPr>
          <p:cNvSpPr>
            <a:spLocks noGrp="1"/>
          </p:cNvSpPr>
          <p:nvPr>
            <p:ph type="pic" sz="quarter" idx="32" hasCustomPrompt="1"/>
          </p:nvPr>
        </p:nvSpPr>
        <p:spPr>
          <a:xfrm>
            <a:off x="553277" y="3859764"/>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0" name="Text Placeholder 34">
            <a:extLst>
              <a:ext uri="{FF2B5EF4-FFF2-40B4-BE49-F238E27FC236}">
                <a16:creationId xmlns:a16="http://schemas.microsoft.com/office/drawing/2014/main" id="{F6BF1001-F877-D41D-27D5-EF829E11129D}"/>
              </a:ext>
            </a:extLst>
          </p:cNvPr>
          <p:cNvSpPr>
            <a:spLocks noGrp="1"/>
          </p:cNvSpPr>
          <p:nvPr>
            <p:ph type="body" sz="quarter" idx="33" hasCustomPrompt="1"/>
          </p:nvPr>
        </p:nvSpPr>
        <p:spPr>
          <a:xfrm>
            <a:off x="2388253" y="4119551"/>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1" name="Text Placeholder 34">
            <a:extLst>
              <a:ext uri="{FF2B5EF4-FFF2-40B4-BE49-F238E27FC236}">
                <a16:creationId xmlns:a16="http://schemas.microsoft.com/office/drawing/2014/main" id="{473D851F-AFEB-1941-C6B6-E74713E84C4E}"/>
              </a:ext>
            </a:extLst>
          </p:cNvPr>
          <p:cNvSpPr>
            <a:spLocks noGrp="1"/>
          </p:cNvSpPr>
          <p:nvPr>
            <p:ph type="body" sz="quarter" idx="34" hasCustomPrompt="1"/>
          </p:nvPr>
        </p:nvSpPr>
        <p:spPr>
          <a:xfrm>
            <a:off x="2388253" y="4477281"/>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2" name="Picture Placeholder 37">
            <a:extLst>
              <a:ext uri="{FF2B5EF4-FFF2-40B4-BE49-F238E27FC236}">
                <a16:creationId xmlns:a16="http://schemas.microsoft.com/office/drawing/2014/main" id="{868B8685-9839-7189-B77F-E42B6C97CC7A}"/>
              </a:ext>
            </a:extLst>
          </p:cNvPr>
          <p:cNvSpPr>
            <a:spLocks noGrp="1"/>
          </p:cNvSpPr>
          <p:nvPr>
            <p:ph type="pic" sz="quarter" idx="35" hasCustomPrompt="1"/>
          </p:nvPr>
        </p:nvSpPr>
        <p:spPr>
          <a:xfrm>
            <a:off x="2388251" y="4824420"/>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33" name="Straight Connector 32">
            <a:extLst>
              <a:ext uri="{FF2B5EF4-FFF2-40B4-BE49-F238E27FC236}">
                <a16:creationId xmlns:a16="http://schemas.microsoft.com/office/drawing/2014/main" id="{176C9F49-0349-9329-7D49-065DBE662BF6}"/>
              </a:ext>
            </a:extLst>
          </p:cNvPr>
          <p:cNvCxnSpPr>
            <a:cxnSpLocks/>
          </p:cNvCxnSpPr>
          <p:nvPr/>
        </p:nvCxnSpPr>
        <p:spPr>
          <a:xfrm flipH="1">
            <a:off x="7030652" y="3955429"/>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Picture Placeholder 31">
            <a:extLst>
              <a:ext uri="{FF2B5EF4-FFF2-40B4-BE49-F238E27FC236}">
                <a16:creationId xmlns:a16="http://schemas.microsoft.com/office/drawing/2014/main" id="{4A925447-30A9-59C1-FD5D-AD36216BD15F}"/>
              </a:ext>
            </a:extLst>
          </p:cNvPr>
          <p:cNvSpPr>
            <a:spLocks noGrp="1"/>
          </p:cNvSpPr>
          <p:nvPr>
            <p:ph type="pic" sz="quarter" idx="36" hasCustomPrompt="1"/>
          </p:nvPr>
        </p:nvSpPr>
        <p:spPr>
          <a:xfrm>
            <a:off x="5995059" y="3859764"/>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0" name="Text Placeholder 34">
            <a:extLst>
              <a:ext uri="{FF2B5EF4-FFF2-40B4-BE49-F238E27FC236}">
                <a16:creationId xmlns:a16="http://schemas.microsoft.com/office/drawing/2014/main" id="{3CCA2598-5A97-DE42-D38A-D8CE438FF621}"/>
              </a:ext>
            </a:extLst>
          </p:cNvPr>
          <p:cNvSpPr>
            <a:spLocks noGrp="1"/>
          </p:cNvSpPr>
          <p:nvPr>
            <p:ph type="body" sz="quarter" idx="37" hasCustomPrompt="1"/>
          </p:nvPr>
        </p:nvSpPr>
        <p:spPr>
          <a:xfrm>
            <a:off x="7830034" y="4119551"/>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1" name="Text Placeholder 34">
            <a:extLst>
              <a:ext uri="{FF2B5EF4-FFF2-40B4-BE49-F238E27FC236}">
                <a16:creationId xmlns:a16="http://schemas.microsoft.com/office/drawing/2014/main" id="{B554D796-E8C4-F0B5-2DEE-6DC80B818E69}"/>
              </a:ext>
            </a:extLst>
          </p:cNvPr>
          <p:cNvSpPr>
            <a:spLocks noGrp="1"/>
          </p:cNvSpPr>
          <p:nvPr>
            <p:ph type="body" sz="quarter" idx="38" hasCustomPrompt="1"/>
          </p:nvPr>
        </p:nvSpPr>
        <p:spPr>
          <a:xfrm>
            <a:off x="7830034" y="4477281"/>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2" name="Picture Placeholder 37">
            <a:extLst>
              <a:ext uri="{FF2B5EF4-FFF2-40B4-BE49-F238E27FC236}">
                <a16:creationId xmlns:a16="http://schemas.microsoft.com/office/drawing/2014/main" id="{EEDEA04E-BA18-03B5-26C0-4A205F1365C4}"/>
              </a:ext>
            </a:extLst>
          </p:cNvPr>
          <p:cNvSpPr>
            <a:spLocks noGrp="1"/>
          </p:cNvSpPr>
          <p:nvPr>
            <p:ph type="pic" sz="quarter" idx="39" hasCustomPrompt="1"/>
          </p:nvPr>
        </p:nvSpPr>
        <p:spPr>
          <a:xfrm>
            <a:off x="7830032" y="4824420"/>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sp>
        <p:nvSpPr>
          <p:cNvPr id="75" name="Freeform 74">
            <a:extLst>
              <a:ext uri="{FF2B5EF4-FFF2-40B4-BE49-F238E27FC236}">
                <a16:creationId xmlns:a16="http://schemas.microsoft.com/office/drawing/2014/main" id="{F5F1627B-BE4A-2C80-8CF7-B6D41BF76ADA}"/>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76" name="Picture 10">
            <a:extLst>
              <a:ext uri="{FF2B5EF4-FFF2-40B4-BE49-F238E27FC236}">
                <a16:creationId xmlns:a16="http://schemas.microsoft.com/office/drawing/2014/main" id="{1CCDFC0A-F390-889D-1BC4-9181DE59BA21}"/>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7538469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6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p:nvCxnSpPr>
        <p:spPr>
          <a:xfrm flipH="1">
            <a:off x="1222604" y="1761583"/>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559620" y="1698306"/>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883934" y="1879840"/>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883934" y="2237570"/>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883934" y="3234655"/>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883934" y="3592384"/>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883934" y="4803763"/>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883934" y="516149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p:nvCxnSpPr>
        <p:spPr>
          <a:xfrm flipH="1">
            <a:off x="1222604" y="3218150"/>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559620" y="3154873"/>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p:nvCxnSpPr>
        <p:spPr>
          <a:xfrm flipH="1">
            <a:off x="1222604" y="467471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559620" y="461144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p:nvCxnSpPr>
        <p:spPr>
          <a:xfrm flipH="1">
            <a:off x="6656258" y="1761583"/>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5993275" y="1698306"/>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7317589" y="1879840"/>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7317589" y="2237570"/>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7317589" y="3234655"/>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7317589" y="3592384"/>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7317589" y="4803763"/>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7317589" y="516149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p:nvCxnSpPr>
        <p:spPr>
          <a:xfrm flipH="1">
            <a:off x="6656258" y="3218150"/>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5993275" y="3154873"/>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p:nvCxnSpPr>
        <p:spPr>
          <a:xfrm flipH="1">
            <a:off x="6656258" y="467471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5993275" y="461144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103" name="Freeform 102">
            <a:extLst>
              <a:ext uri="{FF2B5EF4-FFF2-40B4-BE49-F238E27FC236}">
                <a16:creationId xmlns:a16="http://schemas.microsoft.com/office/drawing/2014/main" id="{D84FA899-23B1-FCE0-633B-47F7DB9CF3EA}"/>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4" name="Picture 10">
            <a:extLst>
              <a:ext uri="{FF2B5EF4-FFF2-40B4-BE49-F238E27FC236}">
                <a16:creationId xmlns:a16="http://schemas.microsoft.com/office/drawing/2014/main" id="{17627147-89F9-845F-A4DB-62B4692BC4EF}"/>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160855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8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p:nvCxnSpPr>
        <p:spPr>
          <a:xfrm flipH="1">
            <a:off x="1222604" y="129280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559620" y="1229531"/>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883934" y="141106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883934" y="176879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883934" y="2748846"/>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883934" y="3106575"/>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883934" y="4188603"/>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883934" y="454633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p:nvCxnSpPr>
        <p:spPr>
          <a:xfrm flipH="1">
            <a:off x="1222604" y="273234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559620" y="2669064"/>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p:nvCxnSpPr>
        <p:spPr>
          <a:xfrm flipH="1">
            <a:off x="1222604" y="405955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559620" y="399628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p:nvCxnSpPr>
        <p:spPr>
          <a:xfrm flipH="1">
            <a:off x="6656258" y="129280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5993275" y="1229531"/>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7317589" y="141106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7317589" y="176879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7317589" y="2748846"/>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7317589" y="3106575"/>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7317589" y="4188603"/>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7317589" y="454633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p:nvCxnSpPr>
        <p:spPr>
          <a:xfrm flipH="1">
            <a:off x="6656258" y="273234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5993275" y="2669064"/>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p:nvCxnSpPr>
        <p:spPr>
          <a:xfrm flipH="1">
            <a:off x="6656258" y="405955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5993275" y="399628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3" name="Text Placeholder 34">
            <a:extLst>
              <a:ext uri="{FF2B5EF4-FFF2-40B4-BE49-F238E27FC236}">
                <a16:creationId xmlns:a16="http://schemas.microsoft.com/office/drawing/2014/main" id="{73C9556D-9DFC-2DF0-AAA2-E76710CCB5B7}"/>
              </a:ext>
            </a:extLst>
          </p:cNvPr>
          <p:cNvSpPr>
            <a:spLocks noGrp="1"/>
          </p:cNvSpPr>
          <p:nvPr>
            <p:ph type="body" sz="quarter" idx="38" hasCustomPrompt="1"/>
          </p:nvPr>
        </p:nvSpPr>
        <p:spPr>
          <a:xfrm>
            <a:off x="1883934" y="5520098"/>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4" name="Text Placeholder 34">
            <a:extLst>
              <a:ext uri="{FF2B5EF4-FFF2-40B4-BE49-F238E27FC236}">
                <a16:creationId xmlns:a16="http://schemas.microsoft.com/office/drawing/2014/main" id="{C6446FCE-F2BA-3338-5038-61645C245127}"/>
              </a:ext>
            </a:extLst>
          </p:cNvPr>
          <p:cNvSpPr>
            <a:spLocks noGrp="1"/>
          </p:cNvSpPr>
          <p:nvPr>
            <p:ph type="body" sz="quarter" idx="39" hasCustomPrompt="1"/>
          </p:nvPr>
        </p:nvSpPr>
        <p:spPr>
          <a:xfrm>
            <a:off x="1883934" y="5877827"/>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46" name="Straight Connector 45">
            <a:extLst>
              <a:ext uri="{FF2B5EF4-FFF2-40B4-BE49-F238E27FC236}">
                <a16:creationId xmlns:a16="http://schemas.microsoft.com/office/drawing/2014/main" id="{E0136D51-0BA8-688D-2C2B-49AC68BFD4E4}"/>
              </a:ext>
            </a:extLst>
          </p:cNvPr>
          <p:cNvCxnSpPr>
            <a:cxnSpLocks/>
          </p:cNvCxnSpPr>
          <p:nvPr/>
        </p:nvCxnSpPr>
        <p:spPr>
          <a:xfrm flipH="1">
            <a:off x="1222604" y="539105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7" name="Picture Placeholder 31">
            <a:extLst>
              <a:ext uri="{FF2B5EF4-FFF2-40B4-BE49-F238E27FC236}">
                <a16:creationId xmlns:a16="http://schemas.microsoft.com/office/drawing/2014/main" id="{585E1E8E-D35C-E893-0551-89C16F38C30D}"/>
              </a:ext>
            </a:extLst>
          </p:cNvPr>
          <p:cNvSpPr>
            <a:spLocks noGrp="1"/>
          </p:cNvSpPr>
          <p:nvPr>
            <p:ph type="pic" sz="quarter" idx="40" hasCustomPrompt="1"/>
          </p:nvPr>
        </p:nvSpPr>
        <p:spPr>
          <a:xfrm>
            <a:off x="559620" y="5327775"/>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8" name="Text Placeholder 34">
            <a:extLst>
              <a:ext uri="{FF2B5EF4-FFF2-40B4-BE49-F238E27FC236}">
                <a16:creationId xmlns:a16="http://schemas.microsoft.com/office/drawing/2014/main" id="{9E22510D-B3A8-F5C5-8956-B292BB65E935}"/>
              </a:ext>
            </a:extLst>
          </p:cNvPr>
          <p:cNvSpPr>
            <a:spLocks noGrp="1"/>
          </p:cNvSpPr>
          <p:nvPr>
            <p:ph type="body" sz="quarter" idx="41" hasCustomPrompt="1"/>
          </p:nvPr>
        </p:nvSpPr>
        <p:spPr>
          <a:xfrm>
            <a:off x="7317589" y="5520098"/>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9" name="Text Placeholder 34">
            <a:extLst>
              <a:ext uri="{FF2B5EF4-FFF2-40B4-BE49-F238E27FC236}">
                <a16:creationId xmlns:a16="http://schemas.microsoft.com/office/drawing/2014/main" id="{3B508549-7E0F-AD1D-551D-B97426C8D1B6}"/>
              </a:ext>
            </a:extLst>
          </p:cNvPr>
          <p:cNvSpPr>
            <a:spLocks noGrp="1"/>
          </p:cNvSpPr>
          <p:nvPr>
            <p:ph type="body" sz="quarter" idx="42" hasCustomPrompt="1"/>
          </p:nvPr>
        </p:nvSpPr>
        <p:spPr>
          <a:xfrm>
            <a:off x="7317589" y="5877827"/>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51" name="Straight Connector 50">
            <a:extLst>
              <a:ext uri="{FF2B5EF4-FFF2-40B4-BE49-F238E27FC236}">
                <a16:creationId xmlns:a16="http://schemas.microsoft.com/office/drawing/2014/main" id="{12AFA9A9-EADC-3E6A-AF50-A4EE815E329A}"/>
              </a:ext>
            </a:extLst>
          </p:cNvPr>
          <p:cNvCxnSpPr>
            <a:cxnSpLocks/>
          </p:cNvCxnSpPr>
          <p:nvPr/>
        </p:nvCxnSpPr>
        <p:spPr>
          <a:xfrm flipH="1">
            <a:off x="6656258" y="539105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2" name="Picture Placeholder 31">
            <a:extLst>
              <a:ext uri="{FF2B5EF4-FFF2-40B4-BE49-F238E27FC236}">
                <a16:creationId xmlns:a16="http://schemas.microsoft.com/office/drawing/2014/main" id="{CA7EDEAE-6A3D-7C2D-43FC-5979A7F58512}"/>
              </a:ext>
            </a:extLst>
          </p:cNvPr>
          <p:cNvSpPr>
            <a:spLocks noGrp="1"/>
          </p:cNvSpPr>
          <p:nvPr>
            <p:ph type="pic" sz="quarter" idx="43" hasCustomPrompt="1"/>
          </p:nvPr>
        </p:nvSpPr>
        <p:spPr>
          <a:xfrm>
            <a:off x="5993275" y="5327775"/>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5" name="Freeform 54">
            <a:extLst>
              <a:ext uri="{FF2B5EF4-FFF2-40B4-BE49-F238E27FC236}">
                <a16:creationId xmlns:a16="http://schemas.microsoft.com/office/drawing/2014/main" id="{984D0AFD-24CD-D16D-DBD5-DEDDAD0D5747}"/>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6" name="Picture 10">
            <a:extLst>
              <a:ext uri="{FF2B5EF4-FFF2-40B4-BE49-F238E27FC236}">
                <a16:creationId xmlns:a16="http://schemas.microsoft.com/office/drawing/2014/main" id="{47DF96B7-88C7-A4A9-6EBF-22D1C30A426D}"/>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4715769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12 Speakers">
    <p:bg>
      <p:bgPr>
        <a:solidFill>
          <a:schemeClr val="bg2"/>
        </a:solidFill>
        <a:effectLst/>
      </p:bgPr>
    </p:bg>
    <p:spTree>
      <p:nvGrpSpPr>
        <p:cNvPr id="1" name=""/>
        <p:cNvGrpSpPr/>
        <p:nvPr/>
      </p:nvGrpSpPr>
      <p:grpSpPr>
        <a:xfrm>
          <a:off x="0" y="0"/>
          <a:ext cx="0" cy="0"/>
          <a:chOff x="0" y="0"/>
          <a:chExt cx="0" cy="0"/>
        </a:xfrm>
      </p:grpSpPr>
      <p:cxnSp>
        <p:nvCxnSpPr>
          <p:cNvPr id="73" name="Straight Connector 72">
            <a:extLst>
              <a:ext uri="{FF2B5EF4-FFF2-40B4-BE49-F238E27FC236}">
                <a16:creationId xmlns:a16="http://schemas.microsoft.com/office/drawing/2014/main" id="{217FC6BC-2CEA-FB2F-564A-32AE32108B9F}"/>
              </a:ext>
            </a:extLst>
          </p:cNvPr>
          <p:cNvCxnSpPr>
            <a:cxnSpLocks/>
          </p:cNvCxnSpPr>
          <p:nvPr/>
        </p:nvCxnSpPr>
        <p:spPr>
          <a:xfrm flipH="1">
            <a:off x="1104939"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566022" y="1412328"/>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566022"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76" name="Picture Placeholder 31">
            <a:extLst>
              <a:ext uri="{FF2B5EF4-FFF2-40B4-BE49-F238E27FC236}">
                <a16:creationId xmlns:a16="http://schemas.microsoft.com/office/drawing/2014/main" id="{75E29B35-3CB5-EFBB-1834-FD770244B606}"/>
              </a:ext>
            </a:extLst>
          </p:cNvPr>
          <p:cNvSpPr>
            <a:spLocks noGrp="1"/>
          </p:cNvSpPr>
          <p:nvPr>
            <p:ph type="pic" sz="quarter" idx="17" hasCustomPrompt="1"/>
          </p:nvPr>
        </p:nvSpPr>
        <p:spPr>
          <a:xfrm>
            <a:off x="553308"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0" name="Straight Connector 149">
            <a:extLst>
              <a:ext uri="{FF2B5EF4-FFF2-40B4-BE49-F238E27FC236}">
                <a16:creationId xmlns:a16="http://schemas.microsoft.com/office/drawing/2014/main" id="{42BB7A7C-7A33-8B2C-5F23-3FF174CF9679}"/>
              </a:ext>
            </a:extLst>
          </p:cNvPr>
          <p:cNvCxnSpPr>
            <a:cxnSpLocks/>
          </p:cNvCxnSpPr>
          <p:nvPr/>
        </p:nvCxnSpPr>
        <p:spPr>
          <a:xfrm flipH="1">
            <a:off x="1104939"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1" name="Text Placeholder 34">
            <a:extLst>
              <a:ext uri="{FF2B5EF4-FFF2-40B4-BE49-F238E27FC236}">
                <a16:creationId xmlns:a16="http://schemas.microsoft.com/office/drawing/2014/main" id="{8D1C79DA-D139-15FD-6EE1-42E3C313D618}"/>
              </a:ext>
            </a:extLst>
          </p:cNvPr>
          <p:cNvSpPr>
            <a:spLocks noGrp="1"/>
          </p:cNvSpPr>
          <p:nvPr>
            <p:ph type="body" sz="quarter" idx="23" hasCustomPrompt="1"/>
          </p:nvPr>
        </p:nvSpPr>
        <p:spPr>
          <a:xfrm>
            <a:off x="1566022" y="2755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2" name="Text Placeholder 34">
            <a:extLst>
              <a:ext uri="{FF2B5EF4-FFF2-40B4-BE49-F238E27FC236}">
                <a16:creationId xmlns:a16="http://schemas.microsoft.com/office/drawing/2014/main" id="{B6E5D0EC-11C8-6287-8AC6-EE25D5EFB4F3}"/>
              </a:ext>
            </a:extLst>
          </p:cNvPr>
          <p:cNvSpPr>
            <a:spLocks noGrp="1"/>
          </p:cNvSpPr>
          <p:nvPr>
            <p:ph type="body" sz="quarter" idx="24" hasCustomPrompt="1"/>
          </p:nvPr>
        </p:nvSpPr>
        <p:spPr>
          <a:xfrm>
            <a:off x="1566022"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3" name="Picture Placeholder 31">
            <a:extLst>
              <a:ext uri="{FF2B5EF4-FFF2-40B4-BE49-F238E27FC236}">
                <a16:creationId xmlns:a16="http://schemas.microsoft.com/office/drawing/2014/main" id="{90FECC38-01D5-CE56-0C0A-FD663E164B20}"/>
              </a:ext>
            </a:extLst>
          </p:cNvPr>
          <p:cNvSpPr>
            <a:spLocks noGrp="1"/>
          </p:cNvSpPr>
          <p:nvPr>
            <p:ph type="pic" sz="quarter" idx="25" hasCustomPrompt="1"/>
          </p:nvPr>
        </p:nvSpPr>
        <p:spPr>
          <a:xfrm>
            <a:off x="553308"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4" name="Straight Connector 153">
            <a:extLst>
              <a:ext uri="{FF2B5EF4-FFF2-40B4-BE49-F238E27FC236}">
                <a16:creationId xmlns:a16="http://schemas.microsoft.com/office/drawing/2014/main" id="{32990DF9-0709-8256-A688-1A45C9121CC3}"/>
              </a:ext>
            </a:extLst>
          </p:cNvPr>
          <p:cNvCxnSpPr>
            <a:cxnSpLocks/>
          </p:cNvCxnSpPr>
          <p:nvPr/>
        </p:nvCxnSpPr>
        <p:spPr>
          <a:xfrm flipH="1">
            <a:off x="1104939"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5" name="Text Placeholder 34">
            <a:extLst>
              <a:ext uri="{FF2B5EF4-FFF2-40B4-BE49-F238E27FC236}">
                <a16:creationId xmlns:a16="http://schemas.microsoft.com/office/drawing/2014/main" id="{EFDA1F4F-AD72-9D37-DE05-1E968C61BE2A}"/>
              </a:ext>
            </a:extLst>
          </p:cNvPr>
          <p:cNvSpPr>
            <a:spLocks noGrp="1"/>
          </p:cNvSpPr>
          <p:nvPr>
            <p:ph type="body" sz="quarter" idx="26" hasCustomPrompt="1"/>
          </p:nvPr>
        </p:nvSpPr>
        <p:spPr>
          <a:xfrm>
            <a:off x="1566022" y="40888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6" name="Text Placeholder 34">
            <a:extLst>
              <a:ext uri="{FF2B5EF4-FFF2-40B4-BE49-F238E27FC236}">
                <a16:creationId xmlns:a16="http://schemas.microsoft.com/office/drawing/2014/main" id="{43FAB01F-0805-3540-8B23-9C943BF0671A}"/>
              </a:ext>
            </a:extLst>
          </p:cNvPr>
          <p:cNvSpPr>
            <a:spLocks noGrp="1"/>
          </p:cNvSpPr>
          <p:nvPr>
            <p:ph type="body" sz="quarter" idx="27" hasCustomPrompt="1"/>
          </p:nvPr>
        </p:nvSpPr>
        <p:spPr>
          <a:xfrm>
            <a:off x="1566022"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7" name="Picture Placeholder 31">
            <a:extLst>
              <a:ext uri="{FF2B5EF4-FFF2-40B4-BE49-F238E27FC236}">
                <a16:creationId xmlns:a16="http://schemas.microsoft.com/office/drawing/2014/main" id="{0E9FC3C1-F9C3-4AC2-CA7D-5B07F3CF0BC4}"/>
              </a:ext>
            </a:extLst>
          </p:cNvPr>
          <p:cNvSpPr>
            <a:spLocks noGrp="1"/>
          </p:cNvSpPr>
          <p:nvPr>
            <p:ph type="pic" sz="quarter" idx="28" hasCustomPrompt="1"/>
          </p:nvPr>
        </p:nvSpPr>
        <p:spPr>
          <a:xfrm>
            <a:off x="553308"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19" name="Straight Connector 218">
            <a:extLst>
              <a:ext uri="{FF2B5EF4-FFF2-40B4-BE49-F238E27FC236}">
                <a16:creationId xmlns:a16="http://schemas.microsoft.com/office/drawing/2014/main" id="{98561C71-9962-C0AB-60B2-60F5E12EC5A5}"/>
              </a:ext>
            </a:extLst>
          </p:cNvPr>
          <p:cNvCxnSpPr>
            <a:cxnSpLocks/>
          </p:cNvCxnSpPr>
          <p:nvPr/>
        </p:nvCxnSpPr>
        <p:spPr>
          <a:xfrm flipH="1">
            <a:off x="1104939"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0" name="Text Placeholder 34">
            <a:extLst>
              <a:ext uri="{FF2B5EF4-FFF2-40B4-BE49-F238E27FC236}">
                <a16:creationId xmlns:a16="http://schemas.microsoft.com/office/drawing/2014/main" id="{76A10804-5532-5821-ED40-E0117DDAA515}"/>
              </a:ext>
            </a:extLst>
          </p:cNvPr>
          <p:cNvSpPr>
            <a:spLocks noGrp="1"/>
          </p:cNvSpPr>
          <p:nvPr>
            <p:ph type="body" sz="quarter" idx="29" hasCustomPrompt="1"/>
          </p:nvPr>
        </p:nvSpPr>
        <p:spPr>
          <a:xfrm>
            <a:off x="1566022" y="5422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1" name="Text Placeholder 34">
            <a:extLst>
              <a:ext uri="{FF2B5EF4-FFF2-40B4-BE49-F238E27FC236}">
                <a16:creationId xmlns:a16="http://schemas.microsoft.com/office/drawing/2014/main" id="{1A8EE7A8-296A-8214-7514-8B409FB1EDAB}"/>
              </a:ext>
            </a:extLst>
          </p:cNvPr>
          <p:cNvSpPr>
            <a:spLocks noGrp="1"/>
          </p:cNvSpPr>
          <p:nvPr>
            <p:ph type="body" sz="quarter" idx="30" hasCustomPrompt="1"/>
          </p:nvPr>
        </p:nvSpPr>
        <p:spPr>
          <a:xfrm>
            <a:off x="1566022"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2" name="Picture Placeholder 31">
            <a:extLst>
              <a:ext uri="{FF2B5EF4-FFF2-40B4-BE49-F238E27FC236}">
                <a16:creationId xmlns:a16="http://schemas.microsoft.com/office/drawing/2014/main" id="{F5BB9224-9EEC-DA3A-6DAF-CCA94814B436}"/>
              </a:ext>
            </a:extLst>
          </p:cNvPr>
          <p:cNvSpPr>
            <a:spLocks noGrp="1"/>
          </p:cNvSpPr>
          <p:nvPr>
            <p:ph type="pic" sz="quarter" idx="31" hasCustomPrompt="1"/>
          </p:nvPr>
        </p:nvSpPr>
        <p:spPr>
          <a:xfrm>
            <a:off x="553308"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3" name="Straight Connector 222">
            <a:extLst>
              <a:ext uri="{FF2B5EF4-FFF2-40B4-BE49-F238E27FC236}">
                <a16:creationId xmlns:a16="http://schemas.microsoft.com/office/drawing/2014/main" id="{539DF603-7AD5-C996-2951-F66C3BD4D801}"/>
              </a:ext>
            </a:extLst>
          </p:cNvPr>
          <p:cNvCxnSpPr>
            <a:cxnSpLocks/>
          </p:cNvCxnSpPr>
          <p:nvPr/>
        </p:nvCxnSpPr>
        <p:spPr>
          <a:xfrm flipH="1">
            <a:off x="4748526"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4" name="Text Placeholder 34">
            <a:extLst>
              <a:ext uri="{FF2B5EF4-FFF2-40B4-BE49-F238E27FC236}">
                <a16:creationId xmlns:a16="http://schemas.microsoft.com/office/drawing/2014/main" id="{FC26F4EE-D6B6-2658-2F9E-39E421D535D0}"/>
              </a:ext>
            </a:extLst>
          </p:cNvPr>
          <p:cNvSpPr>
            <a:spLocks noGrp="1"/>
          </p:cNvSpPr>
          <p:nvPr>
            <p:ph type="body" sz="quarter" idx="32" hasCustomPrompt="1"/>
          </p:nvPr>
        </p:nvSpPr>
        <p:spPr>
          <a:xfrm>
            <a:off x="5209609" y="1412328"/>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5" name="Text Placeholder 34">
            <a:extLst>
              <a:ext uri="{FF2B5EF4-FFF2-40B4-BE49-F238E27FC236}">
                <a16:creationId xmlns:a16="http://schemas.microsoft.com/office/drawing/2014/main" id="{1DD3842A-4738-FD49-5CF6-55DC0A7D5048}"/>
              </a:ext>
            </a:extLst>
          </p:cNvPr>
          <p:cNvSpPr>
            <a:spLocks noGrp="1"/>
          </p:cNvSpPr>
          <p:nvPr>
            <p:ph type="body" sz="quarter" idx="33" hasCustomPrompt="1"/>
          </p:nvPr>
        </p:nvSpPr>
        <p:spPr>
          <a:xfrm>
            <a:off x="5209609"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6" name="Picture Placeholder 31">
            <a:extLst>
              <a:ext uri="{FF2B5EF4-FFF2-40B4-BE49-F238E27FC236}">
                <a16:creationId xmlns:a16="http://schemas.microsoft.com/office/drawing/2014/main" id="{253CDE3B-AAD8-54BA-7C7E-895C404717E7}"/>
              </a:ext>
            </a:extLst>
          </p:cNvPr>
          <p:cNvSpPr>
            <a:spLocks noGrp="1"/>
          </p:cNvSpPr>
          <p:nvPr>
            <p:ph type="pic" sz="quarter" idx="34" hasCustomPrompt="1"/>
          </p:nvPr>
        </p:nvSpPr>
        <p:spPr>
          <a:xfrm>
            <a:off x="4196894"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7" name="Straight Connector 226">
            <a:extLst>
              <a:ext uri="{FF2B5EF4-FFF2-40B4-BE49-F238E27FC236}">
                <a16:creationId xmlns:a16="http://schemas.microsoft.com/office/drawing/2014/main" id="{6578670E-57F0-AF46-7BBB-7EA76CF87CA8}"/>
              </a:ext>
            </a:extLst>
          </p:cNvPr>
          <p:cNvCxnSpPr>
            <a:cxnSpLocks/>
          </p:cNvCxnSpPr>
          <p:nvPr/>
        </p:nvCxnSpPr>
        <p:spPr>
          <a:xfrm flipH="1">
            <a:off x="4748526"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8" name="Text Placeholder 34">
            <a:extLst>
              <a:ext uri="{FF2B5EF4-FFF2-40B4-BE49-F238E27FC236}">
                <a16:creationId xmlns:a16="http://schemas.microsoft.com/office/drawing/2014/main" id="{735C124E-4C9B-2E15-EFB8-6993D2D75CAB}"/>
              </a:ext>
            </a:extLst>
          </p:cNvPr>
          <p:cNvSpPr>
            <a:spLocks noGrp="1"/>
          </p:cNvSpPr>
          <p:nvPr>
            <p:ph type="body" sz="quarter" idx="35" hasCustomPrompt="1"/>
          </p:nvPr>
        </p:nvSpPr>
        <p:spPr>
          <a:xfrm>
            <a:off x="5209609" y="2755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9" name="Text Placeholder 34">
            <a:extLst>
              <a:ext uri="{FF2B5EF4-FFF2-40B4-BE49-F238E27FC236}">
                <a16:creationId xmlns:a16="http://schemas.microsoft.com/office/drawing/2014/main" id="{8E3FF739-2DC1-37F1-A076-CDA9DFCDA685}"/>
              </a:ext>
            </a:extLst>
          </p:cNvPr>
          <p:cNvSpPr>
            <a:spLocks noGrp="1"/>
          </p:cNvSpPr>
          <p:nvPr>
            <p:ph type="body" sz="quarter" idx="36" hasCustomPrompt="1"/>
          </p:nvPr>
        </p:nvSpPr>
        <p:spPr>
          <a:xfrm>
            <a:off x="5209609"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0" name="Picture Placeholder 31">
            <a:extLst>
              <a:ext uri="{FF2B5EF4-FFF2-40B4-BE49-F238E27FC236}">
                <a16:creationId xmlns:a16="http://schemas.microsoft.com/office/drawing/2014/main" id="{229F72F0-3347-F85C-77AF-60A9F9A1954D}"/>
              </a:ext>
            </a:extLst>
          </p:cNvPr>
          <p:cNvSpPr>
            <a:spLocks noGrp="1"/>
          </p:cNvSpPr>
          <p:nvPr>
            <p:ph type="pic" sz="quarter" idx="37" hasCustomPrompt="1"/>
          </p:nvPr>
        </p:nvSpPr>
        <p:spPr>
          <a:xfrm>
            <a:off x="4196894"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1" name="Straight Connector 230">
            <a:extLst>
              <a:ext uri="{FF2B5EF4-FFF2-40B4-BE49-F238E27FC236}">
                <a16:creationId xmlns:a16="http://schemas.microsoft.com/office/drawing/2014/main" id="{F94375F8-20E0-FB85-EE75-E19F4CDE16FB}"/>
              </a:ext>
            </a:extLst>
          </p:cNvPr>
          <p:cNvCxnSpPr>
            <a:cxnSpLocks/>
          </p:cNvCxnSpPr>
          <p:nvPr/>
        </p:nvCxnSpPr>
        <p:spPr>
          <a:xfrm flipH="1">
            <a:off x="4748526"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2" name="Text Placeholder 34">
            <a:extLst>
              <a:ext uri="{FF2B5EF4-FFF2-40B4-BE49-F238E27FC236}">
                <a16:creationId xmlns:a16="http://schemas.microsoft.com/office/drawing/2014/main" id="{B5C9CDA9-12FD-F277-237B-A94DC3D99F05}"/>
              </a:ext>
            </a:extLst>
          </p:cNvPr>
          <p:cNvSpPr>
            <a:spLocks noGrp="1"/>
          </p:cNvSpPr>
          <p:nvPr>
            <p:ph type="body" sz="quarter" idx="38" hasCustomPrompt="1"/>
          </p:nvPr>
        </p:nvSpPr>
        <p:spPr>
          <a:xfrm>
            <a:off x="5209609" y="40888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3" name="Text Placeholder 34">
            <a:extLst>
              <a:ext uri="{FF2B5EF4-FFF2-40B4-BE49-F238E27FC236}">
                <a16:creationId xmlns:a16="http://schemas.microsoft.com/office/drawing/2014/main" id="{D3C9B2EC-47F7-17C7-3EA8-40482B2277DC}"/>
              </a:ext>
            </a:extLst>
          </p:cNvPr>
          <p:cNvSpPr>
            <a:spLocks noGrp="1"/>
          </p:cNvSpPr>
          <p:nvPr>
            <p:ph type="body" sz="quarter" idx="39" hasCustomPrompt="1"/>
          </p:nvPr>
        </p:nvSpPr>
        <p:spPr>
          <a:xfrm>
            <a:off x="5209609"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4" name="Picture Placeholder 31">
            <a:extLst>
              <a:ext uri="{FF2B5EF4-FFF2-40B4-BE49-F238E27FC236}">
                <a16:creationId xmlns:a16="http://schemas.microsoft.com/office/drawing/2014/main" id="{061FF5F7-2D26-6F3F-DFEA-FF38FD622C9D}"/>
              </a:ext>
            </a:extLst>
          </p:cNvPr>
          <p:cNvSpPr>
            <a:spLocks noGrp="1"/>
          </p:cNvSpPr>
          <p:nvPr>
            <p:ph type="pic" sz="quarter" idx="40" hasCustomPrompt="1"/>
          </p:nvPr>
        </p:nvSpPr>
        <p:spPr>
          <a:xfrm>
            <a:off x="4196894"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5" name="Straight Connector 234">
            <a:extLst>
              <a:ext uri="{FF2B5EF4-FFF2-40B4-BE49-F238E27FC236}">
                <a16:creationId xmlns:a16="http://schemas.microsoft.com/office/drawing/2014/main" id="{F6E81E63-BD72-FF68-3C39-056C2FF7CC83}"/>
              </a:ext>
            </a:extLst>
          </p:cNvPr>
          <p:cNvCxnSpPr>
            <a:cxnSpLocks/>
          </p:cNvCxnSpPr>
          <p:nvPr/>
        </p:nvCxnSpPr>
        <p:spPr>
          <a:xfrm flipH="1">
            <a:off x="4748526"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6" name="Text Placeholder 34">
            <a:extLst>
              <a:ext uri="{FF2B5EF4-FFF2-40B4-BE49-F238E27FC236}">
                <a16:creationId xmlns:a16="http://schemas.microsoft.com/office/drawing/2014/main" id="{C2D2EDBF-0728-83A4-53B0-99FFE2637393}"/>
              </a:ext>
            </a:extLst>
          </p:cNvPr>
          <p:cNvSpPr>
            <a:spLocks noGrp="1"/>
          </p:cNvSpPr>
          <p:nvPr>
            <p:ph type="body" sz="quarter" idx="41" hasCustomPrompt="1"/>
          </p:nvPr>
        </p:nvSpPr>
        <p:spPr>
          <a:xfrm>
            <a:off x="5209609" y="5422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7" name="Text Placeholder 34">
            <a:extLst>
              <a:ext uri="{FF2B5EF4-FFF2-40B4-BE49-F238E27FC236}">
                <a16:creationId xmlns:a16="http://schemas.microsoft.com/office/drawing/2014/main" id="{52E9B2B9-BAF7-287A-C00C-BCB8EC4C7A4F}"/>
              </a:ext>
            </a:extLst>
          </p:cNvPr>
          <p:cNvSpPr>
            <a:spLocks noGrp="1"/>
          </p:cNvSpPr>
          <p:nvPr>
            <p:ph type="body" sz="quarter" idx="42" hasCustomPrompt="1"/>
          </p:nvPr>
        </p:nvSpPr>
        <p:spPr>
          <a:xfrm>
            <a:off x="5209609"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8" name="Picture Placeholder 31">
            <a:extLst>
              <a:ext uri="{FF2B5EF4-FFF2-40B4-BE49-F238E27FC236}">
                <a16:creationId xmlns:a16="http://schemas.microsoft.com/office/drawing/2014/main" id="{69A1CD5F-AD8E-0A9F-5BF8-AC6B5D4AC33D}"/>
              </a:ext>
            </a:extLst>
          </p:cNvPr>
          <p:cNvSpPr>
            <a:spLocks noGrp="1"/>
          </p:cNvSpPr>
          <p:nvPr>
            <p:ph type="pic" sz="quarter" idx="43" hasCustomPrompt="1"/>
          </p:nvPr>
        </p:nvSpPr>
        <p:spPr>
          <a:xfrm>
            <a:off x="4196894"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9" name="Straight Connector 238">
            <a:extLst>
              <a:ext uri="{FF2B5EF4-FFF2-40B4-BE49-F238E27FC236}">
                <a16:creationId xmlns:a16="http://schemas.microsoft.com/office/drawing/2014/main" id="{20208525-ABD9-7115-0287-DB39D2011373}"/>
              </a:ext>
            </a:extLst>
          </p:cNvPr>
          <p:cNvCxnSpPr>
            <a:cxnSpLocks/>
          </p:cNvCxnSpPr>
          <p:nvPr/>
        </p:nvCxnSpPr>
        <p:spPr>
          <a:xfrm flipH="1">
            <a:off x="8434154"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0" name="Text Placeholder 34">
            <a:extLst>
              <a:ext uri="{FF2B5EF4-FFF2-40B4-BE49-F238E27FC236}">
                <a16:creationId xmlns:a16="http://schemas.microsoft.com/office/drawing/2014/main" id="{109869E6-B260-A8ED-6BAD-5565A200C121}"/>
              </a:ext>
            </a:extLst>
          </p:cNvPr>
          <p:cNvSpPr>
            <a:spLocks noGrp="1"/>
          </p:cNvSpPr>
          <p:nvPr>
            <p:ph type="body" sz="quarter" idx="44" hasCustomPrompt="1"/>
          </p:nvPr>
        </p:nvSpPr>
        <p:spPr>
          <a:xfrm>
            <a:off x="8895237" y="1412328"/>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1" name="Text Placeholder 34">
            <a:extLst>
              <a:ext uri="{FF2B5EF4-FFF2-40B4-BE49-F238E27FC236}">
                <a16:creationId xmlns:a16="http://schemas.microsoft.com/office/drawing/2014/main" id="{C38A4D6B-A385-737E-7530-BCD52C390A47}"/>
              </a:ext>
            </a:extLst>
          </p:cNvPr>
          <p:cNvSpPr>
            <a:spLocks noGrp="1"/>
          </p:cNvSpPr>
          <p:nvPr>
            <p:ph type="body" sz="quarter" idx="45" hasCustomPrompt="1"/>
          </p:nvPr>
        </p:nvSpPr>
        <p:spPr>
          <a:xfrm>
            <a:off x="8895237"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2" name="Picture Placeholder 31">
            <a:extLst>
              <a:ext uri="{FF2B5EF4-FFF2-40B4-BE49-F238E27FC236}">
                <a16:creationId xmlns:a16="http://schemas.microsoft.com/office/drawing/2014/main" id="{D5D66D34-51E3-7121-0CA3-D2DEDCD0FE52}"/>
              </a:ext>
            </a:extLst>
          </p:cNvPr>
          <p:cNvSpPr>
            <a:spLocks noGrp="1"/>
          </p:cNvSpPr>
          <p:nvPr>
            <p:ph type="pic" sz="quarter" idx="46" hasCustomPrompt="1"/>
          </p:nvPr>
        </p:nvSpPr>
        <p:spPr>
          <a:xfrm>
            <a:off x="7882522"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3" name="Straight Connector 242">
            <a:extLst>
              <a:ext uri="{FF2B5EF4-FFF2-40B4-BE49-F238E27FC236}">
                <a16:creationId xmlns:a16="http://schemas.microsoft.com/office/drawing/2014/main" id="{C6B425BF-1FFA-F5DB-E98D-3C7E7F668479}"/>
              </a:ext>
            </a:extLst>
          </p:cNvPr>
          <p:cNvCxnSpPr>
            <a:cxnSpLocks/>
          </p:cNvCxnSpPr>
          <p:nvPr/>
        </p:nvCxnSpPr>
        <p:spPr>
          <a:xfrm flipH="1">
            <a:off x="8434154"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4" name="Text Placeholder 34">
            <a:extLst>
              <a:ext uri="{FF2B5EF4-FFF2-40B4-BE49-F238E27FC236}">
                <a16:creationId xmlns:a16="http://schemas.microsoft.com/office/drawing/2014/main" id="{9F9EC226-0B59-47FB-553B-47E46AAAC766}"/>
              </a:ext>
            </a:extLst>
          </p:cNvPr>
          <p:cNvSpPr>
            <a:spLocks noGrp="1"/>
          </p:cNvSpPr>
          <p:nvPr>
            <p:ph type="body" sz="quarter" idx="47" hasCustomPrompt="1"/>
          </p:nvPr>
        </p:nvSpPr>
        <p:spPr>
          <a:xfrm>
            <a:off x="8895237" y="2755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5" name="Text Placeholder 34">
            <a:extLst>
              <a:ext uri="{FF2B5EF4-FFF2-40B4-BE49-F238E27FC236}">
                <a16:creationId xmlns:a16="http://schemas.microsoft.com/office/drawing/2014/main" id="{17A65A93-D122-D31B-8FDC-258A29163F03}"/>
              </a:ext>
            </a:extLst>
          </p:cNvPr>
          <p:cNvSpPr>
            <a:spLocks noGrp="1"/>
          </p:cNvSpPr>
          <p:nvPr>
            <p:ph type="body" sz="quarter" idx="48" hasCustomPrompt="1"/>
          </p:nvPr>
        </p:nvSpPr>
        <p:spPr>
          <a:xfrm>
            <a:off x="8895237"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6" name="Picture Placeholder 31">
            <a:extLst>
              <a:ext uri="{FF2B5EF4-FFF2-40B4-BE49-F238E27FC236}">
                <a16:creationId xmlns:a16="http://schemas.microsoft.com/office/drawing/2014/main" id="{686FF29D-D933-1006-AA8B-B148FC8AD2AF}"/>
              </a:ext>
            </a:extLst>
          </p:cNvPr>
          <p:cNvSpPr>
            <a:spLocks noGrp="1"/>
          </p:cNvSpPr>
          <p:nvPr>
            <p:ph type="pic" sz="quarter" idx="49" hasCustomPrompt="1"/>
          </p:nvPr>
        </p:nvSpPr>
        <p:spPr>
          <a:xfrm>
            <a:off x="7882522"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7" name="Straight Connector 246">
            <a:extLst>
              <a:ext uri="{FF2B5EF4-FFF2-40B4-BE49-F238E27FC236}">
                <a16:creationId xmlns:a16="http://schemas.microsoft.com/office/drawing/2014/main" id="{248DC103-95A8-52E2-9802-B6EC8CF068CB}"/>
              </a:ext>
            </a:extLst>
          </p:cNvPr>
          <p:cNvCxnSpPr>
            <a:cxnSpLocks/>
          </p:cNvCxnSpPr>
          <p:nvPr/>
        </p:nvCxnSpPr>
        <p:spPr>
          <a:xfrm flipH="1">
            <a:off x="8434154"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8" name="Text Placeholder 34">
            <a:extLst>
              <a:ext uri="{FF2B5EF4-FFF2-40B4-BE49-F238E27FC236}">
                <a16:creationId xmlns:a16="http://schemas.microsoft.com/office/drawing/2014/main" id="{46D73D4A-0919-CA6B-9DA7-328D4F7BA26C}"/>
              </a:ext>
            </a:extLst>
          </p:cNvPr>
          <p:cNvSpPr>
            <a:spLocks noGrp="1"/>
          </p:cNvSpPr>
          <p:nvPr>
            <p:ph type="body" sz="quarter" idx="50" hasCustomPrompt="1"/>
          </p:nvPr>
        </p:nvSpPr>
        <p:spPr>
          <a:xfrm>
            <a:off x="8895237" y="40888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9" name="Text Placeholder 34">
            <a:extLst>
              <a:ext uri="{FF2B5EF4-FFF2-40B4-BE49-F238E27FC236}">
                <a16:creationId xmlns:a16="http://schemas.microsoft.com/office/drawing/2014/main" id="{23B0E44A-2A04-D132-9E8A-1EF53CEC79ED}"/>
              </a:ext>
            </a:extLst>
          </p:cNvPr>
          <p:cNvSpPr>
            <a:spLocks noGrp="1"/>
          </p:cNvSpPr>
          <p:nvPr>
            <p:ph type="body" sz="quarter" idx="51" hasCustomPrompt="1"/>
          </p:nvPr>
        </p:nvSpPr>
        <p:spPr>
          <a:xfrm>
            <a:off x="8895237"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0" name="Picture Placeholder 31">
            <a:extLst>
              <a:ext uri="{FF2B5EF4-FFF2-40B4-BE49-F238E27FC236}">
                <a16:creationId xmlns:a16="http://schemas.microsoft.com/office/drawing/2014/main" id="{DF5D2C43-667D-47D0-8FE8-8FB6385C6617}"/>
              </a:ext>
            </a:extLst>
          </p:cNvPr>
          <p:cNvSpPr>
            <a:spLocks noGrp="1"/>
          </p:cNvSpPr>
          <p:nvPr>
            <p:ph type="pic" sz="quarter" idx="52" hasCustomPrompt="1"/>
          </p:nvPr>
        </p:nvSpPr>
        <p:spPr>
          <a:xfrm>
            <a:off x="7882522"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51" name="Straight Connector 250">
            <a:extLst>
              <a:ext uri="{FF2B5EF4-FFF2-40B4-BE49-F238E27FC236}">
                <a16:creationId xmlns:a16="http://schemas.microsoft.com/office/drawing/2014/main" id="{CBE8439D-800A-28AB-6CBA-6A64AEA87922}"/>
              </a:ext>
            </a:extLst>
          </p:cNvPr>
          <p:cNvCxnSpPr>
            <a:cxnSpLocks/>
          </p:cNvCxnSpPr>
          <p:nvPr/>
        </p:nvCxnSpPr>
        <p:spPr>
          <a:xfrm flipH="1">
            <a:off x="8434154"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2" name="Text Placeholder 34">
            <a:extLst>
              <a:ext uri="{FF2B5EF4-FFF2-40B4-BE49-F238E27FC236}">
                <a16:creationId xmlns:a16="http://schemas.microsoft.com/office/drawing/2014/main" id="{7DF5E984-AABC-99BA-8542-FAC6821454BD}"/>
              </a:ext>
            </a:extLst>
          </p:cNvPr>
          <p:cNvSpPr>
            <a:spLocks noGrp="1"/>
          </p:cNvSpPr>
          <p:nvPr>
            <p:ph type="body" sz="quarter" idx="53" hasCustomPrompt="1"/>
          </p:nvPr>
        </p:nvSpPr>
        <p:spPr>
          <a:xfrm>
            <a:off x="8895237" y="5422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53" name="Text Placeholder 34">
            <a:extLst>
              <a:ext uri="{FF2B5EF4-FFF2-40B4-BE49-F238E27FC236}">
                <a16:creationId xmlns:a16="http://schemas.microsoft.com/office/drawing/2014/main" id="{E6EA7B54-1ED1-FBC9-C5D6-6A982B4D126A}"/>
              </a:ext>
            </a:extLst>
          </p:cNvPr>
          <p:cNvSpPr>
            <a:spLocks noGrp="1"/>
          </p:cNvSpPr>
          <p:nvPr>
            <p:ph type="body" sz="quarter" idx="54" hasCustomPrompt="1"/>
          </p:nvPr>
        </p:nvSpPr>
        <p:spPr>
          <a:xfrm>
            <a:off x="8895237"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4" name="Picture Placeholder 31">
            <a:extLst>
              <a:ext uri="{FF2B5EF4-FFF2-40B4-BE49-F238E27FC236}">
                <a16:creationId xmlns:a16="http://schemas.microsoft.com/office/drawing/2014/main" id="{5F262BBD-76ED-DE6E-C629-FCD967C2A478}"/>
              </a:ext>
            </a:extLst>
          </p:cNvPr>
          <p:cNvSpPr>
            <a:spLocks noGrp="1"/>
          </p:cNvSpPr>
          <p:nvPr>
            <p:ph type="pic" sz="quarter" idx="55" hasCustomPrompt="1"/>
          </p:nvPr>
        </p:nvSpPr>
        <p:spPr>
          <a:xfrm>
            <a:off x="7882522"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56" name="Freeform 255">
            <a:extLst>
              <a:ext uri="{FF2B5EF4-FFF2-40B4-BE49-F238E27FC236}">
                <a16:creationId xmlns:a16="http://schemas.microsoft.com/office/drawing/2014/main" id="{86A38237-F330-31D7-8A69-85DB90172E81}"/>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257" name="Picture 10">
            <a:extLst>
              <a:ext uri="{FF2B5EF4-FFF2-40B4-BE49-F238E27FC236}">
                <a16:creationId xmlns:a16="http://schemas.microsoft.com/office/drawing/2014/main" id="{496B2E98-4F2C-3C11-E0EA-D7665C82FE39}"/>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4568875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1 Speaker - Dark">
    <p:bg>
      <p:bgRef idx="1001">
        <a:schemeClr val="bg2"/>
      </p:bgRef>
    </p:bg>
    <p:spTree>
      <p:nvGrpSpPr>
        <p:cNvPr id="1" name=""/>
        <p:cNvGrpSpPr/>
        <p:nvPr/>
      </p:nvGrpSpPr>
      <p:grpSpPr>
        <a:xfrm>
          <a:off x="0" y="0"/>
          <a:ext cx="0" cy="0"/>
          <a:chOff x="0" y="0"/>
          <a:chExt cx="0" cy="0"/>
        </a:xfrm>
      </p:grpSpPr>
      <p:sp>
        <p:nvSpPr>
          <p:cNvPr id="32" name="Picture Placeholder 31">
            <a:extLst>
              <a:ext uri="{FF2B5EF4-FFF2-40B4-BE49-F238E27FC236}">
                <a16:creationId xmlns:a16="http://schemas.microsoft.com/office/drawing/2014/main" id="{F409739E-BC68-FB92-4A23-21168252B992}"/>
              </a:ext>
            </a:extLst>
          </p:cNvPr>
          <p:cNvSpPr>
            <a:spLocks noGrp="1"/>
          </p:cNvSpPr>
          <p:nvPr>
            <p:ph type="pic" sz="quarter" idx="10" hasCustomPrompt="1"/>
          </p:nvPr>
        </p:nvSpPr>
        <p:spPr>
          <a:xfrm>
            <a:off x="1525737" y="1790724"/>
            <a:ext cx="3496905" cy="359854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 name="Title 1">
            <a:extLst>
              <a:ext uri="{FF2B5EF4-FFF2-40B4-BE49-F238E27FC236}">
                <a16:creationId xmlns:a16="http://schemas.microsoft.com/office/drawing/2014/main" id="{BFAD90C7-83D8-6932-E4BA-9085BC790F9B}"/>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8" name="Freeform 7">
            <a:extLst>
              <a:ext uri="{FF2B5EF4-FFF2-40B4-BE49-F238E27FC236}">
                <a16:creationId xmlns:a16="http://schemas.microsoft.com/office/drawing/2014/main" id="{1065E2DF-B2D7-96D0-FE07-41220C8D1C2A}"/>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5803901" y="2551879"/>
            <a:ext cx="5221817" cy="616951"/>
          </a:xfrm>
          <a:prstGeom prst="rect">
            <a:avLst/>
          </a:prstGeom>
        </p:spPr>
        <p:txBody>
          <a:bodyPr lIns="0" anchor="b"/>
          <a:lstStyle>
            <a:lvl1pPr marL="0" indent="0">
              <a:buNone/>
              <a:defRPr sz="4267"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5803901" y="3187277"/>
            <a:ext cx="5221817" cy="616951"/>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5803900" y="4140200"/>
            <a:ext cx="1712384" cy="696384"/>
          </a:xfrm>
          <a:prstGeom prst="rect">
            <a:avLst/>
          </a:prstGeom>
        </p:spPr>
        <p:txBody>
          <a:bodyPr lIns="0" anchor="ctr"/>
          <a:lstStyle>
            <a:lvl1pPr marL="0" indent="0">
              <a:buNone/>
              <a:defRPr sz="1600" b="0" i="0">
                <a:solidFill>
                  <a:schemeClr val="tx1"/>
                </a:solidFill>
                <a:latin typeface="Arial" panose="020B0604020202020204" pitchFamily="34" charset="0"/>
              </a:defRPr>
            </a:lvl1pPr>
          </a:lstStyle>
          <a:p>
            <a:r>
              <a:rPr lang="en-US"/>
              <a:t>Company Logo</a:t>
            </a:r>
          </a:p>
        </p:txBody>
      </p:sp>
      <p:cxnSp>
        <p:nvCxnSpPr>
          <p:cNvPr id="10" name="Straight Connector 9">
            <a:extLst>
              <a:ext uri="{FF2B5EF4-FFF2-40B4-BE49-F238E27FC236}">
                <a16:creationId xmlns:a16="http://schemas.microsoft.com/office/drawing/2014/main" id="{83551171-07C8-C46D-BA03-1A4E9DBEB419}"/>
              </a:ext>
            </a:extLst>
          </p:cNvPr>
          <p:cNvCxnSpPr>
            <a:cxnSpLocks/>
          </p:cNvCxnSpPr>
          <p:nvPr/>
        </p:nvCxnSpPr>
        <p:spPr>
          <a:xfrm flipH="1">
            <a:off x="3941234" y="2016833"/>
            <a:ext cx="1515372" cy="3583867"/>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1989894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1 Speaker + Description - Dark">
    <p:bg>
      <p:bgRef idx="1001">
        <a:schemeClr val="bg2"/>
      </p:bgRef>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1065E2DF-B2D7-96D0-FE07-41220C8D1C2A}"/>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5008213" y="1144295"/>
            <a:ext cx="5221817" cy="616951"/>
          </a:xfrm>
          <a:prstGeom prst="rect">
            <a:avLst/>
          </a:prstGeom>
        </p:spPr>
        <p:txBody>
          <a:bodyPr lIns="0" anchor="b"/>
          <a:lstStyle>
            <a:lvl1pPr marL="0" indent="0">
              <a:buNone/>
              <a:defRPr sz="4267"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5008213" y="1779693"/>
            <a:ext cx="5221817" cy="616951"/>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5008212" y="2732616"/>
            <a:ext cx="1712384" cy="696384"/>
          </a:xfrm>
          <a:prstGeom prst="rect">
            <a:avLst/>
          </a:prstGeom>
        </p:spPr>
        <p:txBody>
          <a:bodyPr lIns="0" anchor="ctr"/>
          <a:lstStyle>
            <a:lvl1pPr marL="0" indent="0">
              <a:buNone/>
              <a:defRPr sz="1600" b="0" i="0">
                <a:solidFill>
                  <a:schemeClr val="tx1"/>
                </a:solidFill>
                <a:latin typeface="Arial" panose="020B0604020202020204" pitchFamily="34" charset="0"/>
              </a:defRPr>
            </a:lvl1pPr>
          </a:lstStyle>
          <a:p>
            <a:r>
              <a:rPr lang="en-US"/>
              <a:t>Company Logo</a:t>
            </a:r>
          </a:p>
        </p:txBody>
      </p:sp>
      <p:sp>
        <p:nvSpPr>
          <p:cNvPr id="3" name="Text Placeholder 34">
            <a:extLst>
              <a:ext uri="{FF2B5EF4-FFF2-40B4-BE49-F238E27FC236}">
                <a16:creationId xmlns:a16="http://schemas.microsoft.com/office/drawing/2014/main" id="{60191F78-8D41-782C-6E9D-BA6059C026ED}"/>
              </a:ext>
            </a:extLst>
          </p:cNvPr>
          <p:cNvSpPr>
            <a:spLocks noGrp="1"/>
          </p:cNvSpPr>
          <p:nvPr>
            <p:ph type="body" sz="quarter" idx="14" hasCustomPrompt="1"/>
          </p:nvPr>
        </p:nvSpPr>
        <p:spPr>
          <a:xfrm>
            <a:off x="5008211" y="3855953"/>
            <a:ext cx="6421788" cy="2571304"/>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Descriptions goes here</a:t>
            </a:r>
          </a:p>
        </p:txBody>
      </p:sp>
      <p:sp>
        <p:nvSpPr>
          <p:cNvPr id="7" name="Picture Placeholder 31">
            <a:extLst>
              <a:ext uri="{FF2B5EF4-FFF2-40B4-BE49-F238E27FC236}">
                <a16:creationId xmlns:a16="http://schemas.microsoft.com/office/drawing/2014/main" id="{3BE49343-018B-7793-AE91-8606D24181FC}"/>
              </a:ext>
            </a:extLst>
          </p:cNvPr>
          <p:cNvSpPr>
            <a:spLocks noGrp="1"/>
          </p:cNvSpPr>
          <p:nvPr>
            <p:ph type="pic" sz="quarter" idx="17" hasCustomPrompt="1"/>
          </p:nvPr>
        </p:nvSpPr>
        <p:spPr>
          <a:xfrm>
            <a:off x="730274" y="752605"/>
            <a:ext cx="3496905" cy="359854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 name="Straight Connector 9">
            <a:extLst>
              <a:ext uri="{FF2B5EF4-FFF2-40B4-BE49-F238E27FC236}">
                <a16:creationId xmlns:a16="http://schemas.microsoft.com/office/drawing/2014/main" id="{004D5688-FB54-0A22-A74D-978A8FEF9DE6}"/>
              </a:ext>
            </a:extLst>
          </p:cNvPr>
          <p:cNvCxnSpPr>
            <a:cxnSpLocks/>
          </p:cNvCxnSpPr>
          <p:nvPr/>
        </p:nvCxnSpPr>
        <p:spPr>
          <a:xfrm flipH="1">
            <a:off x="3145546" y="978715"/>
            <a:ext cx="1515372" cy="3583867"/>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3616674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2 Speakers - Dark">
    <p:bg>
      <p:bgRef idx="1001">
        <a:schemeClr val="bg2"/>
      </p:bgRef>
    </p:bg>
    <p:spTree>
      <p:nvGrpSpPr>
        <p:cNvPr id="1" name=""/>
        <p:cNvGrpSpPr/>
        <p:nvPr/>
      </p:nvGrpSpPr>
      <p:grpSpPr>
        <a:xfrm>
          <a:off x="0" y="0"/>
          <a:ext cx="0" cy="0"/>
          <a:chOff x="0" y="0"/>
          <a:chExt cx="0" cy="0"/>
        </a:xfrm>
      </p:grpSpPr>
      <p:sp>
        <p:nvSpPr>
          <p:cNvPr id="19" name="Picture Placeholder 31">
            <a:extLst>
              <a:ext uri="{FF2B5EF4-FFF2-40B4-BE49-F238E27FC236}">
                <a16:creationId xmlns:a16="http://schemas.microsoft.com/office/drawing/2014/main" id="{121BC21E-4D9E-1599-00C6-614179940B35}"/>
              </a:ext>
            </a:extLst>
          </p:cNvPr>
          <p:cNvSpPr>
            <a:spLocks noGrp="1"/>
          </p:cNvSpPr>
          <p:nvPr>
            <p:ph type="pic" sz="quarter" idx="17" hasCustomPrompt="1"/>
          </p:nvPr>
        </p:nvSpPr>
        <p:spPr>
          <a:xfrm>
            <a:off x="548962" y="1456414"/>
            <a:ext cx="2040100" cy="209939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1" name="Straight Connector 10">
            <a:extLst>
              <a:ext uri="{FF2B5EF4-FFF2-40B4-BE49-F238E27FC236}">
                <a16:creationId xmlns:a16="http://schemas.microsoft.com/office/drawing/2014/main" id="{EC60E99C-B1B3-1ED1-8D07-0EE0AEC590D4}"/>
              </a:ext>
            </a:extLst>
          </p:cNvPr>
          <p:cNvCxnSpPr>
            <a:cxnSpLocks/>
          </p:cNvCxnSpPr>
          <p:nvPr/>
        </p:nvCxnSpPr>
        <p:spPr>
          <a:xfrm flipH="1">
            <a:off x="1964268" y="1592437"/>
            <a:ext cx="885649" cy="2082096"/>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Text Placeholder 34">
            <a:extLst>
              <a:ext uri="{FF2B5EF4-FFF2-40B4-BE49-F238E27FC236}">
                <a16:creationId xmlns:a16="http://schemas.microsoft.com/office/drawing/2014/main" id="{D14054D2-C2A5-987F-40E2-9CDF1A519E64}"/>
              </a:ext>
            </a:extLst>
          </p:cNvPr>
          <p:cNvSpPr>
            <a:spLocks noGrp="1"/>
          </p:cNvSpPr>
          <p:nvPr>
            <p:ph type="body" sz="quarter" idx="18" hasCustomPrompt="1"/>
          </p:nvPr>
        </p:nvSpPr>
        <p:spPr>
          <a:xfrm>
            <a:off x="2936357" y="1852442"/>
            <a:ext cx="4189536" cy="616951"/>
          </a:xfrm>
          <a:prstGeom prst="rect">
            <a:avLst/>
          </a:prstGeom>
        </p:spPr>
        <p:txBody>
          <a:bodyPr lIns="0" anchor="b"/>
          <a:lstStyle>
            <a:lvl1pPr marL="0" indent="0">
              <a:buNone/>
              <a:defRPr sz="32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0" name="Text Placeholder 34">
            <a:extLst>
              <a:ext uri="{FF2B5EF4-FFF2-40B4-BE49-F238E27FC236}">
                <a16:creationId xmlns:a16="http://schemas.microsoft.com/office/drawing/2014/main" id="{E311E018-9222-131D-3EC6-7FD691D714F1}"/>
              </a:ext>
            </a:extLst>
          </p:cNvPr>
          <p:cNvSpPr>
            <a:spLocks noGrp="1"/>
          </p:cNvSpPr>
          <p:nvPr>
            <p:ph type="body" sz="quarter" idx="19" hasCustomPrompt="1"/>
          </p:nvPr>
        </p:nvSpPr>
        <p:spPr>
          <a:xfrm>
            <a:off x="2936357" y="2487840"/>
            <a:ext cx="4189536" cy="395091"/>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1" name="Picture Placeholder 37">
            <a:extLst>
              <a:ext uri="{FF2B5EF4-FFF2-40B4-BE49-F238E27FC236}">
                <a16:creationId xmlns:a16="http://schemas.microsoft.com/office/drawing/2014/main" id="{99D638AC-C0DC-3DD5-CBE6-6A8C408A092C}"/>
              </a:ext>
            </a:extLst>
          </p:cNvPr>
          <p:cNvSpPr>
            <a:spLocks noGrp="1"/>
          </p:cNvSpPr>
          <p:nvPr>
            <p:ph type="pic" sz="quarter" idx="20" hasCustomPrompt="1"/>
          </p:nvPr>
        </p:nvSpPr>
        <p:spPr>
          <a:xfrm>
            <a:off x="2936356" y="3010120"/>
            <a:ext cx="1712384" cy="418880"/>
          </a:xfrm>
          <a:prstGeom prst="rect">
            <a:avLst/>
          </a:prstGeom>
        </p:spPr>
        <p:txBody>
          <a:bodyPr lIns="0" anchor="ctr"/>
          <a:lstStyle>
            <a:lvl1pPr marL="0" indent="0">
              <a:buNone/>
              <a:defRPr sz="1400" b="0" i="0">
                <a:solidFill>
                  <a:schemeClr val="tx1"/>
                </a:solidFill>
                <a:latin typeface="Arial" panose="020B0604020202020204" pitchFamily="34" charset="0"/>
              </a:defRPr>
            </a:lvl1pPr>
          </a:lstStyle>
          <a:p>
            <a:r>
              <a:rPr lang="en-US"/>
              <a:t>Company Logo</a:t>
            </a:r>
          </a:p>
        </p:txBody>
      </p:sp>
      <p:sp>
        <p:nvSpPr>
          <p:cNvPr id="40" name="Picture Placeholder 31">
            <a:extLst>
              <a:ext uri="{FF2B5EF4-FFF2-40B4-BE49-F238E27FC236}">
                <a16:creationId xmlns:a16="http://schemas.microsoft.com/office/drawing/2014/main" id="{7D7FB9A9-4136-F063-E5FA-0576F4004631}"/>
              </a:ext>
            </a:extLst>
          </p:cNvPr>
          <p:cNvSpPr>
            <a:spLocks noGrp="1"/>
          </p:cNvSpPr>
          <p:nvPr>
            <p:ph type="pic" sz="quarter" idx="21" hasCustomPrompt="1"/>
          </p:nvPr>
        </p:nvSpPr>
        <p:spPr>
          <a:xfrm>
            <a:off x="5085793" y="3941706"/>
            <a:ext cx="2040100" cy="209939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41" name="Straight Connector 40">
            <a:extLst>
              <a:ext uri="{FF2B5EF4-FFF2-40B4-BE49-F238E27FC236}">
                <a16:creationId xmlns:a16="http://schemas.microsoft.com/office/drawing/2014/main" id="{0B7D855E-C2A2-B5F5-6D92-CB6E9D15081D}"/>
              </a:ext>
            </a:extLst>
          </p:cNvPr>
          <p:cNvCxnSpPr>
            <a:cxnSpLocks/>
          </p:cNvCxnSpPr>
          <p:nvPr/>
        </p:nvCxnSpPr>
        <p:spPr>
          <a:xfrm flipH="1">
            <a:off x="6501098" y="4077729"/>
            <a:ext cx="885649" cy="2082096"/>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2" name="Text Placeholder 34">
            <a:extLst>
              <a:ext uri="{FF2B5EF4-FFF2-40B4-BE49-F238E27FC236}">
                <a16:creationId xmlns:a16="http://schemas.microsoft.com/office/drawing/2014/main" id="{7DDB4CC9-BF5C-D9DC-CF7C-2CEE984FDF47}"/>
              </a:ext>
            </a:extLst>
          </p:cNvPr>
          <p:cNvSpPr>
            <a:spLocks noGrp="1"/>
          </p:cNvSpPr>
          <p:nvPr>
            <p:ph type="body" sz="quarter" idx="22" hasCustomPrompt="1"/>
          </p:nvPr>
        </p:nvSpPr>
        <p:spPr>
          <a:xfrm>
            <a:off x="7473187" y="4337734"/>
            <a:ext cx="3956815" cy="616951"/>
          </a:xfrm>
          <a:prstGeom prst="rect">
            <a:avLst/>
          </a:prstGeom>
        </p:spPr>
        <p:txBody>
          <a:bodyPr lIns="0" anchor="b"/>
          <a:lstStyle>
            <a:lvl1pPr marL="0" indent="0">
              <a:buNone/>
              <a:defRPr sz="32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3" name="Text Placeholder 34">
            <a:extLst>
              <a:ext uri="{FF2B5EF4-FFF2-40B4-BE49-F238E27FC236}">
                <a16:creationId xmlns:a16="http://schemas.microsoft.com/office/drawing/2014/main" id="{2894B330-46BE-C063-D1ED-F37A3B7B94F5}"/>
              </a:ext>
            </a:extLst>
          </p:cNvPr>
          <p:cNvSpPr>
            <a:spLocks noGrp="1"/>
          </p:cNvSpPr>
          <p:nvPr>
            <p:ph type="body" sz="quarter" idx="23" hasCustomPrompt="1"/>
          </p:nvPr>
        </p:nvSpPr>
        <p:spPr>
          <a:xfrm>
            <a:off x="7473187" y="4973132"/>
            <a:ext cx="3956815" cy="395091"/>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4" name="Picture Placeholder 37">
            <a:extLst>
              <a:ext uri="{FF2B5EF4-FFF2-40B4-BE49-F238E27FC236}">
                <a16:creationId xmlns:a16="http://schemas.microsoft.com/office/drawing/2014/main" id="{AEAB04E6-3758-88A8-5EBB-E9CFF1F0B43A}"/>
              </a:ext>
            </a:extLst>
          </p:cNvPr>
          <p:cNvSpPr>
            <a:spLocks noGrp="1"/>
          </p:cNvSpPr>
          <p:nvPr>
            <p:ph type="pic" sz="quarter" idx="24" hasCustomPrompt="1"/>
          </p:nvPr>
        </p:nvSpPr>
        <p:spPr>
          <a:xfrm>
            <a:off x="7473187" y="5495412"/>
            <a:ext cx="1712384" cy="418880"/>
          </a:xfrm>
          <a:prstGeom prst="rect">
            <a:avLst/>
          </a:prstGeom>
        </p:spPr>
        <p:txBody>
          <a:bodyPr lIns="0" anchor="ctr"/>
          <a:lstStyle>
            <a:lvl1pPr marL="0" indent="0">
              <a:buNone/>
              <a:defRPr sz="1400" b="0" i="0">
                <a:solidFill>
                  <a:schemeClr val="tx1"/>
                </a:solidFill>
                <a:latin typeface="Arial" panose="020B0604020202020204" pitchFamily="34" charset="0"/>
              </a:defRPr>
            </a:lvl1pPr>
          </a:lstStyle>
          <a:p>
            <a:r>
              <a:rPr lang="en-US"/>
              <a:t>Company Logo</a:t>
            </a:r>
          </a:p>
        </p:txBody>
      </p:sp>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6" name="Freeform 45">
            <a:extLst>
              <a:ext uri="{FF2B5EF4-FFF2-40B4-BE49-F238E27FC236}">
                <a16:creationId xmlns:a16="http://schemas.microsoft.com/office/drawing/2014/main" id="{1DAC3734-6881-9396-F2BF-1052DF549322}"/>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7" name="Picture 10">
            <a:extLst>
              <a:ext uri="{FF2B5EF4-FFF2-40B4-BE49-F238E27FC236}">
                <a16:creationId xmlns:a16="http://schemas.microsoft.com/office/drawing/2014/main" id="{B9AA3B2B-7D47-00E9-8514-677ED02698AA}"/>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64304437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3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588871"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553277"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2388253" y="191264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2388253"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2388251"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52" name="Straight Connector 51">
            <a:extLst>
              <a:ext uri="{FF2B5EF4-FFF2-40B4-BE49-F238E27FC236}">
                <a16:creationId xmlns:a16="http://schemas.microsoft.com/office/drawing/2014/main" id="{B7C754CB-4425-180C-D619-AF0F04891484}"/>
              </a:ext>
            </a:extLst>
          </p:cNvPr>
          <p:cNvCxnSpPr>
            <a:cxnSpLocks/>
          </p:cNvCxnSpPr>
          <p:nvPr/>
        </p:nvCxnSpPr>
        <p:spPr>
          <a:xfrm flipH="1">
            <a:off x="4268571" y="4262448"/>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31">
            <a:extLst>
              <a:ext uri="{FF2B5EF4-FFF2-40B4-BE49-F238E27FC236}">
                <a16:creationId xmlns:a16="http://schemas.microsoft.com/office/drawing/2014/main" id="{F54E0053-DA44-EE3F-56FD-4E84FDB6E1F7}"/>
              </a:ext>
            </a:extLst>
          </p:cNvPr>
          <p:cNvSpPr>
            <a:spLocks noGrp="1"/>
          </p:cNvSpPr>
          <p:nvPr>
            <p:ph type="pic" sz="quarter" idx="24" hasCustomPrompt="1"/>
          </p:nvPr>
        </p:nvSpPr>
        <p:spPr>
          <a:xfrm>
            <a:off x="3232977" y="4166782"/>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4" name="Text Placeholder 34">
            <a:extLst>
              <a:ext uri="{FF2B5EF4-FFF2-40B4-BE49-F238E27FC236}">
                <a16:creationId xmlns:a16="http://schemas.microsoft.com/office/drawing/2014/main" id="{1F8FBC86-3AF9-8746-F3C6-E57932ACCB22}"/>
              </a:ext>
            </a:extLst>
          </p:cNvPr>
          <p:cNvSpPr>
            <a:spLocks noGrp="1"/>
          </p:cNvSpPr>
          <p:nvPr>
            <p:ph type="body" sz="quarter" idx="25" hasCustomPrompt="1"/>
          </p:nvPr>
        </p:nvSpPr>
        <p:spPr>
          <a:xfrm>
            <a:off x="5067953" y="4426570"/>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5" name="Text Placeholder 34">
            <a:extLst>
              <a:ext uri="{FF2B5EF4-FFF2-40B4-BE49-F238E27FC236}">
                <a16:creationId xmlns:a16="http://schemas.microsoft.com/office/drawing/2014/main" id="{E54BCEA8-DA96-78DB-A731-B990DAE4AB9D}"/>
              </a:ext>
            </a:extLst>
          </p:cNvPr>
          <p:cNvSpPr>
            <a:spLocks noGrp="1"/>
          </p:cNvSpPr>
          <p:nvPr>
            <p:ph type="body" sz="quarter" idx="26" hasCustomPrompt="1"/>
          </p:nvPr>
        </p:nvSpPr>
        <p:spPr>
          <a:xfrm>
            <a:off x="5067953" y="4784299"/>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6" name="Picture Placeholder 37">
            <a:extLst>
              <a:ext uri="{FF2B5EF4-FFF2-40B4-BE49-F238E27FC236}">
                <a16:creationId xmlns:a16="http://schemas.microsoft.com/office/drawing/2014/main" id="{ACADD85F-E58C-8851-025D-E571A5662D40}"/>
              </a:ext>
            </a:extLst>
          </p:cNvPr>
          <p:cNvSpPr>
            <a:spLocks noGrp="1"/>
          </p:cNvSpPr>
          <p:nvPr>
            <p:ph type="pic" sz="quarter" idx="27" hasCustomPrompt="1"/>
          </p:nvPr>
        </p:nvSpPr>
        <p:spPr>
          <a:xfrm>
            <a:off x="5067951" y="5131439"/>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p:nvCxnSpPr>
        <p:spPr>
          <a:xfrm flipH="1">
            <a:off x="7030652"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5995059"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7830034" y="191264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7830034"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7830032"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sp>
        <p:nvSpPr>
          <p:cNvPr id="67" name="Freeform 66">
            <a:extLst>
              <a:ext uri="{FF2B5EF4-FFF2-40B4-BE49-F238E27FC236}">
                <a16:creationId xmlns:a16="http://schemas.microsoft.com/office/drawing/2014/main" id="{11775DE2-A606-5D6E-81BC-C520288EEFEA}"/>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8" name="Picture 10">
            <a:extLst>
              <a:ext uri="{FF2B5EF4-FFF2-40B4-BE49-F238E27FC236}">
                <a16:creationId xmlns:a16="http://schemas.microsoft.com/office/drawing/2014/main" id="{8757FF07-3153-96A6-D8A8-ABEB4E3ADB5B}"/>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91705188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4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588871"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553277"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2388253" y="191264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2388253"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2388251"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p:nvCxnSpPr>
        <p:spPr>
          <a:xfrm flipH="1">
            <a:off x="7030652"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5995059"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7830034" y="191264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7830034"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7830032"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28" name="Straight Connector 27">
            <a:extLst>
              <a:ext uri="{FF2B5EF4-FFF2-40B4-BE49-F238E27FC236}">
                <a16:creationId xmlns:a16="http://schemas.microsoft.com/office/drawing/2014/main" id="{0C05D3CF-D24E-5E3D-4F77-0CB4FB41215F}"/>
              </a:ext>
            </a:extLst>
          </p:cNvPr>
          <p:cNvCxnSpPr>
            <a:cxnSpLocks/>
          </p:cNvCxnSpPr>
          <p:nvPr/>
        </p:nvCxnSpPr>
        <p:spPr>
          <a:xfrm flipH="1">
            <a:off x="1588871" y="3955429"/>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Picture Placeholder 31">
            <a:extLst>
              <a:ext uri="{FF2B5EF4-FFF2-40B4-BE49-F238E27FC236}">
                <a16:creationId xmlns:a16="http://schemas.microsoft.com/office/drawing/2014/main" id="{E4304E2F-0394-8A64-8F3F-3BACD5341A9F}"/>
              </a:ext>
            </a:extLst>
          </p:cNvPr>
          <p:cNvSpPr>
            <a:spLocks noGrp="1"/>
          </p:cNvSpPr>
          <p:nvPr>
            <p:ph type="pic" sz="quarter" idx="32" hasCustomPrompt="1"/>
          </p:nvPr>
        </p:nvSpPr>
        <p:spPr>
          <a:xfrm>
            <a:off x="553277" y="3859764"/>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0" name="Text Placeholder 34">
            <a:extLst>
              <a:ext uri="{FF2B5EF4-FFF2-40B4-BE49-F238E27FC236}">
                <a16:creationId xmlns:a16="http://schemas.microsoft.com/office/drawing/2014/main" id="{F6BF1001-F877-D41D-27D5-EF829E11129D}"/>
              </a:ext>
            </a:extLst>
          </p:cNvPr>
          <p:cNvSpPr>
            <a:spLocks noGrp="1"/>
          </p:cNvSpPr>
          <p:nvPr>
            <p:ph type="body" sz="quarter" idx="33" hasCustomPrompt="1"/>
          </p:nvPr>
        </p:nvSpPr>
        <p:spPr>
          <a:xfrm>
            <a:off x="2388253" y="4119551"/>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1" name="Text Placeholder 34">
            <a:extLst>
              <a:ext uri="{FF2B5EF4-FFF2-40B4-BE49-F238E27FC236}">
                <a16:creationId xmlns:a16="http://schemas.microsoft.com/office/drawing/2014/main" id="{473D851F-AFEB-1941-C6B6-E74713E84C4E}"/>
              </a:ext>
            </a:extLst>
          </p:cNvPr>
          <p:cNvSpPr>
            <a:spLocks noGrp="1"/>
          </p:cNvSpPr>
          <p:nvPr>
            <p:ph type="body" sz="quarter" idx="34" hasCustomPrompt="1"/>
          </p:nvPr>
        </p:nvSpPr>
        <p:spPr>
          <a:xfrm>
            <a:off x="2388253" y="4477281"/>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2" name="Picture Placeholder 37">
            <a:extLst>
              <a:ext uri="{FF2B5EF4-FFF2-40B4-BE49-F238E27FC236}">
                <a16:creationId xmlns:a16="http://schemas.microsoft.com/office/drawing/2014/main" id="{868B8685-9839-7189-B77F-E42B6C97CC7A}"/>
              </a:ext>
            </a:extLst>
          </p:cNvPr>
          <p:cNvSpPr>
            <a:spLocks noGrp="1"/>
          </p:cNvSpPr>
          <p:nvPr>
            <p:ph type="pic" sz="quarter" idx="35" hasCustomPrompt="1"/>
          </p:nvPr>
        </p:nvSpPr>
        <p:spPr>
          <a:xfrm>
            <a:off x="2388251" y="4824420"/>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33" name="Straight Connector 32">
            <a:extLst>
              <a:ext uri="{FF2B5EF4-FFF2-40B4-BE49-F238E27FC236}">
                <a16:creationId xmlns:a16="http://schemas.microsoft.com/office/drawing/2014/main" id="{176C9F49-0349-9329-7D49-065DBE662BF6}"/>
              </a:ext>
            </a:extLst>
          </p:cNvPr>
          <p:cNvCxnSpPr>
            <a:cxnSpLocks/>
          </p:cNvCxnSpPr>
          <p:nvPr/>
        </p:nvCxnSpPr>
        <p:spPr>
          <a:xfrm flipH="1">
            <a:off x="7030652" y="3955429"/>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Picture Placeholder 31">
            <a:extLst>
              <a:ext uri="{FF2B5EF4-FFF2-40B4-BE49-F238E27FC236}">
                <a16:creationId xmlns:a16="http://schemas.microsoft.com/office/drawing/2014/main" id="{4A925447-30A9-59C1-FD5D-AD36216BD15F}"/>
              </a:ext>
            </a:extLst>
          </p:cNvPr>
          <p:cNvSpPr>
            <a:spLocks noGrp="1"/>
          </p:cNvSpPr>
          <p:nvPr>
            <p:ph type="pic" sz="quarter" idx="36" hasCustomPrompt="1"/>
          </p:nvPr>
        </p:nvSpPr>
        <p:spPr>
          <a:xfrm>
            <a:off x="5995059" y="3859764"/>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0" name="Text Placeholder 34">
            <a:extLst>
              <a:ext uri="{FF2B5EF4-FFF2-40B4-BE49-F238E27FC236}">
                <a16:creationId xmlns:a16="http://schemas.microsoft.com/office/drawing/2014/main" id="{3CCA2598-5A97-DE42-D38A-D8CE438FF621}"/>
              </a:ext>
            </a:extLst>
          </p:cNvPr>
          <p:cNvSpPr>
            <a:spLocks noGrp="1"/>
          </p:cNvSpPr>
          <p:nvPr>
            <p:ph type="body" sz="quarter" idx="37" hasCustomPrompt="1"/>
          </p:nvPr>
        </p:nvSpPr>
        <p:spPr>
          <a:xfrm>
            <a:off x="7830034" y="4119551"/>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1" name="Text Placeholder 34">
            <a:extLst>
              <a:ext uri="{FF2B5EF4-FFF2-40B4-BE49-F238E27FC236}">
                <a16:creationId xmlns:a16="http://schemas.microsoft.com/office/drawing/2014/main" id="{B554D796-E8C4-F0B5-2DEE-6DC80B818E69}"/>
              </a:ext>
            </a:extLst>
          </p:cNvPr>
          <p:cNvSpPr>
            <a:spLocks noGrp="1"/>
          </p:cNvSpPr>
          <p:nvPr>
            <p:ph type="body" sz="quarter" idx="38" hasCustomPrompt="1"/>
          </p:nvPr>
        </p:nvSpPr>
        <p:spPr>
          <a:xfrm>
            <a:off x="7830034" y="4477281"/>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2" name="Picture Placeholder 37">
            <a:extLst>
              <a:ext uri="{FF2B5EF4-FFF2-40B4-BE49-F238E27FC236}">
                <a16:creationId xmlns:a16="http://schemas.microsoft.com/office/drawing/2014/main" id="{EEDEA04E-BA18-03B5-26C0-4A205F1365C4}"/>
              </a:ext>
            </a:extLst>
          </p:cNvPr>
          <p:cNvSpPr>
            <a:spLocks noGrp="1"/>
          </p:cNvSpPr>
          <p:nvPr>
            <p:ph type="pic" sz="quarter" idx="39" hasCustomPrompt="1"/>
          </p:nvPr>
        </p:nvSpPr>
        <p:spPr>
          <a:xfrm>
            <a:off x="7830032" y="4824420"/>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sp>
        <p:nvSpPr>
          <p:cNvPr id="75" name="Freeform 74">
            <a:extLst>
              <a:ext uri="{FF2B5EF4-FFF2-40B4-BE49-F238E27FC236}">
                <a16:creationId xmlns:a16="http://schemas.microsoft.com/office/drawing/2014/main" id="{F5F1627B-BE4A-2C80-8CF7-B6D41BF76ADA}"/>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76" name="Picture 10">
            <a:extLst>
              <a:ext uri="{FF2B5EF4-FFF2-40B4-BE49-F238E27FC236}">
                <a16:creationId xmlns:a16="http://schemas.microsoft.com/office/drawing/2014/main" id="{1CCDFC0A-F390-889D-1BC4-9181DE59BA21}"/>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40812692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6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p:nvCxnSpPr>
        <p:spPr>
          <a:xfrm flipH="1">
            <a:off x="1222604" y="1761583"/>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559620" y="1698306"/>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883934" y="1879840"/>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883934" y="2237570"/>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883934" y="3234655"/>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883934" y="3592384"/>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883934" y="4803763"/>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883934" y="516149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p:nvCxnSpPr>
        <p:spPr>
          <a:xfrm flipH="1">
            <a:off x="1222604" y="3218150"/>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559620" y="3154873"/>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p:nvCxnSpPr>
        <p:spPr>
          <a:xfrm flipH="1">
            <a:off x="1222604" y="467471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559620" y="461144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p:nvCxnSpPr>
        <p:spPr>
          <a:xfrm flipH="1">
            <a:off x="6656258" y="1761583"/>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5993275" y="1698306"/>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7317589" y="1879840"/>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7317589" y="2237570"/>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7317589" y="3234655"/>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7317589" y="3592384"/>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7317589" y="4803763"/>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7317589" y="516149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p:nvCxnSpPr>
        <p:spPr>
          <a:xfrm flipH="1">
            <a:off x="6656258" y="3218150"/>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5993275" y="3154873"/>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p:nvCxnSpPr>
        <p:spPr>
          <a:xfrm flipH="1">
            <a:off x="6656258" y="467471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5993275" y="461144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103" name="Freeform 102">
            <a:extLst>
              <a:ext uri="{FF2B5EF4-FFF2-40B4-BE49-F238E27FC236}">
                <a16:creationId xmlns:a16="http://schemas.microsoft.com/office/drawing/2014/main" id="{D84FA899-23B1-FCE0-633B-47F7DB9CF3EA}"/>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4" name="Picture 10">
            <a:extLst>
              <a:ext uri="{FF2B5EF4-FFF2-40B4-BE49-F238E27FC236}">
                <a16:creationId xmlns:a16="http://schemas.microsoft.com/office/drawing/2014/main" id="{17627147-89F9-845F-A4DB-62B4692BC4EF}"/>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91824898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8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p:nvCxnSpPr>
        <p:spPr>
          <a:xfrm flipH="1">
            <a:off x="1222604" y="129280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559620" y="1229531"/>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883934" y="141106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883934" y="176879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883934" y="2748846"/>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883934" y="3106575"/>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883934" y="4188603"/>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883934" y="454633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p:nvCxnSpPr>
        <p:spPr>
          <a:xfrm flipH="1">
            <a:off x="1222604" y="273234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559620" y="2669064"/>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p:nvCxnSpPr>
        <p:spPr>
          <a:xfrm flipH="1">
            <a:off x="1222604" y="405955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559620" y="399628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p:nvCxnSpPr>
        <p:spPr>
          <a:xfrm flipH="1">
            <a:off x="6656258" y="129280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5993275" y="1229531"/>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7317589" y="141106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7317589" y="176879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7317589" y="2748846"/>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7317589" y="3106575"/>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7317589" y="4188603"/>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7317589" y="454633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p:nvCxnSpPr>
        <p:spPr>
          <a:xfrm flipH="1">
            <a:off x="6656258" y="273234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5993275" y="2669064"/>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p:nvCxnSpPr>
        <p:spPr>
          <a:xfrm flipH="1">
            <a:off x="6656258" y="405955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5993275" y="399628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3" name="Text Placeholder 34">
            <a:extLst>
              <a:ext uri="{FF2B5EF4-FFF2-40B4-BE49-F238E27FC236}">
                <a16:creationId xmlns:a16="http://schemas.microsoft.com/office/drawing/2014/main" id="{73C9556D-9DFC-2DF0-AAA2-E76710CCB5B7}"/>
              </a:ext>
            </a:extLst>
          </p:cNvPr>
          <p:cNvSpPr>
            <a:spLocks noGrp="1"/>
          </p:cNvSpPr>
          <p:nvPr>
            <p:ph type="body" sz="quarter" idx="38" hasCustomPrompt="1"/>
          </p:nvPr>
        </p:nvSpPr>
        <p:spPr>
          <a:xfrm>
            <a:off x="1883934" y="5520098"/>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4" name="Text Placeholder 34">
            <a:extLst>
              <a:ext uri="{FF2B5EF4-FFF2-40B4-BE49-F238E27FC236}">
                <a16:creationId xmlns:a16="http://schemas.microsoft.com/office/drawing/2014/main" id="{C6446FCE-F2BA-3338-5038-61645C245127}"/>
              </a:ext>
            </a:extLst>
          </p:cNvPr>
          <p:cNvSpPr>
            <a:spLocks noGrp="1"/>
          </p:cNvSpPr>
          <p:nvPr>
            <p:ph type="body" sz="quarter" idx="39" hasCustomPrompt="1"/>
          </p:nvPr>
        </p:nvSpPr>
        <p:spPr>
          <a:xfrm>
            <a:off x="1883934" y="5877827"/>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46" name="Straight Connector 45">
            <a:extLst>
              <a:ext uri="{FF2B5EF4-FFF2-40B4-BE49-F238E27FC236}">
                <a16:creationId xmlns:a16="http://schemas.microsoft.com/office/drawing/2014/main" id="{E0136D51-0BA8-688D-2C2B-49AC68BFD4E4}"/>
              </a:ext>
            </a:extLst>
          </p:cNvPr>
          <p:cNvCxnSpPr>
            <a:cxnSpLocks/>
          </p:cNvCxnSpPr>
          <p:nvPr/>
        </p:nvCxnSpPr>
        <p:spPr>
          <a:xfrm flipH="1">
            <a:off x="1222604" y="539105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7" name="Picture Placeholder 31">
            <a:extLst>
              <a:ext uri="{FF2B5EF4-FFF2-40B4-BE49-F238E27FC236}">
                <a16:creationId xmlns:a16="http://schemas.microsoft.com/office/drawing/2014/main" id="{585E1E8E-D35C-E893-0551-89C16F38C30D}"/>
              </a:ext>
            </a:extLst>
          </p:cNvPr>
          <p:cNvSpPr>
            <a:spLocks noGrp="1"/>
          </p:cNvSpPr>
          <p:nvPr>
            <p:ph type="pic" sz="quarter" idx="40" hasCustomPrompt="1"/>
          </p:nvPr>
        </p:nvSpPr>
        <p:spPr>
          <a:xfrm>
            <a:off x="559620" y="5327775"/>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8" name="Text Placeholder 34">
            <a:extLst>
              <a:ext uri="{FF2B5EF4-FFF2-40B4-BE49-F238E27FC236}">
                <a16:creationId xmlns:a16="http://schemas.microsoft.com/office/drawing/2014/main" id="{9E22510D-B3A8-F5C5-8956-B292BB65E935}"/>
              </a:ext>
            </a:extLst>
          </p:cNvPr>
          <p:cNvSpPr>
            <a:spLocks noGrp="1"/>
          </p:cNvSpPr>
          <p:nvPr>
            <p:ph type="body" sz="quarter" idx="41" hasCustomPrompt="1"/>
          </p:nvPr>
        </p:nvSpPr>
        <p:spPr>
          <a:xfrm>
            <a:off x="7317589" y="5520098"/>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9" name="Text Placeholder 34">
            <a:extLst>
              <a:ext uri="{FF2B5EF4-FFF2-40B4-BE49-F238E27FC236}">
                <a16:creationId xmlns:a16="http://schemas.microsoft.com/office/drawing/2014/main" id="{3B508549-7E0F-AD1D-551D-B97426C8D1B6}"/>
              </a:ext>
            </a:extLst>
          </p:cNvPr>
          <p:cNvSpPr>
            <a:spLocks noGrp="1"/>
          </p:cNvSpPr>
          <p:nvPr>
            <p:ph type="body" sz="quarter" idx="42" hasCustomPrompt="1"/>
          </p:nvPr>
        </p:nvSpPr>
        <p:spPr>
          <a:xfrm>
            <a:off x="7317589" y="5877827"/>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51" name="Straight Connector 50">
            <a:extLst>
              <a:ext uri="{FF2B5EF4-FFF2-40B4-BE49-F238E27FC236}">
                <a16:creationId xmlns:a16="http://schemas.microsoft.com/office/drawing/2014/main" id="{12AFA9A9-EADC-3E6A-AF50-A4EE815E329A}"/>
              </a:ext>
            </a:extLst>
          </p:cNvPr>
          <p:cNvCxnSpPr>
            <a:cxnSpLocks/>
          </p:cNvCxnSpPr>
          <p:nvPr/>
        </p:nvCxnSpPr>
        <p:spPr>
          <a:xfrm flipH="1">
            <a:off x="6656258" y="539105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2" name="Picture Placeholder 31">
            <a:extLst>
              <a:ext uri="{FF2B5EF4-FFF2-40B4-BE49-F238E27FC236}">
                <a16:creationId xmlns:a16="http://schemas.microsoft.com/office/drawing/2014/main" id="{CA7EDEAE-6A3D-7C2D-43FC-5979A7F58512}"/>
              </a:ext>
            </a:extLst>
          </p:cNvPr>
          <p:cNvSpPr>
            <a:spLocks noGrp="1"/>
          </p:cNvSpPr>
          <p:nvPr>
            <p:ph type="pic" sz="quarter" idx="43" hasCustomPrompt="1"/>
          </p:nvPr>
        </p:nvSpPr>
        <p:spPr>
          <a:xfrm>
            <a:off x="5993275" y="5327775"/>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5" name="Freeform 54">
            <a:extLst>
              <a:ext uri="{FF2B5EF4-FFF2-40B4-BE49-F238E27FC236}">
                <a16:creationId xmlns:a16="http://schemas.microsoft.com/office/drawing/2014/main" id="{984D0AFD-24CD-D16D-DBD5-DEDDAD0D5747}"/>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6" name="Picture 10">
            <a:extLst>
              <a:ext uri="{FF2B5EF4-FFF2-40B4-BE49-F238E27FC236}">
                <a16:creationId xmlns:a16="http://schemas.microsoft.com/office/drawing/2014/main" id="{47DF96B7-88C7-A4A9-6EBF-22D1C30A426D}"/>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38807916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p:cSld name="12 Speakers - Dark">
    <p:bg>
      <p:bgRef idx="1001">
        <a:schemeClr val="bg2"/>
      </p:bgRef>
    </p:bg>
    <p:spTree>
      <p:nvGrpSpPr>
        <p:cNvPr id="1" name=""/>
        <p:cNvGrpSpPr/>
        <p:nvPr/>
      </p:nvGrpSpPr>
      <p:grpSpPr>
        <a:xfrm>
          <a:off x="0" y="0"/>
          <a:ext cx="0" cy="0"/>
          <a:chOff x="0" y="0"/>
          <a:chExt cx="0" cy="0"/>
        </a:xfrm>
      </p:grpSpPr>
      <p:cxnSp>
        <p:nvCxnSpPr>
          <p:cNvPr id="73" name="Straight Connector 72">
            <a:extLst>
              <a:ext uri="{FF2B5EF4-FFF2-40B4-BE49-F238E27FC236}">
                <a16:creationId xmlns:a16="http://schemas.microsoft.com/office/drawing/2014/main" id="{217FC6BC-2CEA-FB2F-564A-32AE32108B9F}"/>
              </a:ext>
            </a:extLst>
          </p:cNvPr>
          <p:cNvCxnSpPr>
            <a:cxnSpLocks/>
          </p:cNvCxnSpPr>
          <p:nvPr/>
        </p:nvCxnSpPr>
        <p:spPr>
          <a:xfrm flipH="1">
            <a:off x="1104939"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566022" y="1412328"/>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566022"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76" name="Picture Placeholder 31">
            <a:extLst>
              <a:ext uri="{FF2B5EF4-FFF2-40B4-BE49-F238E27FC236}">
                <a16:creationId xmlns:a16="http://schemas.microsoft.com/office/drawing/2014/main" id="{75E29B35-3CB5-EFBB-1834-FD770244B606}"/>
              </a:ext>
            </a:extLst>
          </p:cNvPr>
          <p:cNvSpPr>
            <a:spLocks noGrp="1"/>
          </p:cNvSpPr>
          <p:nvPr>
            <p:ph type="pic" sz="quarter" idx="17" hasCustomPrompt="1"/>
          </p:nvPr>
        </p:nvSpPr>
        <p:spPr>
          <a:xfrm>
            <a:off x="553308"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0" name="Straight Connector 149">
            <a:extLst>
              <a:ext uri="{FF2B5EF4-FFF2-40B4-BE49-F238E27FC236}">
                <a16:creationId xmlns:a16="http://schemas.microsoft.com/office/drawing/2014/main" id="{42BB7A7C-7A33-8B2C-5F23-3FF174CF9679}"/>
              </a:ext>
            </a:extLst>
          </p:cNvPr>
          <p:cNvCxnSpPr>
            <a:cxnSpLocks/>
          </p:cNvCxnSpPr>
          <p:nvPr/>
        </p:nvCxnSpPr>
        <p:spPr>
          <a:xfrm flipH="1">
            <a:off x="1104939"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1" name="Text Placeholder 34">
            <a:extLst>
              <a:ext uri="{FF2B5EF4-FFF2-40B4-BE49-F238E27FC236}">
                <a16:creationId xmlns:a16="http://schemas.microsoft.com/office/drawing/2014/main" id="{8D1C79DA-D139-15FD-6EE1-42E3C313D618}"/>
              </a:ext>
            </a:extLst>
          </p:cNvPr>
          <p:cNvSpPr>
            <a:spLocks noGrp="1"/>
          </p:cNvSpPr>
          <p:nvPr>
            <p:ph type="body" sz="quarter" idx="23" hasCustomPrompt="1"/>
          </p:nvPr>
        </p:nvSpPr>
        <p:spPr>
          <a:xfrm>
            <a:off x="1566022" y="2755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2" name="Text Placeholder 34">
            <a:extLst>
              <a:ext uri="{FF2B5EF4-FFF2-40B4-BE49-F238E27FC236}">
                <a16:creationId xmlns:a16="http://schemas.microsoft.com/office/drawing/2014/main" id="{B6E5D0EC-11C8-6287-8AC6-EE25D5EFB4F3}"/>
              </a:ext>
            </a:extLst>
          </p:cNvPr>
          <p:cNvSpPr>
            <a:spLocks noGrp="1"/>
          </p:cNvSpPr>
          <p:nvPr>
            <p:ph type="body" sz="quarter" idx="24" hasCustomPrompt="1"/>
          </p:nvPr>
        </p:nvSpPr>
        <p:spPr>
          <a:xfrm>
            <a:off x="1566022"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3" name="Picture Placeholder 31">
            <a:extLst>
              <a:ext uri="{FF2B5EF4-FFF2-40B4-BE49-F238E27FC236}">
                <a16:creationId xmlns:a16="http://schemas.microsoft.com/office/drawing/2014/main" id="{90FECC38-01D5-CE56-0C0A-FD663E164B20}"/>
              </a:ext>
            </a:extLst>
          </p:cNvPr>
          <p:cNvSpPr>
            <a:spLocks noGrp="1"/>
          </p:cNvSpPr>
          <p:nvPr>
            <p:ph type="pic" sz="quarter" idx="25" hasCustomPrompt="1"/>
          </p:nvPr>
        </p:nvSpPr>
        <p:spPr>
          <a:xfrm>
            <a:off x="553308"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4" name="Straight Connector 153">
            <a:extLst>
              <a:ext uri="{FF2B5EF4-FFF2-40B4-BE49-F238E27FC236}">
                <a16:creationId xmlns:a16="http://schemas.microsoft.com/office/drawing/2014/main" id="{32990DF9-0709-8256-A688-1A45C9121CC3}"/>
              </a:ext>
            </a:extLst>
          </p:cNvPr>
          <p:cNvCxnSpPr>
            <a:cxnSpLocks/>
          </p:cNvCxnSpPr>
          <p:nvPr/>
        </p:nvCxnSpPr>
        <p:spPr>
          <a:xfrm flipH="1">
            <a:off x="1104939"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5" name="Text Placeholder 34">
            <a:extLst>
              <a:ext uri="{FF2B5EF4-FFF2-40B4-BE49-F238E27FC236}">
                <a16:creationId xmlns:a16="http://schemas.microsoft.com/office/drawing/2014/main" id="{EFDA1F4F-AD72-9D37-DE05-1E968C61BE2A}"/>
              </a:ext>
            </a:extLst>
          </p:cNvPr>
          <p:cNvSpPr>
            <a:spLocks noGrp="1"/>
          </p:cNvSpPr>
          <p:nvPr>
            <p:ph type="body" sz="quarter" idx="26" hasCustomPrompt="1"/>
          </p:nvPr>
        </p:nvSpPr>
        <p:spPr>
          <a:xfrm>
            <a:off x="1566022" y="40888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6" name="Text Placeholder 34">
            <a:extLst>
              <a:ext uri="{FF2B5EF4-FFF2-40B4-BE49-F238E27FC236}">
                <a16:creationId xmlns:a16="http://schemas.microsoft.com/office/drawing/2014/main" id="{43FAB01F-0805-3540-8B23-9C943BF0671A}"/>
              </a:ext>
            </a:extLst>
          </p:cNvPr>
          <p:cNvSpPr>
            <a:spLocks noGrp="1"/>
          </p:cNvSpPr>
          <p:nvPr>
            <p:ph type="body" sz="quarter" idx="27" hasCustomPrompt="1"/>
          </p:nvPr>
        </p:nvSpPr>
        <p:spPr>
          <a:xfrm>
            <a:off x="1566022"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7" name="Picture Placeholder 31">
            <a:extLst>
              <a:ext uri="{FF2B5EF4-FFF2-40B4-BE49-F238E27FC236}">
                <a16:creationId xmlns:a16="http://schemas.microsoft.com/office/drawing/2014/main" id="{0E9FC3C1-F9C3-4AC2-CA7D-5B07F3CF0BC4}"/>
              </a:ext>
            </a:extLst>
          </p:cNvPr>
          <p:cNvSpPr>
            <a:spLocks noGrp="1"/>
          </p:cNvSpPr>
          <p:nvPr>
            <p:ph type="pic" sz="quarter" idx="28" hasCustomPrompt="1"/>
          </p:nvPr>
        </p:nvSpPr>
        <p:spPr>
          <a:xfrm>
            <a:off x="553308"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19" name="Straight Connector 218">
            <a:extLst>
              <a:ext uri="{FF2B5EF4-FFF2-40B4-BE49-F238E27FC236}">
                <a16:creationId xmlns:a16="http://schemas.microsoft.com/office/drawing/2014/main" id="{98561C71-9962-C0AB-60B2-60F5E12EC5A5}"/>
              </a:ext>
            </a:extLst>
          </p:cNvPr>
          <p:cNvCxnSpPr>
            <a:cxnSpLocks/>
          </p:cNvCxnSpPr>
          <p:nvPr/>
        </p:nvCxnSpPr>
        <p:spPr>
          <a:xfrm flipH="1">
            <a:off x="1104939"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0" name="Text Placeholder 34">
            <a:extLst>
              <a:ext uri="{FF2B5EF4-FFF2-40B4-BE49-F238E27FC236}">
                <a16:creationId xmlns:a16="http://schemas.microsoft.com/office/drawing/2014/main" id="{76A10804-5532-5821-ED40-E0117DDAA515}"/>
              </a:ext>
            </a:extLst>
          </p:cNvPr>
          <p:cNvSpPr>
            <a:spLocks noGrp="1"/>
          </p:cNvSpPr>
          <p:nvPr>
            <p:ph type="body" sz="quarter" idx="29" hasCustomPrompt="1"/>
          </p:nvPr>
        </p:nvSpPr>
        <p:spPr>
          <a:xfrm>
            <a:off x="1566022" y="5422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1" name="Text Placeholder 34">
            <a:extLst>
              <a:ext uri="{FF2B5EF4-FFF2-40B4-BE49-F238E27FC236}">
                <a16:creationId xmlns:a16="http://schemas.microsoft.com/office/drawing/2014/main" id="{1A8EE7A8-296A-8214-7514-8B409FB1EDAB}"/>
              </a:ext>
            </a:extLst>
          </p:cNvPr>
          <p:cNvSpPr>
            <a:spLocks noGrp="1"/>
          </p:cNvSpPr>
          <p:nvPr>
            <p:ph type="body" sz="quarter" idx="30" hasCustomPrompt="1"/>
          </p:nvPr>
        </p:nvSpPr>
        <p:spPr>
          <a:xfrm>
            <a:off x="1566022"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2" name="Picture Placeholder 31">
            <a:extLst>
              <a:ext uri="{FF2B5EF4-FFF2-40B4-BE49-F238E27FC236}">
                <a16:creationId xmlns:a16="http://schemas.microsoft.com/office/drawing/2014/main" id="{F5BB9224-9EEC-DA3A-6DAF-CCA94814B436}"/>
              </a:ext>
            </a:extLst>
          </p:cNvPr>
          <p:cNvSpPr>
            <a:spLocks noGrp="1"/>
          </p:cNvSpPr>
          <p:nvPr>
            <p:ph type="pic" sz="quarter" idx="31" hasCustomPrompt="1"/>
          </p:nvPr>
        </p:nvSpPr>
        <p:spPr>
          <a:xfrm>
            <a:off x="553308"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3" name="Straight Connector 222">
            <a:extLst>
              <a:ext uri="{FF2B5EF4-FFF2-40B4-BE49-F238E27FC236}">
                <a16:creationId xmlns:a16="http://schemas.microsoft.com/office/drawing/2014/main" id="{539DF603-7AD5-C996-2951-F66C3BD4D801}"/>
              </a:ext>
            </a:extLst>
          </p:cNvPr>
          <p:cNvCxnSpPr>
            <a:cxnSpLocks/>
          </p:cNvCxnSpPr>
          <p:nvPr/>
        </p:nvCxnSpPr>
        <p:spPr>
          <a:xfrm flipH="1">
            <a:off x="4748526"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4" name="Text Placeholder 34">
            <a:extLst>
              <a:ext uri="{FF2B5EF4-FFF2-40B4-BE49-F238E27FC236}">
                <a16:creationId xmlns:a16="http://schemas.microsoft.com/office/drawing/2014/main" id="{FC26F4EE-D6B6-2658-2F9E-39E421D535D0}"/>
              </a:ext>
            </a:extLst>
          </p:cNvPr>
          <p:cNvSpPr>
            <a:spLocks noGrp="1"/>
          </p:cNvSpPr>
          <p:nvPr>
            <p:ph type="body" sz="quarter" idx="32" hasCustomPrompt="1"/>
          </p:nvPr>
        </p:nvSpPr>
        <p:spPr>
          <a:xfrm>
            <a:off x="5209609" y="1412328"/>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5" name="Text Placeholder 34">
            <a:extLst>
              <a:ext uri="{FF2B5EF4-FFF2-40B4-BE49-F238E27FC236}">
                <a16:creationId xmlns:a16="http://schemas.microsoft.com/office/drawing/2014/main" id="{1DD3842A-4738-FD49-5CF6-55DC0A7D5048}"/>
              </a:ext>
            </a:extLst>
          </p:cNvPr>
          <p:cNvSpPr>
            <a:spLocks noGrp="1"/>
          </p:cNvSpPr>
          <p:nvPr>
            <p:ph type="body" sz="quarter" idx="33" hasCustomPrompt="1"/>
          </p:nvPr>
        </p:nvSpPr>
        <p:spPr>
          <a:xfrm>
            <a:off x="5209609"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6" name="Picture Placeholder 31">
            <a:extLst>
              <a:ext uri="{FF2B5EF4-FFF2-40B4-BE49-F238E27FC236}">
                <a16:creationId xmlns:a16="http://schemas.microsoft.com/office/drawing/2014/main" id="{253CDE3B-AAD8-54BA-7C7E-895C404717E7}"/>
              </a:ext>
            </a:extLst>
          </p:cNvPr>
          <p:cNvSpPr>
            <a:spLocks noGrp="1"/>
          </p:cNvSpPr>
          <p:nvPr>
            <p:ph type="pic" sz="quarter" idx="34" hasCustomPrompt="1"/>
          </p:nvPr>
        </p:nvSpPr>
        <p:spPr>
          <a:xfrm>
            <a:off x="4196894"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7" name="Straight Connector 226">
            <a:extLst>
              <a:ext uri="{FF2B5EF4-FFF2-40B4-BE49-F238E27FC236}">
                <a16:creationId xmlns:a16="http://schemas.microsoft.com/office/drawing/2014/main" id="{6578670E-57F0-AF46-7BBB-7EA76CF87CA8}"/>
              </a:ext>
            </a:extLst>
          </p:cNvPr>
          <p:cNvCxnSpPr>
            <a:cxnSpLocks/>
          </p:cNvCxnSpPr>
          <p:nvPr/>
        </p:nvCxnSpPr>
        <p:spPr>
          <a:xfrm flipH="1">
            <a:off x="4748526"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8" name="Text Placeholder 34">
            <a:extLst>
              <a:ext uri="{FF2B5EF4-FFF2-40B4-BE49-F238E27FC236}">
                <a16:creationId xmlns:a16="http://schemas.microsoft.com/office/drawing/2014/main" id="{735C124E-4C9B-2E15-EFB8-6993D2D75CAB}"/>
              </a:ext>
            </a:extLst>
          </p:cNvPr>
          <p:cNvSpPr>
            <a:spLocks noGrp="1"/>
          </p:cNvSpPr>
          <p:nvPr>
            <p:ph type="body" sz="quarter" idx="35" hasCustomPrompt="1"/>
          </p:nvPr>
        </p:nvSpPr>
        <p:spPr>
          <a:xfrm>
            <a:off x="5209609" y="2755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9" name="Text Placeholder 34">
            <a:extLst>
              <a:ext uri="{FF2B5EF4-FFF2-40B4-BE49-F238E27FC236}">
                <a16:creationId xmlns:a16="http://schemas.microsoft.com/office/drawing/2014/main" id="{8E3FF739-2DC1-37F1-A076-CDA9DFCDA685}"/>
              </a:ext>
            </a:extLst>
          </p:cNvPr>
          <p:cNvSpPr>
            <a:spLocks noGrp="1"/>
          </p:cNvSpPr>
          <p:nvPr>
            <p:ph type="body" sz="quarter" idx="36" hasCustomPrompt="1"/>
          </p:nvPr>
        </p:nvSpPr>
        <p:spPr>
          <a:xfrm>
            <a:off x="5209609"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0" name="Picture Placeholder 31">
            <a:extLst>
              <a:ext uri="{FF2B5EF4-FFF2-40B4-BE49-F238E27FC236}">
                <a16:creationId xmlns:a16="http://schemas.microsoft.com/office/drawing/2014/main" id="{229F72F0-3347-F85C-77AF-60A9F9A1954D}"/>
              </a:ext>
            </a:extLst>
          </p:cNvPr>
          <p:cNvSpPr>
            <a:spLocks noGrp="1"/>
          </p:cNvSpPr>
          <p:nvPr>
            <p:ph type="pic" sz="quarter" idx="37" hasCustomPrompt="1"/>
          </p:nvPr>
        </p:nvSpPr>
        <p:spPr>
          <a:xfrm>
            <a:off x="4196894"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1" name="Straight Connector 230">
            <a:extLst>
              <a:ext uri="{FF2B5EF4-FFF2-40B4-BE49-F238E27FC236}">
                <a16:creationId xmlns:a16="http://schemas.microsoft.com/office/drawing/2014/main" id="{F94375F8-20E0-FB85-EE75-E19F4CDE16FB}"/>
              </a:ext>
            </a:extLst>
          </p:cNvPr>
          <p:cNvCxnSpPr>
            <a:cxnSpLocks/>
          </p:cNvCxnSpPr>
          <p:nvPr/>
        </p:nvCxnSpPr>
        <p:spPr>
          <a:xfrm flipH="1">
            <a:off x="4748526"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2" name="Text Placeholder 34">
            <a:extLst>
              <a:ext uri="{FF2B5EF4-FFF2-40B4-BE49-F238E27FC236}">
                <a16:creationId xmlns:a16="http://schemas.microsoft.com/office/drawing/2014/main" id="{B5C9CDA9-12FD-F277-237B-A94DC3D99F05}"/>
              </a:ext>
            </a:extLst>
          </p:cNvPr>
          <p:cNvSpPr>
            <a:spLocks noGrp="1"/>
          </p:cNvSpPr>
          <p:nvPr>
            <p:ph type="body" sz="quarter" idx="38" hasCustomPrompt="1"/>
          </p:nvPr>
        </p:nvSpPr>
        <p:spPr>
          <a:xfrm>
            <a:off x="5209609" y="40888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3" name="Text Placeholder 34">
            <a:extLst>
              <a:ext uri="{FF2B5EF4-FFF2-40B4-BE49-F238E27FC236}">
                <a16:creationId xmlns:a16="http://schemas.microsoft.com/office/drawing/2014/main" id="{D3C9B2EC-47F7-17C7-3EA8-40482B2277DC}"/>
              </a:ext>
            </a:extLst>
          </p:cNvPr>
          <p:cNvSpPr>
            <a:spLocks noGrp="1"/>
          </p:cNvSpPr>
          <p:nvPr>
            <p:ph type="body" sz="quarter" idx="39" hasCustomPrompt="1"/>
          </p:nvPr>
        </p:nvSpPr>
        <p:spPr>
          <a:xfrm>
            <a:off x="5209609"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4" name="Picture Placeholder 31">
            <a:extLst>
              <a:ext uri="{FF2B5EF4-FFF2-40B4-BE49-F238E27FC236}">
                <a16:creationId xmlns:a16="http://schemas.microsoft.com/office/drawing/2014/main" id="{061FF5F7-2D26-6F3F-DFEA-FF38FD622C9D}"/>
              </a:ext>
            </a:extLst>
          </p:cNvPr>
          <p:cNvSpPr>
            <a:spLocks noGrp="1"/>
          </p:cNvSpPr>
          <p:nvPr>
            <p:ph type="pic" sz="quarter" idx="40" hasCustomPrompt="1"/>
          </p:nvPr>
        </p:nvSpPr>
        <p:spPr>
          <a:xfrm>
            <a:off x="4196894"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5" name="Straight Connector 234">
            <a:extLst>
              <a:ext uri="{FF2B5EF4-FFF2-40B4-BE49-F238E27FC236}">
                <a16:creationId xmlns:a16="http://schemas.microsoft.com/office/drawing/2014/main" id="{F6E81E63-BD72-FF68-3C39-056C2FF7CC83}"/>
              </a:ext>
            </a:extLst>
          </p:cNvPr>
          <p:cNvCxnSpPr>
            <a:cxnSpLocks/>
          </p:cNvCxnSpPr>
          <p:nvPr/>
        </p:nvCxnSpPr>
        <p:spPr>
          <a:xfrm flipH="1">
            <a:off x="4748526"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6" name="Text Placeholder 34">
            <a:extLst>
              <a:ext uri="{FF2B5EF4-FFF2-40B4-BE49-F238E27FC236}">
                <a16:creationId xmlns:a16="http://schemas.microsoft.com/office/drawing/2014/main" id="{C2D2EDBF-0728-83A4-53B0-99FFE2637393}"/>
              </a:ext>
            </a:extLst>
          </p:cNvPr>
          <p:cNvSpPr>
            <a:spLocks noGrp="1"/>
          </p:cNvSpPr>
          <p:nvPr>
            <p:ph type="body" sz="quarter" idx="41" hasCustomPrompt="1"/>
          </p:nvPr>
        </p:nvSpPr>
        <p:spPr>
          <a:xfrm>
            <a:off x="5209609" y="5422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7" name="Text Placeholder 34">
            <a:extLst>
              <a:ext uri="{FF2B5EF4-FFF2-40B4-BE49-F238E27FC236}">
                <a16:creationId xmlns:a16="http://schemas.microsoft.com/office/drawing/2014/main" id="{52E9B2B9-BAF7-287A-C00C-BCB8EC4C7A4F}"/>
              </a:ext>
            </a:extLst>
          </p:cNvPr>
          <p:cNvSpPr>
            <a:spLocks noGrp="1"/>
          </p:cNvSpPr>
          <p:nvPr>
            <p:ph type="body" sz="quarter" idx="42" hasCustomPrompt="1"/>
          </p:nvPr>
        </p:nvSpPr>
        <p:spPr>
          <a:xfrm>
            <a:off x="5209609"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8" name="Picture Placeholder 31">
            <a:extLst>
              <a:ext uri="{FF2B5EF4-FFF2-40B4-BE49-F238E27FC236}">
                <a16:creationId xmlns:a16="http://schemas.microsoft.com/office/drawing/2014/main" id="{69A1CD5F-AD8E-0A9F-5BF8-AC6B5D4AC33D}"/>
              </a:ext>
            </a:extLst>
          </p:cNvPr>
          <p:cNvSpPr>
            <a:spLocks noGrp="1"/>
          </p:cNvSpPr>
          <p:nvPr>
            <p:ph type="pic" sz="quarter" idx="43" hasCustomPrompt="1"/>
          </p:nvPr>
        </p:nvSpPr>
        <p:spPr>
          <a:xfrm>
            <a:off x="4196894"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9" name="Straight Connector 238">
            <a:extLst>
              <a:ext uri="{FF2B5EF4-FFF2-40B4-BE49-F238E27FC236}">
                <a16:creationId xmlns:a16="http://schemas.microsoft.com/office/drawing/2014/main" id="{20208525-ABD9-7115-0287-DB39D2011373}"/>
              </a:ext>
            </a:extLst>
          </p:cNvPr>
          <p:cNvCxnSpPr>
            <a:cxnSpLocks/>
          </p:cNvCxnSpPr>
          <p:nvPr/>
        </p:nvCxnSpPr>
        <p:spPr>
          <a:xfrm flipH="1">
            <a:off x="8434154"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0" name="Text Placeholder 34">
            <a:extLst>
              <a:ext uri="{FF2B5EF4-FFF2-40B4-BE49-F238E27FC236}">
                <a16:creationId xmlns:a16="http://schemas.microsoft.com/office/drawing/2014/main" id="{109869E6-B260-A8ED-6BAD-5565A200C121}"/>
              </a:ext>
            </a:extLst>
          </p:cNvPr>
          <p:cNvSpPr>
            <a:spLocks noGrp="1"/>
          </p:cNvSpPr>
          <p:nvPr>
            <p:ph type="body" sz="quarter" idx="44" hasCustomPrompt="1"/>
          </p:nvPr>
        </p:nvSpPr>
        <p:spPr>
          <a:xfrm>
            <a:off x="8895237" y="1412328"/>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1" name="Text Placeholder 34">
            <a:extLst>
              <a:ext uri="{FF2B5EF4-FFF2-40B4-BE49-F238E27FC236}">
                <a16:creationId xmlns:a16="http://schemas.microsoft.com/office/drawing/2014/main" id="{C38A4D6B-A385-737E-7530-BCD52C390A47}"/>
              </a:ext>
            </a:extLst>
          </p:cNvPr>
          <p:cNvSpPr>
            <a:spLocks noGrp="1"/>
          </p:cNvSpPr>
          <p:nvPr>
            <p:ph type="body" sz="quarter" idx="45" hasCustomPrompt="1"/>
          </p:nvPr>
        </p:nvSpPr>
        <p:spPr>
          <a:xfrm>
            <a:off x="8895237"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2" name="Picture Placeholder 31">
            <a:extLst>
              <a:ext uri="{FF2B5EF4-FFF2-40B4-BE49-F238E27FC236}">
                <a16:creationId xmlns:a16="http://schemas.microsoft.com/office/drawing/2014/main" id="{D5D66D34-51E3-7121-0CA3-D2DEDCD0FE52}"/>
              </a:ext>
            </a:extLst>
          </p:cNvPr>
          <p:cNvSpPr>
            <a:spLocks noGrp="1"/>
          </p:cNvSpPr>
          <p:nvPr>
            <p:ph type="pic" sz="quarter" idx="46" hasCustomPrompt="1"/>
          </p:nvPr>
        </p:nvSpPr>
        <p:spPr>
          <a:xfrm>
            <a:off x="7882522"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3" name="Straight Connector 242">
            <a:extLst>
              <a:ext uri="{FF2B5EF4-FFF2-40B4-BE49-F238E27FC236}">
                <a16:creationId xmlns:a16="http://schemas.microsoft.com/office/drawing/2014/main" id="{C6B425BF-1FFA-F5DB-E98D-3C7E7F668479}"/>
              </a:ext>
            </a:extLst>
          </p:cNvPr>
          <p:cNvCxnSpPr>
            <a:cxnSpLocks/>
          </p:cNvCxnSpPr>
          <p:nvPr/>
        </p:nvCxnSpPr>
        <p:spPr>
          <a:xfrm flipH="1">
            <a:off x="8434154"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4" name="Text Placeholder 34">
            <a:extLst>
              <a:ext uri="{FF2B5EF4-FFF2-40B4-BE49-F238E27FC236}">
                <a16:creationId xmlns:a16="http://schemas.microsoft.com/office/drawing/2014/main" id="{9F9EC226-0B59-47FB-553B-47E46AAAC766}"/>
              </a:ext>
            </a:extLst>
          </p:cNvPr>
          <p:cNvSpPr>
            <a:spLocks noGrp="1"/>
          </p:cNvSpPr>
          <p:nvPr>
            <p:ph type="body" sz="quarter" idx="47" hasCustomPrompt="1"/>
          </p:nvPr>
        </p:nvSpPr>
        <p:spPr>
          <a:xfrm>
            <a:off x="8895237" y="2755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5" name="Text Placeholder 34">
            <a:extLst>
              <a:ext uri="{FF2B5EF4-FFF2-40B4-BE49-F238E27FC236}">
                <a16:creationId xmlns:a16="http://schemas.microsoft.com/office/drawing/2014/main" id="{17A65A93-D122-D31B-8FDC-258A29163F03}"/>
              </a:ext>
            </a:extLst>
          </p:cNvPr>
          <p:cNvSpPr>
            <a:spLocks noGrp="1"/>
          </p:cNvSpPr>
          <p:nvPr>
            <p:ph type="body" sz="quarter" idx="48" hasCustomPrompt="1"/>
          </p:nvPr>
        </p:nvSpPr>
        <p:spPr>
          <a:xfrm>
            <a:off x="8895237"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6" name="Picture Placeholder 31">
            <a:extLst>
              <a:ext uri="{FF2B5EF4-FFF2-40B4-BE49-F238E27FC236}">
                <a16:creationId xmlns:a16="http://schemas.microsoft.com/office/drawing/2014/main" id="{686FF29D-D933-1006-AA8B-B148FC8AD2AF}"/>
              </a:ext>
            </a:extLst>
          </p:cNvPr>
          <p:cNvSpPr>
            <a:spLocks noGrp="1"/>
          </p:cNvSpPr>
          <p:nvPr>
            <p:ph type="pic" sz="quarter" idx="49" hasCustomPrompt="1"/>
          </p:nvPr>
        </p:nvSpPr>
        <p:spPr>
          <a:xfrm>
            <a:off x="7882522"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7" name="Straight Connector 246">
            <a:extLst>
              <a:ext uri="{FF2B5EF4-FFF2-40B4-BE49-F238E27FC236}">
                <a16:creationId xmlns:a16="http://schemas.microsoft.com/office/drawing/2014/main" id="{248DC103-95A8-52E2-9802-B6EC8CF068CB}"/>
              </a:ext>
            </a:extLst>
          </p:cNvPr>
          <p:cNvCxnSpPr>
            <a:cxnSpLocks/>
          </p:cNvCxnSpPr>
          <p:nvPr/>
        </p:nvCxnSpPr>
        <p:spPr>
          <a:xfrm flipH="1">
            <a:off x="8434154"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8" name="Text Placeholder 34">
            <a:extLst>
              <a:ext uri="{FF2B5EF4-FFF2-40B4-BE49-F238E27FC236}">
                <a16:creationId xmlns:a16="http://schemas.microsoft.com/office/drawing/2014/main" id="{46D73D4A-0919-CA6B-9DA7-328D4F7BA26C}"/>
              </a:ext>
            </a:extLst>
          </p:cNvPr>
          <p:cNvSpPr>
            <a:spLocks noGrp="1"/>
          </p:cNvSpPr>
          <p:nvPr>
            <p:ph type="body" sz="quarter" idx="50" hasCustomPrompt="1"/>
          </p:nvPr>
        </p:nvSpPr>
        <p:spPr>
          <a:xfrm>
            <a:off x="8895237" y="40888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9" name="Text Placeholder 34">
            <a:extLst>
              <a:ext uri="{FF2B5EF4-FFF2-40B4-BE49-F238E27FC236}">
                <a16:creationId xmlns:a16="http://schemas.microsoft.com/office/drawing/2014/main" id="{23B0E44A-2A04-D132-9E8A-1EF53CEC79ED}"/>
              </a:ext>
            </a:extLst>
          </p:cNvPr>
          <p:cNvSpPr>
            <a:spLocks noGrp="1"/>
          </p:cNvSpPr>
          <p:nvPr>
            <p:ph type="body" sz="quarter" idx="51" hasCustomPrompt="1"/>
          </p:nvPr>
        </p:nvSpPr>
        <p:spPr>
          <a:xfrm>
            <a:off x="8895237"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0" name="Picture Placeholder 31">
            <a:extLst>
              <a:ext uri="{FF2B5EF4-FFF2-40B4-BE49-F238E27FC236}">
                <a16:creationId xmlns:a16="http://schemas.microsoft.com/office/drawing/2014/main" id="{DF5D2C43-667D-47D0-8FE8-8FB6385C6617}"/>
              </a:ext>
            </a:extLst>
          </p:cNvPr>
          <p:cNvSpPr>
            <a:spLocks noGrp="1"/>
          </p:cNvSpPr>
          <p:nvPr>
            <p:ph type="pic" sz="quarter" idx="52" hasCustomPrompt="1"/>
          </p:nvPr>
        </p:nvSpPr>
        <p:spPr>
          <a:xfrm>
            <a:off x="7882522"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51" name="Straight Connector 250">
            <a:extLst>
              <a:ext uri="{FF2B5EF4-FFF2-40B4-BE49-F238E27FC236}">
                <a16:creationId xmlns:a16="http://schemas.microsoft.com/office/drawing/2014/main" id="{CBE8439D-800A-28AB-6CBA-6A64AEA87922}"/>
              </a:ext>
            </a:extLst>
          </p:cNvPr>
          <p:cNvCxnSpPr>
            <a:cxnSpLocks/>
          </p:cNvCxnSpPr>
          <p:nvPr/>
        </p:nvCxnSpPr>
        <p:spPr>
          <a:xfrm flipH="1">
            <a:off x="8434154"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2" name="Text Placeholder 34">
            <a:extLst>
              <a:ext uri="{FF2B5EF4-FFF2-40B4-BE49-F238E27FC236}">
                <a16:creationId xmlns:a16="http://schemas.microsoft.com/office/drawing/2014/main" id="{7DF5E984-AABC-99BA-8542-FAC6821454BD}"/>
              </a:ext>
            </a:extLst>
          </p:cNvPr>
          <p:cNvSpPr>
            <a:spLocks noGrp="1"/>
          </p:cNvSpPr>
          <p:nvPr>
            <p:ph type="body" sz="quarter" idx="53" hasCustomPrompt="1"/>
          </p:nvPr>
        </p:nvSpPr>
        <p:spPr>
          <a:xfrm>
            <a:off x="8895237" y="5422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53" name="Text Placeholder 34">
            <a:extLst>
              <a:ext uri="{FF2B5EF4-FFF2-40B4-BE49-F238E27FC236}">
                <a16:creationId xmlns:a16="http://schemas.microsoft.com/office/drawing/2014/main" id="{E6EA7B54-1ED1-FBC9-C5D6-6A982B4D126A}"/>
              </a:ext>
            </a:extLst>
          </p:cNvPr>
          <p:cNvSpPr>
            <a:spLocks noGrp="1"/>
          </p:cNvSpPr>
          <p:nvPr>
            <p:ph type="body" sz="quarter" idx="54" hasCustomPrompt="1"/>
          </p:nvPr>
        </p:nvSpPr>
        <p:spPr>
          <a:xfrm>
            <a:off x="8895237"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4" name="Picture Placeholder 31">
            <a:extLst>
              <a:ext uri="{FF2B5EF4-FFF2-40B4-BE49-F238E27FC236}">
                <a16:creationId xmlns:a16="http://schemas.microsoft.com/office/drawing/2014/main" id="{5F262BBD-76ED-DE6E-C629-FCD967C2A478}"/>
              </a:ext>
            </a:extLst>
          </p:cNvPr>
          <p:cNvSpPr>
            <a:spLocks noGrp="1"/>
          </p:cNvSpPr>
          <p:nvPr>
            <p:ph type="pic" sz="quarter" idx="55" hasCustomPrompt="1"/>
          </p:nvPr>
        </p:nvSpPr>
        <p:spPr>
          <a:xfrm>
            <a:off x="7882522"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56" name="Freeform 255">
            <a:extLst>
              <a:ext uri="{FF2B5EF4-FFF2-40B4-BE49-F238E27FC236}">
                <a16:creationId xmlns:a16="http://schemas.microsoft.com/office/drawing/2014/main" id="{86A38237-F330-31D7-8A69-85DB90172E81}"/>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257" name="Picture 10">
            <a:extLst>
              <a:ext uri="{FF2B5EF4-FFF2-40B4-BE49-F238E27FC236}">
                <a16:creationId xmlns:a16="http://schemas.microsoft.com/office/drawing/2014/main" id="{496B2E98-4F2C-3C11-E0EA-D7665C82FE39}"/>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68743357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p:cSld name="Timeline - Fiscal year">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CE8C7315-1EC7-E2C2-6CA3-7F799CB37F78}"/>
              </a:ext>
            </a:extLst>
          </p:cNvPr>
          <p:cNvSpPr/>
          <p:nvPr/>
        </p:nvSpPr>
        <p:spPr>
          <a:xfrm>
            <a:off x="558800" y="1956390"/>
            <a:ext cx="2501392" cy="4508756"/>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 name="Rounded Rectangle 3">
            <a:extLst>
              <a:ext uri="{FF2B5EF4-FFF2-40B4-BE49-F238E27FC236}">
                <a16:creationId xmlns:a16="http://schemas.microsoft.com/office/drawing/2014/main" id="{ADBAC0B7-2801-4A93-ACF5-9B1A579C265E}"/>
              </a:ext>
            </a:extLst>
          </p:cNvPr>
          <p:cNvSpPr/>
          <p:nvPr/>
        </p:nvSpPr>
        <p:spPr>
          <a:xfrm>
            <a:off x="3270068" y="1956390"/>
            <a:ext cx="2501392" cy="4508756"/>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Rounded Rectangle 4">
            <a:extLst>
              <a:ext uri="{FF2B5EF4-FFF2-40B4-BE49-F238E27FC236}">
                <a16:creationId xmlns:a16="http://schemas.microsoft.com/office/drawing/2014/main" id="{6DF431C7-9A90-8DB4-50FF-F9B5CC617621}"/>
              </a:ext>
            </a:extLst>
          </p:cNvPr>
          <p:cNvSpPr/>
          <p:nvPr/>
        </p:nvSpPr>
        <p:spPr>
          <a:xfrm>
            <a:off x="5985256" y="1956390"/>
            <a:ext cx="2501392" cy="4508756"/>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6" name="Rounded Rectangle 5">
            <a:extLst>
              <a:ext uri="{FF2B5EF4-FFF2-40B4-BE49-F238E27FC236}">
                <a16:creationId xmlns:a16="http://schemas.microsoft.com/office/drawing/2014/main" id="{0E07C9EE-8ECD-5324-0507-42D53F7E3C07}"/>
              </a:ext>
            </a:extLst>
          </p:cNvPr>
          <p:cNvSpPr/>
          <p:nvPr/>
        </p:nvSpPr>
        <p:spPr>
          <a:xfrm>
            <a:off x="8696525" y="1956390"/>
            <a:ext cx="2501392" cy="4508756"/>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7" name="Straight Arrow Connector 6">
            <a:extLst>
              <a:ext uri="{FF2B5EF4-FFF2-40B4-BE49-F238E27FC236}">
                <a16:creationId xmlns:a16="http://schemas.microsoft.com/office/drawing/2014/main" id="{52598218-A348-164A-5DEF-3ACC900AE474}"/>
              </a:ext>
            </a:extLst>
          </p:cNvPr>
          <p:cNvCxnSpPr>
            <a:cxnSpLocks/>
          </p:cNvCxnSpPr>
          <p:nvPr/>
        </p:nvCxnSpPr>
        <p:spPr>
          <a:xfrm>
            <a:off x="0" y="1352493"/>
            <a:ext cx="11430000"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sp>
        <p:nvSpPr>
          <p:cNvPr id="8" name="Freeform 7">
            <a:extLst>
              <a:ext uri="{FF2B5EF4-FFF2-40B4-BE49-F238E27FC236}">
                <a16:creationId xmlns:a16="http://schemas.microsoft.com/office/drawing/2014/main" id="{69D13A2E-B498-783F-B40B-6672328F4961}"/>
              </a:ext>
            </a:extLst>
          </p:cNvPr>
          <p:cNvSpPr/>
          <p:nvPr/>
        </p:nvSpPr>
        <p:spPr>
          <a:xfrm>
            <a:off x="558800" y="1956390"/>
            <a:ext cx="2501392" cy="4064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9" name="Freeform 8">
            <a:extLst>
              <a:ext uri="{FF2B5EF4-FFF2-40B4-BE49-F238E27FC236}">
                <a16:creationId xmlns:a16="http://schemas.microsoft.com/office/drawing/2014/main" id="{EF73949E-9B32-B3CF-ED58-FF6FF9B03681}"/>
              </a:ext>
            </a:extLst>
          </p:cNvPr>
          <p:cNvSpPr/>
          <p:nvPr/>
        </p:nvSpPr>
        <p:spPr>
          <a:xfrm>
            <a:off x="3270068" y="1956390"/>
            <a:ext cx="2501392" cy="4064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10" name="Freeform 9">
            <a:extLst>
              <a:ext uri="{FF2B5EF4-FFF2-40B4-BE49-F238E27FC236}">
                <a16:creationId xmlns:a16="http://schemas.microsoft.com/office/drawing/2014/main" id="{7BD20EC6-DBDD-4596-C12E-A0AC4FBFD5BC}"/>
              </a:ext>
            </a:extLst>
          </p:cNvPr>
          <p:cNvSpPr/>
          <p:nvPr/>
        </p:nvSpPr>
        <p:spPr>
          <a:xfrm>
            <a:off x="5985256" y="1956390"/>
            <a:ext cx="2501392" cy="4064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11" name="Freeform 10">
            <a:extLst>
              <a:ext uri="{FF2B5EF4-FFF2-40B4-BE49-F238E27FC236}">
                <a16:creationId xmlns:a16="http://schemas.microsoft.com/office/drawing/2014/main" id="{C0C82A0D-9C43-5F72-824B-B4FF30638190}"/>
              </a:ext>
            </a:extLst>
          </p:cNvPr>
          <p:cNvSpPr/>
          <p:nvPr/>
        </p:nvSpPr>
        <p:spPr>
          <a:xfrm>
            <a:off x="8696525" y="1956390"/>
            <a:ext cx="2501392" cy="4064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5823A770-C61F-54B6-4CCD-AC272DF2E030}"/>
              </a:ext>
            </a:extLst>
          </p:cNvPr>
          <p:cNvCxnSpPr>
            <a:cxnSpLocks/>
          </p:cNvCxnSpPr>
          <p:nvPr/>
        </p:nvCxnSpPr>
        <p:spPr>
          <a:xfrm flipV="1">
            <a:off x="1809496" y="1341445"/>
            <a:ext cx="0" cy="6095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F8B2DD11-95B3-1FA0-D3B8-D5323FBE806A}"/>
              </a:ext>
            </a:extLst>
          </p:cNvPr>
          <p:cNvCxnSpPr>
            <a:cxnSpLocks/>
          </p:cNvCxnSpPr>
          <p:nvPr/>
        </p:nvCxnSpPr>
        <p:spPr>
          <a:xfrm flipV="1">
            <a:off x="4520764" y="1341445"/>
            <a:ext cx="0" cy="6095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0978A211-3E17-92EA-CE10-1772FDC9FF77}"/>
              </a:ext>
            </a:extLst>
          </p:cNvPr>
          <p:cNvCxnSpPr>
            <a:cxnSpLocks/>
          </p:cNvCxnSpPr>
          <p:nvPr/>
        </p:nvCxnSpPr>
        <p:spPr>
          <a:xfrm flipV="1">
            <a:off x="7235952" y="1341445"/>
            <a:ext cx="0" cy="6095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D4EF0EAE-A759-A109-3967-4842A8DA4738}"/>
              </a:ext>
            </a:extLst>
          </p:cNvPr>
          <p:cNvCxnSpPr>
            <a:cxnSpLocks/>
          </p:cNvCxnSpPr>
          <p:nvPr/>
        </p:nvCxnSpPr>
        <p:spPr>
          <a:xfrm flipV="1">
            <a:off x="9947221" y="1341445"/>
            <a:ext cx="0" cy="6095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Oval 15">
            <a:extLst>
              <a:ext uri="{FF2B5EF4-FFF2-40B4-BE49-F238E27FC236}">
                <a16:creationId xmlns:a16="http://schemas.microsoft.com/office/drawing/2014/main" id="{9FF3E9B9-E035-590A-286F-B9D454B9543A}"/>
              </a:ext>
            </a:extLst>
          </p:cNvPr>
          <p:cNvSpPr/>
          <p:nvPr/>
        </p:nvSpPr>
        <p:spPr>
          <a:xfrm>
            <a:off x="1725414"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7" name="Oval 16">
            <a:extLst>
              <a:ext uri="{FF2B5EF4-FFF2-40B4-BE49-F238E27FC236}">
                <a16:creationId xmlns:a16="http://schemas.microsoft.com/office/drawing/2014/main" id="{73EEE728-EA7A-8600-4CF7-14692360A4C1}"/>
              </a:ext>
            </a:extLst>
          </p:cNvPr>
          <p:cNvSpPr/>
          <p:nvPr/>
        </p:nvSpPr>
        <p:spPr>
          <a:xfrm>
            <a:off x="4436682"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8" name="Oval 17">
            <a:extLst>
              <a:ext uri="{FF2B5EF4-FFF2-40B4-BE49-F238E27FC236}">
                <a16:creationId xmlns:a16="http://schemas.microsoft.com/office/drawing/2014/main" id="{C63C24B1-E910-58D3-C000-EF9F55F608D7}"/>
              </a:ext>
            </a:extLst>
          </p:cNvPr>
          <p:cNvSpPr/>
          <p:nvPr/>
        </p:nvSpPr>
        <p:spPr>
          <a:xfrm>
            <a:off x="7151870"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9" name="Oval 18">
            <a:extLst>
              <a:ext uri="{FF2B5EF4-FFF2-40B4-BE49-F238E27FC236}">
                <a16:creationId xmlns:a16="http://schemas.microsoft.com/office/drawing/2014/main" id="{AD0DC5F9-E4DC-F779-874E-E4F2726516BE}"/>
              </a:ext>
            </a:extLst>
          </p:cNvPr>
          <p:cNvSpPr/>
          <p:nvPr/>
        </p:nvSpPr>
        <p:spPr>
          <a:xfrm>
            <a:off x="9863139"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0" name="Text Placeholder 21">
            <a:extLst>
              <a:ext uri="{FF2B5EF4-FFF2-40B4-BE49-F238E27FC236}">
                <a16:creationId xmlns:a16="http://schemas.microsoft.com/office/drawing/2014/main" id="{253AF55E-369F-1646-05BD-8547337AE227}"/>
              </a:ext>
            </a:extLst>
          </p:cNvPr>
          <p:cNvSpPr>
            <a:spLocks noGrp="1"/>
          </p:cNvSpPr>
          <p:nvPr>
            <p:ph type="body" sz="quarter" idx="10" hasCustomPrompt="1"/>
          </p:nvPr>
        </p:nvSpPr>
        <p:spPr>
          <a:xfrm>
            <a:off x="1021038" y="1985011"/>
            <a:ext cx="1576917" cy="336549"/>
          </a:xfrm>
          <a:prstGeom prst="rect">
            <a:avLst/>
          </a:prstGeom>
        </p:spPr>
        <p:txBody>
          <a:bodyPr lIns="0" rIns="0" anchor="ctr"/>
          <a:lstStyle>
            <a:lvl1pPr marL="0" indent="0" algn="ctr" defTabSz="1219170" rtl="0" eaLnBrk="1" latinLnBrk="0" hangingPunct="1">
              <a:buNone/>
              <a:defRPr lang="en-US" sz="1867" b="0"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Q1</a:t>
            </a:r>
          </a:p>
        </p:txBody>
      </p:sp>
      <p:sp>
        <p:nvSpPr>
          <p:cNvPr id="21" name="Text Placeholder 21">
            <a:extLst>
              <a:ext uri="{FF2B5EF4-FFF2-40B4-BE49-F238E27FC236}">
                <a16:creationId xmlns:a16="http://schemas.microsoft.com/office/drawing/2014/main" id="{A4A90A5E-12AB-14C4-7363-B603C62D02AF}"/>
              </a:ext>
            </a:extLst>
          </p:cNvPr>
          <p:cNvSpPr>
            <a:spLocks noGrp="1"/>
          </p:cNvSpPr>
          <p:nvPr>
            <p:ph type="body" sz="quarter" idx="11" hasCustomPrompt="1"/>
          </p:nvPr>
        </p:nvSpPr>
        <p:spPr>
          <a:xfrm>
            <a:off x="3732306" y="1985011"/>
            <a:ext cx="1576917" cy="336549"/>
          </a:xfrm>
          <a:prstGeom prst="rect">
            <a:avLst/>
          </a:prstGeom>
        </p:spPr>
        <p:txBody>
          <a:bodyPr lIns="0" rIns="0" anchor="ctr"/>
          <a:lstStyle>
            <a:lvl1pPr marL="0" indent="0" algn="ctr" defTabSz="1219170" rtl="0" eaLnBrk="1" latinLnBrk="0" hangingPunct="1">
              <a:buNone/>
              <a:defRPr lang="en-US" sz="1867" b="0"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Q2</a:t>
            </a:r>
          </a:p>
        </p:txBody>
      </p:sp>
      <p:sp>
        <p:nvSpPr>
          <p:cNvPr id="22" name="Text Placeholder 21">
            <a:extLst>
              <a:ext uri="{FF2B5EF4-FFF2-40B4-BE49-F238E27FC236}">
                <a16:creationId xmlns:a16="http://schemas.microsoft.com/office/drawing/2014/main" id="{7B3C902A-8A73-7328-578D-9470A061A97F}"/>
              </a:ext>
            </a:extLst>
          </p:cNvPr>
          <p:cNvSpPr>
            <a:spLocks noGrp="1"/>
          </p:cNvSpPr>
          <p:nvPr>
            <p:ph type="body" sz="quarter" idx="12" hasCustomPrompt="1"/>
          </p:nvPr>
        </p:nvSpPr>
        <p:spPr>
          <a:xfrm>
            <a:off x="6447494" y="1985011"/>
            <a:ext cx="1576917" cy="336549"/>
          </a:xfrm>
          <a:prstGeom prst="rect">
            <a:avLst/>
          </a:prstGeom>
        </p:spPr>
        <p:txBody>
          <a:bodyPr lIns="0" rIns="0" anchor="ctr"/>
          <a:lstStyle>
            <a:lvl1pPr marL="0" indent="0" algn="ctr" defTabSz="1219170" rtl="0" eaLnBrk="1" latinLnBrk="0" hangingPunct="1">
              <a:buNone/>
              <a:defRPr lang="en-US" sz="1867" b="0"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Q3</a:t>
            </a:r>
          </a:p>
        </p:txBody>
      </p:sp>
      <p:sp>
        <p:nvSpPr>
          <p:cNvPr id="23" name="Text Placeholder 21">
            <a:extLst>
              <a:ext uri="{FF2B5EF4-FFF2-40B4-BE49-F238E27FC236}">
                <a16:creationId xmlns:a16="http://schemas.microsoft.com/office/drawing/2014/main" id="{B7BBEE48-A360-7F25-5635-55F240F582AE}"/>
              </a:ext>
            </a:extLst>
          </p:cNvPr>
          <p:cNvSpPr>
            <a:spLocks noGrp="1"/>
          </p:cNvSpPr>
          <p:nvPr>
            <p:ph type="body" sz="quarter" idx="13" hasCustomPrompt="1"/>
          </p:nvPr>
        </p:nvSpPr>
        <p:spPr>
          <a:xfrm>
            <a:off x="9158763" y="1985011"/>
            <a:ext cx="1576917" cy="336549"/>
          </a:xfrm>
          <a:prstGeom prst="rect">
            <a:avLst/>
          </a:prstGeom>
        </p:spPr>
        <p:txBody>
          <a:bodyPr lIns="0" rIns="0" anchor="ctr"/>
          <a:lstStyle>
            <a:lvl1pPr marL="0" indent="0" algn="ctr" defTabSz="1219170" rtl="0" eaLnBrk="1" latinLnBrk="0" hangingPunct="1">
              <a:buNone/>
              <a:defRPr lang="en-US" sz="1867" b="0"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Q4</a:t>
            </a:r>
          </a:p>
        </p:txBody>
      </p:sp>
      <p:sp>
        <p:nvSpPr>
          <p:cNvPr id="24" name="Text Placeholder 21">
            <a:extLst>
              <a:ext uri="{FF2B5EF4-FFF2-40B4-BE49-F238E27FC236}">
                <a16:creationId xmlns:a16="http://schemas.microsoft.com/office/drawing/2014/main" id="{8C005E9F-630E-A618-EDC3-68426FA557B3}"/>
              </a:ext>
            </a:extLst>
          </p:cNvPr>
          <p:cNvSpPr>
            <a:spLocks noGrp="1"/>
          </p:cNvSpPr>
          <p:nvPr>
            <p:ph type="body" sz="quarter" idx="14" hasCustomPrompt="1"/>
          </p:nvPr>
        </p:nvSpPr>
        <p:spPr>
          <a:xfrm>
            <a:off x="763904" y="2548459"/>
            <a:ext cx="2091184" cy="3686437"/>
          </a:xfrm>
          <a:prstGeom prst="rect">
            <a:avLst/>
          </a:prstGeom>
        </p:spPr>
        <p:txBody>
          <a:bodyPr lIns="0" rIns="0"/>
          <a:lstStyle>
            <a:lvl1pPr marL="0" indent="0" algn="ctr" defTabSz="1219170" rtl="0" eaLnBrk="1" latinLnBrk="0" hangingPunct="1">
              <a:buNone/>
              <a:defRPr lang="en-US" sz="14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25" name="Text Placeholder 21">
            <a:extLst>
              <a:ext uri="{FF2B5EF4-FFF2-40B4-BE49-F238E27FC236}">
                <a16:creationId xmlns:a16="http://schemas.microsoft.com/office/drawing/2014/main" id="{14A9EFB6-7683-62C1-F578-06B47F346FB7}"/>
              </a:ext>
            </a:extLst>
          </p:cNvPr>
          <p:cNvSpPr>
            <a:spLocks noGrp="1"/>
          </p:cNvSpPr>
          <p:nvPr>
            <p:ph type="body" sz="quarter" idx="15" hasCustomPrompt="1"/>
          </p:nvPr>
        </p:nvSpPr>
        <p:spPr>
          <a:xfrm>
            <a:off x="3480096" y="2548459"/>
            <a:ext cx="2091184" cy="3686437"/>
          </a:xfrm>
          <a:prstGeom prst="rect">
            <a:avLst/>
          </a:prstGeom>
        </p:spPr>
        <p:txBody>
          <a:bodyPr lIns="0" rIns="0"/>
          <a:lstStyle>
            <a:lvl1pPr marL="0" indent="0" algn="ctr" defTabSz="1219170" rtl="0" eaLnBrk="1" latinLnBrk="0" hangingPunct="1">
              <a:buNone/>
              <a:defRPr lang="en-US" sz="14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26" name="Text Placeholder 21">
            <a:extLst>
              <a:ext uri="{FF2B5EF4-FFF2-40B4-BE49-F238E27FC236}">
                <a16:creationId xmlns:a16="http://schemas.microsoft.com/office/drawing/2014/main" id="{95371DB0-CC43-B0C8-B7AD-853C22A997BB}"/>
              </a:ext>
            </a:extLst>
          </p:cNvPr>
          <p:cNvSpPr>
            <a:spLocks noGrp="1"/>
          </p:cNvSpPr>
          <p:nvPr>
            <p:ph type="body" sz="quarter" idx="16" hasCustomPrompt="1"/>
          </p:nvPr>
        </p:nvSpPr>
        <p:spPr>
          <a:xfrm>
            <a:off x="6196288" y="2548459"/>
            <a:ext cx="2091184" cy="3686437"/>
          </a:xfrm>
          <a:prstGeom prst="rect">
            <a:avLst/>
          </a:prstGeom>
        </p:spPr>
        <p:txBody>
          <a:bodyPr lIns="0" rIns="0"/>
          <a:lstStyle>
            <a:lvl1pPr marL="0" indent="0" algn="ctr" defTabSz="1219170" rtl="0" eaLnBrk="1" latinLnBrk="0" hangingPunct="1">
              <a:buNone/>
              <a:defRPr lang="en-US" sz="14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27" name="Text Placeholder 21">
            <a:extLst>
              <a:ext uri="{FF2B5EF4-FFF2-40B4-BE49-F238E27FC236}">
                <a16:creationId xmlns:a16="http://schemas.microsoft.com/office/drawing/2014/main" id="{3668BC77-580C-4123-F6F7-61FECDDB8430}"/>
              </a:ext>
            </a:extLst>
          </p:cNvPr>
          <p:cNvSpPr>
            <a:spLocks noGrp="1"/>
          </p:cNvSpPr>
          <p:nvPr>
            <p:ph type="body" sz="quarter" idx="17" hasCustomPrompt="1"/>
          </p:nvPr>
        </p:nvSpPr>
        <p:spPr>
          <a:xfrm>
            <a:off x="8897048" y="2548459"/>
            <a:ext cx="2091184" cy="3686437"/>
          </a:xfrm>
          <a:prstGeom prst="rect">
            <a:avLst/>
          </a:prstGeom>
        </p:spPr>
        <p:txBody>
          <a:bodyPr lIns="0" rIns="0"/>
          <a:lstStyle>
            <a:lvl1pPr marL="0" indent="0" algn="ctr" defTabSz="1219170" rtl="0" eaLnBrk="1" latinLnBrk="0" hangingPunct="1">
              <a:buNone/>
              <a:defRPr lang="en-US" sz="14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Tree>
    <p:extLst>
      <p:ext uri="{BB962C8B-B14F-4D97-AF65-F5344CB8AC3E}">
        <p14:creationId xmlns:p14="http://schemas.microsoft.com/office/powerpoint/2010/main" val="2751903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p:cSld name="Timeline - Month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Text Placeholder 21">
            <a:extLst>
              <a:ext uri="{FF2B5EF4-FFF2-40B4-BE49-F238E27FC236}">
                <a16:creationId xmlns:a16="http://schemas.microsoft.com/office/drawing/2014/main" id="{F5F59272-EAB5-13DD-6C96-B06396CFDF82}"/>
              </a:ext>
            </a:extLst>
          </p:cNvPr>
          <p:cNvSpPr>
            <a:spLocks noGrp="1"/>
          </p:cNvSpPr>
          <p:nvPr>
            <p:ph type="body" sz="quarter" idx="14" hasCustomPrompt="1"/>
          </p:nvPr>
        </p:nvSpPr>
        <p:spPr>
          <a:xfrm>
            <a:off x="376373"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cxnSp>
        <p:nvCxnSpPr>
          <p:cNvPr id="29" name="Straight Arrow Connector 28">
            <a:extLst>
              <a:ext uri="{FF2B5EF4-FFF2-40B4-BE49-F238E27FC236}">
                <a16:creationId xmlns:a16="http://schemas.microsoft.com/office/drawing/2014/main" id="{79139BD4-044D-F739-D36A-F2D0E0C4AC5B}"/>
              </a:ext>
            </a:extLst>
          </p:cNvPr>
          <p:cNvCxnSpPr>
            <a:cxnSpLocks/>
          </p:cNvCxnSpPr>
          <p:nvPr/>
        </p:nvCxnSpPr>
        <p:spPr>
          <a:xfrm>
            <a:off x="0" y="1352493"/>
            <a:ext cx="11430000"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B9381BE8-F6C8-EE06-09C9-3FA0A9A87E3D}"/>
              </a:ext>
            </a:extLst>
          </p:cNvPr>
          <p:cNvCxnSpPr>
            <a:cxnSpLocks/>
          </p:cNvCxnSpPr>
          <p:nvPr/>
        </p:nvCxnSpPr>
        <p:spPr>
          <a:xfrm flipV="1">
            <a:off x="910648"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E5F6CFDF-0282-CD79-4CB4-39E57E109282}"/>
              </a:ext>
            </a:extLst>
          </p:cNvPr>
          <p:cNvCxnSpPr>
            <a:cxnSpLocks/>
          </p:cNvCxnSpPr>
          <p:nvPr/>
        </p:nvCxnSpPr>
        <p:spPr>
          <a:xfrm flipV="1">
            <a:off x="2721077"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F1177325-A158-7A56-DF6C-AC77530FE2C8}"/>
              </a:ext>
            </a:extLst>
          </p:cNvPr>
          <p:cNvCxnSpPr>
            <a:cxnSpLocks/>
          </p:cNvCxnSpPr>
          <p:nvPr/>
        </p:nvCxnSpPr>
        <p:spPr>
          <a:xfrm flipV="1">
            <a:off x="4531507"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9B608FB5-1861-6C31-8260-3DE1766856C0}"/>
              </a:ext>
            </a:extLst>
          </p:cNvPr>
          <p:cNvCxnSpPr>
            <a:cxnSpLocks/>
          </p:cNvCxnSpPr>
          <p:nvPr/>
        </p:nvCxnSpPr>
        <p:spPr>
          <a:xfrm flipV="1">
            <a:off x="6341936"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5AC84E11-66EE-343D-E36F-DE4D61515796}"/>
              </a:ext>
            </a:extLst>
          </p:cNvPr>
          <p:cNvCxnSpPr>
            <a:cxnSpLocks/>
          </p:cNvCxnSpPr>
          <p:nvPr/>
        </p:nvCxnSpPr>
        <p:spPr>
          <a:xfrm flipV="1">
            <a:off x="8152365"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5D8530E2-578F-17A0-1CCC-C4F40796CD3E}"/>
              </a:ext>
            </a:extLst>
          </p:cNvPr>
          <p:cNvCxnSpPr>
            <a:cxnSpLocks/>
          </p:cNvCxnSpPr>
          <p:nvPr/>
        </p:nvCxnSpPr>
        <p:spPr>
          <a:xfrm flipV="1">
            <a:off x="9964472"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7E91246C-A153-8C1A-298C-CAB3658EA115}"/>
              </a:ext>
            </a:extLst>
          </p:cNvPr>
          <p:cNvCxnSpPr>
            <a:cxnSpLocks/>
          </p:cNvCxnSpPr>
          <p:nvPr/>
        </p:nvCxnSpPr>
        <p:spPr>
          <a:xfrm flipV="1">
            <a:off x="1815863"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1C316977-8E78-38A3-C6E4-6E34A1F79C50}"/>
              </a:ext>
            </a:extLst>
          </p:cNvPr>
          <p:cNvCxnSpPr>
            <a:cxnSpLocks/>
          </p:cNvCxnSpPr>
          <p:nvPr/>
        </p:nvCxnSpPr>
        <p:spPr>
          <a:xfrm flipV="1">
            <a:off x="3626293"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BF5DDE6D-EBE2-D7B4-B8E4-A4DFE9BA1EC9}"/>
              </a:ext>
            </a:extLst>
          </p:cNvPr>
          <p:cNvCxnSpPr>
            <a:cxnSpLocks/>
          </p:cNvCxnSpPr>
          <p:nvPr/>
        </p:nvCxnSpPr>
        <p:spPr>
          <a:xfrm flipV="1">
            <a:off x="5436724"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23624D05-E2EA-9B6C-BA8C-A18C4E9955BD}"/>
              </a:ext>
            </a:extLst>
          </p:cNvPr>
          <p:cNvCxnSpPr>
            <a:cxnSpLocks/>
          </p:cNvCxnSpPr>
          <p:nvPr/>
        </p:nvCxnSpPr>
        <p:spPr>
          <a:xfrm flipV="1">
            <a:off x="7247155"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727D6620-5A9B-236D-08EC-994259C9F389}"/>
              </a:ext>
            </a:extLst>
          </p:cNvPr>
          <p:cNvCxnSpPr>
            <a:cxnSpLocks/>
          </p:cNvCxnSpPr>
          <p:nvPr/>
        </p:nvCxnSpPr>
        <p:spPr>
          <a:xfrm flipV="1">
            <a:off x="9057585"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914F1EB1-0ED8-07F5-8892-434023B6D767}"/>
              </a:ext>
            </a:extLst>
          </p:cNvPr>
          <p:cNvCxnSpPr>
            <a:cxnSpLocks/>
          </p:cNvCxnSpPr>
          <p:nvPr/>
        </p:nvCxnSpPr>
        <p:spPr>
          <a:xfrm flipV="1">
            <a:off x="10868016"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2" name="Oval 41">
            <a:extLst>
              <a:ext uri="{FF2B5EF4-FFF2-40B4-BE49-F238E27FC236}">
                <a16:creationId xmlns:a16="http://schemas.microsoft.com/office/drawing/2014/main" id="{E72D456B-FE7C-412C-CC47-E7DC7686F7EF}"/>
              </a:ext>
            </a:extLst>
          </p:cNvPr>
          <p:cNvSpPr/>
          <p:nvPr/>
        </p:nvSpPr>
        <p:spPr>
          <a:xfrm>
            <a:off x="826566"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3" name="Oval 42">
            <a:extLst>
              <a:ext uri="{FF2B5EF4-FFF2-40B4-BE49-F238E27FC236}">
                <a16:creationId xmlns:a16="http://schemas.microsoft.com/office/drawing/2014/main" id="{E2BFF1FA-DC43-B571-F265-8AEEEB48C5A2}"/>
              </a:ext>
            </a:extLst>
          </p:cNvPr>
          <p:cNvSpPr/>
          <p:nvPr/>
        </p:nvSpPr>
        <p:spPr>
          <a:xfrm>
            <a:off x="1731780"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4" name="Oval 43">
            <a:extLst>
              <a:ext uri="{FF2B5EF4-FFF2-40B4-BE49-F238E27FC236}">
                <a16:creationId xmlns:a16="http://schemas.microsoft.com/office/drawing/2014/main" id="{4C4B1854-E17F-AD4E-A0B2-0E01300E2CE9}"/>
              </a:ext>
            </a:extLst>
          </p:cNvPr>
          <p:cNvSpPr/>
          <p:nvPr/>
        </p:nvSpPr>
        <p:spPr>
          <a:xfrm>
            <a:off x="2636995"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5" name="Oval 44">
            <a:extLst>
              <a:ext uri="{FF2B5EF4-FFF2-40B4-BE49-F238E27FC236}">
                <a16:creationId xmlns:a16="http://schemas.microsoft.com/office/drawing/2014/main" id="{12C9A613-EFD1-9776-C913-9509AC90EBBF}"/>
              </a:ext>
            </a:extLst>
          </p:cNvPr>
          <p:cNvSpPr/>
          <p:nvPr/>
        </p:nvSpPr>
        <p:spPr>
          <a:xfrm>
            <a:off x="3542210"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6" name="Oval 45">
            <a:extLst>
              <a:ext uri="{FF2B5EF4-FFF2-40B4-BE49-F238E27FC236}">
                <a16:creationId xmlns:a16="http://schemas.microsoft.com/office/drawing/2014/main" id="{20B7BF93-AAB5-B512-32F3-C17B30661821}"/>
              </a:ext>
            </a:extLst>
          </p:cNvPr>
          <p:cNvSpPr/>
          <p:nvPr/>
        </p:nvSpPr>
        <p:spPr>
          <a:xfrm>
            <a:off x="4447424"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7" name="Oval 46">
            <a:extLst>
              <a:ext uri="{FF2B5EF4-FFF2-40B4-BE49-F238E27FC236}">
                <a16:creationId xmlns:a16="http://schemas.microsoft.com/office/drawing/2014/main" id="{960FA50E-2E30-BEBD-7AB4-7214AF84FFA6}"/>
              </a:ext>
            </a:extLst>
          </p:cNvPr>
          <p:cNvSpPr/>
          <p:nvPr/>
        </p:nvSpPr>
        <p:spPr>
          <a:xfrm>
            <a:off x="5352639"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8" name="Oval 47">
            <a:extLst>
              <a:ext uri="{FF2B5EF4-FFF2-40B4-BE49-F238E27FC236}">
                <a16:creationId xmlns:a16="http://schemas.microsoft.com/office/drawing/2014/main" id="{D8980254-4C0A-D06A-B032-801C3FEB9831}"/>
              </a:ext>
            </a:extLst>
          </p:cNvPr>
          <p:cNvSpPr/>
          <p:nvPr/>
        </p:nvSpPr>
        <p:spPr>
          <a:xfrm>
            <a:off x="6257854"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9" name="Oval 48">
            <a:extLst>
              <a:ext uri="{FF2B5EF4-FFF2-40B4-BE49-F238E27FC236}">
                <a16:creationId xmlns:a16="http://schemas.microsoft.com/office/drawing/2014/main" id="{567EFFB2-1F3B-729D-9420-4B74C82D58DB}"/>
              </a:ext>
            </a:extLst>
          </p:cNvPr>
          <p:cNvSpPr/>
          <p:nvPr/>
        </p:nvSpPr>
        <p:spPr>
          <a:xfrm>
            <a:off x="7163068"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0" name="Oval 49">
            <a:extLst>
              <a:ext uri="{FF2B5EF4-FFF2-40B4-BE49-F238E27FC236}">
                <a16:creationId xmlns:a16="http://schemas.microsoft.com/office/drawing/2014/main" id="{9A5E9E9C-B22F-2AEC-3BF6-73857A6D04E9}"/>
              </a:ext>
            </a:extLst>
          </p:cNvPr>
          <p:cNvSpPr/>
          <p:nvPr/>
        </p:nvSpPr>
        <p:spPr>
          <a:xfrm>
            <a:off x="8068283"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1" name="Oval 50">
            <a:extLst>
              <a:ext uri="{FF2B5EF4-FFF2-40B4-BE49-F238E27FC236}">
                <a16:creationId xmlns:a16="http://schemas.microsoft.com/office/drawing/2014/main" id="{DE622A48-48E9-9AC8-9284-29EA0A3E9E0A}"/>
              </a:ext>
            </a:extLst>
          </p:cNvPr>
          <p:cNvSpPr/>
          <p:nvPr/>
        </p:nvSpPr>
        <p:spPr>
          <a:xfrm>
            <a:off x="8973498"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2" name="Oval 51">
            <a:extLst>
              <a:ext uri="{FF2B5EF4-FFF2-40B4-BE49-F238E27FC236}">
                <a16:creationId xmlns:a16="http://schemas.microsoft.com/office/drawing/2014/main" id="{F6BAE8C5-F17C-7A0C-4421-8F11F35A4A36}"/>
              </a:ext>
            </a:extLst>
          </p:cNvPr>
          <p:cNvSpPr/>
          <p:nvPr/>
        </p:nvSpPr>
        <p:spPr>
          <a:xfrm>
            <a:off x="9878712"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3" name="Oval 52">
            <a:extLst>
              <a:ext uri="{FF2B5EF4-FFF2-40B4-BE49-F238E27FC236}">
                <a16:creationId xmlns:a16="http://schemas.microsoft.com/office/drawing/2014/main" id="{0889E061-ECFF-C162-2CC6-CB1B6D1FC692}"/>
              </a:ext>
            </a:extLst>
          </p:cNvPr>
          <p:cNvSpPr/>
          <p:nvPr/>
        </p:nvSpPr>
        <p:spPr>
          <a:xfrm>
            <a:off x="10783934"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4" name="Rounded Rectangle 53">
            <a:extLst>
              <a:ext uri="{FF2B5EF4-FFF2-40B4-BE49-F238E27FC236}">
                <a16:creationId xmlns:a16="http://schemas.microsoft.com/office/drawing/2014/main" id="{FBE917FB-1053-DFE1-CB47-08C27A7B6018}"/>
              </a:ext>
            </a:extLst>
          </p:cNvPr>
          <p:cNvSpPr/>
          <p:nvPr/>
        </p:nvSpPr>
        <p:spPr>
          <a:xfrm>
            <a:off x="376373"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5" name="Rounded Rectangle 54">
            <a:extLst>
              <a:ext uri="{FF2B5EF4-FFF2-40B4-BE49-F238E27FC236}">
                <a16:creationId xmlns:a16="http://schemas.microsoft.com/office/drawing/2014/main" id="{402AA166-60BC-29C0-1EE0-CF64F64B503F}"/>
              </a:ext>
            </a:extLst>
          </p:cNvPr>
          <p:cNvSpPr/>
          <p:nvPr/>
        </p:nvSpPr>
        <p:spPr>
          <a:xfrm>
            <a:off x="2187139"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6" name="Rounded Rectangle 55">
            <a:extLst>
              <a:ext uri="{FF2B5EF4-FFF2-40B4-BE49-F238E27FC236}">
                <a16:creationId xmlns:a16="http://schemas.microsoft.com/office/drawing/2014/main" id="{8D408762-0784-8750-2BE0-AFC7DCD7A544}"/>
              </a:ext>
            </a:extLst>
          </p:cNvPr>
          <p:cNvSpPr/>
          <p:nvPr/>
        </p:nvSpPr>
        <p:spPr>
          <a:xfrm>
            <a:off x="3997904"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7" name="Rounded Rectangle 56">
            <a:extLst>
              <a:ext uri="{FF2B5EF4-FFF2-40B4-BE49-F238E27FC236}">
                <a16:creationId xmlns:a16="http://schemas.microsoft.com/office/drawing/2014/main" id="{A7DAA8D5-6253-F7C5-4599-19B1847D2569}"/>
              </a:ext>
            </a:extLst>
          </p:cNvPr>
          <p:cNvSpPr/>
          <p:nvPr/>
        </p:nvSpPr>
        <p:spPr>
          <a:xfrm>
            <a:off x="5808670"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8" name="Rounded Rectangle 57">
            <a:extLst>
              <a:ext uri="{FF2B5EF4-FFF2-40B4-BE49-F238E27FC236}">
                <a16:creationId xmlns:a16="http://schemas.microsoft.com/office/drawing/2014/main" id="{74FE234F-FB97-546C-7146-BBBF0864DD10}"/>
              </a:ext>
            </a:extLst>
          </p:cNvPr>
          <p:cNvSpPr/>
          <p:nvPr/>
        </p:nvSpPr>
        <p:spPr>
          <a:xfrm>
            <a:off x="7619435"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9" name="Rounded Rectangle 58">
            <a:extLst>
              <a:ext uri="{FF2B5EF4-FFF2-40B4-BE49-F238E27FC236}">
                <a16:creationId xmlns:a16="http://schemas.microsoft.com/office/drawing/2014/main" id="{E3FF7999-40D2-F172-74BE-0B7075D6AB09}"/>
              </a:ext>
            </a:extLst>
          </p:cNvPr>
          <p:cNvSpPr/>
          <p:nvPr/>
        </p:nvSpPr>
        <p:spPr>
          <a:xfrm>
            <a:off x="9430198"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0" name="Rounded Rectangle 59">
            <a:extLst>
              <a:ext uri="{FF2B5EF4-FFF2-40B4-BE49-F238E27FC236}">
                <a16:creationId xmlns:a16="http://schemas.microsoft.com/office/drawing/2014/main" id="{83366B70-5290-765E-860A-010EDDBC532F}"/>
              </a:ext>
            </a:extLst>
          </p:cNvPr>
          <p:cNvSpPr/>
          <p:nvPr/>
        </p:nvSpPr>
        <p:spPr>
          <a:xfrm>
            <a:off x="1281588" y="2165413"/>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1" name="Rounded Rectangle 60">
            <a:extLst>
              <a:ext uri="{FF2B5EF4-FFF2-40B4-BE49-F238E27FC236}">
                <a16:creationId xmlns:a16="http://schemas.microsoft.com/office/drawing/2014/main" id="{9CC4BF50-E96F-BBAB-8BC2-72126974F6FE}"/>
              </a:ext>
            </a:extLst>
          </p:cNvPr>
          <p:cNvSpPr/>
          <p:nvPr/>
        </p:nvSpPr>
        <p:spPr>
          <a:xfrm>
            <a:off x="3092354" y="2165621"/>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2" name="Rounded Rectangle 61">
            <a:extLst>
              <a:ext uri="{FF2B5EF4-FFF2-40B4-BE49-F238E27FC236}">
                <a16:creationId xmlns:a16="http://schemas.microsoft.com/office/drawing/2014/main" id="{C31C6EA0-00B0-5CF0-78F0-3E21D62729E4}"/>
              </a:ext>
            </a:extLst>
          </p:cNvPr>
          <p:cNvSpPr/>
          <p:nvPr/>
        </p:nvSpPr>
        <p:spPr>
          <a:xfrm>
            <a:off x="4903119" y="2165621"/>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3" name="Rounded Rectangle 62">
            <a:extLst>
              <a:ext uri="{FF2B5EF4-FFF2-40B4-BE49-F238E27FC236}">
                <a16:creationId xmlns:a16="http://schemas.microsoft.com/office/drawing/2014/main" id="{08ED8817-C4EF-C9BE-4E30-0DEF22BF3DD2}"/>
              </a:ext>
            </a:extLst>
          </p:cNvPr>
          <p:cNvSpPr/>
          <p:nvPr/>
        </p:nvSpPr>
        <p:spPr>
          <a:xfrm>
            <a:off x="6713884" y="2165621"/>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4" name="Rounded Rectangle 63">
            <a:extLst>
              <a:ext uri="{FF2B5EF4-FFF2-40B4-BE49-F238E27FC236}">
                <a16:creationId xmlns:a16="http://schemas.microsoft.com/office/drawing/2014/main" id="{DA842529-4F07-5A05-70DF-3B4B4C646EDE}"/>
              </a:ext>
            </a:extLst>
          </p:cNvPr>
          <p:cNvSpPr/>
          <p:nvPr/>
        </p:nvSpPr>
        <p:spPr>
          <a:xfrm>
            <a:off x="8524650" y="2165621"/>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5" name="Rounded Rectangle 64">
            <a:extLst>
              <a:ext uri="{FF2B5EF4-FFF2-40B4-BE49-F238E27FC236}">
                <a16:creationId xmlns:a16="http://schemas.microsoft.com/office/drawing/2014/main" id="{AB73A60C-F5C8-88FA-D47D-24B76EF5134A}"/>
              </a:ext>
            </a:extLst>
          </p:cNvPr>
          <p:cNvSpPr/>
          <p:nvPr/>
        </p:nvSpPr>
        <p:spPr>
          <a:xfrm>
            <a:off x="10335412" y="2165621"/>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6" name="Text Placeholder 21">
            <a:extLst>
              <a:ext uri="{FF2B5EF4-FFF2-40B4-BE49-F238E27FC236}">
                <a16:creationId xmlns:a16="http://schemas.microsoft.com/office/drawing/2014/main" id="{8AF15D76-62A0-2B9D-2193-A97CBE32C6C0}"/>
              </a:ext>
            </a:extLst>
          </p:cNvPr>
          <p:cNvSpPr>
            <a:spLocks noGrp="1"/>
          </p:cNvSpPr>
          <p:nvPr>
            <p:ph type="body" sz="quarter" idx="18" hasCustomPrompt="1"/>
          </p:nvPr>
        </p:nvSpPr>
        <p:spPr>
          <a:xfrm>
            <a:off x="2179560"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67" name="Text Placeholder 21">
            <a:extLst>
              <a:ext uri="{FF2B5EF4-FFF2-40B4-BE49-F238E27FC236}">
                <a16:creationId xmlns:a16="http://schemas.microsoft.com/office/drawing/2014/main" id="{8A0EA02C-CB61-0DA6-67DA-0BE392189F8D}"/>
              </a:ext>
            </a:extLst>
          </p:cNvPr>
          <p:cNvSpPr>
            <a:spLocks noGrp="1"/>
          </p:cNvSpPr>
          <p:nvPr>
            <p:ph type="body" sz="quarter" idx="19" hasCustomPrompt="1"/>
          </p:nvPr>
        </p:nvSpPr>
        <p:spPr>
          <a:xfrm>
            <a:off x="3992992"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68" name="Text Placeholder 21">
            <a:extLst>
              <a:ext uri="{FF2B5EF4-FFF2-40B4-BE49-F238E27FC236}">
                <a16:creationId xmlns:a16="http://schemas.microsoft.com/office/drawing/2014/main" id="{FE926D96-965B-4728-AB86-D52B3380AEB4}"/>
              </a:ext>
            </a:extLst>
          </p:cNvPr>
          <p:cNvSpPr>
            <a:spLocks noGrp="1"/>
          </p:cNvSpPr>
          <p:nvPr>
            <p:ph type="body" sz="quarter" idx="20" hasCustomPrompt="1"/>
          </p:nvPr>
        </p:nvSpPr>
        <p:spPr>
          <a:xfrm>
            <a:off x="5806424"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69" name="Text Placeholder 21">
            <a:extLst>
              <a:ext uri="{FF2B5EF4-FFF2-40B4-BE49-F238E27FC236}">
                <a16:creationId xmlns:a16="http://schemas.microsoft.com/office/drawing/2014/main" id="{FD9D69FE-23F3-812C-3ACC-AE2894BD9172}"/>
              </a:ext>
            </a:extLst>
          </p:cNvPr>
          <p:cNvSpPr>
            <a:spLocks noGrp="1"/>
          </p:cNvSpPr>
          <p:nvPr>
            <p:ph type="body" sz="quarter" idx="21" hasCustomPrompt="1"/>
          </p:nvPr>
        </p:nvSpPr>
        <p:spPr>
          <a:xfrm>
            <a:off x="7619856"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0" name="Text Placeholder 21">
            <a:extLst>
              <a:ext uri="{FF2B5EF4-FFF2-40B4-BE49-F238E27FC236}">
                <a16:creationId xmlns:a16="http://schemas.microsoft.com/office/drawing/2014/main" id="{252F59B0-6151-E344-B2B2-116430B246C7}"/>
              </a:ext>
            </a:extLst>
          </p:cNvPr>
          <p:cNvSpPr>
            <a:spLocks noGrp="1"/>
          </p:cNvSpPr>
          <p:nvPr>
            <p:ph type="body" sz="quarter" idx="22" hasCustomPrompt="1"/>
          </p:nvPr>
        </p:nvSpPr>
        <p:spPr>
          <a:xfrm>
            <a:off x="9433287"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1" name="Text Placeholder 21">
            <a:extLst>
              <a:ext uri="{FF2B5EF4-FFF2-40B4-BE49-F238E27FC236}">
                <a16:creationId xmlns:a16="http://schemas.microsoft.com/office/drawing/2014/main" id="{69830D92-700A-C79C-B659-C6618BCCDB21}"/>
              </a:ext>
            </a:extLst>
          </p:cNvPr>
          <p:cNvSpPr>
            <a:spLocks noGrp="1"/>
          </p:cNvSpPr>
          <p:nvPr>
            <p:ph type="body" sz="quarter" idx="23" hasCustomPrompt="1"/>
          </p:nvPr>
        </p:nvSpPr>
        <p:spPr>
          <a:xfrm>
            <a:off x="1288236"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2" name="Text Placeholder 21">
            <a:extLst>
              <a:ext uri="{FF2B5EF4-FFF2-40B4-BE49-F238E27FC236}">
                <a16:creationId xmlns:a16="http://schemas.microsoft.com/office/drawing/2014/main" id="{D562C9B1-0C86-1031-CD9D-7DBAE2104845}"/>
              </a:ext>
            </a:extLst>
          </p:cNvPr>
          <p:cNvSpPr>
            <a:spLocks noGrp="1"/>
          </p:cNvSpPr>
          <p:nvPr>
            <p:ph type="body" sz="quarter" idx="24" hasCustomPrompt="1"/>
          </p:nvPr>
        </p:nvSpPr>
        <p:spPr>
          <a:xfrm>
            <a:off x="3091423"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3" name="Text Placeholder 21">
            <a:extLst>
              <a:ext uri="{FF2B5EF4-FFF2-40B4-BE49-F238E27FC236}">
                <a16:creationId xmlns:a16="http://schemas.microsoft.com/office/drawing/2014/main" id="{4DD69F84-832D-B98C-C3FD-FBC09E0282D5}"/>
              </a:ext>
            </a:extLst>
          </p:cNvPr>
          <p:cNvSpPr>
            <a:spLocks noGrp="1"/>
          </p:cNvSpPr>
          <p:nvPr>
            <p:ph type="body" sz="quarter" idx="25" hasCustomPrompt="1"/>
          </p:nvPr>
        </p:nvSpPr>
        <p:spPr>
          <a:xfrm>
            <a:off x="4904855"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4" name="Text Placeholder 21">
            <a:extLst>
              <a:ext uri="{FF2B5EF4-FFF2-40B4-BE49-F238E27FC236}">
                <a16:creationId xmlns:a16="http://schemas.microsoft.com/office/drawing/2014/main" id="{840B2B6B-F616-1B74-97D6-A560E85673B7}"/>
              </a:ext>
            </a:extLst>
          </p:cNvPr>
          <p:cNvSpPr>
            <a:spLocks noGrp="1"/>
          </p:cNvSpPr>
          <p:nvPr>
            <p:ph type="body" sz="quarter" idx="26" hasCustomPrompt="1"/>
          </p:nvPr>
        </p:nvSpPr>
        <p:spPr>
          <a:xfrm>
            <a:off x="6718287"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5" name="Text Placeholder 21">
            <a:extLst>
              <a:ext uri="{FF2B5EF4-FFF2-40B4-BE49-F238E27FC236}">
                <a16:creationId xmlns:a16="http://schemas.microsoft.com/office/drawing/2014/main" id="{6C6BCC3F-5DDA-BDDC-92F2-50437EFDBA59}"/>
              </a:ext>
            </a:extLst>
          </p:cNvPr>
          <p:cNvSpPr>
            <a:spLocks noGrp="1"/>
          </p:cNvSpPr>
          <p:nvPr>
            <p:ph type="body" sz="quarter" idx="27" hasCustomPrompt="1"/>
          </p:nvPr>
        </p:nvSpPr>
        <p:spPr>
          <a:xfrm>
            <a:off x="8531719"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6" name="Text Placeholder 21">
            <a:extLst>
              <a:ext uri="{FF2B5EF4-FFF2-40B4-BE49-F238E27FC236}">
                <a16:creationId xmlns:a16="http://schemas.microsoft.com/office/drawing/2014/main" id="{7D916C72-0B24-79D2-F44C-1098EC9D8ECC}"/>
              </a:ext>
            </a:extLst>
          </p:cNvPr>
          <p:cNvSpPr>
            <a:spLocks noGrp="1"/>
          </p:cNvSpPr>
          <p:nvPr>
            <p:ph type="body" sz="quarter" idx="28" hasCustomPrompt="1"/>
          </p:nvPr>
        </p:nvSpPr>
        <p:spPr>
          <a:xfrm>
            <a:off x="10345150"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2" name="Text Placeholder 21">
            <a:extLst>
              <a:ext uri="{FF2B5EF4-FFF2-40B4-BE49-F238E27FC236}">
                <a16:creationId xmlns:a16="http://schemas.microsoft.com/office/drawing/2014/main" id="{92B37E7A-997B-44CF-E224-E4DAF3F9F432}"/>
              </a:ext>
            </a:extLst>
          </p:cNvPr>
          <p:cNvSpPr>
            <a:spLocks noGrp="1"/>
          </p:cNvSpPr>
          <p:nvPr>
            <p:ph type="body" sz="quarter" idx="41" hasCustomPrompt="1"/>
          </p:nvPr>
        </p:nvSpPr>
        <p:spPr>
          <a:xfrm>
            <a:off x="376373"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4" name="Text Placeholder 21">
            <a:extLst>
              <a:ext uri="{FF2B5EF4-FFF2-40B4-BE49-F238E27FC236}">
                <a16:creationId xmlns:a16="http://schemas.microsoft.com/office/drawing/2014/main" id="{3F75A2C5-1E24-3C50-AD21-E49392F0097C}"/>
              </a:ext>
            </a:extLst>
          </p:cNvPr>
          <p:cNvSpPr>
            <a:spLocks noGrp="1"/>
          </p:cNvSpPr>
          <p:nvPr>
            <p:ph type="body" sz="quarter" idx="42" hasCustomPrompt="1"/>
          </p:nvPr>
        </p:nvSpPr>
        <p:spPr>
          <a:xfrm>
            <a:off x="1284678" y="2171303"/>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5" name="Text Placeholder 21">
            <a:extLst>
              <a:ext uri="{FF2B5EF4-FFF2-40B4-BE49-F238E27FC236}">
                <a16:creationId xmlns:a16="http://schemas.microsoft.com/office/drawing/2014/main" id="{ACD5ACCE-AD34-7E09-62CE-2344CAE32B88}"/>
              </a:ext>
            </a:extLst>
          </p:cNvPr>
          <p:cNvSpPr>
            <a:spLocks noGrp="1"/>
          </p:cNvSpPr>
          <p:nvPr>
            <p:ph type="body" sz="quarter" idx="43" hasCustomPrompt="1"/>
          </p:nvPr>
        </p:nvSpPr>
        <p:spPr>
          <a:xfrm>
            <a:off x="2192982"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6" name="Text Placeholder 21">
            <a:extLst>
              <a:ext uri="{FF2B5EF4-FFF2-40B4-BE49-F238E27FC236}">
                <a16:creationId xmlns:a16="http://schemas.microsoft.com/office/drawing/2014/main" id="{C5BE9D57-5B64-E9FD-DAC5-7D178309A45D}"/>
              </a:ext>
            </a:extLst>
          </p:cNvPr>
          <p:cNvSpPr>
            <a:spLocks noGrp="1"/>
          </p:cNvSpPr>
          <p:nvPr>
            <p:ph type="body" sz="quarter" idx="44" hasCustomPrompt="1"/>
          </p:nvPr>
        </p:nvSpPr>
        <p:spPr>
          <a:xfrm>
            <a:off x="3101286" y="2170287"/>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7" name="Text Placeholder 21">
            <a:extLst>
              <a:ext uri="{FF2B5EF4-FFF2-40B4-BE49-F238E27FC236}">
                <a16:creationId xmlns:a16="http://schemas.microsoft.com/office/drawing/2014/main" id="{F59B0625-4095-8B8C-AD7B-239DA0E0AED6}"/>
              </a:ext>
            </a:extLst>
          </p:cNvPr>
          <p:cNvSpPr>
            <a:spLocks noGrp="1"/>
          </p:cNvSpPr>
          <p:nvPr>
            <p:ph type="body" sz="quarter" idx="45" hasCustomPrompt="1"/>
          </p:nvPr>
        </p:nvSpPr>
        <p:spPr>
          <a:xfrm>
            <a:off x="4003494"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8" name="Text Placeholder 21">
            <a:extLst>
              <a:ext uri="{FF2B5EF4-FFF2-40B4-BE49-F238E27FC236}">
                <a16:creationId xmlns:a16="http://schemas.microsoft.com/office/drawing/2014/main" id="{AE17EEF2-EAA6-95FF-35C0-C7E5C2B1A5F9}"/>
              </a:ext>
            </a:extLst>
          </p:cNvPr>
          <p:cNvSpPr>
            <a:spLocks noGrp="1"/>
          </p:cNvSpPr>
          <p:nvPr>
            <p:ph type="body" sz="quarter" idx="46" hasCustomPrompt="1"/>
          </p:nvPr>
        </p:nvSpPr>
        <p:spPr>
          <a:xfrm>
            <a:off x="4911798" y="2170287"/>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9" name="Text Placeholder 21">
            <a:extLst>
              <a:ext uri="{FF2B5EF4-FFF2-40B4-BE49-F238E27FC236}">
                <a16:creationId xmlns:a16="http://schemas.microsoft.com/office/drawing/2014/main" id="{9D8634A4-706C-38BE-20BD-BE857ACCDCC4}"/>
              </a:ext>
            </a:extLst>
          </p:cNvPr>
          <p:cNvSpPr>
            <a:spLocks noGrp="1"/>
          </p:cNvSpPr>
          <p:nvPr>
            <p:ph type="body" sz="quarter" idx="47" hasCustomPrompt="1"/>
          </p:nvPr>
        </p:nvSpPr>
        <p:spPr>
          <a:xfrm>
            <a:off x="5814006"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0" name="Text Placeholder 21">
            <a:extLst>
              <a:ext uri="{FF2B5EF4-FFF2-40B4-BE49-F238E27FC236}">
                <a16:creationId xmlns:a16="http://schemas.microsoft.com/office/drawing/2014/main" id="{D0798637-9BCC-018F-A561-03B32F90D801}"/>
              </a:ext>
            </a:extLst>
          </p:cNvPr>
          <p:cNvSpPr>
            <a:spLocks noGrp="1"/>
          </p:cNvSpPr>
          <p:nvPr>
            <p:ph type="body" sz="quarter" idx="48" hasCustomPrompt="1"/>
          </p:nvPr>
        </p:nvSpPr>
        <p:spPr>
          <a:xfrm>
            <a:off x="6716214" y="2170287"/>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1" name="Text Placeholder 21">
            <a:extLst>
              <a:ext uri="{FF2B5EF4-FFF2-40B4-BE49-F238E27FC236}">
                <a16:creationId xmlns:a16="http://schemas.microsoft.com/office/drawing/2014/main" id="{17CF1157-ABE4-67D9-934B-57B059AB4F71}"/>
              </a:ext>
            </a:extLst>
          </p:cNvPr>
          <p:cNvSpPr>
            <a:spLocks noGrp="1"/>
          </p:cNvSpPr>
          <p:nvPr>
            <p:ph type="body" sz="quarter" idx="49" hasCustomPrompt="1"/>
          </p:nvPr>
        </p:nvSpPr>
        <p:spPr>
          <a:xfrm>
            <a:off x="8526726" y="2170287"/>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2" name="Text Placeholder 21">
            <a:extLst>
              <a:ext uri="{FF2B5EF4-FFF2-40B4-BE49-F238E27FC236}">
                <a16:creationId xmlns:a16="http://schemas.microsoft.com/office/drawing/2014/main" id="{2EADA4A5-F264-4DF0-9DFC-4FD8462A19FD}"/>
              </a:ext>
            </a:extLst>
          </p:cNvPr>
          <p:cNvSpPr>
            <a:spLocks noGrp="1"/>
          </p:cNvSpPr>
          <p:nvPr>
            <p:ph type="body" sz="quarter" idx="50" hasCustomPrompt="1"/>
          </p:nvPr>
        </p:nvSpPr>
        <p:spPr>
          <a:xfrm>
            <a:off x="7624518"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3" name="Text Placeholder 21">
            <a:extLst>
              <a:ext uri="{FF2B5EF4-FFF2-40B4-BE49-F238E27FC236}">
                <a16:creationId xmlns:a16="http://schemas.microsoft.com/office/drawing/2014/main" id="{219B5D8A-6AC5-6828-B561-E18114374116}"/>
              </a:ext>
            </a:extLst>
          </p:cNvPr>
          <p:cNvSpPr>
            <a:spLocks noGrp="1"/>
          </p:cNvSpPr>
          <p:nvPr>
            <p:ph type="body" sz="quarter" idx="51" hasCustomPrompt="1"/>
          </p:nvPr>
        </p:nvSpPr>
        <p:spPr>
          <a:xfrm>
            <a:off x="9422838"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4" name="Text Placeholder 21">
            <a:extLst>
              <a:ext uri="{FF2B5EF4-FFF2-40B4-BE49-F238E27FC236}">
                <a16:creationId xmlns:a16="http://schemas.microsoft.com/office/drawing/2014/main" id="{96ADF684-8F6F-0239-E44E-A6C5529DBCC1}"/>
              </a:ext>
            </a:extLst>
          </p:cNvPr>
          <p:cNvSpPr>
            <a:spLocks noGrp="1"/>
          </p:cNvSpPr>
          <p:nvPr>
            <p:ph type="body" sz="quarter" idx="52" hasCustomPrompt="1"/>
          </p:nvPr>
        </p:nvSpPr>
        <p:spPr>
          <a:xfrm>
            <a:off x="10349430" y="2170287"/>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Tree>
    <p:extLst>
      <p:ext uri="{BB962C8B-B14F-4D97-AF65-F5344CB8AC3E}">
        <p14:creationId xmlns:p14="http://schemas.microsoft.com/office/powerpoint/2010/main" val="36929414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p:cSld name="Timeline">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 name="Straight Arrow Connector 1">
            <a:extLst>
              <a:ext uri="{FF2B5EF4-FFF2-40B4-BE49-F238E27FC236}">
                <a16:creationId xmlns:a16="http://schemas.microsoft.com/office/drawing/2014/main" id="{1B37142C-AC8C-2718-9A4A-52385ACCEF33}"/>
              </a:ext>
            </a:extLst>
          </p:cNvPr>
          <p:cNvCxnSpPr>
            <a:cxnSpLocks/>
          </p:cNvCxnSpPr>
          <p:nvPr/>
        </p:nvCxnSpPr>
        <p:spPr>
          <a:xfrm>
            <a:off x="2362445" y="1300083"/>
            <a:ext cx="2533795" cy="0"/>
          </a:xfrm>
          <a:prstGeom prst="straightConnector1">
            <a:avLst/>
          </a:prstGeom>
          <a:ln w="25400" cap="rnd">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graphicFrame>
        <p:nvGraphicFramePr>
          <p:cNvPr id="4" name="Diagram 3">
            <a:extLst>
              <a:ext uri="{FF2B5EF4-FFF2-40B4-BE49-F238E27FC236}">
                <a16:creationId xmlns:a16="http://schemas.microsoft.com/office/drawing/2014/main" id="{5B27ED0F-8B7C-B75B-5F49-FB69B8573E3A}"/>
              </a:ext>
            </a:extLst>
          </p:cNvPr>
          <p:cNvGraphicFramePr/>
          <p:nvPr>
            <p:extLst>
              <p:ext uri="{D42A27DB-BD31-4B8C-83A1-F6EECF244321}">
                <p14:modId xmlns:p14="http://schemas.microsoft.com/office/powerpoint/2010/main" val="3104783472"/>
              </p:ext>
            </p:extLst>
          </p:nvPr>
        </p:nvGraphicFramePr>
        <p:xfrm>
          <a:off x="558801" y="1515536"/>
          <a:ext cx="10871201" cy="5010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5" name="Straight Arrow Connector 4">
            <a:extLst>
              <a:ext uri="{FF2B5EF4-FFF2-40B4-BE49-F238E27FC236}">
                <a16:creationId xmlns:a16="http://schemas.microsoft.com/office/drawing/2014/main" id="{FA011B6C-2DE8-7155-138E-0B21B81CC7C3}"/>
              </a:ext>
            </a:extLst>
          </p:cNvPr>
          <p:cNvCxnSpPr>
            <a:cxnSpLocks/>
          </p:cNvCxnSpPr>
          <p:nvPr/>
        </p:nvCxnSpPr>
        <p:spPr>
          <a:xfrm>
            <a:off x="6778328" y="1300083"/>
            <a:ext cx="2533795" cy="0"/>
          </a:xfrm>
          <a:prstGeom prst="straightConnector1">
            <a:avLst/>
          </a:prstGeom>
          <a:ln w="25400" cap="rnd">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706792FE-DA28-F021-D072-B3E6E97D9C66}"/>
              </a:ext>
            </a:extLst>
          </p:cNvPr>
          <p:cNvCxnSpPr>
            <a:cxnSpLocks/>
          </p:cNvCxnSpPr>
          <p:nvPr/>
        </p:nvCxnSpPr>
        <p:spPr>
          <a:xfrm>
            <a:off x="1425960"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Oval 9">
            <a:extLst>
              <a:ext uri="{FF2B5EF4-FFF2-40B4-BE49-F238E27FC236}">
                <a16:creationId xmlns:a16="http://schemas.microsoft.com/office/drawing/2014/main" id="{B3BF8195-6A79-8D52-03C2-088A29CE0B06}"/>
              </a:ext>
            </a:extLst>
          </p:cNvPr>
          <p:cNvSpPr/>
          <p:nvPr/>
        </p:nvSpPr>
        <p:spPr>
          <a:xfrm>
            <a:off x="1078983" y="2960783"/>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11" name="Straight Connector 10">
            <a:extLst>
              <a:ext uri="{FF2B5EF4-FFF2-40B4-BE49-F238E27FC236}">
                <a16:creationId xmlns:a16="http://schemas.microsoft.com/office/drawing/2014/main" id="{684A8C8F-C30D-9147-19BC-90DCD301F2DA}"/>
              </a:ext>
            </a:extLst>
          </p:cNvPr>
          <p:cNvCxnSpPr>
            <a:cxnSpLocks/>
          </p:cNvCxnSpPr>
          <p:nvPr/>
        </p:nvCxnSpPr>
        <p:spPr>
          <a:xfrm>
            <a:off x="3334052"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2" name="Oval 11">
            <a:extLst>
              <a:ext uri="{FF2B5EF4-FFF2-40B4-BE49-F238E27FC236}">
                <a16:creationId xmlns:a16="http://schemas.microsoft.com/office/drawing/2014/main" id="{BED591E7-92B7-2AB6-9CEA-313136DC21BE}"/>
              </a:ext>
            </a:extLst>
          </p:cNvPr>
          <p:cNvSpPr/>
          <p:nvPr/>
        </p:nvSpPr>
        <p:spPr>
          <a:xfrm>
            <a:off x="2987075" y="2960783"/>
            <a:ext cx="693955" cy="6939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13" name="Straight Connector 12">
            <a:extLst>
              <a:ext uri="{FF2B5EF4-FFF2-40B4-BE49-F238E27FC236}">
                <a16:creationId xmlns:a16="http://schemas.microsoft.com/office/drawing/2014/main" id="{D92F8912-9242-4388-BC6A-B5785D1D1FC2}"/>
              </a:ext>
            </a:extLst>
          </p:cNvPr>
          <p:cNvCxnSpPr>
            <a:cxnSpLocks/>
          </p:cNvCxnSpPr>
          <p:nvPr/>
        </p:nvCxnSpPr>
        <p:spPr>
          <a:xfrm>
            <a:off x="5243217"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4" name="Oval 13">
            <a:extLst>
              <a:ext uri="{FF2B5EF4-FFF2-40B4-BE49-F238E27FC236}">
                <a16:creationId xmlns:a16="http://schemas.microsoft.com/office/drawing/2014/main" id="{477727C1-7004-3AC7-41E0-68DF5D0BF426}"/>
              </a:ext>
            </a:extLst>
          </p:cNvPr>
          <p:cNvSpPr/>
          <p:nvPr/>
        </p:nvSpPr>
        <p:spPr>
          <a:xfrm>
            <a:off x="4896240" y="2960783"/>
            <a:ext cx="693955" cy="6939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15" name="Straight Connector 14">
            <a:extLst>
              <a:ext uri="{FF2B5EF4-FFF2-40B4-BE49-F238E27FC236}">
                <a16:creationId xmlns:a16="http://schemas.microsoft.com/office/drawing/2014/main" id="{93B0DA54-6C69-C3C8-4885-28E1F1C46FF3}"/>
              </a:ext>
            </a:extLst>
          </p:cNvPr>
          <p:cNvCxnSpPr>
            <a:cxnSpLocks/>
          </p:cNvCxnSpPr>
          <p:nvPr/>
        </p:nvCxnSpPr>
        <p:spPr>
          <a:xfrm>
            <a:off x="7151309"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Oval 15">
            <a:extLst>
              <a:ext uri="{FF2B5EF4-FFF2-40B4-BE49-F238E27FC236}">
                <a16:creationId xmlns:a16="http://schemas.microsoft.com/office/drawing/2014/main" id="{C2EA9A0C-C583-5006-6412-574610B066E1}"/>
              </a:ext>
            </a:extLst>
          </p:cNvPr>
          <p:cNvSpPr/>
          <p:nvPr/>
        </p:nvSpPr>
        <p:spPr>
          <a:xfrm>
            <a:off x="6804332" y="2960783"/>
            <a:ext cx="693955" cy="6939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17" name="Straight Connector 16">
            <a:extLst>
              <a:ext uri="{FF2B5EF4-FFF2-40B4-BE49-F238E27FC236}">
                <a16:creationId xmlns:a16="http://schemas.microsoft.com/office/drawing/2014/main" id="{3CE8E501-BC3A-9E61-7382-E334328FD02D}"/>
              </a:ext>
            </a:extLst>
          </p:cNvPr>
          <p:cNvCxnSpPr>
            <a:cxnSpLocks/>
          </p:cNvCxnSpPr>
          <p:nvPr/>
        </p:nvCxnSpPr>
        <p:spPr>
          <a:xfrm>
            <a:off x="8886303"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8" name="Oval 17">
            <a:extLst>
              <a:ext uri="{FF2B5EF4-FFF2-40B4-BE49-F238E27FC236}">
                <a16:creationId xmlns:a16="http://schemas.microsoft.com/office/drawing/2014/main" id="{6526B461-D596-9978-3BF3-2A1D82B6AA6A}"/>
              </a:ext>
            </a:extLst>
          </p:cNvPr>
          <p:cNvSpPr/>
          <p:nvPr/>
        </p:nvSpPr>
        <p:spPr>
          <a:xfrm>
            <a:off x="8539325" y="2960783"/>
            <a:ext cx="693955" cy="69395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19" name="Straight Connector 18">
            <a:extLst>
              <a:ext uri="{FF2B5EF4-FFF2-40B4-BE49-F238E27FC236}">
                <a16:creationId xmlns:a16="http://schemas.microsoft.com/office/drawing/2014/main" id="{A34E34BB-0F5F-B941-6152-A02C7106C309}"/>
              </a:ext>
            </a:extLst>
          </p:cNvPr>
          <p:cNvCxnSpPr>
            <a:cxnSpLocks/>
          </p:cNvCxnSpPr>
          <p:nvPr/>
        </p:nvCxnSpPr>
        <p:spPr>
          <a:xfrm>
            <a:off x="10794395"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0" name="Oval 19">
            <a:extLst>
              <a:ext uri="{FF2B5EF4-FFF2-40B4-BE49-F238E27FC236}">
                <a16:creationId xmlns:a16="http://schemas.microsoft.com/office/drawing/2014/main" id="{787D7C30-A2A7-783D-C481-F31975B8E1E7}"/>
              </a:ext>
            </a:extLst>
          </p:cNvPr>
          <p:cNvSpPr/>
          <p:nvPr/>
        </p:nvSpPr>
        <p:spPr>
          <a:xfrm>
            <a:off x="10447417" y="2960783"/>
            <a:ext cx="693955" cy="69395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1" name="Text Placeholder 96">
            <a:extLst>
              <a:ext uri="{FF2B5EF4-FFF2-40B4-BE49-F238E27FC236}">
                <a16:creationId xmlns:a16="http://schemas.microsoft.com/office/drawing/2014/main" id="{9AB01B73-0875-8EF5-98CF-056B0D4DACC4}"/>
              </a:ext>
            </a:extLst>
          </p:cNvPr>
          <p:cNvSpPr>
            <a:spLocks noGrp="1"/>
          </p:cNvSpPr>
          <p:nvPr>
            <p:ph type="body" sz="quarter" idx="17" hasCustomPrompt="1"/>
          </p:nvPr>
        </p:nvSpPr>
        <p:spPr>
          <a:xfrm>
            <a:off x="732186" y="3836853"/>
            <a:ext cx="1387548" cy="539751"/>
          </a:xfrm>
          <a:prstGeom prst="rect">
            <a:avLst/>
          </a:prstGeom>
        </p:spPr>
        <p:txBody>
          <a:bodyPr/>
          <a:lstStyle>
            <a:lvl1pPr marL="0" indent="0" algn="ctr">
              <a:buNone/>
              <a:defRPr sz="1333" b="0"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2" name="Text Placeholder 96">
            <a:extLst>
              <a:ext uri="{FF2B5EF4-FFF2-40B4-BE49-F238E27FC236}">
                <a16:creationId xmlns:a16="http://schemas.microsoft.com/office/drawing/2014/main" id="{844A82A3-500D-DEA2-1B86-C3C751E3AE11}"/>
              </a:ext>
            </a:extLst>
          </p:cNvPr>
          <p:cNvSpPr>
            <a:spLocks noGrp="1"/>
          </p:cNvSpPr>
          <p:nvPr>
            <p:ph type="body" sz="quarter" idx="18" hasCustomPrompt="1"/>
          </p:nvPr>
        </p:nvSpPr>
        <p:spPr>
          <a:xfrm>
            <a:off x="2642685" y="3836853"/>
            <a:ext cx="1387548" cy="539751"/>
          </a:xfrm>
          <a:prstGeom prst="rect">
            <a:avLst/>
          </a:prstGeom>
        </p:spPr>
        <p:txBody>
          <a:bodyPr/>
          <a:lstStyle>
            <a:lvl1pPr marL="0" indent="0" algn="ctr">
              <a:buNone/>
              <a:defRPr sz="1333" b="0"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3" name="Text Placeholder 96">
            <a:extLst>
              <a:ext uri="{FF2B5EF4-FFF2-40B4-BE49-F238E27FC236}">
                <a16:creationId xmlns:a16="http://schemas.microsoft.com/office/drawing/2014/main" id="{BCB7D9E4-3B1F-C748-0E7A-F6BA74C986A3}"/>
              </a:ext>
            </a:extLst>
          </p:cNvPr>
          <p:cNvSpPr>
            <a:spLocks noGrp="1"/>
          </p:cNvSpPr>
          <p:nvPr>
            <p:ph type="body" sz="quarter" idx="19" hasCustomPrompt="1"/>
          </p:nvPr>
        </p:nvSpPr>
        <p:spPr>
          <a:xfrm>
            <a:off x="4553183" y="3836853"/>
            <a:ext cx="1387548" cy="539751"/>
          </a:xfrm>
          <a:prstGeom prst="rect">
            <a:avLst/>
          </a:prstGeom>
        </p:spPr>
        <p:txBody>
          <a:bodyPr/>
          <a:lstStyle>
            <a:lvl1pPr marL="0" indent="0" algn="ctr">
              <a:buNone/>
              <a:defRPr sz="1333" b="0"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4" name="Text Placeholder 96">
            <a:extLst>
              <a:ext uri="{FF2B5EF4-FFF2-40B4-BE49-F238E27FC236}">
                <a16:creationId xmlns:a16="http://schemas.microsoft.com/office/drawing/2014/main" id="{739D6FE7-C3BF-1436-AD50-528CC00827DA}"/>
              </a:ext>
            </a:extLst>
          </p:cNvPr>
          <p:cNvSpPr>
            <a:spLocks noGrp="1"/>
          </p:cNvSpPr>
          <p:nvPr>
            <p:ph type="body" sz="quarter" idx="20" hasCustomPrompt="1"/>
          </p:nvPr>
        </p:nvSpPr>
        <p:spPr>
          <a:xfrm>
            <a:off x="6463682" y="3836853"/>
            <a:ext cx="1387548" cy="539751"/>
          </a:xfrm>
          <a:prstGeom prst="rect">
            <a:avLst/>
          </a:prstGeom>
        </p:spPr>
        <p:txBody>
          <a:bodyPr/>
          <a:lstStyle>
            <a:lvl1pPr marL="0" indent="0" algn="ctr">
              <a:buNone/>
              <a:defRPr sz="1333" b="0"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5" name="Text Placeholder 96">
            <a:extLst>
              <a:ext uri="{FF2B5EF4-FFF2-40B4-BE49-F238E27FC236}">
                <a16:creationId xmlns:a16="http://schemas.microsoft.com/office/drawing/2014/main" id="{50C7C4EF-C88A-974A-716F-A3FBC257AA84}"/>
              </a:ext>
            </a:extLst>
          </p:cNvPr>
          <p:cNvSpPr>
            <a:spLocks noGrp="1"/>
          </p:cNvSpPr>
          <p:nvPr>
            <p:ph type="body" sz="quarter" idx="21" hasCustomPrompt="1"/>
          </p:nvPr>
        </p:nvSpPr>
        <p:spPr>
          <a:xfrm>
            <a:off x="8198214" y="3836853"/>
            <a:ext cx="1387548" cy="539751"/>
          </a:xfrm>
          <a:prstGeom prst="rect">
            <a:avLst/>
          </a:prstGeom>
        </p:spPr>
        <p:txBody>
          <a:bodyPr/>
          <a:lstStyle>
            <a:lvl1pPr marL="0" indent="0" algn="ctr">
              <a:buNone/>
              <a:defRPr sz="1333" b="0"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6" name="Text Placeholder 96">
            <a:extLst>
              <a:ext uri="{FF2B5EF4-FFF2-40B4-BE49-F238E27FC236}">
                <a16:creationId xmlns:a16="http://schemas.microsoft.com/office/drawing/2014/main" id="{C056826D-8C42-474F-6015-53CB2E9370B5}"/>
              </a:ext>
            </a:extLst>
          </p:cNvPr>
          <p:cNvSpPr>
            <a:spLocks noGrp="1"/>
          </p:cNvSpPr>
          <p:nvPr>
            <p:ph type="body" sz="quarter" idx="22" hasCustomPrompt="1"/>
          </p:nvPr>
        </p:nvSpPr>
        <p:spPr>
          <a:xfrm>
            <a:off x="10096143" y="3836853"/>
            <a:ext cx="1387548" cy="539751"/>
          </a:xfrm>
          <a:prstGeom prst="rect">
            <a:avLst/>
          </a:prstGeom>
        </p:spPr>
        <p:txBody>
          <a:bodyPr/>
          <a:lstStyle>
            <a:lvl1pPr marL="0" indent="0" algn="ctr">
              <a:buNone/>
              <a:defRPr sz="1333" b="0"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7" name="Picture Placeholder 112">
            <a:extLst>
              <a:ext uri="{FF2B5EF4-FFF2-40B4-BE49-F238E27FC236}">
                <a16:creationId xmlns:a16="http://schemas.microsoft.com/office/drawing/2014/main" id="{4B653DE1-F4B1-BB2B-5A50-D7DD720D1FD8}"/>
              </a:ext>
            </a:extLst>
          </p:cNvPr>
          <p:cNvSpPr>
            <a:spLocks noGrp="1"/>
          </p:cNvSpPr>
          <p:nvPr>
            <p:ph type="pic" sz="quarter" idx="23" hasCustomPrompt="1"/>
          </p:nvPr>
        </p:nvSpPr>
        <p:spPr>
          <a:xfrm>
            <a:off x="1186108"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89" name="Picture Placeholder 112">
            <a:extLst>
              <a:ext uri="{FF2B5EF4-FFF2-40B4-BE49-F238E27FC236}">
                <a16:creationId xmlns:a16="http://schemas.microsoft.com/office/drawing/2014/main" id="{CBBEED20-FAD9-6D48-FD21-825518FF1D89}"/>
              </a:ext>
            </a:extLst>
          </p:cNvPr>
          <p:cNvSpPr>
            <a:spLocks noGrp="1"/>
          </p:cNvSpPr>
          <p:nvPr>
            <p:ph type="pic" sz="quarter" idx="24" hasCustomPrompt="1"/>
          </p:nvPr>
        </p:nvSpPr>
        <p:spPr>
          <a:xfrm>
            <a:off x="3103256"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0" name="Picture Placeholder 112">
            <a:extLst>
              <a:ext uri="{FF2B5EF4-FFF2-40B4-BE49-F238E27FC236}">
                <a16:creationId xmlns:a16="http://schemas.microsoft.com/office/drawing/2014/main" id="{643E6192-C03B-4EEC-6E4D-7B4C9CB0B43F}"/>
              </a:ext>
            </a:extLst>
          </p:cNvPr>
          <p:cNvSpPr>
            <a:spLocks noGrp="1"/>
          </p:cNvSpPr>
          <p:nvPr>
            <p:ph type="pic" sz="quarter" idx="25" hasCustomPrompt="1"/>
          </p:nvPr>
        </p:nvSpPr>
        <p:spPr>
          <a:xfrm>
            <a:off x="5002734"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1" name="Picture Placeholder 112">
            <a:extLst>
              <a:ext uri="{FF2B5EF4-FFF2-40B4-BE49-F238E27FC236}">
                <a16:creationId xmlns:a16="http://schemas.microsoft.com/office/drawing/2014/main" id="{340DE2F0-1A5F-2B50-7C3E-D059945E6C21}"/>
              </a:ext>
            </a:extLst>
          </p:cNvPr>
          <p:cNvSpPr>
            <a:spLocks noGrp="1"/>
          </p:cNvSpPr>
          <p:nvPr>
            <p:ph type="pic" sz="quarter" idx="26" hasCustomPrompt="1"/>
          </p:nvPr>
        </p:nvSpPr>
        <p:spPr>
          <a:xfrm>
            <a:off x="6919882"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2" name="Picture Placeholder 112">
            <a:extLst>
              <a:ext uri="{FF2B5EF4-FFF2-40B4-BE49-F238E27FC236}">
                <a16:creationId xmlns:a16="http://schemas.microsoft.com/office/drawing/2014/main" id="{D7F5ABD0-ED45-868D-C46B-678B758B70CE}"/>
              </a:ext>
            </a:extLst>
          </p:cNvPr>
          <p:cNvSpPr>
            <a:spLocks noGrp="1"/>
          </p:cNvSpPr>
          <p:nvPr>
            <p:ph type="pic" sz="quarter" idx="27" hasCustomPrompt="1"/>
          </p:nvPr>
        </p:nvSpPr>
        <p:spPr>
          <a:xfrm>
            <a:off x="8642665"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3" name="Picture Placeholder 112">
            <a:extLst>
              <a:ext uri="{FF2B5EF4-FFF2-40B4-BE49-F238E27FC236}">
                <a16:creationId xmlns:a16="http://schemas.microsoft.com/office/drawing/2014/main" id="{742B9DC7-ABDB-88F0-C653-EB43AB2FAB59}"/>
              </a:ext>
            </a:extLst>
          </p:cNvPr>
          <p:cNvSpPr>
            <a:spLocks noGrp="1"/>
          </p:cNvSpPr>
          <p:nvPr>
            <p:ph type="pic" sz="quarter" idx="28" hasCustomPrompt="1"/>
          </p:nvPr>
        </p:nvSpPr>
        <p:spPr>
          <a:xfrm>
            <a:off x="10551136"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4" name="Text Placeholder 33">
            <a:extLst>
              <a:ext uri="{FF2B5EF4-FFF2-40B4-BE49-F238E27FC236}">
                <a16:creationId xmlns:a16="http://schemas.microsoft.com/office/drawing/2014/main" id="{D3655C18-A36E-25B5-394F-DC9C1E74E45D}"/>
              </a:ext>
            </a:extLst>
          </p:cNvPr>
          <p:cNvSpPr>
            <a:spLocks noGrp="1"/>
          </p:cNvSpPr>
          <p:nvPr>
            <p:ph type="body" sz="quarter" idx="29" hasCustomPrompt="1"/>
          </p:nvPr>
        </p:nvSpPr>
        <p:spPr>
          <a:xfrm>
            <a:off x="558801" y="1136526"/>
            <a:ext cx="1803645" cy="287868"/>
          </a:xfrm>
          <a:prstGeom prst="rect">
            <a:avLst/>
          </a:prstGeom>
        </p:spPr>
        <p:txBody>
          <a:bodyPr lIns="0" anchor="ctr"/>
          <a:lstStyle>
            <a:lvl1pPr marL="0" indent="0">
              <a:buNone/>
              <a:defRPr sz="1333">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pPr lvl="0"/>
            <a:r>
              <a:rPr lang="en-US"/>
              <a:t>Other text can go here</a:t>
            </a:r>
          </a:p>
        </p:txBody>
      </p:sp>
      <p:sp>
        <p:nvSpPr>
          <p:cNvPr id="35" name="Text Placeholder 33">
            <a:extLst>
              <a:ext uri="{FF2B5EF4-FFF2-40B4-BE49-F238E27FC236}">
                <a16:creationId xmlns:a16="http://schemas.microsoft.com/office/drawing/2014/main" id="{E1CCC394-C23C-837F-B151-AFCE3205278D}"/>
              </a:ext>
            </a:extLst>
          </p:cNvPr>
          <p:cNvSpPr>
            <a:spLocks noGrp="1"/>
          </p:cNvSpPr>
          <p:nvPr>
            <p:ph type="body" sz="quarter" idx="30" hasCustomPrompt="1"/>
          </p:nvPr>
        </p:nvSpPr>
        <p:spPr>
          <a:xfrm>
            <a:off x="4930080" y="1136526"/>
            <a:ext cx="1803645" cy="287868"/>
          </a:xfrm>
          <a:prstGeom prst="rect">
            <a:avLst/>
          </a:prstGeom>
        </p:spPr>
        <p:txBody>
          <a:bodyPr lIns="0" rIns="0" anchor="ctr"/>
          <a:lstStyle>
            <a:lvl1pPr marL="0" indent="0" algn="ctr">
              <a:buNone/>
              <a:defRPr sz="1333">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pPr lvl="0"/>
            <a:r>
              <a:rPr lang="en-US"/>
              <a:t>Other text can go here</a:t>
            </a:r>
          </a:p>
        </p:txBody>
      </p:sp>
      <p:sp>
        <p:nvSpPr>
          <p:cNvPr id="36" name="Text Placeholder 33">
            <a:extLst>
              <a:ext uri="{FF2B5EF4-FFF2-40B4-BE49-F238E27FC236}">
                <a16:creationId xmlns:a16="http://schemas.microsoft.com/office/drawing/2014/main" id="{E6DE508B-1363-9C4F-A74C-095A897B2F1F}"/>
              </a:ext>
            </a:extLst>
          </p:cNvPr>
          <p:cNvSpPr>
            <a:spLocks noGrp="1"/>
          </p:cNvSpPr>
          <p:nvPr>
            <p:ph type="body" sz="quarter" idx="31" hasCustomPrompt="1"/>
          </p:nvPr>
        </p:nvSpPr>
        <p:spPr>
          <a:xfrm>
            <a:off x="9370743" y="1136526"/>
            <a:ext cx="1803645" cy="287868"/>
          </a:xfrm>
          <a:prstGeom prst="rect">
            <a:avLst/>
          </a:prstGeom>
        </p:spPr>
        <p:txBody>
          <a:bodyPr lIns="0" rIns="0" anchor="ctr"/>
          <a:lstStyle>
            <a:lvl1pPr marL="0" indent="0" algn="l">
              <a:buNone/>
              <a:defRPr sz="1333">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pPr lvl="0"/>
            <a:r>
              <a:rPr lang="en-US"/>
              <a:t>Other text can go here</a:t>
            </a:r>
          </a:p>
        </p:txBody>
      </p:sp>
    </p:spTree>
    <p:extLst>
      <p:ext uri="{BB962C8B-B14F-4D97-AF65-F5344CB8AC3E}">
        <p14:creationId xmlns:p14="http://schemas.microsoft.com/office/powerpoint/2010/main" val="19878756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p:cSld name="Timeline - Year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Text Placeholder 96">
            <a:extLst>
              <a:ext uri="{FF2B5EF4-FFF2-40B4-BE49-F238E27FC236}">
                <a16:creationId xmlns:a16="http://schemas.microsoft.com/office/drawing/2014/main" id="{CF0DB405-A069-CEB3-55AF-1FDA66786D5C}"/>
              </a:ext>
            </a:extLst>
          </p:cNvPr>
          <p:cNvSpPr>
            <a:spLocks noGrp="1"/>
          </p:cNvSpPr>
          <p:nvPr>
            <p:ph type="body" sz="quarter" idx="17" hasCustomPrompt="1"/>
          </p:nvPr>
        </p:nvSpPr>
        <p:spPr>
          <a:xfrm>
            <a:off x="681013"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grpSp>
        <p:nvGrpSpPr>
          <p:cNvPr id="29" name="Group 28">
            <a:extLst>
              <a:ext uri="{FF2B5EF4-FFF2-40B4-BE49-F238E27FC236}">
                <a16:creationId xmlns:a16="http://schemas.microsoft.com/office/drawing/2014/main" id="{F57926C0-8DE1-91BA-1101-24569F95DADA}"/>
              </a:ext>
            </a:extLst>
          </p:cNvPr>
          <p:cNvGrpSpPr/>
          <p:nvPr/>
        </p:nvGrpSpPr>
        <p:grpSpPr>
          <a:xfrm>
            <a:off x="557347" y="1301345"/>
            <a:ext cx="10749924" cy="435315"/>
            <a:chOff x="418010" y="1004341"/>
            <a:chExt cx="8098410" cy="269823"/>
          </a:xfrm>
        </p:grpSpPr>
        <p:sp>
          <p:nvSpPr>
            <p:cNvPr id="30" name="Rectangle 29">
              <a:extLst>
                <a:ext uri="{FF2B5EF4-FFF2-40B4-BE49-F238E27FC236}">
                  <a16:creationId xmlns:a16="http://schemas.microsoft.com/office/drawing/2014/main" id="{4B1E0674-2A1E-3F02-B832-EE60708E1D78}"/>
                </a:ext>
              </a:extLst>
            </p:cNvPr>
            <p:cNvSpPr/>
            <p:nvPr/>
          </p:nvSpPr>
          <p:spPr>
            <a:xfrm>
              <a:off x="418010" y="1004341"/>
              <a:ext cx="2729924" cy="26982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1" name="Rectangle 30">
              <a:extLst>
                <a:ext uri="{FF2B5EF4-FFF2-40B4-BE49-F238E27FC236}">
                  <a16:creationId xmlns:a16="http://schemas.microsoft.com/office/drawing/2014/main" id="{DFEDB199-4183-EFFF-B09C-8A7BFFE50026}"/>
                </a:ext>
              </a:extLst>
            </p:cNvPr>
            <p:cNvSpPr/>
            <p:nvPr/>
          </p:nvSpPr>
          <p:spPr>
            <a:xfrm>
              <a:off x="3147936" y="1004341"/>
              <a:ext cx="2729924" cy="269823"/>
            </a:xfrm>
            <a:prstGeom prst="rect">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Rectangle 31">
              <a:extLst>
                <a:ext uri="{FF2B5EF4-FFF2-40B4-BE49-F238E27FC236}">
                  <a16:creationId xmlns:a16="http://schemas.microsoft.com/office/drawing/2014/main" id="{E1E7EEF0-5914-1675-4243-E3FC76840B8B}"/>
                </a:ext>
              </a:extLst>
            </p:cNvPr>
            <p:cNvSpPr/>
            <p:nvPr/>
          </p:nvSpPr>
          <p:spPr>
            <a:xfrm>
              <a:off x="5877860" y="1004341"/>
              <a:ext cx="2638560" cy="269823"/>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cxnSp>
        <p:nvCxnSpPr>
          <p:cNvPr id="33" name="Straight Arrow Connector 32">
            <a:extLst>
              <a:ext uri="{FF2B5EF4-FFF2-40B4-BE49-F238E27FC236}">
                <a16:creationId xmlns:a16="http://schemas.microsoft.com/office/drawing/2014/main" id="{222BD7E7-9ED7-D4F6-4751-C2AEE641EE65}"/>
              </a:ext>
            </a:extLst>
          </p:cNvPr>
          <p:cNvCxnSpPr>
            <a:cxnSpLocks/>
          </p:cNvCxnSpPr>
          <p:nvPr/>
        </p:nvCxnSpPr>
        <p:spPr>
          <a:xfrm>
            <a:off x="0" y="1736660"/>
            <a:ext cx="11534453"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grpSp>
        <p:nvGrpSpPr>
          <p:cNvPr id="34" name="Group 33">
            <a:extLst>
              <a:ext uri="{FF2B5EF4-FFF2-40B4-BE49-F238E27FC236}">
                <a16:creationId xmlns:a16="http://schemas.microsoft.com/office/drawing/2014/main" id="{D2C21026-3558-22AE-64D8-54B0E38E6B8E}"/>
              </a:ext>
            </a:extLst>
          </p:cNvPr>
          <p:cNvGrpSpPr/>
          <p:nvPr/>
        </p:nvGrpSpPr>
        <p:grpSpPr>
          <a:xfrm>
            <a:off x="1166593" y="1736661"/>
            <a:ext cx="9652707" cy="3165577"/>
            <a:chOff x="873282" y="1302495"/>
            <a:chExt cx="7239530" cy="2374183"/>
          </a:xfrm>
        </p:grpSpPr>
        <p:cxnSp>
          <p:nvCxnSpPr>
            <p:cNvPr id="35" name="Straight Connector 34">
              <a:extLst>
                <a:ext uri="{FF2B5EF4-FFF2-40B4-BE49-F238E27FC236}">
                  <a16:creationId xmlns:a16="http://schemas.microsoft.com/office/drawing/2014/main" id="{47542096-C7C7-C0D8-16AF-18325C070BAB}"/>
                </a:ext>
              </a:extLst>
            </p:cNvPr>
            <p:cNvCxnSpPr>
              <a:cxnSpLocks/>
            </p:cNvCxnSpPr>
            <p:nvPr/>
          </p:nvCxnSpPr>
          <p:spPr>
            <a:xfrm>
              <a:off x="873282"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23B901DC-C631-278E-2C11-1B6A20504B5C}"/>
                </a:ext>
              </a:extLst>
            </p:cNvPr>
            <p:cNvCxnSpPr>
              <a:cxnSpLocks/>
            </p:cNvCxnSpPr>
            <p:nvPr/>
          </p:nvCxnSpPr>
          <p:spPr>
            <a:xfrm>
              <a:off x="2150847"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7D7D5B4C-E74E-5115-C1C6-BA8763E9B4A1}"/>
                </a:ext>
              </a:extLst>
            </p:cNvPr>
            <p:cNvCxnSpPr>
              <a:cxnSpLocks/>
            </p:cNvCxnSpPr>
            <p:nvPr/>
          </p:nvCxnSpPr>
          <p:spPr>
            <a:xfrm>
              <a:off x="3428412"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913373FF-2F8B-5F38-838A-097DD5C300F3}"/>
                </a:ext>
              </a:extLst>
            </p:cNvPr>
            <p:cNvCxnSpPr>
              <a:cxnSpLocks/>
            </p:cNvCxnSpPr>
            <p:nvPr/>
          </p:nvCxnSpPr>
          <p:spPr>
            <a:xfrm>
              <a:off x="4705977"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DD933D21-1314-08ED-3D0E-CB97A549C413}"/>
                </a:ext>
              </a:extLst>
            </p:cNvPr>
            <p:cNvCxnSpPr>
              <a:cxnSpLocks/>
            </p:cNvCxnSpPr>
            <p:nvPr/>
          </p:nvCxnSpPr>
          <p:spPr>
            <a:xfrm>
              <a:off x="5983542"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AE04ED39-FB2E-CFEE-73B3-094DE5C625BA}"/>
                </a:ext>
              </a:extLst>
            </p:cNvPr>
            <p:cNvCxnSpPr>
              <a:cxnSpLocks/>
            </p:cNvCxnSpPr>
            <p:nvPr/>
          </p:nvCxnSpPr>
          <p:spPr>
            <a:xfrm>
              <a:off x="7261107"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C49FF939-B661-215F-2975-8466BBF88248}"/>
                </a:ext>
              </a:extLst>
            </p:cNvPr>
            <p:cNvCxnSpPr>
              <a:cxnSpLocks/>
            </p:cNvCxnSpPr>
            <p:nvPr/>
          </p:nvCxnSpPr>
          <p:spPr>
            <a:xfrm>
              <a:off x="7686962"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B4A1F906-0B4D-A39A-9A9D-339CCE75C1FF}"/>
                </a:ext>
              </a:extLst>
            </p:cNvPr>
            <p:cNvCxnSpPr>
              <a:cxnSpLocks/>
            </p:cNvCxnSpPr>
            <p:nvPr/>
          </p:nvCxnSpPr>
          <p:spPr>
            <a:xfrm>
              <a:off x="6409397"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3873EE5C-27B0-2AC7-FEDC-9D22C786D868}"/>
                </a:ext>
              </a:extLst>
            </p:cNvPr>
            <p:cNvCxnSpPr>
              <a:cxnSpLocks/>
            </p:cNvCxnSpPr>
            <p:nvPr/>
          </p:nvCxnSpPr>
          <p:spPr>
            <a:xfrm>
              <a:off x="5131832"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64875550-ADE3-38B8-8085-D5751A9882C5}"/>
                </a:ext>
              </a:extLst>
            </p:cNvPr>
            <p:cNvCxnSpPr>
              <a:cxnSpLocks/>
            </p:cNvCxnSpPr>
            <p:nvPr/>
          </p:nvCxnSpPr>
          <p:spPr>
            <a:xfrm>
              <a:off x="3854267"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1B80A3F7-0612-304B-31D3-5EFCD0975735}"/>
                </a:ext>
              </a:extLst>
            </p:cNvPr>
            <p:cNvCxnSpPr>
              <a:cxnSpLocks/>
            </p:cNvCxnSpPr>
            <p:nvPr/>
          </p:nvCxnSpPr>
          <p:spPr>
            <a:xfrm>
              <a:off x="2576702"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F78D7A68-C395-BF0F-9D62-4E337534CF96}"/>
                </a:ext>
              </a:extLst>
            </p:cNvPr>
            <p:cNvCxnSpPr>
              <a:cxnSpLocks/>
            </p:cNvCxnSpPr>
            <p:nvPr/>
          </p:nvCxnSpPr>
          <p:spPr>
            <a:xfrm>
              <a:off x="1299137"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A8BC6A0A-A9A4-846C-2EB0-4678E5ED6568}"/>
                </a:ext>
              </a:extLst>
            </p:cNvPr>
            <p:cNvCxnSpPr>
              <a:cxnSpLocks/>
            </p:cNvCxnSpPr>
            <p:nvPr/>
          </p:nvCxnSpPr>
          <p:spPr>
            <a:xfrm>
              <a:off x="172499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464EA321-4893-A381-D5E1-34AA0A899C69}"/>
                </a:ext>
              </a:extLst>
            </p:cNvPr>
            <p:cNvCxnSpPr>
              <a:cxnSpLocks/>
            </p:cNvCxnSpPr>
            <p:nvPr/>
          </p:nvCxnSpPr>
          <p:spPr>
            <a:xfrm>
              <a:off x="3002557"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F2F09CEA-691C-0B5A-85D5-DCAD2D6D07F1}"/>
                </a:ext>
              </a:extLst>
            </p:cNvPr>
            <p:cNvCxnSpPr>
              <a:cxnSpLocks/>
            </p:cNvCxnSpPr>
            <p:nvPr/>
          </p:nvCxnSpPr>
          <p:spPr>
            <a:xfrm>
              <a:off x="428012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7C56ACF3-85AF-934C-D041-453D0F5B498F}"/>
                </a:ext>
              </a:extLst>
            </p:cNvPr>
            <p:cNvCxnSpPr>
              <a:cxnSpLocks/>
            </p:cNvCxnSpPr>
            <p:nvPr/>
          </p:nvCxnSpPr>
          <p:spPr>
            <a:xfrm>
              <a:off x="5557687"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9B4321C1-ADE0-ADB9-53CF-84650F7235EE}"/>
                </a:ext>
              </a:extLst>
            </p:cNvPr>
            <p:cNvCxnSpPr>
              <a:cxnSpLocks/>
            </p:cNvCxnSpPr>
            <p:nvPr/>
          </p:nvCxnSpPr>
          <p:spPr>
            <a:xfrm>
              <a:off x="683525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2" name="Straight Connector 51">
              <a:extLst>
                <a:ext uri="{FF2B5EF4-FFF2-40B4-BE49-F238E27FC236}">
                  <a16:creationId xmlns:a16="http://schemas.microsoft.com/office/drawing/2014/main" id="{338AE4DA-05BE-E43F-CBE6-1CBE09A21D7E}"/>
                </a:ext>
              </a:extLst>
            </p:cNvPr>
            <p:cNvCxnSpPr>
              <a:cxnSpLocks/>
            </p:cNvCxnSpPr>
            <p:nvPr/>
          </p:nvCxnSpPr>
          <p:spPr>
            <a:xfrm>
              <a:off x="811281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53" name="Text Placeholder 44">
            <a:extLst>
              <a:ext uri="{FF2B5EF4-FFF2-40B4-BE49-F238E27FC236}">
                <a16:creationId xmlns:a16="http://schemas.microsoft.com/office/drawing/2014/main" id="{E51C347F-D63A-4EFC-276B-CB1C1675F238}"/>
              </a:ext>
            </a:extLst>
          </p:cNvPr>
          <p:cNvSpPr>
            <a:spLocks noGrp="1"/>
          </p:cNvSpPr>
          <p:nvPr>
            <p:ph type="body" sz="quarter" idx="29" hasCustomPrompt="1"/>
          </p:nvPr>
        </p:nvSpPr>
        <p:spPr>
          <a:xfrm>
            <a:off x="622268" y="1361591"/>
            <a:ext cx="1041400" cy="320608"/>
          </a:xfrm>
          <a:prstGeom prst="rect">
            <a:avLst/>
          </a:prstGeom>
        </p:spPr>
        <p:txBody>
          <a:bodyPr anchor="ctr"/>
          <a:lstStyle>
            <a:lvl1pPr marL="0" indent="0">
              <a:buNone/>
              <a:defRPr sz="1467" b="0" i="0">
                <a:solidFill>
                  <a:schemeClr val="bg1"/>
                </a:solidFill>
                <a:latin typeface="Arial" panose="020B0604020202020204" pitchFamily="34" charset="0"/>
                <a:ea typeface="Inter Medium" panose="02000503000000020004" pitchFamily="2" charset="0"/>
              </a:defRPr>
            </a:lvl1pPr>
          </a:lstStyle>
          <a:p>
            <a:pPr lvl="0"/>
            <a:r>
              <a:rPr lang="en-US"/>
              <a:t>2022</a:t>
            </a:r>
          </a:p>
        </p:txBody>
      </p:sp>
      <p:sp>
        <p:nvSpPr>
          <p:cNvPr id="54" name="Text Placeholder 44">
            <a:extLst>
              <a:ext uri="{FF2B5EF4-FFF2-40B4-BE49-F238E27FC236}">
                <a16:creationId xmlns:a16="http://schemas.microsoft.com/office/drawing/2014/main" id="{8B46A046-AC8C-02AD-2557-29FD14976016}"/>
              </a:ext>
            </a:extLst>
          </p:cNvPr>
          <p:cNvSpPr>
            <a:spLocks noGrp="1"/>
          </p:cNvSpPr>
          <p:nvPr>
            <p:ph type="body" sz="quarter" idx="30" hasCustomPrompt="1"/>
          </p:nvPr>
        </p:nvSpPr>
        <p:spPr>
          <a:xfrm>
            <a:off x="4253553" y="1361591"/>
            <a:ext cx="1041400" cy="320608"/>
          </a:xfrm>
          <a:prstGeom prst="rect">
            <a:avLst/>
          </a:prstGeom>
        </p:spPr>
        <p:txBody>
          <a:bodyPr anchor="ctr"/>
          <a:lstStyle>
            <a:lvl1pPr marL="0" indent="0">
              <a:buNone/>
              <a:defRPr sz="1467" b="0" i="0">
                <a:solidFill>
                  <a:schemeClr val="bg1"/>
                </a:solidFill>
                <a:latin typeface="Arial" panose="020B0604020202020204" pitchFamily="34" charset="0"/>
                <a:ea typeface="Inter Medium" panose="02000503000000020004" pitchFamily="2" charset="0"/>
              </a:defRPr>
            </a:lvl1pPr>
          </a:lstStyle>
          <a:p>
            <a:pPr lvl="0"/>
            <a:r>
              <a:rPr lang="en-US"/>
              <a:t>2023</a:t>
            </a:r>
          </a:p>
        </p:txBody>
      </p:sp>
      <p:sp>
        <p:nvSpPr>
          <p:cNvPr id="55" name="Text Placeholder 44">
            <a:extLst>
              <a:ext uri="{FF2B5EF4-FFF2-40B4-BE49-F238E27FC236}">
                <a16:creationId xmlns:a16="http://schemas.microsoft.com/office/drawing/2014/main" id="{F97A28E6-A04D-8C11-0773-2C5D6BCBAF9F}"/>
              </a:ext>
            </a:extLst>
          </p:cNvPr>
          <p:cNvSpPr>
            <a:spLocks noGrp="1"/>
          </p:cNvSpPr>
          <p:nvPr>
            <p:ph type="body" sz="quarter" idx="31" hasCustomPrompt="1"/>
          </p:nvPr>
        </p:nvSpPr>
        <p:spPr>
          <a:xfrm>
            <a:off x="7867297" y="1361591"/>
            <a:ext cx="1041400" cy="320608"/>
          </a:xfrm>
          <a:prstGeom prst="rect">
            <a:avLst/>
          </a:prstGeom>
        </p:spPr>
        <p:txBody>
          <a:bodyPr anchor="ctr"/>
          <a:lstStyle>
            <a:lvl1pPr marL="0" indent="0">
              <a:buNone/>
              <a:defRPr sz="1467" b="0" i="0">
                <a:solidFill>
                  <a:schemeClr val="bg1"/>
                </a:solidFill>
                <a:latin typeface="Arial" panose="020B0604020202020204" pitchFamily="34" charset="0"/>
                <a:ea typeface="Inter Medium" panose="02000503000000020004" pitchFamily="2" charset="0"/>
              </a:defRPr>
            </a:lvl1pPr>
          </a:lstStyle>
          <a:p>
            <a:pPr lvl="0"/>
            <a:r>
              <a:rPr lang="en-US"/>
              <a:t>2024</a:t>
            </a:r>
          </a:p>
        </p:txBody>
      </p:sp>
      <p:sp>
        <p:nvSpPr>
          <p:cNvPr id="56" name="Text Placeholder 96">
            <a:extLst>
              <a:ext uri="{FF2B5EF4-FFF2-40B4-BE49-F238E27FC236}">
                <a16:creationId xmlns:a16="http://schemas.microsoft.com/office/drawing/2014/main" id="{74030C49-4C03-FC32-D318-9FD796BE2009}"/>
              </a:ext>
            </a:extLst>
          </p:cNvPr>
          <p:cNvSpPr>
            <a:spLocks noGrp="1"/>
          </p:cNvSpPr>
          <p:nvPr>
            <p:ph type="body" sz="quarter" idx="32" hasCustomPrompt="1"/>
          </p:nvPr>
        </p:nvSpPr>
        <p:spPr>
          <a:xfrm>
            <a:off x="681013" y="3778764"/>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57" name="Text Placeholder 96">
            <a:extLst>
              <a:ext uri="{FF2B5EF4-FFF2-40B4-BE49-F238E27FC236}">
                <a16:creationId xmlns:a16="http://schemas.microsoft.com/office/drawing/2014/main" id="{98B7230F-BA2B-FC74-7665-E4464DDBF2E5}"/>
              </a:ext>
            </a:extLst>
          </p:cNvPr>
          <p:cNvSpPr>
            <a:spLocks noGrp="1"/>
          </p:cNvSpPr>
          <p:nvPr>
            <p:ph type="body" sz="quarter" idx="33" hasCustomPrompt="1"/>
          </p:nvPr>
        </p:nvSpPr>
        <p:spPr>
          <a:xfrm>
            <a:off x="2382984"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58" name="Text Placeholder 96">
            <a:extLst>
              <a:ext uri="{FF2B5EF4-FFF2-40B4-BE49-F238E27FC236}">
                <a16:creationId xmlns:a16="http://schemas.microsoft.com/office/drawing/2014/main" id="{4C643076-DA4B-956D-0DF8-B83787FD17C2}"/>
              </a:ext>
            </a:extLst>
          </p:cNvPr>
          <p:cNvSpPr>
            <a:spLocks noGrp="1"/>
          </p:cNvSpPr>
          <p:nvPr>
            <p:ph type="body" sz="quarter" idx="34" hasCustomPrompt="1"/>
          </p:nvPr>
        </p:nvSpPr>
        <p:spPr>
          <a:xfrm>
            <a:off x="2382984" y="3778764"/>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59" name="Text Placeholder 96">
            <a:extLst>
              <a:ext uri="{FF2B5EF4-FFF2-40B4-BE49-F238E27FC236}">
                <a16:creationId xmlns:a16="http://schemas.microsoft.com/office/drawing/2014/main" id="{EE5477A7-223C-7236-FBFA-14179A92597C}"/>
              </a:ext>
            </a:extLst>
          </p:cNvPr>
          <p:cNvSpPr>
            <a:spLocks noGrp="1"/>
          </p:cNvSpPr>
          <p:nvPr>
            <p:ph type="body" sz="quarter" idx="35" hasCustomPrompt="1"/>
          </p:nvPr>
        </p:nvSpPr>
        <p:spPr>
          <a:xfrm>
            <a:off x="4093137"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0" name="Text Placeholder 96">
            <a:extLst>
              <a:ext uri="{FF2B5EF4-FFF2-40B4-BE49-F238E27FC236}">
                <a16:creationId xmlns:a16="http://schemas.microsoft.com/office/drawing/2014/main" id="{169A8A63-202F-21E1-A407-4EED4C83A27A}"/>
              </a:ext>
            </a:extLst>
          </p:cNvPr>
          <p:cNvSpPr>
            <a:spLocks noGrp="1"/>
          </p:cNvSpPr>
          <p:nvPr>
            <p:ph type="body" sz="quarter" idx="36" hasCustomPrompt="1"/>
          </p:nvPr>
        </p:nvSpPr>
        <p:spPr>
          <a:xfrm>
            <a:off x="4093137" y="3778764"/>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1" name="Text Placeholder 96">
            <a:extLst>
              <a:ext uri="{FF2B5EF4-FFF2-40B4-BE49-F238E27FC236}">
                <a16:creationId xmlns:a16="http://schemas.microsoft.com/office/drawing/2014/main" id="{7483EC62-B3A9-DF4C-F472-32308C193328}"/>
              </a:ext>
            </a:extLst>
          </p:cNvPr>
          <p:cNvSpPr>
            <a:spLocks noGrp="1"/>
          </p:cNvSpPr>
          <p:nvPr>
            <p:ph type="body" sz="quarter" idx="37" hasCustomPrompt="1"/>
          </p:nvPr>
        </p:nvSpPr>
        <p:spPr>
          <a:xfrm>
            <a:off x="5786923"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2" name="Text Placeholder 96">
            <a:extLst>
              <a:ext uri="{FF2B5EF4-FFF2-40B4-BE49-F238E27FC236}">
                <a16:creationId xmlns:a16="http://schemas.microsoft.com/office/drawing/2014/main" id="{F2FB357A-9C78-AF3E-BD4C-C4543B36CC94}"/>
              </a:ext>
            </a:extLst>
          </p:cNvPr>
          <p:cNvSpPr>
            <a:spLocks noGrp="1"/>
          </p:cNvSpPr>
          <p:nvPr>
            <p:ph type="body" sz="quarter" idx="38" hasCustomPrompt="1"/>
          </p:nvPr>
        </p:nvSpPr>
        <p:spPr>
          <a:xfrm>
            <a:off x="5786923" y="3778764"/>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3" name="Text Placeholder 96">
            <a:extLst>
              <a:ext uri="{FF2B5EF4-FFF2-40B4-BE49-F238E27FC236}">
                <a16:creationId xmlns:a16="http://schemas.microsoft.com/office/drawing/2014/main" id="{3AC7CB2A-7532-49F8-2930-1C7984507F56}"/>
              </a:ext>
            </a:extLst>
          </p:cNvPr>
          <p:cNvSpPr>
            <a:spLocks noGrp="1"/>
          </p:cNvSpPr>
          <p:nvPr>
            <p:ph type="body" sz="quarter" idx="39" hasCustomPrompt="1"/>
          </p:nvPr>
        </p:nvSpPr>
        <p:spPr>
          <a:xfrm>
            <a:off x="7497077"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4" name="Text Placeholder 96">
            <a:extLst>
              <a:ext uri="{FF2B5EF4-FFF2-40B4-BE49-F238E27FC236}">
                <a16:creationId xmlns:a16="http://schemas.microsoft.com/office/drawing/2014/main" id="{F84ACECC-C641-E277-127D-7BFA11BB1F31}"/>
              </a:ext>
            </a:extLst>
          </p:cNvPr>
          <p:cNvSpPr>
            <a:spLocks noGrp="1"/>
          </p:cNvSpPr>
          <p:nvPr>
            <p:ph type="body" sz="quarter" idx="40" hasCustomPrompt="1"/>
          </p:nvPr>
        </p:nvSpPr>
        <p:spPr>
          <a:xfrm>
            <a:off x="7497077" y="3778764"/>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5" name="Text Placeholder 96">
            <a:extLst>
              <a:ext uri="{FF2B5EF4-FFF2-40B4-BE49-F238E27FC236}">
                <a16:creationId xmlns:a16="http://schemas.microsoft.com/office/drawing/2014/main" id="{DD0CC851-C132-8DF1-318B-DA4AD1BFE2CD}"/>
              </a:ext>
            </a:extLst>
          </p:cNvPr>
          <p:cNvSpPr>
            <a:spLocks noGrp="1"/>
          </p:cNvSpPr>
          <p:nvPr>
            <p:ph type="body" sz="quarter" idx="41" hasCustomPrompt="1"/>
          </p:nvPr>
        </p:nvSpPr>
        <p:spPr>
          <a:xfrm>
            <a:off x="9199046"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6" name="Text Placeholder 96">
            <a:extLst>
              <a:ext uri="{FF2B5EF4-FFF2-40B4-BE49-F238E27FC236}">
                <a16:creationId xmlns:a16="http://schemas.microsoft.com/office/drawing/2014/main" id="{B03622B1-B59D-4ED4-74C8-1FB587C203E4}"/>
              </a:ext>
            </a:extLst>
          </p:cNvPr>
          <p:cNvSpPr>
            <a:spLocks noGrp="1"/>
          </p:cNvSpPr>
          <p:nvPr>
            <p:ph type="body" sz="quarter" idx="42" hasCustomPrompt="1"/>
          </p:nvPr>
        </p:nvSpPr>
        <p:spPr>
          <a:xfrm>
            <a:off x="9199046" y="3778764"/>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7" name="Text Placeholder 96">
            <a:extLst>
              <a:ext uri="{FF2B5EF4-FFF2-40B4-BE49-F238E27FC236}">
                <a16:creationId xmlns:a16="http://schemas.microsoft.com/office/drawing/2014/main" id="{476DD573-D5AB-3B3A-E7F8-B9A3390137EC}"/>
              </a:ext>
            </a:extLst>
          </p:cNvPr>
          <p:cNvSpPr>
            <a:spLocks noGrp="1"/>
          </p:cNvSpPr>
          <p:nvPr>
            <p:ph type="body" sz="quarter" idx="43" hasCustomPrompt="1"/>
          </p:nvPr>
        </p:nvSpPr>
        <p:spPr>
          <a:xfrm>
            <a:off x="1818075"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8" name="Text Placeholder 96">
            <a:extLst>
              <a:ext uri="{FF2B5EF4-FFF2-40B4-BE49-F238E27FC236}">
                <a16:creationId xmlns:a16="http://schemas.microsoft.com/office/drawing/2014/main" id="{D848EA30-DE3C-412F-E0B1-485E41A24333}"/>
              </a:ext>
            </a:extLst>
          </p:cNvPr>
          <p:cNvSpPr>
            <a:spLocks noGrp="1"/>
          </p:cNvSpPr>
          <p:nvPr>
            <p:ph type="body" sz="quarter" idx="44" hasCustomPrompt="1"/>
          </p:nvPr>
        </p:nvSpPr>
        <p:spPr>
          <a:xfrm>
            <a:off x="1818075" y="2624300"/>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9" name="Text Placeholder 96">
            <a:extLst>
              <a:ext uri="{FF2B5EF4-FFF2-40B4-BE49-F238E27FC236}">
                <a16:creationId xmlns:a16="http://schemas.microsoft.com/office/drawing/2014/main" id="{7FC70D6A-51D3-9DF1-C7C9-172BD606A1EA}"/>
              </a:ext>
            </a:extLst>
          </p:cNvPr>
          <p:cNvSpPr>
            <a:spLocks noGrp="1"/>
          </p:cNvSpPr>
          <p:nvPr>
            <p:ph type="body" sz="quarter" idx="45" hasCustomPrompt="1"/>
          </p:nvPr>
        </p:nvSpPr>
        <p:spPr>
          <a:xfrm>
            <a:off x="3520046"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0" name="Text Placeholder 96">
            <a:extLst>
              <a:ext uri="{FF2B5EF4-FFF2-40B4-BE49-F238E27FC236}">
                <a16:creationId xmlns:a16="http://schemas.microsoft.com/office/drawing/2014/main" id="{03868819-F031-82B3-6D61-9A8B971792E4}"/>
              </a:ext>
            </a:extLst>
          </p:cNvPr>
          <p:cNvSpPr>
            <a:spLocks noGrp="1"/>
          </p:cNvSpPr>
          <p:nvPr>
            <p:ph type="body" sz="quarter" idx="46" hasCustomPrompt="1"/>
          </p:nvPr>
        </p:nvSpPr>
        <p:spPr>
          <a:xfrm>
            <a:off x="3520046" y="2624300"/>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1" name="Text Placeholder 96">
            <a:extLst>
              <a:ext uri="{FF2B5EF4-FFF2-40B4-BE49-F238E27FC236}">
                <a16:creationId xmlns:a16="http://schemas.microsoft.com/office/drawing/2014/main" id="{5D7BA919-67C0-97F0-DE57-D4D567FEE8B5}"/>
              </a:ext>
            </a:extLst>
          </p:cNvPr>
          <p:cNvSpPr>
            <a:spLocks noGrp="1"/>
          </p:cNvSpPr>
          <p:nvPr>
            <p:ph type="body" sz="quarter" idx="47" hasCustomPrompt="1"/>
          </p:nvPr>
        </p:nvSpPr>
        <p:spPr>
          <a:xfrm>
            <a:off x="5230200"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2" name="Text Placeholder 96">
            <a:extLst>
              <a:ext uri="{FF2B5EF4-FFF2-40B4-BE49-F238E27FC236}">
                <a16:creationId xmlns:a16="http://schemas.microsoft.com/office/drawing/2014/main" id="{566BD96F-C667-0AB2-7C97-3A5943CA4FE1}"/>
              </a:ext>
            </a:extLst>
          </p:cNvPr>
          <p:cNvSpPr>
            <a:spLocks noGrp="1"/>
          </p:cNvSpPr>
          <p:nvPr>
            <p:ph type="body" sz="quarter" idx="48" hasCustomPrompt="1"/>
          </p:nvPr>
        </p:nvSpPr>
        <p:spPr>
          <a:xfrm>
            <a:off x="5230200" y="2624300"/>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3" name="Text Placeholder 96">
            <a:extLst>
              <a:ext uri="{FF2B5EF4-FFF2-40B4-BE49-F238E27FC236}">
                <a16:creationId xmlns:a16="http://schemas.microsoft.com/office/drawing/2014/main" id="{A641BCD7-7D2B-53D2-CE84-3C6864162589}"/>
              </a:ext>
            </a:extLst>
          </p:cNvPr>
          <p:cNvSpPr>
            <a:spLocks noGrp="1"/>
          </p:cNvSpPr>
          <p:nvPr>
            <p:ph type="body" sz="quarter" idx="49" hasCustomPrompt="1"/>
          </p:nvPr>
        </p:nvSpPr>
        <p:spPr>
          <a:xfrm>
            <a:off x="6923986"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4" name="Text Placeholder 96">
            <a:extLst>
              <a:ext uri="{FF2B5EF4-FFF2-40B4-BE49-F238E27FC236}">
                <a16:creationId xmlns:a16="http://schemas.microsoft.com/office/drawing/2014/main" id="{2910FB5E-919F-0EC5-05A0-EAC342F16F2F}"/>
              </a:ext>
            </a:extLst>
          </p:cNvPr>
          <p:cNvSpPr>
            <a:spLocks noGrp="1"/>
          </p:cNvSpPr>
          <p:nvPr>
            <p:ph type="body" sz="quarter" idx="50" hasCustomPrompt="1"/>
          </p:nvPr>
        </p:nvSpPr>
        <p:spPr>
          <a:xfrm>
            <a:off x="6923986" y="2624300"/>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5" name="Text Placeholder 96">
            <a:extLst>
              <a:ext uri="{FF2B5EF4-FFF2-40B4-BE49-F238E27FC236}">
                <a16:creationId xmlns:a16="http://schemas.microsoft.com/office/drawing/2014/main" id="{1820A3BC-D41C-B6C8-3772-21FC09AA5A3D}"/>
              </a:ext>
            </a:extLst>
          </p:cNvPr>
          <p:cNvSpPr>
            <a:spLocks noGrp="1"/>
          </p:cNvSpPr>
          <p:nvPr>
            <p:ph type="body" sz="quarter" idx="51" hasCustomPrompt="1"/>
          </p:nvPr>
        </p:nvSpPr>
        <p:spPr>
          <a:xfrm>
            <a:off x="8634140"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6" name="Text Placeholder 96">
            <a:extLst>
              <a:ext uri="{FF2B5EF4-FFF2-40B4-BE49-F238E27FC236}">
                <a16:creationId xmlns:a16="http://schemas.microsoft.com/office/drawing/2014/main" id="{23180EA2-0F54-F938-E81A-B2BFE107258D}"/>
              </a:ext>
            </a:extLst>
          </p:cNvPr>
          <p:cNvSpPr>
            <a:spLocks noGrp="1"/>
          </p:cNvSpPr>
          <p:nvPr>
            <p:ph type="body" sz="quarter" idx="52" hasCustomPrompt="1"/>
          </p:nvPr>
        </p:nvSpPr>
        <p:spPr>
          <a:xfrm>
            <a:off x="8634140" y="2624300"/>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7" name="Text Placeholder 96">
            <a:extLst>
              <a:ext uri="{FF2B5EF4-FFF2-40B4-BE49-F238E27FC236}">
                <a16:creationId xmlns:a16="http://schemas.microsoft.com/office/drawing/2014/main" id="{82571EFB-CD16-0B19-305A-ECB87CFEC4AF}"/>
              </a:ext>
            </a:extLst>
          </p:cNvPr>
          <p:cNvSpPr>
            <a:spLocks noGrp="1"/>
          </p:cNvSpPr>
          <p:nvPr>
            <p:ph type="body" sz="quarter" idx="53" hasCustomPrompt="1"/>
          </p:nvPr>
        </p:nvSpPr>
        <p:spPr>
          <a:xfrm>
            <a:off x="10336109"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8" name="Text Placeholder 96">
            <a:extLst>
              <a:ext uri="{FF2B5EF4-FFF2-40B4-BE49-F238E27FC236}">
                <a16:creationId xmlns:a16="http://schemas.microsoft.com/office/drawing/2014/main" id="{61CD34A3-92F8-5FBB-D9ED-F075032105D7}"/>
              </a:ext>
            </a:extLst>
          </p:cNvPr>
          <p:cNvSpPr>
            <a:spLocks noGrp="1"/>
          </p:cNvSpPr>
          <p:nvPr>
            <p:ph type="body" sz="quarter" idx="54" hasCustomPrompt="1"/>
          </p:nvPr>
        </p:nvSpPr>
        <p:spPr>
          <a:xfrm>
            <a:off x="10336109" y="2624300"/>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9" name="Text Placeholder 96">
            <a:extLst>
              <a:ext uri="{FF2B5EF4-FFF2-40B4-BE49-F238E27FC236}">
                <a16:creationId xmlns:a16="http://schemas.microsoft.com/office/drawing/2014/main" id="{60C67698-A7AE-623D-6247-1088472213DC}"/>
              </a:ext>
            </a:extLst>
          </p:cNvPr>
          <p:cNvSpPr>
            <a:spLocks noGrp="1"/>
          </p:cNvSpPr>
          <p:nvPr>
            <p:ph type="body" sz="quarter" idx="55" hasCustomPrompt="1"/>
          </p:nvPr>
        </p:nvSpPr>
        <p:spPr>
          <a:xfrm>
            <a:off x="1250540"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0" name="Text Placeholder 96">
            <a:extLst>
              <a:ext uri="{FF2B5EF4-FFF2-40B4-BE49-F238E27FC236}">
                <a16:creationId xmlns:a16="http://schemas.microsoft.com/office/drawing/2014/main" id="{BC95A9E9-D2BA-FCF2-41D0-85EA1199574B}"/>
              </a:ext>
            </a:extLst>
          </p:cNvPr>
          <p:cNvSpPr>
            <a:spLocks noGrp="1"/>
          </p:cNvSpPr>
          <p:nvPr>
            <p:ph type="body" sz="quarter" idx="56" hasCustomPrompt="1"/>
          </p:nvPr>
        </p:nvSpPr>
        <p:spPr>
          <a:xfrm>
            <a:off x="1250540" y="4987175"/>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1" name="Text Placeholder 96">
            <a:extLst>
              <a:ext uri="{FF2B5EF4-FFF2-40B4-BE49-F238E27FC236}">
                <a16:creationId xmlns:a16="http://schemas.microsoft.com/office/drawing/2014/main" id="{5028209C-B348-A1E8-C247-C259D418FC81}"/>
              </a:ext>
            </a:extLst>
          </p:cNvPr>
          <p:cNvSpPr>
            <a:spLocks noGrp="1"/>
          </p:cNvSpPr>
          <p:nvPr>
            <p:ph type="body" sz="quarter" idx="57" hasCustomPrompt="1"/>
          </p:nvPr>
        </p:nvSpPr>
        <p:spPr>
          <a:xfrm>
            <a:off x="2952510"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2" name="Text Placeholder 96">
            <a:extLst>
              <a:ext uri="{FF2B5EF4-FFF2-40B4-BE49-F238E27FC236}">
                <a16:creationId xmlns:a16="http://schemas.microsoft.com/office/drawing/2014/main" id="{50B87DD6-7A1F-AE75-9E14-D126426C6307}"/>
              </a:ext>
            </a:extLst>
          </p:cNvPr>
          <p:cNvSpPr>
            <a:spLocks noGrp="1"/>
          </p:cNvSpPr>
          <p:nvPr>
            <p:ph type="body" sz="quarter" idx="58" hasCustomPrompt="1"/>
          </p:nvPr>
        </p:nvSpPr>
        <p:spPr>
          <a:xfrm>
            <a:off x="2952510" y="4987175"/>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3" name="Text Placeholder 96">
            <a:extLst>
              <a:ext uri="{FF2B5EF4-FFF2-40B4-BE49-F238E27FC236}">
                <a16:creationId xmlns:a16="http://schemas.microsoft.com/office/drawing/2014/main" id="{70AA3CB1-DA88-56B6-55A0-13E210136AF2}"/>
              </a:ext>
            </a:extLst>
          </p:cNvPr>
          <p:cNvSpPr>
            <a:spLocks noGrp="1"/>
          </p:cNvSpPr>
          <p:nvPr>
            <p:ph type="body" sz="quarter" idx="59" hasCustomPrompt="1"/>
          </p:nvPr>
        </p:nvSpPr>
        <p:spPr>
          <a:xfrm>
            <a:off x="4662664"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4" name="Text Placeholder 96">
            <a:extLst>
              <a:ext uri="{FF2B5EF4-FFF2-40B4-BE49-F238E27FC236}">
                <a16:creationId xmlns:a16="http://schemas.microsoft.com/office/drawing/2014/main" id="{0425BDD6-5338-BE68-3737-2D176416E5DB}"/>
              </a:ext>
            </a:extLst>
          </p:cNvPr>
          <p:cNvSpPr>
            <a:spLocks noGrp="1"/>
          </p:cNvSpPr>
          <p:nvPr>
            <p:ph type="body" sz="quarter" idx="60" hasCustomPrompt="1"/>
          </p:nvPr>
        </p:nvSpPr>
        <p:spPr>
          <a:xfrm>
            <a:off x="4662664" y="4987175"/>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5" name="Text Placeholder 96">
            <a:extLst>
              <a:ext uri="{FF2B5EF4-FFF2-40B4-BE49-F238E27FC236}">
                <a16:creationId xmlns:a16="http://schemas.microsoft.com/office/drawing/2014/main" id="{FAD30B2C-BE6B-9F08-4C15-EDE97BEE65E9}"/>
              </a:ext>
            </a:extLst>
          </p:cNvPr>
          <p:cNvSpPr>
            <a:spLocks noGrp="1"/>
          </p:cNvSpPr>
          <p:nvPr>
            <p:ph type="body" sz="quarter" idx="61" hasCustomPrompt="1"/>
          </p:nvPr>
        </p:nvSpPr>
        <p:spPr>
          <a:xfrm>
            <a:off x="6356450"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6" name="Text Placeholder 96">
            <a:extLst>
              <a:ext uri="{FF2B5EF4-FFF2-40B4-BE49-F238E27FC236}">
                <a16:creationId xmlns:a16="http://schemas.microsoft.com/office/drawing/2014/main" id="{3361EBB6-5199-1A90-D549-1C2185FC818F}"/>
              </a:ext>
            </a:extLst>
          </p:cNvPr>
          <p:cNvSpPr>
            <a:spLocks noGrp="1"/>
          </p:cNvSpPr>
          <p:nvPr>
            <p:ph type="body" sz="quarter" idx="62" hasCustomPrompt="1"/>
          </p:nvPr>
        </p:nvSpPr>
        <p:spPr>
          <a:xfrm>
            <a:off x="6356450" y="4987175"/>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7" name="Text Placeholder 96">
            <a:extLst>
              <a:ext uri="{FF2B5EF4-FFF2-40B4-BE49-F238E27FC236}">
                <a16:creationId xmlns:a16="http://schemas.microsoft.com/office/drawing/2014/main" id="{4596A3E0-295B-471A-072C-D8E53257F0A9}"/>
              </a:ext>
            </a:extLst>
          </p:cNvPr>
          <p:cNvSpPr>
            <a:spLocks noGrp="1"/>
          </p:cNvSpPr>
          <p:nvPr>
            <p:ph type="body" sz="quarter" idx="63" hasCustomPrompt="1"/>
          </p:nvPr>
        </p:nvSpPr>
        <p:spPr>
          <a:xfrm>
            <a:off x="8066604"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8" name="Text Placeholder 96">
            <a:extLst>
              <a:ext uri="{FF2B5EF4-FFF2-40B4-BE49-F238E27FC236}">
                <a16:creationId xmlns:a16="http://schemas.microsoft.com/office/drawing/2014/main" id="{0ED1B4A9-B2B1-C63E-38B0-602083F5DE1F}"/>
              </a:ext>
            </a:extLst>
          </p:cNvPr>
          <p:cNvSpPr>
            <a:spLocks noGrp="1"/>
          </p:cNvSpPr>
          <p:nvPr>
            <p:ph type="body" sz="quarter" idx="64" hasCustomPrompt="1"/>
          </p:nvPr>
        </p:nvSpPr>
        <p:spPr>
          <a:xfrm>
            <a:off x="8066604" y="4987175"/>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94" name="Text Placeholder 96">
            <a:extLst>
              <a:ext uri="{FF2B5EF4-FFF2-40B4-BE49-F238E27FC236}">
                <a16:creationId xmlns:a16="http://schemas.microsoft.com/office/drawing/2014/main" id="{69AEAB01-CFD5-28A9-5BB9-5B82E3186E68}"/>
              </a:ext>
            </a:extLst>
          </p:cNvPr>
          <p:cNvSpPr>
            <a:spLocks noGrp="1"/>
          </p:cNvSpPr>
          <p:nvPr>
            <p:ph type="body" sz="quarter" idx="65" hasCustomPrompt="1"/>
          </p:nvPr>
        </p:nvSpPr>
        <p:spPr>
          <a:xfrm>
            <a:off x="9768573"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95" name="Text Placeholder 96">
            <a:extLst>
              <a:ext uri="{FF2B5EF4-FFF2-40B4-BE49-F238E27FC236}">
                <a16:creationId xmlns:a16="http://schemas.microsoft.com/office/drawing/2014/main" id="{CAC69FCE-4169-2689-4CD6-7E94037C7FDA}"/>
              </a:ext>
            </a:extLst>
          </p:cNvPr>
          <p:cNvSpPr>
            <a:spLocks noGrp="1"/>
          </p:cNvSpPr>
          <p:nvPr>
            <p:ph type="body" sz="quarter" idx="66" hasCustomPrompt="1"/>
          </p:nvPr>
        </p:nvSpPr>
        <p:spPr>
          <a:xfrm>
            <a:off x="9768573" y="4987175"/>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Tree>
    <p:extLst>
      <p:ext uri="{BB962C8B-B14F-4D97-AF65-F5344CB8AC3E}">
        <p14:creationId xmlns:p14="http://schemas.microsoft.com/office/powerpoint/2010/main" val="13902928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p:cSld name="Timeline - Multiple year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2" name="Group 1">
            <a:extLst>
              <a:ext uri="{FF2B5EF4-FFF2-40B4-BE49-F238E27FC236}">
                <a16:creationId xmlns:a16="http://schemas.microsoft.com/office/drawing/2014/main" id="{E217F946-351D-E98C-D001-8F13151DCF52}"/>
              </a:ext>
            </a:extLst>
          </p:cNvPr>
          <p:cNvGrpSpPr/>
          <p:nvPr/>
        </p:nvGrpSpPr>
        <p:grpSpPr>
          <a:xfrm>
            <a:off x="557347" y="1301345"/>
            <a:ext cx="10871201" cy="435315"/>
            <a:chOff x="418010" y="976009"/>
            <a:chExt cx="8923953" cy="326486"/>
          </a:xfrm>
        </p:grpSpPr>
        <p:sp>
          <p:nvSpPr>
            <p:cNvPr id="4" name="Rectangle 3">
              <a:extLst>
                <a:ext uri="{FF2B5EF4-FFF2-40B4-BE49-F238E27FC236}">
                  <a16:creationId xmlns:a16="http://schemas.microsoft.com/office/drawing/2014/main" id="{01AA5AFE-B4E3-FA58-6A6B-AA637E579EA8}"/>
                </a:ext>
              </a:extLst>
            </p:cNvPr>
            <p:cNvSpPr/>
            <p:nvPr/>
          </p:nvSpPr>
          <p:spPr>
            <a:xfrm>
              <a:off x="41801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563565AE-5604-E954-7997-E7995878FF05}"/>
                </a:ext>
              </a:extLst>
            </p:cNvPr>
            <p:cNvSpPr/>
            <p:nvPr/>
          </p:nvSpPr>
          <p:spPr>
            <a:xfrm>
              <a:off x="220228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6" name="Rectangle 5">
              <a:extLst>
                <a:ext uri="{FF2B5EF4-FFF2-40B4-BE49-F238E27FC236}">
                  <a16:creationId xmlns:a16="http://schemas.microsoft.com/office/drawing/2014/main" id="{60CE0E30-3201-43F6-9B95-1AF1A4720B69}"/>
                </a:ext>
              </a:extLst>
            </p:cNvPr>
            <p:cNvSpPr/>
            <p:nvPr/>
          </p:nvSpPr>
          <p:spPr>
            <a:xfrm>
              <a:off x="398655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7" name="Rectangle 6">
              <a:extLst>
                <a:ext uri="{FF2B5EF4-FFF2-40B4-BE49-F238E27FC236}">
                  <a16:creationId xmlns:a16="http://schemas.microsoft.com/office/drawing/2014/main" id="{C1A6CD8B-CF00-AF9F-66AD-DD38D295ED50}"/>
                </a:ext>
              </a:extLst>
            </p:cNvPr>
            <p:cNvSpPr/>
            <p:nvPr userDrawn="1"/>
          </p:nvSpPr>
          <p:spPr>
            <a:xfrm>
              <a:off x="577082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8" name="Rectangle 7">
              <a:extLst>
                <a:ext uri="{FF2B5EF4-FFF2-40B4-BE49-F238E27FC236}">
                  <a16:creationId xmlns:a16="http://schemas.microsoft.com/office/drawing/2014/main" id="{F147DCD7-B9EF-DF4E-FCE8-C179E488766C}"/>
                </a:ext>
              </a:extLst>
            </p:cNvPr>
            <p:cNvSpPr/>
            <p:nvPr userDrawn="1"/>
          </p:nvSpPr>
          <p:spPr>
            <a:xfrm>
              <a:off x="755509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cxnSp>
        <p:nvCxnSpPr>
          <p:cNvPr id="9" name="Straight Arrow Connector 8">
            <a:extLst>
              <a:ext uri="{FF2B5EF4-FFF2-40B4-BE49-F238E27FC236}">
                <a16:creationId xmlns:a16="http://schemas.microsoft.com/office/drawing/2014/main" id="{55AC158C-BFD7-5594-335C-634802E98C8E}"/>
              </a:ext>
            </a:extLst>
          </p:cNvPr>
          <p:cNvCxnSpPr>
            <a:cxnSpLocks/>
          </p:cNvCxnSpPr>
          <p:nvPr/>
        </p:nvCxnSpPr>
        <p:spPr>
          <a:xfrm>
            <a:off x="0" y="1736660"/>
            <a:ext cx="11607800"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sp>
        <p:nvSpPr>
          <p:cNvPr id="10" name="Text Placeholder 44">
            <a:extLst>
              <a:ext uri="{FF2B5EF4-FFF2-40B4-BE49-F238E27FC236}">
                <a16:creationId xmlns:a16="http://schemas.microsoft.com/office/drawing/2014/main" id="{42DB6E49-1A1B-80E2-10D6-9C540CBA4579}"/>
              </a:ext>
            </a:extLst>
          </p:cNvPr>
          <p:cNvSpPr>
            <a:spLocks noGrp="1"/>
          </p:cNvSpPr>
          <p:nvPr>
            <p:ph type="body" sz="quarter" idx="29" hasCustomPrompt="1"/>
          </p:nvPr>
        </p:nvSpPr>
        <p:spPr>
          <a:xfrm>
            <a:off x="622268" y="1361591"/>
            <a:ext cx="1041400" cy="320608"/>
          </a:xfrm>
          <a:prstGeom prst="rect">
            <a:avLst/>
          </a:prstGeom>
        </p:spPr>
        <p:txBody>
          <a:bodyPr anchor="ctr"/>
          <a:lstStyle>
            <a:lvl1pPr marL="0" indent="0">
              <a:buNone/>
              <a:defRPr sz="1467" b="0" i="0">
                <a:solidFill>
                  <a:schemeClr val="bg1"/>
                </a:solidFill>
                <a:latin typeface="Arial" panose="020B0604020202020204" pitchFamily="34" charset="0"/>
                <a:ea typeface="Inter Medium" panose="02000503000000020004" pitchFamily="2" charset="0"/>
              </a:defRPr>
            </a:lvl1pPr>
          </a:lstStyle>
          <a:p>
            <a:pPr lvl="0"/>
            <a:r>
              <a:rPr lang="en-US"/>
              <a:t>2020</a:t>
            </a:r>
          </a:p>
        </p:txBody>
      </p:sp>
      <p:sp>
        <p:nvSpPr>
          <p:cNvPr id="11" name="Text Placeholder 44">
            <a:extLst>
              <a:ext uri="{FF2B5EF4-FFF2-40B4-BE49-F238E27FC236}">
                <a16:creationId xmlns:a16="http://schemas.microsoft.com/office/drawing/2014/main" id="{A0BC7B27-DFF7-6570-6DC5-7F54D7DBF95E}"/>
              </a:ext>
            </a:extLst>
          </p:cNvPr>
          <p:cNvSpPr>
            <a:spLocks noGrp="1"/>
          </p:cNvSpPr>
          <p:nvPr>
            <p:ph type="body" sz="quarter" idx="30" hasCustomPrompt="1"/>
          </p:nvPr>
        </p:nvSpPr>
        <p:spPr>
          <a:xfrm>
            <a:off x="2792703" y="1361591"/>
            <a:ext cx="1041400" cy="320608"/>
          </a:xfrm>
          <a:prstGeom prst="rect">
            <a:avLst/>
          </a:prstGeom>
        </p:spPr>
        <p:txBody>
          <a:bodyPr anchor="ctr"/>
          <a:lstStyle>
            <a:lvl1pPr marL="0" indent="0">
              <a:buNone/>
              <a:defRPr sz="1467" b="0" i="0">
                <a:solidFill>
                  <a:schemeClr val="bg1"/>
                </a:solidFill>
                <a:latin typeface="Arial" panose="020B0604020202020204" pitchFamily="34" charset="0"/>
                <a:ea typeface="Inter Medium" panose="02000503000000020004" pitchFamily="2" charset="0"/>
              </a:defRPr>
            </a:lvl1pPr>
          </a:lstStyle>
          <a:p>
            <a:pPr lvl="0"/>
            <a:r>
              <a:rPr lang="en-US"/>
              <a:t>2021</a:t>
            </a:r>
          </a:p>
        </p:txBody>
      </p:sp>
      <p:sp>
        <p:nvSpPr>
          <p:cNvPr id="12" name="Text Placeholder 44">
            <a:extLst>
              <a:ext uri="{FF2B5EF4-FFF2-40B4-BE49-F238E27FC236}">
                <a16:creationId xmlns:a16="http://schemas.microsoft.com/office/drawing/2014/main" id="{6B5FF4DE-191C-32D1-6C2A-CC5D80F4D9D0}"/>
              </a:ext>
            </a:extLst>
          </p:cNvPr>
          <p:cNvSpPr>
            <a:spLocks noGrp="1"/>
          </p:cNvSpPr>
          <p:nvPr>
            <p:ph type="body" sz="quarter" idx="31" hasCustomPrompt="1"/>
          </p:nvPr>
        </p:nvSpPr>
        <p:spPr>
          <a:xfrm>
            <a:off x="7137587" y="1361591"/>
            <a:ext cx="1041400" cy="320608"/>
          </a:xfrm>
          <a:prstGeom prst="rect">
            <a:avLst/>
          </a:prstGeom>
        </p:spPr>
        <p:txBody>
          <a:bodyPr anchor="ctr"/>
          <a:lstStyle>
            <a:lvl1pPr marL="0" indent="0">
              <a:buNone/>
              <a:defRPr sz="1467" b="0" i="0">
                <a:solidFill>
                  <a:schemeClr val="bg1"/>
                </a:solidFill>
                <a:latin typeface="Arial" panose="020B0604020202020204" pitchFamily="34" charset="0"/>
                <a:ea typeface="Inter Medium" panose="02000503000000020004" pitchFamily="2" charset="0"/>
              </a:defRPr>
            </a:lvl1pPr>
          </a:lstStyle>
          <a:p>
            <a:pPr lvl="0"/>
            <a:r>
              <a:rPr lang="en-US"/>
              <a:t>2023</a:t>
            </a:r>
          </a:p>
        </p:txBody>
      </p:sp>
      <p:sp>
        <p:nvSpPr>
          <p:cNvPr id="13" name="Text Placeholder 44">
            <a:extLst>
              <a:ext uri="{FF2B5EF4-FFF2-40B4-BE49-F238E27FC236}">
                <a16:creationId xmlns:a16="http://schemas.microsoft.com/office/drawing/2014/main" id="{3068FEA3-4CEE-E399-31B6-C1CB4B3E4DB0}"/>
              </a:ext>
            </a:extLst>
          </p:cNvPr>
          <p:cNvSpPr>
            <a:spLocks noGrp="1"/>
          </p:cNvSpPr>
          <p:nvPr>
            <p:ph type="body" sz="quarter" idx="32" hasCustomPrompt="1"/>
          </p:nvPr>
        </p:nvSpPr>
        <p:spPr>
          <a:xfrm>
            <a:off x="4967152" y="1361591"/>
            <a:ext cx="1041400" cy="320608"/>
          </a:xfrm>
          <a:prstGeom prst="rect">
            <a:avLst/>
          </a:prstGeom>
        </p:spPr>
        <p:txBody>
          <a:bodyPr anchor="ctr"/>
          <a:lstStyle>
            <a:lvl1pPr marL="0" indent="0">
              <a:buNone/>
              <a:defRPr sz="1467" b="0" i="0">
                <a:solidFill>
                  <a:schemeClr val="bg1"/>
                </a:solidFill>
                <a:latin typeface="Arial" panose="020B0604020202020204" pitchFamily="34" charset="0"/>
                <a:ea typeface="Inter Medium" panose="02000503000000020004" pitchFamily="2" charset="0"/>
              </a:defRPr>
            </a:lvl1pPr>
          </a:lstStyle>
          <a:p>
            <a:pPr lvl="0"/>
            <a:r>
              <a:rPr lang="en-US"/>
              <a:t>2022</a:t>
            </a:r>
          </a:p>
        </p:txBody>
      </p:sp>
      <p:sp>
        <p:nvSpPr>
          <p:cNvPr id="14" name="Text Placeholder 44">
            <a:extLst>
              <a:ext uri="{FF2B5EF4-FFF2-40B4-BE49-F238E27FC236}">
                <a16:creationId xmlns:a16="http://schemas.microsoft.com/office/drawing/2014/main" id="{C95472CA-F4A0-D735-1107-16159614AEF8}"/>
              </a:ext>
            </a:extLst>
          </p:cNvPr>
          <p:cNvSpPr>
            <a:spLocks noGrp="1"/>
          </p:cNvSpPr>
          <p:nvPr>
            <p:ph type="body" sz="quarter" idx="33" hasCustomPrompt="1"/>
          </p:nvPr>
        </p:nvSpPr>
        <p:spPr>
          <a:xfrm>
            <a:off x="9312037" y="1361591"/>
            <a:ext cx="1041400" cy="320608"/>
          </a:xfrm>
          <a:prstGeom prst="rect">
            <a:avLst/>
          </a:prstGeom>
        </p:spPr>
        <p:txBody>
          <a:bodyPr anchor="ctr"/>
          <a:lstStyle>
            <a:lvl1pPr marL="0" indent="0">
              <a:buNone/>
              <a:defRPr sz="1467" b="0" i="0">
                <a:solidFill>
                  <a:schemeClr val="bg1"/>
                </a:solidFill>
                <a:latin typeface="Arial" panose="020B0604020202020204" pitchFamily="34" charset="0"/>
                <a:ea typeface="Inter Medium" panose="02000503000000020004" pitchFamily="2" charset="0"/>
              </a:defRPr>
            </a:lvl1pPr>
          </a:lstStyle>
          <a:p>
            <a:pPr lvl="0"/>
            <a:r>
              <a:rPr lang="en-US"/>
              <a:t>2024</a:t>
            </a:r>
          </a:p>
        </p:txBody>
      </p:sp>
      <p:cxnSp>
        <p:nvCxnSpPr>
          <p:cNvPr id="15" name="Straight Connector 14">
            <a:extLst>
              <a:ext uri="{FF2B5EF4-FFF2-40B4-BE49-F238E27FC236}">
                <a16:creationId xmlns:a16="http://schemas.microsoft.com/office/drawing/2014/main" id="{594320A0-4B97-B38F-82F9-7CD48690E4A4}"/>
              </a:ext>
            </a:extLst>
          </p:cNvPr>
          <p:cNvCxnSpPr>
            <a:cxnSpLocks/>
          </p:cNvCxnSpPr>
          <p:nvPr/>
        </p:nvCxnSpPr>
        <p:spPr>
          <a:xfrm>
            <a:off x="2057356"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F590B680-A590-7392-41D4-5D1471CF0B7C}"/>
              </a:ext>
            </a:extLst>
          </p:cNvPr>
          <p:cNvCxnSpPr>
            <a:cxnSpLocks/>
          </p:cNvCxnSpPr>
          <p:nvPr/>
        </p:nvCxnSpPr>
        <p:spPr>
          <a:xfrm>
            <a:off x="1165620"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0E4B6701-BBE3-6850-FDAD-ECFA9DBC99FC}"/>
              </a:ext>
            </a:extLst>
          </p:cNvPr>
          <p:cNvCxnSpPr>
            <a:cxnSpLocks/>
          </p:cNvCxnSpPr>
          <p:nvPr/>
        </p:nvCxnSpPr>
        <p:spPr>
          <a:xfrm>
            <a:off x="2949092"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8901F6AB-8848-4184-A26C-E42F34463E1E}"/>
              </a:ext>
            </a:extLst>
          </p:cNvPr>
          <p:cNvCxnSpPr>
            <a:cxnSpLocks/>
          </p:cNvCxnSpPr>
          <p:nvPr/>
        </p:nvCxnSpPr>
        <p:spPr>
          <a:xfrm>
            <a:off x="4732564"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FC968C7D-8A40-1037-DCE0-74882BECDDBD}"/>
              </a:ext>
            </a:extLst>
          </p:cNvPr>
          <p:cNvCxnSpPr>
            <a:cxnSpLocks/>
          </p:cNvCxnSpPr>
          <p:nvPr/>
        </p:nvCxnSpPr>
        <p:spPr>
          <a:xfrm>
            <a:off x="6516036"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35344096-7AAD-0678-9547-11329ECF85A5}"/>
              </a:ext>
            </a:extLst>
          </p:cNvPr>
          <p:cNvCxnSpPr>
            <a:cxnSpLocks/>
          </p:cNvCxnSpPr>
          <p:nvPr/>
        </p:nvCxnSpPr>
        <p:spPr>
          <a:xfrm>
            <a:off x="8299508"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5927C4A3-F3C8-7722-5C10-033F79D5CB3C}"/>
              </a:ext>
            </a:extLst>
          </p:cNvPr>
          <p:cNvCxnSpPr>
            <a:cxnSpLocks/>
          </p:cNvCxnSpPr>
          <p:nvPr/>
        </p:nvCxnSpPr>
        <p:spPr>
          <a:xfrm>
            <a:off x="10082980"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DB8F5CC0-9CF9-C223-08A9-800D1CD1A2AF}"/>
              </a:ext>
            </a:extLst>
          </p:cNvPr>
          <p:cNvCxnSpPr>
            <a:cxnSpLocks/>
          </p:cNvCxnSpPr>
          <p:nvPr/>
        </p:nvCxnSpPr>
        <p:spPr>
          <a:xfrm>
            <a:off x="3857755"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569E6D1D-9AFD-28E3-1F16-B437372C5FF8}"/>
              </a:ext>
            </a:extLst>
          </p:cNvPr>
          <p:cNvCxnSpPr>
            <a:cxnSpLocks/>
          </p:cNvCxnSpPr>
          <p:nvPr/>
        </p:nvCxnSpPr>
        <p:spPr>
          <a:xfrm>
            <a:off x="5624867"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C2349FDF-4C48-82E5-BCF9-760A22B987CC}"/>
              </a:ext>
            </a:extLst>
          </p:cNvPr>
          <p:cNvCxnSpPr>
            <a:cxnSpLocks/>
          </p:cNvCxnSpPr>
          <p:nvPr/>
        </p:nvCxnSpPr>
        <p:spPr>
          <a:xfrm>
            <a:off x="7400327"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6C1D3174-0ED8-4914-60F6-42DB3BD2A80E}"/>
              </a:ext>
            </a:extLst>
          </p:cNvPr>
          <p:cNvCxnSpPr>
            <a:cxnSpLocks/>
          </p:cNvCxnSpPr>
          <p:nvPr/>
        </p:nvCxnSpPr>
        <p:spPr>
          <a:xfrm>
            <a:off x="9213040"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1D2F075E-9644-A0FD-964C-10D2D550CDF4}"/>
              </a:ext>
            </a:extLst>
          </p:cNvPr>
          <p:cNvCxnSpPr>
            <a:cxnSpLocks/>
          </p:cNvCxnSpPr>
          <p:nvPr/>
        </p:nvCxnSpPr>
        <p:spPr>
          <a:xfrm>
            <a:off x="10925000"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7" name="Oval 26">
            <a:extLst>
              <a:ext uri="{FF2B5EF4-FFF2-40B4-BE49-F238E27FC236}">
                <a16:creationId xmlns:a16="http://schemas.microsoft.com/office/drawing/2014/main" id="{4E4E007A-2CB1-3361-91F2-8C3960867CF5}"/>
              </a:ext>
            </a:extLst>
          </p:cNvPr>
          <p:cNvSpPr/>
          <p:nvPr/>
        </p:nvSpPr>
        <p:spPr>
          <a:xfrm>
            <a:off x="819714"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89" name="Picture Placeholder 112">
            <a:extLst>
              <a:ext uri="{FF2B5EF4-FFF2-40B4-BE49-F238E27FC236}">
                <a16:creationId xmlns:a16="http://schemas.microsoft.com/office/drawing/2014/main" id="{AD77ADF5-2457-D5DE-C6B2-90E1DAF8E8D1}"/>
              </a:ext>
            </a:extLst>
          </p:cNvPr>
          <p:cNvSpPr>
            <a:spLocks noGrp="1"/>
          </p:cNvSpPr>
          <p:nvPr>
            <p:ph type="pic" sz="quarter" idx="23" hasCustomPrompt="1"/>
          </p:nvPr>
        </p:nvSpPr>
        <p:spPr>
          <a:xfrm>
            <a:off x="926840"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0" name="Oval 89">
            <a:extLst>
              <a:ext uri="{FF2B5EF4-FFF2-40B4-BE49-F238E27FC236}">
                <a16:creationId xmlns:a16="http://schemas.microsoft.com/office/drawing/2014/main" id="{674BB915-68FB-B3F0-5F08-1ACEF999FABB}"/>
              </a:ext>
            </a:extLst>
          </p:cNvPr>
          <p:cNvSpPr/>
          <p:nvPr/>
        </p:nvSpPr>
        <p:spPr>
          <a:xfrm>
            <a:off x="2611001"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1" name="Picture Placeholder 112">
            <a:extLst>
              <a:ext uri="{FF2B5EF4-FFF2-40B4-BE49-F238E27FC236}">
                <a16:creationId xmlns:a16="http://schemas.microsoft.com/office/drawing/2014/main" id="{39061554-9CA5-D0D4-1A42-7A0AAB5BF98E}"/>
              </a:ext>
            </a:extLst>
          </p:cNvPr>
          <p:cNvSpPr>
            <a:spLocks noGrp="1"/>
          </p:cNvSpPr>
          <p:nvPr>
            <p:ph type="pic" sz="quarter" idx="34" hasCustomPrompt="1"/>
          </p:nvPr>
        </p:nvSpPr>
        <p:spPr>
          <a:xfrm>
            <a:off x="2718126"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2" name="Oval 91">
            <a:extLst>
              <a:ext uri="{FF2B5EF4-FFF2-40B4-BE49-F238E27FC236}">
                <a16:creationId xmlns:a16="http://schemas.microsoft.com/office/drawing/2014/main" id="{6C7BECD7-5744-85FF-4C6A-03E1125CFF05}"/>
              </a:ext>
            </a:extLst>
          </p:cNvPr>
          <p:cNvSpPr/>
          <p:nvPr/>
        </p:nvSpPr>
        <p:spPr>
          <a:xfrm>
            <a:off x="4402287"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3" name="Picture Placeholder 112">
            <a:extLst>
              <a:ext uri="{FF2B5EF4-FFF2-40B4-BE49-F238E27FC236}">
                <a16:creationId xmlns:a16="http://schemas.microsoft.com/office/drawing/2014/main" id="{7E76F2F9-5B3A-D8EA-A0E7-2672B55C3627}"/>
              </a:ext>
            </a:extLst>
          </p:cNvPr>
          <p:cNvSpPr>
            <a:spLocks noGrp="1"/>
          </p:cNvSpPr>
          <p:nvPr>
            <p:ph type="pic" sz="quarter" idx="35" hasCustomPrompt="1"/>
          </p:nvPr>
        </p:nvSpPr>
        <p:spPr>
          <a:xfrm>
            <a:off x="4509412"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6" name="Oval 95">
            <a:extLst>
              <a:ext uri="{FF2B5EF4-FFF2-40B4-BE49-F238E27FC236}">
                <a16:creationId xmlns:a16="http://schemas.microsoft.com/office/drawing/2014/main" id="{8334407A-7215-66E3-285D-102E956179A6}"/>
              </a:ext>
            </a:extLst>
          </p:cNvPr>
          <p:cNvSpPr/>
          <p:nvPr/>
        </p:nvSpPr>
        <p:spPr>
          <a:xfrm>
            <a:off x="6184193"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7" name="Picture Placeholder 112">
            <a:extLst>
              <a:ext uri="{FF2B5EF4-FFF2-40B4-BE49-F238E27FC236}">
                <a16:creationId xmlns:a16="http://schemas.microsoft.com/office/drawing/2014/main" id="{7FFE2024-53C8-3C4F-8423-F64CEB149FEF}"/>
              </a:ext>
            </a:extLst>
          </p:cNvPr>
          <p:cNvSpPr>
            <a:spLocks noGrp="1"/>
          </p:cNvSpPr>
          <p:nvPr>
            <p:ph type="pic" sz="quarter" idx="36" hasCustomPrompt="1"/>
          </p:nvPr>
        </p:nvSpPr>
        <p:spPr>
          <a:xfrm>
            <a:off x="6291318"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8" name="Oval 97">
            <a:extLst>
              <a:ext uri="{FF2B5EF4-FFF2-40B4-BE49-F238E27FC236}">
                <a16:creationId xmlns:a16="http://schemas.microsoft.com/office/drawing/2014/main" id="{B0F518F1-4D32-1851-9FC1-9B8786D5CB00}"/>
              </a:ext>
            </a:extLst>
          </p:cNvPr>
          <p:cNvSpPr/>
          <p:nvPr/>
        </p:nvSpPr>
        <p:spPr>
          <a:xfrm>
            <a:off x="7966100"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9" name="Picture Placeholder 112">
            <a:extLst>
              <a:ext uri="{FF2B5EF4-FFF2-40B4-BE49-F238E27FC236}">
                <a16:creationId xmlns:a16="http://schemas.microsoft.com/office/drawing/2014/main" id="{729E32A2-15C1-E541-A937-0C2A05F6F69C}"/>
              </a:ext>
            </a:extLst>
          </p:cNvPr>
          <p:cNvSpPr>
            <a:spLocks noGrp="1"/>
          </p:cNvSpPr>
          <p:nvPr>
            <p:ph type="pic" sz="quarter" idx="37" hasCustomPrompt="1"/>
          </p:nvPr>
        </p:nvSpPr>
        <p:spPr>
          <a:xfrm>
            <a:off x="8073225"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0" name="Oval 99">
            <a:extLst>
              <a:ext uri="{FF2B5EF4-FFF2-40B4-BE49-F238E27FC236}">
                <a16:creationId xmlns:a16="http://schemas.microsoft.com/office/drawing/2014/main" id="{700AD206-B7E7-450E-054D-B61E629B029A}"/>
              </a:ext>
            </a:extLst>
          </p:cNvPr>
          <p:cNvSpPr/>
          <p:nvPr/>
        </p:nvSpPr>
        <p:spPr>
          <a:xfrm>
            <a:off x="9748008"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1" name="Picture Placeholder 112">
            <a:extLst>
              <a:ext uri="{FF2B5EF4-FFF2-40B4-BE49-F238E27FC236}">
                <a16:creationId xmlns:a16="http://schemas.microsoft.com/office/drawing/2014/main" id="{CEFBB143-9BD6-C854-E804-6190118DA429}"/>
              </a:ext>
            </a:extLst>
          </p:cNvPr>
          <p:cNvSpPr>
            <a:spLocks noGrp="1"/>
          </p:cNvSpPr>
          <p:nvPr>
            <p:ph type="pic" sz="quarter" idx="38" hasCustomPrompt="1"/>
          </p:nvPr>
        </p:nvSpPr>
        <p:spPr>
          <a:xfrm>
            <a:off x="9855133"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2" name="Oval 101">
            <a:extLst>
              <a:ext uri="{FF2B5EF4-FFF2-40B4-BE49-F238E27FC236}">
                <a16:creationId xmlns:a16="http://schemas.microsoft.com/office/drawing/2014/main" id="{09F6BB9A-8DCB-515C-2574-72EF60033195}"/>
              </a:ext>
            </a:extLst>
          </p:cNvPr>
          <p:cNvSpPr/>
          <p:nvPr/>
        </p:nvSpPr>
        <p:spPr>
          <a:xfrm>
            <a:off x="1717232"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3" name="Picture Placeholder 112">
            <a:extLst>
              <a:ext uri="{FF2B5EF4-FFF2-40B4-BE49-F238E27FC236}">
                <a16:creationId xmlns:a16="http://schemas.microsoft.com/office/drawing/2014/main" id="{01A91198-FD8B-68EC-0471-819C9DEB9526}"/>
              </a:ext>
            </a:extLst>
          </p:cNvPr>
          <p:cNvSpPr>
            <a:spLocks noGrp="1"/>
          </p:cNvSpPr>
          <p:nvPr>
            <p:ph type="pic" sz="quarter" idx="39" hasCustomPrompt="1"/>
          </p:nvPr>
        </p:nvSpPr>
        <p:spPr>
          <a:xfrm>
            <a:off x="1824357"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4" name="Oval 103">
            <a:extLst>
              <a:ext uri="{FF2B5EF4-FFF2-40B4-BE49-F238E27FC236}">
                <a16:creationId xmlns:a16="http://schemas.microsoft.com/office/drawing/2014/main" id="{654F30B1-DF81-0DE7-8E03-5F2F2384CDF2}"/>
              </a:ext>
            </a:extLst>
          </p:cNvPr>
          <p:cNvSpPr/>
          <p:nvPr/>
        </p:nvSpPr>
        <p:spPr>
          <a:xfrm>
            <a:off x="3510777"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5" name="Picture Placeholder 112">
            <a:extLst>
              <a:ext uri="{FF2B5EF4-FFF2-40B4-BE49-F238E27FC236}">
                <a16:creationId xmlns:a16="http://schemas.microsoft.com/office/drawing/2014/main" id="{24F056BC-2105-BD82-4610-5B9B4AD21B57}"/>
              </a:ext>
            </a:extLst>
          </p:cNvPr>
          <p:cNvSpPr>
            <a:spLocks noGrp="1"/>
          </p:cNvSpPr>
          <p:nvPr>
            <p:ph type="pic" sz="quarter" idx="40" hasCustomPrompt="1"/>
          </p:nvPr>
        </p:nvSpPr>
        <p:spPr>
          <a:xfrm>
            <a:off x="3618976"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6" name="Oval 105">
            <a:extLst>
              <a:ext uri="{FF2B5EF4-FFF2-40B4-BE49-F238E27FC236}">
                <a16:creationId xmlns:a16="http://schemas.microsoft.com/office/drawing/2014/main" id="{7CB9E795-5BD9-17D7-ACAC-31DED4C428F6}"/>
              </a:ext>
            </a:extLst>
          </p:cNvPr>
          <p:cNvSpPr/>
          <p:nvPr/>
        </p:nvSpPr>
        <p:spPr>
          <a:xfrm>
            <a:off x="5277889"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7" name="Picture Placeholder 112">
            <a:extLst>
              <a:ext uri="{FF2B5EF4-FFF2-40B4-BE49-F238E27FC236}">
                <a16:creationId xmlns:a16="http://schemas.microsoft.com/office/drawing/2014/main" id="{DC0859B9-F840-79A9-5E8F-14E8FA3AFB8A}"/>
              </a:ext>
            </a:extLst>
          </p:cNvPr>
          <p:cNvSpPr>
            <a:spLocks noGrp="1"/>
          </p:cNvSpPr>
          <p:nvPr>
            <p:ph type="pic" sz="quarter" idx="41" hasCustomPrompt="1"/>
          </p:nvPr>
        </p:nvSpPr>
        <p:spPr>
          <a:xfrm>
            <a:off x="5386088"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8" name="Oval 107">
            <a:extLst>
              <a:ext uri="{FF2B5EF4-FFF2-40B4-BE49-F238E27FC236}">
                <a16:creationId xmlns:a16="http://schemas.microsoft.com/office/drawing/2014/main" id="{F36A2AE7-8725-FAD0-E312-F4BCEDF1AD88}"/>
              </a:ext>
            </a:extLst>
          </p:cNvPr>
          <p:cNvSpPr/>
          <p:nvPr/>
        </p:nvSpPr>
        <p:spPr>
          <a:xfrm>
            <a:off x="7053349"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9" name="Picture Placeholder 112">
            <a:extLst>
              <a:ext uri="{FF2B5EF4-FFF2-40B4-BE49-F238E27FC236}">
                <a16:creationId xmlns:a16="http://schemas.microsoft.com/office/drawing/2014/main" id="{5AC118CB-0EE6-1233-126C-6A1FBB338B81}"/>
              </a:ext>
            </a:extLst>
          </p:cNvPr>
          <p:cNvSpPr>
            <a:spLocks noGrp="1"/>
          </p:cNvSpPr>
          <p:nvPr>
            <p:ph type="pic" sz="quarter" idx="42" hasCustomPrompt="1"/>
          </p:nvPr>
        </p:nvSpPr>
        <p:spPr>
          <a:xfrm>
            <a:off x="7161548"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10" name="Oval 109">
            <a:extLst>
              <a:ext uri="{FF2B5EF4-FFF2-40B4-BE49-F238E27FC236}">
                <a16:creationId xmlns:a16="http://schemas.microsoft.com/office/drawing/2014/main" id="{05C21DFC-C967-3C4B-FE99-06BA9D56107E}"/>
              </a:ext>
            </a:extLst>
          </p:cNvPr>
          <p:cNvSpPr/>
          <p:nvPr/>
        </p:nvSpPr>
        <p:spPr>
          <a:xfrm>
            <a:off x="8866063"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11" name="Picture Placeholder 112">
            <a:extLst>
              <a:ext uri="{FF2B5EF4-FFF2-40B4-BE49-F238E27FC236}">
                <a16:creationId xmlns:a16="http://schemas.microsoft.com/office/drawing/2014/main" id="{24BED7DE-2E57-0F7D-843D-FAA5AB82B785}"/>
              </a:ext>
            </a:extLst>
          </p:cNvPr>
          <p:cNvSpPr>
            <a:spLocks noGrp="1"/>
          </p:cNvSpPr>
          <p:nvPr>
            <p:ph type="pic" sz="quarter" idx="43" hasCustomPrompt="1"/>
          </p:nvPr>
        </p:nvSpPr>
        <p:spPr>
          <a:xfrm>
            <a:off x="8974261"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12" name="Oval 111">
            <a:extLst>
              <a:ext uri="{FF2B5EF4-FFF2-40B4-BE49-F238E27FC236}">
                <a16:creationId xmlns:a16="http://schemas.microsoft.com/office/drawing/2014/main" id="{B6233094-BCFD-7F1A-717A-94F840558A22}"/>
              </a:ext>
            </a:extLst>
          </p:cNvPr>
          <p:cNvSpPr/>
          <p:nvPr/>
        </p:nvSpPr>
        <p:spPr>
          <a:xfrm>
            <a:off x="10578023"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13" name="Picture Placeholder 112">
            <a:extLst>
              <a:ext uri="{FF2B5EF4-FFF2-40B4-BE49-F238E27FC236}">
                <a16:creationId xmlns:a16="http://schemas.microsoft.com/office/drawing/2014/main" id="{150C1F21-1F4C-3CC8-1830-88135D78D317}"/>
              </a:ext>
            </a:extLst>
          </p:cNvPr>
          <p:cNvSpPr>
            <a:spLocks noGrp="1"/>
          </p:cNvSpPr>
          <p:nvPr>
            <p:ph type="pic" sz="quarter" idx="44" hasCustomPrompt="1"/>
          </p:nvPr>
        </p:nvSpPr>
        <p:spPr>
          <a:xfrm>
            <a:off x="10686221"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14" name="Text Placeholder 21">
            <a:extLst>
              <a:ext uri="{FF2B5EF4-FFF2-40B4-BE49-F238E27FC236}">
                <a16:creationId xmlns:a16="http://schemas.microsoft.com/office/drawing/2014/main" id="{915E0BD2-B21A-45B4-698D-D5FD2D50334D}"/>
              </a:ext>
            </a:extLst>
          </p:cNvPr>
          <p:cNvSpPr>
            <a:spLocks noGrp="1"/>
          </p:cNvSpPr>
          <p:nvPr>
            <p:ph type="body" sz="quarter" idx="14" hasCustomPrompt="1"/>
          </p:nvPr>
        </p:nvSpPr>
        <p:spPr>
          <a:xfrm>
            <a:off x="631344"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5" name="Text Placeholder 21">
            <a:extLst>
              <a:ext uri="{FF2B5EF4-FFF2-40B4-BE49-F238E27FC236}">
                <a16:creationId xmlns:a16="http://schemas.microsoft.com/office/drawing/2014/main" id="{7F1C88D4-DA2E-14D7-8E6F-3A75C54B6835}"/>
              </a:ext>
            </a:extLst>
          </p:cNvPr>
          <p:cNvSpPr>
            <a:spLocks noGrp="1"/>
          </p:cNvSpPr>
          <p:nvPr>
            <p:ph type="body" sz="quarter" idx="45" hasCustomPrompt="1"/>
          </p:nvPr>
        </p:nvSpPr>
        <p:spPr>
          <a:xfrm>
            <a:off x="2419504"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6" name="Text Placeholder 21">
            <a:extLst>
              <a:ext uri="{FF2B5EF4-FFF2-40B4-BE49-F238E27FC236}">
                <a16:creationId xmlns:a16="http://schemas.microsoft.com/office/drawing/2014/main" id="{3EA7CB82-46F9-5C06-AC60-0EA768A49CE2}"/>
              </a:ext>
            </a:extLst>
          </p:cNvPr>
          <p:cNvSpPr>
            <a:spLocks noGrp="1"/>
          </p:cNvSpPr>
          <p:nvPr>
            <p:ph type="body" sz="quarter" idx="46" hasCustomPrompt="1"/>
          </p:nvPr>
        </p:nvSpPr>
        <p:spPr>
          <a:xfrm>
            <a:off x="4194118"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7" name="Text Placeholder 21">
            <a:extLst>
              <a:ext uri="{FF2B5EF4-FFF2-40B4-BE49-F238E27FC236}">
                <a16:creationId xmlns:a16="http://schemas.microsoft.com/office/drawing/2014/main" id="{778F26AA-A48D-3D14-5A8B-3A29A91826AD}"/>
              </a:ext>
            </a:extLst>
          </p:cNvPr>
          <p:cNvSpPr>
            <a:spLocks noGrp="1"/>
          </p:cNvSpPr>
          <p:nvPr>
            <p:ph type="body" sz="quarter" idx="47" hasCustomPrompt="1"/>
          </p:nvPr>
        </p:nvSpPr>
        <p:spPr>
          <a:xfrm>
            <a:off x="5982278"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8" name="Text Placeholder 21">
            <a:extLst>
              <a:ext uri="{FF2B5EF4-FFF2-40B4-BE49-F238E27FC236}">
                <a16:creationId xmlns:a16="http://schemas.microsoft.com/office/drawing/2014/main" id="{3D8FB248-2FBF-645D-F014-57FFEA67198C}"/>
              </a:ext>
            </a:extLst>
          </p:cNvPr>
          <p:cNvSpPr>
            <a:spLocks noGrp="1"/>
          </p:cNvSpPr>
          <p:nvPr>
            <p:ph type="body" sz="quarter" idx="48" hasCustomPrompt="1"/>
          </p:nvPr>
        </p:nvSpPr>
        <p:spPr>
          <a:xfrm>
            <a:off x="7756891"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9" name="Text Placeholder 21">
            <a:extLst>
              <a:ext uri="{FF2B5EF4-FFF2-40B4-BE49-F238E27FC236}">
                <a16:creationId xmlns:a16="http://schemas.microsoft.com/office/drawing/2014/main" id="{3CCBA4CC-4DF0-B742-8AF1-2C8986593D76}"/>
              </a:ext>
            </a:extLst>
          </p:cNvPr>
          <p:cNvSpPr>
            <a:spLocks noGrp="1"/>
          </p:cNvSpPr>
          <p:nvPr>
            <p:ph type="body" sz="quarter" idx="49" hasCustomPrompt="1"/>
          </p:nvPr>
        </p:nvSpPr>
        <p:spPr>
          <a:xfrm>
            <a:off x="9545051"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0" name="Text Placeholder 21">
            <a:extLst>
              <a:ext uri="{FF2B5EF4-FFF2-40B4-BE49-F238E27FC236}">
                <a16:creationId xmlns:a16="http://schemas.microsoft.com/office/drawing/2014/main" id="{1C025A2A-1842-05D9-753A-C607E008C41F}"/>
              </a:ext>
            </a:extLst>
          </p:cNvPr>
          <p:cNvSpPr>
            <a:spLocks noGrp="1"/>
          </p:cNvSpPr>
          <p:nvPr>
            <p:ph type="body" sz="quarter" idx="50" hasCustomPrompt="1"/>
          </p:nvPr>
        </p:nvSpPr>
        <p:spPr>
          <a:xfrm>
            <a:off x="1515316"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1" name="Text Placeholder 21">
            <a:extLst>
              <a:ext uri="{FF2B5EF4-FFF2-40B4-BE49-F238E27FC236}">
                <a16:creationId xmlns:a16="http://schemas.microsoft.com/office/drawing/2014/main" id="{3F8536C6-543F-53A6-4B45-D678F0437A26}"/>
              </a:ext>
            </a:extLst>
          </p:cNvPr>
          <p:cNvSpPr>
            <a:spLocks noGrp="1"/>
          </p:cNvSpPr>
          <p:nvPr>
            <p:ph type="body" sz="quarter" idx="51" hasCustomPrompt="1"/>
          </p:nvPr>
        </p:nvSpPr>
        <p:spPr>
          <a:xfrm>
            <a:off x="3323480"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2" name="Text Placeholder 21">
            <a:extLst>
              <a:ext uri="{FF2B5EF4-FFF2-40B4-BE49-F238E27FC236}">
                <a16:creationId xmlns:a16="http://schemas.microsoft.com/office/drawing/2014/main" id="{E5B91446-6980-C600-B81D-AD372C9E2880}"/>
              </a:ext>
            </a:extLst>
          </p:cNvPr>
          <p:cNvSpPr>
            <a:spLocks noGrp="1"/>
          </p:cNvSpPr>
          <p:nvPr>
            <p:ph type="body" sz="quarter" idx="52" hasCustomPrompt="1"/>
          </p:nvPr>
        </p:nvSpPr>
        <p:spPr>
          <a:xfrm>
            <a:off x="5090592"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3" name="Text Placeholder 21">
            <a:extLst>
              <a:ext uri="{FF2B5EF4-FFF2-40B4-BE49-F238E27FC236}">
                <a16:creationId xmlns:a16="http://schemas.microsoft.com/office/drawing/2014/main" id="{585448E6-C2A6-7F51-4427-F554FCD763D3}"/>
              </a:ext>
            </a:extLst>
          </p:cNvPr>
          <p:cNvSpPr>
            <a:spLocks noGrp="1"/>
          </p:cNvSpPr>
          <p:nvPr>
            <p:ph type="body" sz="quarter" idx="53" hasCustomPrompt="1"/>
          </p:nvPr>
        </p:nvSpPr>
        <p:spPr>
          <a:xfrm>
            <a:off x="6866052"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4" name="Text Placeholder 21">
            <a:extLst>
              <a:ext uri="{FF2B5EF4-FFF2-40B4-BE49-F238E27FC236}">
                <a16:creationId xmlns:a16="http://schemas.microsoft.com/office/drawing/2014/main" id="{BE47FD56-40A6-D577-75D2-AD5586A0CD94}"/>
              </a:ext>
            </a:extLst>
          </p:cNvPr>
          <p:cNvSpPr>
            <a:spLocks noGrp="1"/>
          </p:cNvSpPr>
          <p:nvPr>
            <p:ph type="body" sz="quarter" idx="54" hasCustomPrompt="1"/>
          </p:nvPr>
        </p:nvSpPr>
        <p:spPr>
          <a:xfrm>
            <a:off x="8678766"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5" name="Text Placeholder 21">
            <a:extLst>
              <a:ext uri="{FF2B5EF4-FFF2-40B4-BE49-F238E27FC236}">
                <a16:creationId xmlns:a16="http://schemas.microsoft.com/office/drawing/2014/main" id="{C1699048-5A33-3984-AFC4-42ED8197D93B}"/>
              </a:ext>
            </a:extLst>
          </p:cNvPr>
          <p:cNvSpPr>
            <a:spLocks noGrp="1"/>
          </p:cNvSpPr>
          <p:nvPr>
            <p:ph type="body" sz="quarter" idx="55" hasCustomPrompt="1"/>
          </p:nvPr>
        </p:nvSpPr>
        <p:spPr>
          <a:xfrm>
            <a:off x="10390726"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28956583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p:cSld name="3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Oval 1">
            <a:extLst>
              <a:ext uri="{FF2B5EF4-FFF2-40B4-BE49-F238E27FC236}">
                <a16:creationId xmlns:a16="http://schemas.microsoft.com/office/drawing/2014/main" id="{60864772-A5BB-E608-73A1-E0E4AD50EBEB}"/>
              </a:ext>
            </a:extLst>
          </p:cNvPr>
          <p:cNvSpPr/>
          <p:nvPr/>
        </p:nvSpPr>
        <p:spPr>
          <a:xfrm>
            <a:off x="489888" y="2382506"/>
            <a:ext cx="2706355" cy="2724151"/>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 name="Text Placeholder 47">
            <a:extLst>
              <a:ext uri="{FF2B5EF4-FFF2-40B4-BE49-F238E27FC236}">
                <a16:creationId xmlns:a16="http://schemas.microsoft.com/office/drawing/2014/main" id="{CA8383BB-E2D8-09AA-9AFF-A240158D91C6}"/>
              </a:ext>
            </a:extLst>
          </p:cNvPr>
          <p:cNvSpPr>
            <a:spLocks noGrp="1"/>
          </p:cNvSpPr>
          <p:nvPr>
            <p:ph type="body" sz="quarter" idx="29" hasCustomPrompt="1"/>
          </p:nvPr>
        </p:nvSpPr>
        <p:spPr>
          <a:xfrm>
            <a:off x="761449" y="3037881"/>
            <a:ext cx="2163233" cy="1413395"/>
          </a:xfrm>
          <a:prstGeom prst="rect">
            <a:avLst/>
          </a:prstGeom>
        </p:spPr>
        <p:txBody>
          <a:bodyPr anchor="ctr"/>
          <a:lstStyle>
            <a:lvl1pPr marL="0" indent="0" algn="ctr">
              <a:buNone/>
              <a:defRPr b="0"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grpSp>
        <p:nvGrpSpPr>
          <p:cNvPr id="5" name="Group 4">
            <a:extLst>
              <a:ext uri="{FF2B5EF4-FFF2-40B4-BE49-F238E27FC236}">
                <a16:creationId xmlns:a16="http://schemas.microsoft.com/office/drawing/2014/main" id="{E7A6EFF4-48A6-836A-66E0-27282A1CFF71}"/>
              </a:ext>
            </a:extLst>
          </p:cNvPr>
          <p:cNvGrpSpPr/>
          <p:nvPr/>
        </p:nvGrpSpPr>
        <p:grpSpPr>
          <a:xfrm>
            <a:off x="4104959" y="1617551"/>
            <a:ext cx="6998469" cy="1240565"/>
            <a:chOff x="3078719" y="1178657"/>
            <a:chExt cx="5248852" cy="930424"/>
          </a:xfrm>
        </p:grpSpPr>
        <p:sp>
          <p:nvSpPr>
            <p:cNvPr id="6" name="Rounded Rectangle 5">
              <a:extLst>
                <a:ext uri="{FF2B5EF4-FFF2-40B4-BE49-F238E27FC236}">
                  <a16:creationId xmlns:a16="http://schemas.microsoft.com/office/drawing/2014/main" id="{8B8A33A1-4888-BBC1-5D3B-2C003F96FCC3}"/>
                </a:ext>
              </a:extLst>
            </p:cNvPr>
            <p:cNvSpPr/>
            <p:nvPr userDrawn="1"/>
          </p:nvSpPr>
          <p:spPr>
            <a:xfrm>
              <a:off x="3380014" y="1178657"/>
              <a:ext cx="4947557" cy="930424"/>
            </a:xfrm>
            <a:prstGeom prst="roundRect">
              <a:avLst>
                <a:gd name="adj" fmla="val 1185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7" name="Oval 6">
              <a:extLst>
                <a:ext uri="{FF2B5EF4-FFF2-40B4-BE49-F238E27FC236}">
                  <a16:creationId xmlns:a16="http://schemas.microsoft.com/office/drawing/2014/main" id="{DD66BA0C-7D9F-589A-A1B7-9DF0CE48C73B}"/>
                </a:ext>
              </a:extLst>
            </p:cNvPr>
            <p:cNvSpPr/>
            <p:nvPr userDrawn="1"/>
          </p:nvSpPr>
          <p:spPr>
            <a:xfrm>
              <a:off x="3078719" y="1342574"/>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grpSp>
        <p:nvGrpSpPr>
          <p:cNvPr id="8" name="Group 7">
            <a:extLst>
              <a:ext uri="{FF2B5EF4-FFF2-40B4-BE49-F238E27FC236}">
                <a16:creationId xmlns:a16="http://schemas.microsoft.com/office/drawing/2014/main" id="{5B03C084-48F9-543B-F784-049AC8D7B5CA}"/>
              </a:ext>
            </a:extLst>
          </p:cNvPr>
          <p:cNvGrpSpPr/>
          <p:nvPr/>
        </p:nvGrpSpPr>
        <p:grpSpPr>
          <a:xfrm>
            <a:off x="4104959" y="3124299"/>
            <a:ext cx="6998469" cy="1240565"/>
            <a:chOff x="3078719" y="2196574"/>
            <a:chExt cx="5248852" cy="930424"/>
          </a:xfrm>
        </p:grpSpPr>
        <p:sp>
          <p:nvSpPr>
            <p:cNvPr id="9" name="Rounded Rectangle 8">
              <a:extLst>
                <a:ext uri="{FF2B5EF4-FFF2-40B4-BE49-F238E27FC236}">
                  <a16:creationId xmlns:a16="http://schemas.microsoft.com/office/drawing/2014/main" id="{A07B7A37-DA60-DF33-FC34-90AC5F947E75}"/>
                </a:ext>
              </a:extLst>
            </p:cNvPr>
            <p:cNvSpPr/>
            <p:nvPr userDrawn="1"/>
          </p:nvSpPr>
          <p:spPr>
            <a:xfrm>
              <a:off x="3380014" y="2196574"/>
              <a:ext cx="4947557" cy="930424"/>
            </a:xfrm>
            <a:prstGeom prst="roundRect">
              <a:avLst>
                <a:gd name="adj" fmla="val 1066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 name="Oval 9">
              <a:extLst>
                <a:ext uri="{FF2B5EF4-FFF2-40B4-BE49-F238E27FC236}">
                  <a16:creationId xmlns:a16="http://schemas.microsoft.com/office/drawing/2014/main" id="{85088039-68F9-B909-4DC4-20BD5F9528FC}"/>
                </a:ext>
              </a:extLst>
            </p:cNvPr>
            <p:cNvSpPr/>
            <p:nvPr userDrawn="1"/>
          </p:nvSpPr>
          <p:spPr>
            <a:xfrm>
              <a:off x="3078719" y="2360491"/>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grpSp>
        <p:nvGrpSpPr>
          <p:cNvPr id="11" name="Group 10">
            <a:extLst>
              <a:ext uri="{FF2B5EF4-FFF2-40B4-BE49-F238E27FC236}">
                <a16:creationId xmlns:a16="http://schemas.microsoft.com/office/drawing/2014/main" id="{EF6AF551-C32F-A7FF-1DA7-0AF52905B959}"/>
              </a:ext>
            </a:extLst>
          </p:cNvPr>
          <p:cNvGrpSpPr/>
          <p:nvPr/>
        </p:nvGrpSpPr>
        <p:grpSpPr>
          <a:xfrm>
            <a:off x="4104959" y="4631046"/>
            <a:ext cx="6998469" cy="1240565"/>
            <a:chOff x="3078719" y="3438778"/>
            <a:chExt cx="5248852" cy="930424"/>
          </a:xfrm>
        </p:grpSpPr>
        <p:sp>
          <p:nvSpPr>
            <p:cNvPr id="12" name="Rounded Rectangle 11">
              <a:extLst>
                <a:ext uri="{FF2B5EF4-FFF2-40B4-BE49-F238E27FC236}">
                  <a16:creationId xmlns:a16="http://schemas.microsoft.com/office/drawing/2014/main" id="{5E064E92-75BA-DE5F-5BBF-04DF13994CA8}"/>
                </a:ext>
              </a:extLst>
            </p:cNvPr>
            <p:cNvSpPr/>
            <p:nvPr userDrawn="1"/>
          </p:nvSpPr>
          <p:spPr>
            <a:xfrm>
              <a:off x="3380014" y="3438778"/>
              <a:ext cx="4947557" cy="930424"/>
            </a:xfrm>
            <a:prstGeom prst="roundRect">
              <a:avLst>
                <a:gd name="adj" fmla="val 1146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3" name="Oval 12">
              <a:extLst>
                <a:ext uri="{FF2B5EF4-FFF2-40B4-BE49-F238E27FC236}">
                  <a16:creationId xmlns:a16="http://schemas.microsoft.com/office/drawing/2014/main" id="{7C4F1CB0-9AA0-4BC1-0EF4-C5DA90E0D1AE}"/>
                </a:ext>
              </a:extLst>
            </p:cNvPr>
            <p:cNvSpPr/>
            <p:nvPr userDrawn="1"/>
          </p:nvSpPr>
          <p:spPr>
            <a:xfrm>
              <a:off x="3078719" y="3602695"/>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sp>
        <p:nvSpPr>
          <p:cNvPr id="14" name="Picture Placeholder 112">
            <a:extLst>
              <a:ext uri="{FF2B5EF4-FFF2-40B4-BE49-F238E27FC236}">
                <a16:creationId xmlns:a16="http://schemas.microsoft.com/office/drawing/2014/main" id="{BB46F375-219E-288F-E198-DD678BA4F541}"/>
              </a:ext>
            </a:extLst>
          </p:cNvPr>
          <p:cNvSpPr>
            <a:spLocks noGrp="1"/>
          </p:cNvSpPr>
          <p:nvPr>
            <p:ph type="pic" sz="quarter" idx="31" hasCustomPrompt="1"/>
          </p:nvPr>
        </p:nvSpPr>
        <p:spPr>
          <a:xfrm>
            <a:off x="4267905" y="2022103"/>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5" name="Picture Placeholder 112">
            <a:extLst>
              <a:ext uri="{FF2B5EF4-FFF2-40B4-BE49-F238E27FC236}">
                <a16:creationId xmlns:a16="http://schemas.microsoft.com/office/drawing/2014/main" id="{2AD0968D-9A06-F37F-85C3-A08568D050C3}"/>
              </a:ext>
            </a:extLst>
          </p:cNvPr>
          <p:cNvSpPr>
            <a:spLocks noGrp="1"/>
          </p:cNvSpPr>
          <p:nvPr>
            <p:ph type="pic" sz="quarter" idx="32" hasCustomPrompt="1"/>
          </p:nvPr>
        </p:nvSpPr>
        <p:spPr>
          <a:xfrm>
            <a:off x="4267905" y="3527506"/>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6" name="Picture Placeholder 112">
            <a:extLst>
              <a:ext uri="{FF2B5EF4-FFF2-40B4-BE49-F238E27FC236}">
                <a16:creationId xmlns:a16="http://schemas.microsoft.com/office/drawing/2014/main" id="{92412BA2-A9AB-994C-F5F1-9101F208E42A}"/>
              </a:ext>
            </a:extLst>
          </p:cNvPr>
          <p:cNvSpPr>
            <a:spLocks noGrp="1"/>
          </p:cNvSpPr>
          <p:nvPr>
            <p:ph type="pic" sz="quarter" idx="33" hasCustomPrompt="1"/>
          </p:nvPr>
        </p:nvSpPr>
        <p:spPr>
          <a:xfrm>
            <a:off x="4267905" y="5033185"/>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cxnSp>
        <p:nvCxnSpPr>
          <p:cNvPr id="17" name="Straight Connector 16">
            <a:extLst>
              <a:ext uri="{FF2B5EF4-FFF2-40B4-BE49-F238E27FC236}">
                <a16:creationId xmlns:a16="http://schemas.microsoft.com/office/drawing/2014/main" id="{8576D1FD-2951-69A3-99E9-C31554989843}"/>
              </a:ext>
            </a:extLst>
          </p:cNvPr>
          <p:cNvCxnSpPr>
            <a:stCxn id="2" idx="7"/>
            <a:endCxn id="7" idx="2"/>
          </p:cNvCxnSpPr>
          <p:nvPr/>
        </p:nvCxnSpPr>
        <p:spPr>
          <a:xfrm flipV="1">
            <a:off x="2799907" y="2237834"/>
            <a:ext cx="1305052" cy="54361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A6F89F6A-C1B4-4B80-70D3-0293202BF2CD}"/>
              </a:ext>
            </a:extLst>
          </p:cNvPr>
          <p:cNvCxnSpPr>
            <a:stCxn id="2" idx="6"/>
            <a:endCxn id="10" idx="2"/>
          </p:cNvCxnSpPr>
          <p:nvPr/>
        </p:nvCxnSpPr>
        <p:spPr>
          <a:xfrm>
            <a:off x="3196243" y="3744581"/>
            <a:ext cx="908716" cy="0"/>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973F5278-761A-2CBF-5BBE-E0243C4D0ABC}"/>
              </a:ext>
            </a:extLst>
          </p:cNvPr>
          <p:cNvCxnSpPr>
            <a:stCxn id="2" idx="5"/>
            <a:endCxn id="13" idx="2"/>
          </p:cNvCxnSpPr>
          <p:nvPr/>
        </p:nvCxnSpPr>
        <p:spPr>
          <a:xfrm>
            <a:off x="2799907" y="4707714"/>
            <a:ext cx="1305052" cy="54361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1" name="Text Placeholder 49">
            <a:extLst>
              <a:ext uri="{FF2B5EF4-FFF2-40B4-BE49-F238E27FC236}">
                <a16:creationId xmlns:a16="http://schemas.microsoft.com/office/drawing/2014/main" id="{9AAA800B-70FD-3F30-652D-B94DA3B87D37}"/>
              </a:ext>
            </a:extLst>
          </p:cNvPr>
          <p:cNvSpPr>
            <a:spLocks noGrp="1"/>
          </p:cNvSpPr>
          <p:nvPr>
            <p:ph type="body" sz="quarter" idx="36" hasCustomPrompt="1"/>
          </p:nvPr>
        </p:nvSpPr>
        <p:spPr>
          <a:xfrm>
            <a:off x="5157259" y="1732298"/>
            <a:ext cx="5441653" cy="1005353"/>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6" name="Text Placeholder 49">
            <a:extLst>
              <a:ext uri="{FF2B5EF4-FFF2-40B4-BE49-F238E27FC236}">
                <a16:creationId xmlns:a16="http://schemas.microsoft.com/office/drawing/2014/main" id="{FBD4647F-EEAD-38A0-E1A4-7A88196A9B5B}"/>
              </a:ext>
            </a:extLst>
          </p:cNvPr>
          <p:cNvSpPr>
            <a:spLocks noGrp="1"/>
          </p:cNvSpPr>
          <p:nvPr>
            <p:ph type="body" sz="quarter" idx="37" hasCustomPrompt="1"/>
          </p:nvPr>
        </p:nvSpPr>
        <p:spPr>
          <a:xfrm>
            <a:off x="5157259" y="3250322"/>
            <a:ext cx="5441653" cy="1005353"/>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7" name="Text Placeholder 49">
            <a:extLst>
              <a:ext uri="{FF2B5EF4-FFF2-40B4-BE49-F238E27FC236}">
                <a16:creationId xmlns:a16="http://schemas.microsoft.com/office/drawing/2014/main" id="{1F47350C-8781-9C0C-2BBD-39F008F81336}"/>
              </a:ext>
            </a:extLst>
          </p:cNvPr>
          <p:cNvSpPr>
            <a:spLocks noGrp="1"/>
          </p:cNvSpPr>
          <p:nvPr>
            <p:ph type="body" sz="quarter" idx="38" hasCustomPrompt="1"/>
          </p:nvPr>
        </p:nvSpPr>
        <p:spPr>
          <a:xfrm>
            <a:off x="5157259" y="4744440"/>
            <a:ext cx="5441653" cy="1005353"/>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Tree>
    <p:extLst>
      <p:ext uri="{BB962C8B-B14F-4D97-AF65-F5344CB8AC3E}">
        <p14:creationId xmlns:p14="http://schemas.microsoft.com/office/powerpoint/2010/main" val="766641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p:cSld name="4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 name="Straight Connector 1">
            <a:extLst>
              <a:ext uri="{FF2B5EF4-FFF2-40B4-BE49-F238E27FC236}">
                <a16:creationId xmlns:a16="http://schemas.microsoft.com/office/drawing/2014/main" id="{EC3EE3F2-FDC1-F6FC-83DE-567DD30CCED0}"/>
              </a:ext>
            </a:extLst>
          </p:cNvPr>
          <p:cNvCxnSpPr>
            <a:stCxn id="7" idx="3"/>
            <a:endCxn id="9" idx="1"/>
          </p:cNvCxnSpPr>
          <p:nvPr/>
        </p:nvCxnSpPr>
        <p:spPr>
          <a:xfrm flipV="1">
            <a:off x="4025294" y="2619934"/>
            <a:ext cx="4122060" cy="232228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grpSp>
        <p:nvGrpSpPr>
          <p:cNvPr id="4" name="Group 3">
            <a:extLst>
              <a:ext uri="{FF2B5EF4-FFF2-40B4-BE49-F238E27FC236}">
                <a16:creationId xmlns:a16="http://schemas.microsoft.com/office/drawing/2014/main" id="{E113AB58-B0DC-A362-F4AD-1E160529E39E}"/>
              </a:ext>
            </a:extLst>
          </p:cNvPr>
          <p:cNvGrpSpPr/>
          <p:nvPr/>
        </p:nvGrpSpPr>
        <p:grpSpPr>
          <a:xfrm>
            <a:off x="1083734" y="1445108"/>
            <a:ext cx="10005180" cy="4324957"/>
            <a:chOff x="812800" y="1069746"/>
            <a:chExt cx="7503885" cy="3243718"/>
          </a:xfrm>
        </p:grpSpPr>
        <p:sp>
          <p:nvSpPr>
            <p:cNvPr id="5" name="Rounded Rectangle 4">
              <a:extLst>
                <a:ext uri="{FF2B5EF4-FFF2-40B4-BE49-F238E27FC236}">
                  <a16:creationId xmlns:a16="http://schemas.microsoft.com/office/drawing/2014/main" id="{1854F206-B653-86B9-C9FA-B32A10F8F855}"/>
                </a:ext>
              </a:extLst>
            </p:cNvPr>
            <p:cNvSpPr/>
            <p:nvPr userDrawn="1"/>
          </p:nvSpPr>
          <p:spPr>
            <a:xfrm>
              <a:off x="812800" y="1329979"/>
              <a:ext cx="2206170" cy="1241771"/>
            </a:xfrm>
            <a:prstGeom prst="roundRect">
              <a:avLst>
                <a:gd name="adj" fmla="val 7637"/>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6" name="Oval 5">
              <a:extLst>
                <a:ext uri="{FF2B5EF4-FFF2-40B4-BE49-F238E27FC236}">
                  <a16:creationId xmlns:a16="http://schemas.microsoft.com/office/drawing/2014/main" id="{B0711EF4-7B66-929B-6044-34780BC81C96}"/>
                </a:ext>
              </a:extLst>
            </p:cNvPr>
            <p:cNvSpPr/>
            <p:nvPr userDrawn="1"/>
          </p:nvSpPr>
          <p:spPr>
            <a:xfrm>
              <a:off x="934100" y="1069746"/>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7" name="Rounded Rectangle 6">
              <a:extLst>
                <a:ext uri="{FF2B5EF4-FFF2-40B4-BE49-F238E27FC236}">
                  <a16:creationId xmlns:a16="http://schemas.microsoft.com/office/drawing/2014/main" id="{C9467417-DCB3-BDE0-C255-054F3AA95FEA}"/>
                </a:ext>
              </a:extLst>
            </p:cNvPr>
            <p:cNvSpPr/>
            <p:nvPr userDrawn="1"/>
          </p:nvSpPr>
          <p:spPr>
            <a:xfrm>
              <a:off x="812800" y="3071693"/>
              <a:ext cx="2206170" cy="1241771"/>
            </a:xfrm>
            <a:prstGeom prst="roundRect">
              <a:avLst>
                <a:gd name="adj" fmla="val 76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8" name="Oval 7">
              <a:extLst>
                <a:ext uri="{FF2B5EF4-FFF2-40B4-BE49-F238E27FC236}">
                  <a16:creationId xmlns:a16="http://schemas.microsoft.com/office/drawing/2014/main" id="{39C3BFCA-BDF1-3898-D072-395C7E7CC6C0}"/>
                </a:ext>
              </a:extLst>
            </p:cNvPr>
            <p:cNvSpPr/>
            <p:nvPr userDrawn="1"/>
          </p:nvSpPr>
          <p:spPr>
            <a:xfrm>
              <a:off x="934100" y="2811460"/>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Rounded Rectangle 8">
              <a:extLst>
                <a:ext uri="{FF2B5EF4-FFF2-40B4-BE49-F238E27FC236}">
                  <a16:creationId xmlns:a16="http://schemas.microsoft.com/office/drawing/2014/main" id="{BD588C71-B6D2-AA81-4A27-08FC9B73654B}"/>
                </a:ext>
              </a:extLst>
            </p:cNvPr>
            <p:cNvSpPr/>
            <p:nvPr userDrawn="1"/>
          </p:nvSpPr>
          <p:spPr>
            <a:xfrm>
              <a:off x="6110515" y="1329979"/>
              <a:ext cx="2206170" cy="1241771"/>
            </a:xfrm>
            <a:prstGeom prst="roundRect">
              <a:avLst>
                <a:gd name="adj" fmla="val 735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 name="Oval 9">
              <a:extLst>
                <a:ext uri="{FF2B5EF4-FFF2-40B4-BE49-F238E27FC236}">
                  <a16:creationId xmlns:a16="http://schemas.microsoft.com/office/drawing/2014/main" id="{3780E5A6-21CC-D0C7-90D8-EE66F0366B2E}"/>
                </a:ext>
              </a:extLst>
            </p:cNvPr>
            <p:cNvSpPr/>
            <p:nvPr userDrawn="1"/>
          </p:nvSpPr>
          <p:spPr>
            <a:xfrm>
              <a:off x="6231815" y="1069746"/>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1" name="Rounded Rectangle 10">
              <a:extLst>
                <a:ext uri="{FF2B5EF4-FFF2-40B4-BE49-F238E27FC236}">
                  <a16:creationId xmlns:a16="http://schemas.microsoft.com/office/drawing/2014/main" id="{CE234EB5-BE30-EFB0-0A0D-26E62BEA90FD}"/>
                </a:ext>
              </a:extLst>
            </p:cNvPr>
            <p:cNvSpPr/>
            <p:nvPr userDrawn="1"/>
          </p:nvSpPr>
          <p:spPr>
            <a:xfrm>
              <a:off x="6110515" y="3071693"/>
              <a:ext cx="2206170" cy="1241771"/>
            </a:xfrm>
            <a:prstGeom prst="roundRect">
              <a:avLst>
                <a:gd name="adj" fmla="val 70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2" name="Oval 11">
              <a:extLst>
                <a:ext uri="{FF2B5EF4-FFF2-40B4-BE49-F238E27FC236}">
                  <a16:creationId xmlns:a16="http://schemas.microsoft.com/office/drawing/2014/main" id="{3BAF2344-1791-C65F-B634-470157418F87}"/>
                </a:ext>
              </a:extLst>
            </p:cNvPr>
            <p:cNvSpPr/>
            <p:nvPr userDrawn="1"/>
          </p:nvSpPr>
          <p:spPr>
            <a:xfrm>
              <a:off x="6231815" y="2811460"/>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sp>
        <p:nvSpPr>
          <p:cNvPr id="13" name="Picture Placeholder 112">
            <a:extLst>
              <a:ext uri="{FF2B5EF4-FFF2-40B4-BE49-F238E27FC236}">
                <a16:creationId xmlns:a16="http://schemas.microsoft.com/office/drawing/2014/main" id="{E791F1EA-A284-7C46-005F-B40A00DE54B2}"/>
              </a:ext>
            </a:extLst>
          </p:cNvPr>
          <p:cNvSpPr>
            <a:spLocks noGrp="1"/>
          </p:cNvSpPr>
          <p:nvPr>
            <p:ph type="pic" sz="quarter" idx="31" hasCustomPrompt="1"/>
          </p:nvPr>
        </p:nvSpPr>
        <p:spPr>
          <a:xfrm>
            <a:off x="8420586" y="1565907"/>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4" name="Picture Placeholder 112">
            <a:extLst>
              <a:ext uri="{FF2B5EF4-FFF2-40B4-BE49-F238E27FC236}">
                <a16:creationId xmlns:a16="http://schemas.microsoft.com/office/drawing/2014/main" id="{C85F7658-3C28-91BF-4193-CB4CAE960EEB}"/>
              </a:ext>
            </a:extLst>
          </p:cNvPr>
          <p:cNvSpPr>
            <a:spLocks noGrp="1"/>
          </p:cNvSpPr>
          <p:nvPr>
            <p:ph type="pic" sz="quarter" idx="32" hasCustomPrompt="1"/>
          </p:nvPr>
        </p:nvSpPr>
        <p:spPr>
          <a:xfrm>
            <a:off x="8420586" y="3888193"/>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5" name="Picture Placeholder 112">
            <a:extLst>
              <a:ext uri="{FF2B5EF4-FFF2-40B4-BE49-F238E27FC236}">
                <a16:creationId xmlns:a16="http://schemas.microsoft.com/office/drawing/2014/main" id="{26084C2F-CF9C-8205-849E-6F339F603E4F}"/>
              </a:ext>
            </a:extLst>
          </p:cNvPr>
          <p:cNvSpPr>
            <a:spLocks noGrp="1"/>
          </p:cNvSpPr>
          <p:nvPr>
            <p:ph type="pic" sz="quarter" idx="33" hasCustomPrompt="1"/>
          </p:nvPr>
        </p:nvSpPr>
        <p:spPr>
          <a:xfrm>
            <a:off x="1354912" y="1565907"/>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6" name="Picture Placeholder 112">
            <a:extLst>
              <a:ext uri="{FF2B5EF4-FFF2-40B4-BE49-F238E27FC236}">
                <a16:creationId xmlns:a16="http://schemas.microsoft.com/office/drawing/2014/main" id="{1191AA48-75FE-6A2B-1C30-28ED3C3598EC}"/>
              </a:ext>
            </a:extLst>
          </p:cNvPr>
          <p:cNvSpPr>
            <a:spLocks noGrp="1"/>
          </p:cNvSpPr>
          <p:nvPr>
            <p:ph type="pic" sz="quarter" idx="34" hasCustomPrompt="1"/>
          </p:nvPr>
        </p:nvSpPr>
        <p:spPr>
          <a:xfrm>
            <a:off x="1354912" y="3888193"/>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8" name="Text Placeholder 49">
            <a:extLst>
              <a:ext uri="{FF2B5EF4-FFF2-40B4-BE49-F238E27FC236}">
                <a16:creationId xmlns:a16="http://schemas.microsoft.com/office/drawing/2014/main" id="{A30432BE-6C6F-9207-800C-9521B847CDCD}"/>
              </a:ext>
            </a:extLst>
          </p:cNvPr>
          <p:cNvSpPr>
            <a:spLocks noGrp="1"/>
          </p:cNvSpPr>
          <p:nvPr>
            <p:ph type="body" sz="quarter" idx="36" hasCustomPrompt="1"/>
          </p:nvPr>
        </p:nvSpPr>
        <p:spPr>
          <a:xfrm>
            <a:off x="1252250" y="2226235"/>
            <a:ext cx="2603677" cy="1062771"/>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0" name="Text Placeholder 49">
            <a:extLst>
              <a:ext uri="{FF2B5EF4-FFF2-40B4-BE49-F238E27FC236}">
                <a16:creationId xmlns:a16="http://schemas.microsoft.com/office/drawing/2014/main" id="{6ACE6CE3-4029-2818-12F0-7A429F34B85A}"/>
              </a:ext>
            </a:extLst>
          </p:cNvPr>
          <p:cNvSpPr>
            <a:spLocks noGrp="1"/>
          </p:cNvSpPr>
          <p:nvPr>
            <p:ph type="body" sz="quarter" idx="38" hasCustomPrompt="1"/>
          </p:nvPr>
        </p:nvSpPr>
        <p:spPr>
          <a:xfrm>
            <a:off x="8312891" y="2226235"/>
            <a:ext cx="2603677" cy="1062771"/>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2" name="Text Placeholder 49">
            <a:extLst>
              <a:ext uri="{FF2B5EF4-FFF2-40B4-BE49-F238E27FC236}">
                <a16:creationId xmlns:a16="http://schemas.microsoft.com/office/drawing/2014/main" id="{FC73B977-C5AF-3CE3-2EF7-C757E31BC62D}"/>
              </a:ext>
            </a:extLst>
          </p:cNvPr>
          <p:cNvSpPr>
            <a:spLocks noGrp="1"/>
          </p:cNvSpPr>
          <p:nvPr>
            <p:ph type="body" sz="quarter" idx="40" hasCustomPrompt="1"/>
          </p:nvPr>
        </p:nvSpPr>
        <p:spPr>
          <a:xfrm>
            <a:off x="1252250" y="4548520"/>
            <a:ext cx="2603677" cy="1058305"/>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4" name="Text Placeholder 49">
            <a:extLst>
              <a:ext uri="{FF2B5EF4-FFF2-40B4-BE49-F238E27FC236}">
                <a16:creationId xmlns:a16="http://schemas.microsoft.com/office/drawing/2014/main" id="{B61191D8-51DE-4956-DAF8-4B114CA84CDE}"/>
              </a:ext>
            </a:extLst>
          </p:cNvPr>
          <p:cNvSpPr>
            <a:spLocks noGrp="1"/>
          </p:cNvSpPr>
          <p:nvPr>
            <p:ph type="body" sz="quarter" idx="42" hasCustomPrompt="1"/>
          </p:nvPr>
        </p:nvSpPr>
        <p:spPr>
          <a:xfrm>
            <a:off x="8312891" y="4548520"/>
            <a:ext cx="2603677" cy="1058305"/>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cxnSp>
        <p:nvCxnSpPr>
          <p:cNvPr id="25" name="Straight Connector 24">
            <a:extLst>
              <a:ext uri="{FF2B5EF4-FFF2-40B4-BE49-F238E27FC236}">
                <a16:creationId xmlns:a16="http://schemas.microsoft.com/office/drawing/2014/main" id="{43BD0149-82C3-7F67-D9EC-004B6E1E1401}"/>
              </a:ext>
            </a:extLst>
          </p:cNvPr>
          <p:cNvCxnSpPr>
            <a:stCxn id="5" idx="3"/>
            <a:endCxn id="11" idx="1"/>
          </p:cNvCxnSpPr>
          <p:nvPr/>
        </p:nvCxnSpPr>
        <p:spPr>
          <a:xfrm>
            <a:off x="4025294" y="2619934"/>
            <a:ext cx="4122060" cy="232228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Oval 25">
            <a:extLst>
              <a:ext uri="{FF2B5EF4-FFF2-40B4-BE49-F238E27FC236}">
                <a16:creationId xmlns:a16="http://schemas.microsoft.com/office/drawing/2014/main" id="{0B58E4D1-6B03-7949-8339-ED676564FECC}"/>
              </a:ext>
            </a:extLst>
          </p:cNvPr>
          <p:cNvSpPr/>
          <p:nvPr/>
        </p:nvSpPr>
        <p:spPr>
          <a:xfrm>
            <a:off x="4729329" y="2383607"/>
            <a:ext cx="2706355" cy="2724151"/>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7" name="Text Placeholder 47">
            <a:extLst>
              <a:ext uri="{FF2B5EF4-FFF2-40B4-BE49-F238E27FC236}">
                <a16:creationId xmlns:a16="http://schemas.microsoft.com/office/drawing/2014/main" id="{1D6B2748-2723-A4E6-C355-4A37E507D75D}"/>
              </a:ext>
            </a:extLst>
          </p:cNvPr>
          <p:cNvSpPr>
            <a:spLocks noGrp="1"/>
          </p:cNvSpPr>
          <p:nvPr>
            <p:ph type="body" sz="quarter" idx="29" hasCustomPrompt="1"/>
          </p:nvPr>
        </p:nvSpPr>
        <p:spPr>
          <a:xfrm>
            <a:off x="5000890" y="3037123"/>
            <a:ext cx="2163233" cy="1413395"/>
          </a:xfrm>
          <a:prstGeom prst="rect">
            <a:avLst/>
          </a:prstGeom>
        </p:spPr>
        <p:txBody>
          <a:bodyPr anchor="ctr"/>
          <a:lstStyle>
            <a:lvl1pPr marL="0" indent="0" algn="ctr">
              <a:buNone/>
              <a:defRPr b="0"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Tree>
    <p:extLst>
      <p:ext uri="{BB962C8B-B14F-4D97-AF65-F5344CB8AC3E}">
        <p14:creationId xmlns:p14="http://schemas.microsoft.com/office/powerpoint/2010/main" val="29898318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p:cSld name="5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6" name="Oval 25">
            <a:extLst>
              <a:ext uri="{FF2B5EF4-FFF2-40B4-BE49-F238E27FC236}">
                <a16:creationId xmlns:a16="http://schemas.microsoft.com/office/drawing/2014/main" id="{DD868983-0DBA-76D8-2D75-3BFC18666464}"/>
              </a:ext>
            </a:extLst>
          </p:cNvPr>
          <p:cNvSpPr/>
          <p:nvPr/>
        </p:nvSpPr>
        <p:spPr>
          <a:xfrm>
            <a:off x="489888" y="2382506"/>
            <a:ext cx="2706355" cy="2724151"/>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7" name="Text Placeholder 47">
            <a:extLst>
              <a:ext uri="{FF2B5EF4-FFF2-40B4-BE49-F238E27FC236}">
                <a16:creationId xmlns:a16="http://schemas.microsoft.com/office/drawing/2014/main" id="{B51D72D5-B537-3254-523C-0533576282D9}"/>
              </a:ext>
            </a:extLst>
          </p:cNvPr>
          <p:cNvSpPr>
            <a:spLocks noGrp="1"/>
          </p:cNvSpPr>
          <p:nvPr>
            <p:ph type="body" sz="quarter" idx="29" hasCustomPrompt="1"/>
          </p:nvPr>
        </p:nvSpPr>
        <p:spPr>
          <a:xfrm>
            <a:off x="761449" y="3037881"/>
            <a:ext cx="2163233" cy="1413395"/>
          </a:xfrm>
          <a:prstGeom prst="rect">
            <a:avLst/>
          </a:prstGeom>
        </p:spPr>
        <p:txBody>
          <a:bodyPr anchor="ctr"/>
          <a:lstStyle>
            <a:lvl1pPr marL="0" indent="0" algn="ctr">
              <a:buNone/>
              <a:defRPr b="0"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
        <p:nvSpPr>
          <p:cNvPr id="28" name="Rounded Rectangle 27">
            <a:extLst>
              <a:ext uri="{FF2B5EF4-FFF2-40B4-BE49-F238E27FC236}">
                <a16:creationId xmlns:a16="http://schemas.microsoft.com/office/drawing/2014/main" id="{2C4F0960-5646-78D8-F20B-264D24F08A45}"/>
              </a:ext>
            </a:extLst>
          </p:cNvPr>
          <p:cNvSpPr/>
          <p:nvPr/>
        </p:nvSpPr>
        <p:spPr>
          <a:xfrm>
            <a:off x="4506686" y="1429165"/>
            <a:ext cx="6596743" cy="847323"/>
          </a:xfrm>
          <a:prstGeom prst="roundRect">
            <a:avLst>
              <a:gd name="adj" fmla="val 1465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9" name="Oval 28">
            <a:extLst>
              <a:ext uri="{FF2B5EF4-FFF2-40B4-BE49-F238E27FC236}">
                <a16:creationId xmlns:a16="http://schemas.microsoft.com/office/drawing/2014/main" id="{0E7DE37B-98B0-75FA-F13F-A76FA801D9EC}"/>
              </a:ext>
            </a:extLst>
          </p:cNvPr>
          <p:cNvSpPr/>
          <p:nvPr/>
        </p:nvSpPr>
        <p:spPr>
          <a:xfrm>
            <a:off x="4215932" y="1562073"/>
            <a:ext cx="581507" cy="58150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0" name="Rounded Rectangle 29">
            <a:extLst>
              <a:ext uri="{FF2B5EF4-FFF2-40B4-BE49-F238E27FC236}">
                <a16:creationId xmlns:a16="http://schemas.microsoft.com/office/drawing/2014/main" id="{77ABACCB-6006-EC2A-D212-B39FFC6A28A7}"/>
              </a:ext>
            </a:extLst>
          </p:cNvPr>
          <p:cNvSpPr/>
          <p:nvPr/>
        </p:nvSpPr>
        <p:spPr>
          <a:xfrm>
            <a:off x="4506686" y="2373383"/>
            <a:ext cx="6596743" cy="847323"/>
          </a:xfrm>
          <a:prstGeom prst="roundRect">
            <a:avLst>
              <a:gd name="adj" fmla="val 151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C108E87-9074-C6C3-BC79-537A351D0552}"/>
              </a:ext>
            </a:extLst>
          </p:cNvPr>
          <p:cNvSpPr/>
          <p:nvPr/>
        </p:nvSpPr>
        <p:spPr>
          <a:xfrm>
            <a:off x="4215932" y="2506291"/>
            <a:ext cx="581507" cy="58150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Rounded Rectangle 31">
            <a:extLst>
              <a:ext uri="{FF2B5EF4-FFF2-40B4-BE49-F238E27FC236}">
                <a16:creationId xmlns:a16="http://schemas.microsoft.com/office/drawing/2014/main" id="{99658E0D-5146-0258-FE92-EAEFB83824C6}"/>
              </a:ext>
            </a:extLst>
          </p:cNvPr>
          <p:cNvSpPr/>
          <p:nvPr/>
        </p:nvSpPr>
        <p:spPr>
          <a:xfrm>
            <a:off x="4506686" y="3317600"/>
            <a:ext cx="6596743" cy="847323"/>
          </a:xfrm>
          <a:prstGeom prst="roundRect">
            <a:avLst>
              <a:gd name="adj" fmla="val 156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F7CFBA8B-9AE9-EFA3-0BEE-955E8C3F70BC}"/>
              </a:ext>
            </a:extLst>
          </p:cNvPr>
          <p:cNvSpPr/>
          <p:nvPr/>
        </p:nvSpPr>
        <p:spPr>
          <a:xfrm>
            <a:off x="4215932" y="3450508"/>
            <a:ext cx="581507" cy="58150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4" name="Rounded Rectangle 33">
            <a:extLst>
              <a:ext uri="{FF2B5EF4-FFF2-40B4-BE49-F238E27FC236}">
                <a16:creationId xmlns:a16="http://schemas.microsoft.com/office/drawing/2014/main" id="{4F1B447D-F6B3-2815-7ADD-C494652047C6}"/>
              </a:ext>
            </a:extLst>
          </p:cNvPr>
          <p:cNvSpPr/>
          <p:nvPr/>
        </p:nvSpPr>
        <p:spPr>
          <a:xfrm>
            <a:off x="4506686" y="4261817"/>
            <a:ext cx="6596743" cy="847323"/>
          </a:xfrm>
          <a:prstGeom prst="roundRect">
            <a:avLst>
              <a:gd name="adj" fmla="val 151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5" name="Oval 34">
            <a:extLst>
              <a:ext uri="{FF2B5EF4-FFF2-40B4-BE49-F238E27FC236}">
                <a16:creationId xmlns:a16="http://schemas.microsoft.com/office/drawing/2014/main" id="{F812B193-29D8-4763-6A4D-C640CE5ADF81}"/>
              </a:ext>
            </a:extLst>
          </p:cNvPr>
          <p:cNvSpPr/>
          <p:nvPr/>
        </p:nvSpPr>
        <p:spPr>
          <a:xfrm>
            <a:off x="4215932" y="4394725"/>
            <a:ext cx="581507" cy="58150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6" name="Rounded Rectangle 35">
            <a:extLst>
              <a:ext uri="{FF2B5EF4-FFF2-40B4-BE49-F238E27FC236}">
                <a16:creationId xmlns:a16="http://schemas.microsoft.com/office/drawing/2014/main" id="{A56791AD-AE31-62EF-200A-C35ED1A6FDF9}"/>
              </a:ext>
            </a:extLst>
          </p:cNvPr>
          <p:cNvSpPr/>
          <p:nvPr/>
        </p:nvSpPr>
        <p:spPr>
          <a:xfrm>
            <a:off x="4506686" y="5206035"/>
            <a:ext cx="6596743" cy="847323"/>
          </a:xfrm>
          <a:prstGeom prst="roundRect">
            <a:avLst>
              <a:gd name="adj" fmla="val 156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7" name="Oval 36">
            <a:extLst>
              <a:ext uri="{FF2B5EF4-FFF2-40B4-BE49-F238E27FC236}">
                <a16:creationId xmlns:a16="http://schemas.microsoft.com/office/drawing/2014/main" id="{9CC8141F-A731-EDC5-BDB0-1417C7AEC6FA}"/>
              </a:ext>
            </a:extLst>
          </p:cNvPr>
          <p:cNvSpPr/>
          <p:nvPr/>
        </p:nvSpPr>
        <p:spPr>
          <a:xfrm>
            <a:off x="4215932" y="5338943"/>
            <a:ext cx="581507" cy="58150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8" name="Picture Placeholder 112">
            <a:extLst>
              <a:ext uri="{FF2B5EF4-FFF2-40B4-BE49-F238E27FC236}">
                <a16:creationId xmlns:a16="http://schemas.microsoft.com/office/drawing/2014/main" id="{B946A00E-86B1-EEE2-51D1-99471F894045}"/>
              </a:ext>
            </a:extLst>
          </p:cNvPr>
          <p:cNvSpPr>
            <a:spLocks noGrp="1"/>
          </p:cNvSpPr>
          <p:nvPr>
            <p:ph type="pic" sz="quarter" idx="31" hasCustomPrompt="1"/>
          </p:nvPr>
        </p:nvSpPr>
        <p:spPr>
          <a:xfrm>
            <a:off x="4255771" y="1619045"/>
            <a:ext cx="501829" cy="456208"/>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1" name="Picture Placeholder 112">
            <a:extLst>
              <a:ext uri="{FF2B5EF4-FFF2-40B4-BE49-F238E27FC236}">
                <a16:creationId xmlns:a16="http://schemas.microsoft.com/office/drawing/2014/main" id="{D0BB46C6-EA86-35DB-BA54-0F8443EA52F2}"/>
              </a:ext>
            </a:extLst>
          </p:cNvPr>
          <p:cNvSpPr>
            <a:spLocks noGrp="1"/>
          </p:cNvSpPr>
          <p:nvPr>
            <p:ph type="pic" sz="quarter" idx="37" hasCustomPrompt="1"/>
          </p:nvPr>
        </p:nvSpPr>
        <p:spPr>
          <a:xfrm>
            <a:off x="4262987" y="2570283"/>
            <a:ext cx="487397" cy="443088"/>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4" name="Picture Placeholder 112">
            <a:extLst>
              <a:ext uri="{FF2B5EF4-FFF2-40B4-BE49-F238E27FC236}">
                <a16:creationId xmlns:a16="http://schemas.microsoft.com/office/drawing/2014/main" id="{20E949C0-887F-76F4-84E4-9F52A431E3F9}"/>
              </a:ext>
            </a:extLst>
          </p:cNvPr>
          <p:cNvSpPr>
            <a:spLocks noGrp="1"/>
          </p:cNvSpPr>
          <p:nvPr>
            <p:ph type="pic" sz="quarter" idx="40" hasCustomPrompt="1"/>
          </p:nvPr>
        </p:nvSpPr>
        <p:spPr>
          <a:xfrm>
            <a:off x="4270312" y="3529693"/>
            <a:ext cx="472747" cy="429771"/>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7" name="Picture Placeholder 112">
            <a:extLst>
              <a:ext uri="{FF2B5EF4-FFF2-40B4-BE49-F238E27FC236}">
                <a16:creationId xmlns:a16="http://schemas.microsoft.com/office/drawing/2014/main" id="{08E5A5B9-8F8F-58A4-61DF-8C94DB3171F1}"/>
              </a:ext>
            </a:extLst>
          </p:cNvPr>
          <p:cNvSpPr>
            <a:spLocks noGrp="1"/>
          </p:cNvSpPr>
          <p:nvPr>
            <p:ph type="pic" sz="quarter" idx="43" hasCustomPrompt="1"/>
          </p:nvPr>
        </p:nvSpPr>
        <p:spPr>
          <a:xfrm>
            <a:off x="4253788" y="4451276"/>
            <a:ext cx="505795" cy="459813"/>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0" name="Picture Placeholder 112">
            <a:extLst>
              <a:ext uri="{FF2B5EF4-FFF2-40B4-BE49-F238E27FC236}">
                <a16:creationId xmlns:a16="http://schemas.microsoft.com/office/drawing/2014/main" id="{57ACD88E-FF60-AAE6-A2CB-77D4AF2592F3}"/>
              </a:ext>
            </a:extLst>
          </p:cNvPr>
          <p:cNvSpPr>
            <a:spLocks noGrp="1"/>
          </p:cNvSpPr>
          <p:nvPr>
            <p:ph type="pic" sz="quarter" idx="46" hasCustomPrompt="1"/>
          </p:nvPr>
        </p:nvSpPr>
        <p:spPr>
          <a:xfrm>
            <a:off x="4255771" y="5397756"/>
            <a:ext cx="501829" cy="456208"/>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cxnSp>
        <p:nvCxnSpPr>
          <p:cNvPr id="53" name="Straight Connector 52">
            <a:extLst>
              <a:ext uri="{FF2B5EF4-FFF2-40B4-BE49-F238E27FC236}">
                <a16:creationId xmlns:a16="http://schemas.microsoft.com/office/drawing/2014/main" id="{F3AE4483-30A7-2F45-23D2-546F7673D748}"/>
              </a:ext>
            </a:extLst>
          </p:cNvPr>
          <p:cNvCxnSpPr>
            <a:stCxn id="26" idx="7"/>
            <a:endCxn id="29" idx="2"/>
          </p:cNvCxnSpPr>
          <p:nvPr/>
        </p:nvCxnSpPr>
        <p:spPr>
          <a:xfrm flipV="1">
            <a:off x="2799907" y="1852827"/>
            <a:ext cx="1416025" cy="928621"/>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4" name="Straight Connector 53">
            <a:extLst>
              <a:ext uri="{FF2B5EF4-FFF2-40B4-BE49-F238E27FC236}">
                <a16:creationId xmlns:a16="http://schemas.microsoft.com/office/drawing/2014/main" id="{50BED66B-EB91-46DA-D1F6-42EC597C1BFE}"/>
              </a:ext>
            </a:extLst>
          </p:cNvPr>
          <p:cNvCxnSpPr>
            <a:endCxn id="31" idx="2"/>
          </p:cNvCxnSpPr>
          <p:nvPr/>
        </p:nvCxnSpPr>
        <p:spPr>
          <a:xfrm flipV="1">
            <a:off x="3140359" y="2797045"/>
            <a:ext cx="1075573" cy="462476"/>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5" name="Straight Connector 54">
            <a:extLst>
              <a:ext uri="{FF2B5EF4-FFF2-40B4-BE49-F238E27FC236}">
                <a16:creationId xmlns:a16="http://schemas.microsoft.com/office/drawing/2014/main" id="{DBA92BB7-53DA-E638-41FB-8C0EED61C82E}"/>
              </a:ext>
            </a:extLst>
          </p:cNvPr>
          <p:cNvCxnSpPr>
            <a:stCxn id="26" idx="6"/>
            <a:endCxn id="33" idx="2"/>
          </p:cNvCxnSpPr>
          <p:nvPr/>
        </p:nvCxnSpPr>
        <p:spPr>
          <a:xfrm flipV="1">
            <a:off x="3196244" y="3741261"/>
            <a:ext cx="1019689" cy="3320"/>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6" name="Straight Connector 55">
            <a:extLst>
              <a:ext uri="{FF2B5EF4-FFF2-40B4-BE49-F238E27FC236}">
                <a16:creationId xmlns:a16="http://schemas.microsoft.com/office/drawing/2014/main" id="{389645CF-AFE9-509A-C935-536ED1F9AB05}"/>
              </a:ext>
            </a:extLst>
          </p:cNvPr>
          <p:cNvCxnSpPr/>
          <p:nvPr/>
        </p:nvCxnSpPr>
        <p:spPr>
          <a:xfrm>
            <a:off x="3097500" y="4278164"/>
            <a:ext cx="1118432" cy="403019"/>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7" name="Straight Connector 56">
            <a:extLst>
              <a:ext uri="{FF2B5EF4-FFF2-40B4-BE49-F238E27FC236}">
                <a16:creationId xmlns:a16="http://schemas.microsoft.com/office/drawing/2014/main" id="{8713B37C-4F88-FAE7-A31A-36982F00DA89}"/>
              </a:ext>
            </a:extLst>
          </p:cNvPr>
          <p:cNvCxnSpPr>
            <a:stCxn id="26" idx="5"/>
            <a:endCxn id="37" idx="2"/>
          </p:cNvCxnSpPr>
          <p:nvPr/>
        </p:nvCxnSpPr>
        <p:spPr>
          <a:xfrm>
            <a:off x="2799907" y="4707714"/>
            <a:ext cx="1416025" cy="921983"/>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 name="Text Placeholder 49">
            <a:extLst>
              <a:ext uri="{FF2B5EF4-FFF2-40B4-BE49-F238E27FC236}">
                <a16:creationId xmlns:a16="http://schemas.microsoft.com/office/drawing/2014/main" id="{E7BB3057-5EEC-F8C3-3746-97AD5DE00C26}"/>
              </a:ext>
            </a:extLst>
          </p:cNvPr>
          <p:cNvSpPr>
            <a:spLocks noGrp="1"/>
          </p:cNvSpPr>
          <p:nvPr>
            <p:ph type="body" sz="quarter" idx="36" hasCustomPrompt="1"/>
          </p:nvPr>
        </p:nvSpPr>
        <p:spPr>
          <a:xfrm>
            <a:off x="5039707" y="1451577"/>
            <a:ext cx="5441653" cy="791145"/>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4" name="Text Placeholder 49">
            <a:extLst>
              <a:ext uri="{FF2B5EF4-FFF2-40B4-BE49-F238E27FC236}">
                <a16:creationId xmlns:a16="http://schemas.microsoft.com/office/drawing/2014/main" id="{AF3B0929-63C1-B242-D61A-3358860CD8EA}"/>
              </a:ext>
            </a:extLst>
          </p:cNvPr>
          <p:cNvSpPr>
            <a:spLocks noGrp="1"/>
          </p:cNvSpPr>
          <p:nvPr>
            <p:ph type="body" sz="quarter" idx="47" hasCustomPrompt="1"/>
          </p:nvPr>
        </p:nvSpPr>
        <p:spPr>
          <a:xfrm>
            <a:off x="5039707" y="2402726"/>
            <a:ext cx="5441653" cy="791145"/>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5" name="Text Placeholder 49">
            <a:extLst>
              <a:ext uri="{FF2B5EF4-FFF2-40B4-BE49-F238E27FC236}">
                <a16:creationId xmlns:a16="http://schemas.microsoft.com/office/drawing/2014/main" id="{6F181143-A049-6514-B067-964DB781C888}"/>
              </a:ext>
            </a:extLst>
          </p:cNvPr>
          <p:cNvSpPr>
            <a:spLocks noGrp="1"/>
          </p:cNvSpPr>
          <p:nvPr>
            <p:ph type="body" sz="quarter" idx="48" hasCustomPrompt="1"/>
          </p:nvPr>
        </p:nvSpPr>
        <p:spPr>
          <a:xfrm>
            <a:off x="5039707" y="3353874"/>
            <a:ext cx="5441653" cy="791145"/>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6" name="Text Placeholder 49">
            <a:extLst>
              <a:ext uri="{FF2B5EF4-FFF2-40B4-BE49-F238E27FC236}">
                <a16:creationId xmlns:a16="http://schemas.microsoft.com/office/drawing/2014/main" id="{73C7821A-AEEB-F8F1-0C61-ACDF2B2389BB}"/>
              </a:ext>
            </a:extLst>
          </p:cNvPr>
          <p:cNvSpPr>
            <a:spLocks noGrp="1"/>
          </p:cNvSpPr>
          <p:nvPr>
            <p:ph type="body" sz="quarter" idx="49" hasCustomPrompt="1"/>
          </p:nvPr>
        </p:nvSpPr>
        <p:spPr>
          <a:xfrm>
            <a:off x="5039707" y="4296377"/>
            <a:ext cx="5441653" cy="791145"/>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7" name="Text Placeholder 49">
            <a:extLst>
              <a:ext uri="{FF2B5EF4-FFF2-40B4-BE49-F238E27FC236}">
                <a16:creationId xmlns:a16="http://schemas.microsoft.com/office/drawing/2014/main" id="{92D2336A-BE5A-F78E-A094-52D5F09DC0D3}"/>
              </a:ext>
            </a:extLst>
          </p:cNvPr>
          <p:cNvSpPr>
            <a:spLocks noGrp="1"/>
          </p:cNvSpPr>
          <p:nvPr>
            <p:ph type="body" sz="quarter" idx="50" hasCustomPrompt="1"/>
          </p:nvPr>
        </p:nvSpPr>
        <p:spPr>
          <a:xfrm>
            <a:off x="5039707" y="5238880"/>
            <a:ext cx="5441653" cy="791145"/>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Tree>
    <p:extLst>
      <p:ext uri="{BB962C8B-B14F-4D97-AF65-F5344CB8AC3E}">
        <p14:creationId xmlns:p14="http://schemas.microsoft.com/office/powerpoint/2010/main" val="673577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p:cSld name="6 Section Chart - Round">
    <p:spTree>
      <p:nvGrpSpPr>
        <p:cNvPr id="1" name=""/>
        <p:cNvGrpSpPr/>
        <p:nvPr/>
      </p:nvGrpSpPr>
      <p:grpSpPr>
        <a:xfrm>
          <a:off x="0" y="0"/>
          <a:ext cx="0" cy="0"/>
          <a:chOff x="0" y="0"/>
          <a:chExt cx="0" cy="0"/>
        </a:xfrm>
      </p:grpSpPr>
      <p:sp>
        <p:nvSpPr>
          <p:cNvPr id="31" name="Oval 30">
            <a:extLst>
              <a:ext uri="{FF2B5EF4-FFF2-40B4-BE49-F238E27FC236}">
                <a16:creationId xmlns:a16="http://schemas.microsoft.com/office/drawing/2014/main" id="{987FAF58-821C-43FB-7EBF-2F1F542F9A74}"/>
              </a:ext>
            </a:extLst>
          </p:cNvPr>
          <p:cNvSpPr/>
          <p:nvPr/>
        </p:nvSpPr>
        <p:spPr>
          <a:xfrm>
            <a:off x="4030661" y="1680345"/>
            <a:ext cx="4103691" cy="4130676"/>
          </a:xfrm>
          <a:prstGeom prst="ellipse">
            <a:avLst/>
          </a:prstGeom>
          <a:noFill/>
          <a:ln w="25400" cap="rnd">
            <a:solidFill>
              <a:schemeClr val="accent1"/>
            </a:solid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Oval 27">
            <a:extLst>
              <a:ext uri="{FF2B5EF4-FFF2-40B4-BE49-F238E27FC236}">
                <a16:creationId xmlns:a16="http://schemas.microsoft.com/office/drawing/2014/main" id="{364B36E0-4E7B-63AC-D6FD-A581AF6339D8}"/>
              </a:ext>
            </a:extLst>
          </p:cNvPr>
          <p:cNvSpPr/>
          <p:nvPr/>
        </p:nvSpPr>
        <p:spPr>
          <a:xfrm>
            <a:off x="4729329" y="2383607"/>
            <a:ext cx="2706355" cy="2724151"/>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9" name="Oval 28">
            <a:extLst>
              <a:ext uri="{FF2B5EF4-FFF2-40B4-BE49-F238E27FC236}">
                <a16:creationId xmlns:a16="http://schemas.microsoft.com/office/drawing/2014/main" id="{9CDFEFB6-A37D-9D81-E277-3E68832F07C0}"/>
              </a:ext>
            </a:extLst>
          </p:cNvPr>
          <p:cNvSpPr/>
          <p:nvPr/>
        </p:nvSpPr>
        <p:spPr>
          <a:xfrm>
            <a:off x="7732625" y="3343955"/>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0" name="Oval 29">
            <a:extLst>
              <a:ext uri="{FF2B5EF4-FFF2-40B4-BE49-F238E27FC236}">
                <a16:creationId xmlns:a16="http://schemas.microsoft.com/office/drawing/2014/main" id="{D073236A-4CC6-1B72-2CBF-9F7E03B33CF4}"/>
              </a:ext>
            </a:extLst>
          </p:cNvPr>
          <p:cNvSpPr/>
          <p:nvPr/>
        </p:nvSpPr>
        <p:spPr>
          <a:xfrm>
            <a:off x="3649992" y="3343955"/>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2D58490A-35A7-3F8B-FA3D-B1486F97383F}"/>
              </a:ext>
            </a:extLst>
          </p:cNvPr>
          <p:cNvSpPr/>
          <p:nvPr/>
        </p:nvSpPr>
        <p:spPr>
          <a:xfrm>
            <a:off x="6799772" y="1604032"/>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EE7E3C90-48DB-3FD2-5A38-C9820A4FF01E}"/>
              </a:ext>
            </a:extLst>
          </p:cNvPr>
          <p:cNvSpPr/>
          <p:nvPr/>
        </p:nvSpPr>
        <p:spPr>
          <a:xfrm>
            <a:off x="6799772" y="5083879"/>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4" name="Oval 33">
            <a:extLst>
              <a:ext uri="{FF2B5EF4-FFF2-40B4-BE49-F238E27FC236}">
                <a16:creationId xmlns:a16="http://schemas.microsoft.com/office/drawing/2014/main" id="{E90400D9-AF16-61C1-B556-7A0D35B96E75}"/>
              </a:ext>
            </a:extLst>
          </p:cNvPr>
          <p:cNvSpPr/>
          <p:nvPr/>
        </p:nvSpPr>
        <p:spPr>
          <a:xfrm>
            <a:off x="4561790" y="1604032"/>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5" name="Oval 34">
            <a:extLst>
              <a:ext uri="{FF2B5EF4-FFF2-40B4-BE49-F238E27FC236}">
                <a16:creationId xmlns:a16="http://schemas.microsoft.com/office/drawing/2014/main" id="{073E7D17-0597-816C-58A0-D18A85E90318}"/>
              </a:ext>
            </a:extLst>
          </p:cNvPr>
          <p:cNvSpPr/>
          <p:nvPr/>
        </p:nvSpPr>
        <p:spPr>
          <a:xfrm>
            <a:off x="4561790" y="5083879"/>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6" name="Picture Placeholder 112">
            <a:extLst>
              <a:ext uri="{FF2B5EF4-FFF2-40B4-BE49-F238E27FC236}">
                <a16:creationId xmlns:a16="http://schemas.microsoft.com/office/drawing/2014/main" id="{B9F53933-6C7E-AE8C-AD53-9AC85D6B5F68}"/>
              </a:ext>
            </a:extLst>
          </p:cNvPr>
          <p:cNvSpPr>
            <a:spLocks noGrp="1"/>
          </p:cNvSpPr>
          <p:nvPr>
            <p:ph type="pic" sz="quarter" idx="23" hasCustomPrompt="1"/>
          </p:nvPr>
        </p:nvSpPr>
        <p:spPr>
          <a:xfrm>
            <a:off x="4679186" y="174106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7" name="Picture Placeholder 112">
            <a:extLst>
              <a:ext uri="{FF2B5EF4-FFF2-40B4-BE49-F238E27FC236}">
                <a16:creationId xmlns:a16="http://schemas.microsoft.com/office/drawing/2014/main" id="{864A8056-F05D-BAB3-B0FA-29404105A266}"/>
              </a:ext>
            </a:extLst>
          </p:cNvPr>
          <p:cNvSpPr>
            <a:spLocks noGrp="1"/>
          </p:cNvSpPr>
          <p:nvPr>
            <p:ph type="pic" sz="quarter" idx="24" hasCustomPrompt="1"/>
          </p:nvPr>
        </p:nvSpPr>
        <p:spPr>
          <a:xfrm>
            <a:off x="6920192" y="174106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8" name="Picture Placeholder 112">
            <a:extLst>
              <a:ext uri="{FF2B5EF4-FFF2-40B4-BE49-F238E27FC236}">
                <a16:creationId xmlns:a16="http://schemas.microsoft.com/office/drawing/2014/main" id="{9B633580-2898-314F-DF65-2E4B0B108102}"/>
              </a:ext>
            </a:extLst>
          </p:cNvPr>
          <p:cNvSpPr>
            <a:spLocks noGrp="1"/>
          </p:cNvSpPr>
          <p:nvPr>
            <p:ph type="pic" sz="quarter" idx="25" hasCustomPrompt="1"/>
          </p:nvPr>
        </p:nvSpPr>
        <p:spPr>
          <a:xfrm>
            <a:off x="4679186" y="522868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9" name="Picture Placeholder 112">
            <a:extLst>
              <a:ext uri="{FF2B5EF4-FFF2-40B4-BE49-F238E27FC236}">
                <a16:creationId xmlns:a16="http://schemas.microsoft.com/office/drawing/2014/main" id="{050186F7-5853-723B-88CB-7A1C9C367C2A}"/>
              </a:ext>
            </a:extLst>
          </p:cNvPr>
          <p:cNvSpPr>
            <a:spLocks noGrp="1"/>
          </p:cNvSpPr>
          <p:nvPr>
            <p:ph type="pic" sz="quarter" idx="26" hasCustomPrompt="1"/>
          </p:nvPr>
        </p:nvSpPr>
        <p:spPr>
          <a:xfrm>
            <a:off x="6920192" y="522868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0" name="Picture Placeholder 112">
            <a:extLst>
              <a:ext uri="{FF2B5EF4-FFF2-40B4-BE49-F238E27FC236}">
                <a16:creationId xmlns:a16="http://schemas.microsoft.com/office/drawing/2014/main" id="{E388B6B1-0F4C-0CBC-F4BC-C454682431C0}"/>
              </a:ext>
            </a:extLst>
          </p:cNvPr>
          <p:cNvSpPr>
            <a:spLocks noGrp="1"/>
          </p:cNvSpPr>
          <p:nvPr>
            <p:ph type="pic" sz="quarter" idx="27" hasCustomPrompt="1"/>
          </p:nvPr>
        </p:nvSpPr>
        <p:spPr>
          <a:xfrm>
            <a:off x="3756078" y="348116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1" name="Picture Placeholder 112">
            <a:extLst>
              <a:ext uri="{FF2B5EF4-FFF2-40B4-BE49-F238E27FC236}">
                <a16:creationId xmlns:a16="http://schemas.microsoft.com/office/drawing/2014/main" id="{A1074A0C-0447-29F9-8CF5-E6F6D12E0159}"/>
              </a:ext>
            </a:extLst>
          </p:cNvPr>
          <p:cNvSpPr>
            <a:spLocks noGrp="1"/>
          </p:cNvSpPr>
          <p:nvPr>
            <p:ph type="pic" sz="quarter" idx="28" hasCustomPrompt="1"/>
          </p:nvPr>
        </p:nvSpPr>
        <p:spPr>
          <a:xfrm>
            <a:off x="7849106" y="348116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2" name="Text Placeholder 47">
            <a:extLst>
              <a:ext uri="{FF2B5EF4-FFF2-40B4-BE49-F238E27FC236}">
                <a16:creationId xmlns:a16="http://schemas.microsoft.com/office/drawing/2014/main" id="{2B91D76A-0AB5-A68C-2FB5-48215A1543BC}"/>
              </a:ext>
            </a:extLst>
          </p:cNvPr>
          <p:cNvSpPr>
            <a:spLocks noGrp="1"/>
          </p:cNvSpPr>
          <p:nvPr>
            <p:ph type="body" sz="quarter" idx="29" hasCustomPrompt="1"/>
          </p:nvPr>
        </p:nvSpPr>
        <p:spPr>
          <a:xfrm>
            <a:off x="5000890" y="3037123"/>
            <a:ext cx="2163233" cy="1413395"/>
          </a:xfrm>
          <a:prstGeom prst="rect">
            <a:avLst/>
          </a:prstGeom>
        </p:spPr>
        <p:txBody>
          <a:bodyPr anchor="ctr"/>
          <a:lstStyle>
            <a:lvl1pPr marL="0" indent="0" algn="ctr">
              <a:buNone/>
              <a:defRPr b="0"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
        <p:nvSpPr>
          <p:cNvPr id="43" name="Text Placeholder 49">
            <a:extLst>
              <a:ext uri="{FF2B5EF4-FFF2-40B4-BE49-F238E27FC236}">
                <a16:creationId xmlns:a16="http://schemas.microsoft.com/office/drawing/2014/main" id="{4A87F7BD-2761-9217-34D4-BAAFB52F7E4C}"/>
              </a:ext>
            </a:extLst>
          </p:cNvPr>
          <p:cNvSpPr>
            <a:spLocks noGrp="1"/>
          </p:cNvSpPr>
          <p:nvPr>
            <p:ph type="body" sz="quarter" idx="30" hasCustomPrompt="1"/>
          </p:nvPr>
        </p:nvSpPr>
        <p:spPr>
          <a:xfrm>
            <a:off x="7773789" y="1830154"/>
            <a:ext cx="2227689" cy="347133"/>
          </a:xfrm>
          <a:prstGeom prst="rect">
            <a:avLst/>
          </a:prstGeom>
        </p:spPr>
        <p:txBody>
          <a:bodyPr anchor="ctr"/>
          <a:lstStyle>
            <a:lvl1pPr marL="0" indent="0">
              <a:buNone/>
              <a:defRPr sz="1467" b="0"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
        <p:nvSpPr>
          <p:cNvPr id="44" name="Text Placeholder 49">
            <a:extLst>
              <a:ext uri="{FF2B5EF4-FFF2-40B4-BE49-F238E27FC236}">
                <a16:creationId xmlns:a16="http://schemas.microsoft.com/office/drawing/2014/main" id="{F0961C56-F826-92A8-1277-FA7B4E987C6F}"/>
              </a:ext>
            </a:extLst>
          </p:cNvPr>
          <p:cNvSpPr>
            <a:spLocks noGrp="1"/>
          </p:cNvSpPr>
          <p:nvPr>
            <p:ph type="body" sz="quarter" idx="31" hasCustomPrompt="1"/>
          </p:nvPr>
        </p:nvSpPr>
        <p:spPr>
          <a:xfrm>
            <a:off x="8702704" y="3574700"/>
            <a:ext cx="2227689" cy="347133"/>
          </a:xfrm>
          <a:prstGeom prst="rect">
            <a:avLst/>
          </a:prstGeom>
        </p:spPr>
        <p:txBody>
          <a:bodyPr anchor="ctr"/>
          <a:lstStyle>
            <a:lvl1pPr marL="0" indent="0">
              <a:buNone/>
              <a:defRPr sz="1467" b="0"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
        <p:nvSpPr>
          <p:cNvPr id="45" name="Text Placeholder 49">
            <a:extLst>
              <a:ext uri="{FF2B5EF4-FFF2-40B4-BE49-F238E27FC236}">
                <a16:creationId xmlns:a16="http://schemas.microsoft.com/office/drawing/2014/main" id="{66AE5F31-E71A-E32C-755A-CF275C791B43}"/>
              </a:ext>
            </a:extLst>
          </p:cNvPr>
          <p:cNvSpPr>
            <a:spLocks noGrp="1"/>
          </p:cNvSpPr>
          <p:nvPr>
            <p:ph type="body" sz="quarter" idx="32" hasCustomPrompt="1"/>
          </p:nvPr>
        </p:nvSpPr>
        <p:spPr>
          <a:xfrm>
            <a:off x="7773789" y="5319247"/>
            <a:ext cx="2227689" cy="347133"/>
          </a:xfrm>
          <a:prstGeom prst="rect">
            <a:avLst/>
          </a:prstGeom>
        </p:spPr>
        <p:txBody>
          <a:bodyPr anchor="ctr"/>
          <a:lstStyle>
            <a:lvl1pPr marL="0" indent="0">
              <a:buNone/>
              <a:defRPr sz="1467" b="0"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
        <p:nvSpPr>
          <p:cNvPr id="46" name="Text Placeholder 49">
            <a:extLst>
              <a:ext uri="{FF2B5EF4-FFF2-40B4-BE49-F238E27FC236}">
                <a16:creationId xmlns:a16="http://schemas.microsoft.com/office/drawing/2014/main" id="{7E583640-AC98-31D5-58B3-02BE0C259E21}"/>
              </a:ext>
            </a:extLst>
          </p:cNvPr>
          <p:cNvSpPr>
            <a:spLocks noGrp="1"/>
          </p:cNvSpPr>
          <p:nvPr>
            <p:ph type="body" sz="quarter" idx="33" hasCustomPrompt="1"/>
          </p:nvPr>
        </p:nvSpPr>
        <p:spPr>
          <a:xfrm>
            <a:off x="2167952" y="1830154"/>
            <a:ext cx="2229117" cy="347133"/>
          </a:xfrm>
          <a:prstGeom prst="rect">
            <a:avLst/>
          </a:prstGeom>
        </p:spPr>
        <p:txBody>
          <a:bodyPr anchor="ctr"/>
          <a:lstStyle>
            <a:lvl1pPr marL="0" indent="0" algn="r">
              <a:buNone/>
              <a:defRPr sz="1467" b="0"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
        <p:nvSpPr>
          <p:cNvPr id="47" name="Text Placeholder 49">
            <a:extLst>
              <a:ext uri="{FF2B5EF4-FFF2-40B4-BE49-F238E27FC236}">
                <a16:creationId xmlns:a16="http://schemas.microsoft.com/office/drawing/2014/main" id="{6418E038-AB91-2E9A-E4EE-188EC2DCFFA0}"/>
              </a:ext>
            </a:extLst>
          </p:cNvPr>
          <p:cNvSpPr>
            <a:spLocks noGrp="1"/>
          </p:cNvSpPr>
          <p:nvPr>
            <p:ph type="body" sz="quarter" idx="34" hasCustomPrompt="1"/>
          </p:nvPr>
        </p:nvSpPr>
        <p:spPr>
          <a:xfrm>
            <a:off x="1261608" y="3574700"/>
            <a:ext cx="2229117" cy="347133"/>
          </a:xfrm>
          <a:prstGeom prst="rect">
            <a:avLst/>
          </a:prstGeom>
        </p:spPr>
        <p:txBody>
          <a:bodyPr anchor="ctr"/>
          <a:lstStyle>
            <a:lvl1pPr marL="0" indent="0" algn="r">
              <a:buNone/>
              <a:defRPr sz="1467" b="0"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
        <p:nvSpPr>
          <p:cNvPr id="48" name="Text Placeholder 49">
            <a:extLst>
              <a:ext uri="{FF2B5EF4-FFF2-40B4-BE49-F238E27FC236}">
                <a16:creationId xmlns:a16="http://schemas.microsoft.com/office/drawing/2014/main" id="{1110B798-5778-8B43-3A69-AC5E16C46AC0}"/>
              </a:ext>
            </a:extLst>
          </p:cNvPr>
          <p:cNvSpPr>
            <a:spLocks noGrp="1"/>
          </p:cNvSpPr>
          <p:nvPr>
            <p:ph type="body" sz="quarter" idx="35" hasCustomPrompt="1"/>
          </p:nvPr>
        </p:nvSpPr>
        <p:spPr>
          <a:xfrm>
            <a:off x="2167952" y="5319247"/>
            <a:ext cx="2229117" cy="347133"/>
          </a:xfrm>
          <a:prstGeom prst="rect">
            <a:avLst/>
          </a:prstGeom>
        </p:spPr>
        <p:txBody>
          <a:bodyPr anchor="ctr"/>
          <a:lstStyle>
            <a:lvl1pPr marL="0" indent="0" algn="r">
              <a:buNone/>
              <a:defRPr sz="1467" b="0"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Tree>
    <p:extLst>
      <p:ext uri="{BB962C8B-B14F-4D97-AF65-F5344CB8AC3E}">
        <p14:creationId xmlns:p14="http://schemas.microsoft.com/office/powerpoint/2010/main" val="18133194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p:cSld name="6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8" name="Straight Connector 27">
            <a:extLst>
              <a:ext uri="{FF2B5EF4-FFF2-40B4-BE49-F238E27FC236}">
                <a16:creationId xmlns:a16="http://schemas.microsoft.com/office/drawing/2014/main" id="{35DA1889-D839-44DD-F9A5-388A5C9FBE7C}"/>
              </a:ext>
            </a:extLst>
          </p:cNvPr>
          <p:cNvCxnSpPr>
            <a:stCxn id="53" idx="3"/>
            <a:endCxn id="33" idx="1"/>
          </p:cNvCxnSpPr>
          <p:nvPr/>
        </p:nvCxnSpPr>
        <p:spPr>
          <a:xfrm flipV="1">
            <a:off x="4025294" y="2191826"/>
            <a:ext cx="4122060" cy="313508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D1C59C9A-100C-C6A3-0CAC-5E70E37A167D}"/>
              </a:ext>
            </a:extLst>
          </p:cNvPr>
          <p:cNvCxnSpPr>
            <a:stCxn id="31" idx="3"/>
            <a:endCxn id="55" idx="1"/>
          </p:cNvCxnSpPr>
          <p:nvPr/>
        </p:nvCxnSpPr>
        <p:spPr>
          <a:xfrm>
            <a:off x="4025294" y="2191826"/>
            <a:ext cx="4122060" cy="313508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B59CA057-37FB-2C2F-DAA6-1A5C2641E71E}"/>
              </a:ext>
            </a:extLst>
          </p:cNvPr>
          <p:cNvCxnSpPr>
            <a:stCxn id="43" idx="3"/>
            <a:endCxn id="45" idx="1"/>
          </p:cNvCxnSpPr>
          <p:nvPr/>
        </p:nvCxnSpPr>
        <p:spPr>
          <a:xfrm>
            <a:off x="4025294" y="3745971"/>
            <a:ext cx="4122060" cy="0"/>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1" name="Rounded Rectangle 30">
            <a:extLst>
              <a:ext uri="{FF2B5EF4-FFF2-40B4-BE49-F238E27FC236}">
                <a16:creationId xmlns:a16="http://schemas.microsoft.com/office/drawing/2014/main" id="{6AEE7404-1234-AC48-01F7-D37B8FB0004A}"/>
              </a:ext>
            </a:extLst>
          </p:cNvPr>
          <p:cNvSpPr/>
          <p:nvPr/>
        </p:nvSpPr>
        <p:spPr>
          <a:xfrm>
            <a:off x="1083733" y="1571543"/>
            <a:ext cx="2941560" cy="1240565"/>
          </a:xfrm>
          <a:prstGeom prst="roundRect">
            <a:avLst>
              <a:gd name="adj" fmla="val 973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0E18FACF-7F83-1F09-0B56-C8A200583E1B}"/>
              </a:ext>
            </a:extLst>
          </p:cNvPr>
          <p:cNvSpPr/>
          <p:nvPr/>
        </p:nvSpPr>
        <p:spPr>
          <a:xfrm>
            <a:off x="1245468" y="1335688"/>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3" name="Rounded Rectangle 32">
            <a:extLst>
              <a:ext uri="{FF2B5EF4-FFF2-40B4-BE49-F238E27FC236}">
                <a16:creationId xmlns:a16="http://schemas.microsoft.com/office/drawing/2014/main" id="{C637D6BF-CF0C-5826-C171-CFA73D159A1E}"/>
              </a:ext>
            </a:extLst>
          </p:cNvPr>
          <p:cNvSpPr/>
          <p:nvPr/>
        </p:nvSpPr>
        <p:spPr>
          <a:xfrm>
            <a:off x="8147353" y="1571543"/>
            <a:ext cx="2941560" cy="1240565"/>
          </a:xfrm>
          <a:prstGeom prst="roundRect">
            <a:avLst>
              <a:gd name="adj" fmla="val 1143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4" name="Picture Placeholder 112">
            <a:extLst>
              <a:ext uri="{FF2B5EF4-FFF2-40B4-BE49-F238E27FC236}">
                <a16:creationId xmlns:a16="http://schemas.microsoft.com/office/drawing/2014/main" id="{858658D9-972D-0F97-69B4-1A823F81AC19}"/>
              </a:ext>
            </a:extLst>
          </p:cNvPr>
          <p:cNvSpPr>
            <a:spLocks noGrp="1"/>
          </p:cNvSpPr>
          <p:nvPr>
            <p:ph type="pic" sz="quarter" idx="33" hasCustomPrompt="1"/>
          </p:nvPr>
        </p:nvSpPr>
        <p:spPr>
          <a:xfrm>
            <a:off x="1285418" y="1395700"/>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9" name="Oval 38">
            <a:extLst>
              <a:ext uri="{FF2B5EF4-FFF2-40B4-BE49-F238E27FC236}">
                <a16:creationId xmlns:a16="http://schemas.microsoft.com/office/drawing/2014/main" id="{1BBD9747-61E4-D6AB-8073-9A3FA5620570}"/>
              </a:ext>
            </a:extLst>
          </p:cNvPr>
          <p:cNvSpPr/>
          <p:nvPr/>
        </p:nvSpPr>
        <p:spPr>
          <a:xfrm>
            <a:off x="4729329" y="2383607"/>
            <a:ext cx="2706355" cy="2724151"/>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0" name="Text Placeholder 47">
            <a:extLst>
              <a:ext uri="{FF2B5EF4-FFF2-40B4-BE49-F238E27FC236}">
                <a16:creationId xmlns:a16="http://schemas.microsoft.com/office/drawing/2014/main" id="{B586C14D-08A7-6635-AA43-5F457142F072}"/>
              </a:ext>
            </a:extLst>
          </p:cNvPr>
          <p:cNvSpPr>
            <a:spLocks noGrp="1"/>
          </p:cNvSpPr>
          <p:nvPr>
            <p:ph type="body" sz="quarter" idx="29" hasCustomPrompt="1"/>
          </p:nvPr>
        </p:nvSpPr>
        <p:spPr>
          <a:xfrm>
            <a:off x="5000890" y="3037123"/>
            <a:ext cx="2163233" cy="1413395"/>
          </a:xfrm>
          <a:prstGeom prst="rect">
            <a:avLst/>
          </a:prstGeom>
        </p:spPr>
        <p:txBody>
          <a:bodyPr anchor="ctr"/>
          <a:lstStyle>
            <a:lvl1pPr marL="0" indent="0" algn="ctr">
              <a:buNone/>
              <a:defRPr b="0"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
        <p:nvSpPr>
          <p:cNvPr id="41" name="Oval 40">
            <a:extLst>
              <a:ext uri="{FF2B5EF4-FFF2-40B4-BE49-F238E27FC236}">
                <a16:creationId xmlns:a16="http://schemas.microsoft.com/office/drawing/2014/main" id="{FAC34EE7-71EE-5E6C-DF0F-D27418B86F14}"/>
              </a:ext>
            </a:extLst>
          </p:cNvPr>
          <p:cNvSpPr/>
          <p:nvPr/>
        </p:nvSpPr>
        <p:spPr>
          <a:xfrm>
            <a:off x="8312696" y="1335688"/>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2" name="Picture Placeholder 112">
            <a:extLst>
              <a:ext uri="{FF2B5EF4-FFF2-40B4-BE49-F238E27FC236}">
                <a16:creationId xmlns:a16="http://schemas.microsoft.com/office/drawing/2014/main" id="{7C69FB88-5741-6D7A-1C94-5413D7F3B9DC}"/>
              </a:ext>
            </a:extLst>
          </p:cNvPr>
          <p:cNvSpPr>
            <a:spLocks noGrp="1"/>
          </p:cNvSpPr>
          <p:nvPr>
            <p:ph type="pic" sz="quarter" idx="39" hasCustomPrompt="1"/>
          </p:nvPr>
        </p:nvSpPr>
        <p:spPr>
          <a:xfrm>
            <a:off x="8352646" y="1386281"/>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3" name="Rounded Rectangle 42">
            <a:extLst>
              <a:ext uri="{FF2B5EF4-FFF2-40B4-BE49-F238E27FC236}">
                <a16:creationId xmlns:a16="http://schemas.microsoft.com/office/drawing/2014/main" id="{DF0F745A-37C9-CB69-170A-6CF84A40DC20}"/>
              </a:ext>
            </a:extLst>
          </p:cNvPr>
          <p:cNvSpPr/>
          <p:nvPr/>
        </p:nvSpPr>
        <p:spPr>
          <a:xfrm>
            <a:off x="1083733" y="3125688"/>
            <a:ext cx="2941560" cy="1240565"/>
          </a:xfrm>
          <a:prstGeom prst="roundRect">
            <a:avLst>
              <a:gd name="adj" fmla="val 938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4" name="Oval 43">
            <a:extLst>
              <a:ext uri="{FF2B5EF4-FFF2-40B4-BE49-F238E27FC236}">
                <a16:creationId xmlns:a16="http://schemas.microsoft.com/office/drawing/2014/main" id="{945B3042-F175-CB8D-8B80-EC1BE5896573}"/>
              </a:ext>
            </a:extLst>
          </p:cNvPr>
          <p:cNvSpPr/>
          <p:nvPr/>
        </p:nvSpPr>
        <p:spPr>
          <a:xfrm>
            <a:off x="1245468" y="2889833"/>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5" name="Rounded Rectangle 44">
            <a:extLst>
              <a:ext uri="{FF2B5EF4-FFF2-40B4-BE49-F238E27FC236}">
                <a16:creationId xmlns:a16="http://schemas.microsoft.com/office/drawing/2014/main" id="{CF2F3333-5937-7AE7-9E89-9A3F014429D8}"/>
              </a:ext>
            </a:extLst>
          </p:cNvPr>
          <p:cNvSpPr/>
          <p:nvPr/>
        </p:nvSpPr>
        <p:spPr>
          <a:xfrm>
            <a:off x="8147353" y="3125688"/>
            <a:ext cx="2941560" cy="1240565"/>
          </a:xfrm>
          <a:prstGeom prst="roundRect">
            <a:avLst>
              <a:gd name="adj" fmla="val 1075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6" name="Picture Placeholder 112">
            <a:extLst>
              <a:ext uri="{FF2B5EF4-FFF2-40B4-BE49-F238E27FC236}">
                <a16:creationId xmlns:a16="http://schemas.microsoft.com/office/drawing/2014/main" id="{0FF5A5AC-B449-0EBB-94D7-62ACADCD853F}"/>
              </a:ext>
            </a:extLst>
          </p:cNvPr>
          <p:cNvSpPr>
            <a:spLocks noGrp="1"/>
          </p:cNvSpPr>
          <p:nvPr>
            <p:ph type="pic" sz="quarter" idx="40" hasCustomPrompt="1"/>
          </p:nvPr>
        </p:nvSpPr>
        <p:spPr>
          <a:xfrm>
            <a:off x="1285418" y="2949845"/>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1" name="Oval 50">
            <a:extLst>
              <a:ext uri="{FF2B5EF4-FFF2-40B4-BE49-F238E27FC236}">
                <a16:creationId xmlns:a16="http://schemas.microsoft.com/office/drawing/2014/main" id="{365441C8-E596-1CD8-0365-04FFE0FEFDCE}"/>
              </a:ext>
            </a:extLst>
          </p:cNvPr>
          <p:cNvSpPr/>
          <p:nvPr/>
        </p:nvSpPr>
        <p:spPr>
          <a:xfrm>
            <a:off x="8312696" y="2889833"/>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2" name="Picture Placeholder 112">
            <a:extLst>
              <a:ext uri="{FF2B5EF4-FFF2-40B4-BE49-F238E27FC236}">
                <a16:creationId xmlns:a16="http://schemas.microsoft.com/office/drawing/2014/main" id="{BB400EB7-B818-CE92-E397-BD564EB4F2BC}"/>
              </a:ext>
            </a:extLst>
          </p:cNvPr>
          <p:cNvSpPr>
            <a:spLocks noGrp="1"/>
          </p:cNvSpPr>
          <p:nvPr>
            <p:ph type="pic" sz="quarter" idx="45" hasCustomPrompt="1"/>
          </p:nvPr>
        </p:nvSpPr>
        <p:spPr>
          <a:xfrm>
            <a:off x="8352646" y="2940427"/>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3" name="Rounded Rectangle 52">
            <a:extLst>
              <a:ext uri="{FF2B5EF4-FFF2-40B4-BE49-F238E27FC236}">
                <a16:creationId xmlns:a16="http://schemas.microsoft.com/office/drawing/2014/main" id="{38E120ED-B620-D687-77A0-B7092665A331}"/>
              </a:ext>
            </a:extLst>
          </p:cNvPr>
          <p:cNvSpPr/>
          <p:nvPr/>
        </p:nvSpPr>
        <p:spPr>
          <a:xfrm>
            <a:off x="1083733" y="4706628"/>
            <a:ext cx="2941560" cy="1240565"/>
          </a:xfrm>
          <a:prstGeom prst="roundRect">
            <a:avLst>
              <a:gd name="adj" fmla="val 10412"/>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4" name="Oval 53">
            <a:extLst>
              <a:ext uri="{FF2B5EF4-FFF2-40B4-BE49-F238E27FC236}">
                <a16:creationId xmlns:a16="http://schemas.microsoft.com/office/drawing/2014/main" id="{CEB04FD7-950C-6B2D-1AD5-FB18FD52C74D}"/>
              </a:ext>
            </a:extLst>
          </p:cNvPr>
          <p:cNvSpPr/>
          <p:nvPr/>
        </p:nvSpPr>
        <p:spPr>
          <a:xfrm>
            <a:off x="1245468" y="4470773"/>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5" name="Rounded Rectangle 54">
            <a:extLst>
              <a:ext uri="{FF2B5EF4-FFF2-40B4-BE49-F238E27FC236}">
                <a16:creationId xmlns:a16="http://schemas.microsoft.com/office/drawing/2014/main" id="{D12B1679-5F2B-615F-8048-7679CECFC144}"/>
              </a:ext>
            </a:extLst>
          </p:cNvPr>
          <p:cNvSpPr/>
          <p:nvPr/>
        </p:nvSpPr>
        <p:spPr>
          <a:xfrm>
            <a:off x="8147353" y="4706628"/>
            <a:ext cx="2941560" cy="1240565"/>
          </a:xfrm>
          <a:prstGeom prst="roundRect">
            <a:avLst>
              <a:gd name="adj" fmla="val 1007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6" name="Picture Placeholder 112">
            <a:extLst>
              <a:ext uri="{FF2B5EF4-FFF2-40B4-BE49-F238E27FC236}">
                <a16:creationId xmlns:a16="http://schemas.microsoft.com/office/drawing/2014/main" id="{3409346C-A306-DD22-8CEF-6FEACDA08507}"/>
              </a:ext>
            </a:extLst>
          </p:cNvPr>
          <p:cNvSpPr>
            <a:spLocks noGrp="1"/>
          </p:cNvSpPr>
          <p:nvPr>
            <p:ph type="pic" sz="quarter" idx="46" hasCustomPrompt="1"/>
          </p:nvPr>
        </p:nvSpPr>
        <p:spPr>
          <a:xfrm>
            <a:off x="1285418" y="4530785"/>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61" name="Oval 60">
            <a:extLst>
              <a:ext uri="{FF2B5EF4-FFF2-40B4-BE49-F238E27FC236}">
                <a16:creationId xmlns:a16="http://schemas.microsoft.com/office/drawing/2014/main" id="{BB111611-2E59-3833-899E-DCFB76991CD1}"/>
              </a:ext>
            </a:extLst>
          </p:cNvPr>
          <p:cNvSpPr/>
          <p:nvPr/>
        </p:nvSpPr>
        <p:spPr>
          <a:xfrm>
            <a:off x="8312696" y="4470773"/>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62" name="Picture Placeholder 112">
            <a:extLst>
              <a:ext uri="{FF2B5EF4-FFF2-40B4-BE49-F238E27FC236}">
                <a16:creationId xmlns:a16="http://schemas.microsoft.com/office/drawing/2014/main" id="{46B8A9EC-E38A-B675-ACCA-023FD37C9955}"/>
              </a:ext>
            </a:extLst>
          </p:cNvPr>
          <p:cNvSpPr>
            <a:spLocks noGrp="1"/>
          </p:cNvSpPr>
          <p:nvPr>
            <p:ph type="pic" sz="quarter" idx="51" hasCustomPrompt="1"/>
          </p:nvPr>
        </p:nvSpPr>
        <p:spPr>
          <a:xfrm>
            <a:off x="8352646" y="4521367"/>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2" name="Text Placeholder 49">
            <a:extLst>
              <a:ext uri="{FF2B5EF4-FFF2-40B4-BE49-F238E27FC236}">
                <a16:creationId xmlns:a16="http://schemas.microsoft.com/office/drawing/2014/main" id="{0DA5660B-3A0D-2EB8-F8D0-BEE1FA960206}"/>
              </a:ext>
            </a:extLst>
          </p:cNvPr>
          <p:cNvSpPr>
            <a:spLocks noGrp="1"/>
          </p:cNvSpPr>
          <p:nvPr>
            <p:ph type="body" sz="quarter" idx="36" hasCustomPrompt="1"/>
          </p:nvPr>
        </p:nvSpPr>
        <p:spPr>
          <a:xfrm>
            <a:off x="1252250" y="1906427"/>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4" name="Text Placeholder 49">
            <a:extLst>
              <a:ext uri="{FF2B5EF4-FFF2-40B4-BE49-F238E27FC236}">
                <a16:creationId xmlns:a16="http://schemas.microsoft.com/office/drawing/2014/main" id="{42FAF749-992E-8470-434D-0ABEF1A4FF9E}"/>
              </a:ext>
            </a:extLst>
          </p:cNvPr>
          <p:cNvSpPr>
            <a:spLocks noGrp="1"/>
          </p:cNvSpPr>
          <p:nvPr>
            <p:ph type="body" sz="quarter" idx="52" hasCustomPrompt="1"/>
          </p:nvPr>
        </p:nvSpPr>
        <p:spPr>
          <a:xfrm>
            <a:off x="1252250" y="3486086"/>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5" name="Text Placeholder 49">
            <a:extLst>
              <a:ext uri="{FF2B5EF4-FFF2-40B4-BE49-F238E27FC236}">
                <a16:creationId xmlns:a16="http://schemas.microsoft.com/office/drawing/2014/main" id="{8084E2F4-B06E-3E69-3975-DAB78E520476}"/>
              </a:ext>
            </a:extLst>
          </p:cNvPr>
          <p:cNvSpPr>
            <a:spLocks noGrp="1"/>
          </p:cNvSpPr>
          <p:nvPr>
            <p:ph type="body" sz="quarter" idx="53" hasCustomPrompt="1"/>
          </p:nvPr>
        </p:nvSpPr>
        <p:spPr>
          <a:xfrm>
            <a:off x="1252250" y="5055143"/>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9" name="Text Placeholder 49">
            <a:extLst>
              <a:ext uri="{FF2B5EF4-FFF2-40B4-BE49-F238E27FC236}">
                <a16:creationId xmlns:a16="http://schemas.microsoft.com/office/drawing/2014/main" id="{8D69717D-DC15-5D97-77FE-DD8090227E80}"/>
              </a:ext>
            </a:extLst>
          </p:cNvPr>
          <p:cNvSpPr>
            <a:spLocks noGrp="1"/>
          </p:cNvSpPr>
          <p:nvPr>
            <p:ph type="body" sz="quarter" idx="54" hasCustomPrompt="1"/>
          </p:nvPr>
        </p:nvSpPr>
        <p:spPr>
          <a:xfrm>
            <a:off x="8313008" y="1906427"/>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10" name="Text Placeholder 49">
            <a:extLst>
              <a:ext uri="{FF2B5EF4-FFF2-40B4-BE49-F238E27FC236}">
                <a16:creationId xmlns:a16="http://schemas.microsoft.com/office/drawing/2014/main" id="{A7087F67-143A-C183-6928-E2669EEB834C}"/>
              </a:ext>
            </a:extLst>
          </p:cNvPr>
          <p:cNvSpPr>
            <a:spLocks noGrp="1"/>
          </p:cNvSpPr>
          <p:nvPr>
            <p:ph type="body" sz="quarter" idx="55" hasCustomPrompt="1"/>
          </p:nvPr>
        </p:nvSpPr>
        <p:spPr>
          <a:xfrm>
            <a:off x="8313008" y="3486086"/>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11" name="Text Placeholder 49">
            <a:extLst>
              <a:ext uri="{FF2B5EF4-FFF2-40B4-BE49-F238E27FC236}">
                <a16:creationId xmlns:a16="http://schemas.microsoft.com/office/drawing/2014/main" id="{D622B7B9-BFE6-82BC-A352-3254D070CFFA}"/>
              </a:ext>
            </a:extLst>
          </p:cNvPr>
          <p:cNvSpPr>
            <a:spLocks noGrp="1"/>
          </p:cNvSpPr>
          <p:nvPr>
            <p:ph type="body" sz="quarter" idx="56" hasCustomPrompt="1"/>
          </p:nvPr>
        </p:nvSpPr>
        <p:spPr>
          <a:xfrm>
            <a:off x="8313008" y="5055143"/>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Tree>
    <p:extLst>
      <p:ext uri="{BB962C8B-B14F-4D97-AF65-F5344CB8AC3E}">
        <p14:creationId xmlns:p14="http://schemas.microsoft.com/office/powerpoint/2010/main" val="20574472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p:cSld name="Pyramid Chart - 5 Layers">
    <p:spTree>
      <p:nvGrpSpPr>
        <p:cNvPr id="1" name=""/>
        <p:cNvGrpSpPr/>
        <p:nvPr/>
      </p:nvGrpSpPr>
      <p:grpSpPr>
        <a:xfrm>
          <a:off x="0" y="0"/>
          <a:ext cx="0" cy="0"/>
          <a:chOff x="0" y="0"/>
          <a:chExt cx="0" cy="0"/>
        </a:xfrm>
      </p:grpSpPr>
      <p:sp>
        <p:nvSpPr>
          <p:cNvPr id="7" name="Round Same Side Corner Rectangle 6">
            <a:extLst>
              <a:ext uri="{FF2B5EF4-FFF2-40B4-BE49-F238E27FC236}">
                <a16:creationId xmlns:a16="http://schemas.microsoft.com/office/drawing/2014/main" id="{3DC764D8-0F58-2E6B-B1B2-E072DD67707B}"/>
              </a:ext>
            </a:extLst>
          </p:cNvPr>
          <p:cNvSpPr/>
          <p:nvPr/>
        </p:nvSpPr>
        <p:spPr>
          <a:xfrm rot="5400000">
            <a:off x="4065131" y="3747447"/>
            <a:ext cx="862672" cy="3199067"/>
          </a:xfrm>
          <a:prstGeom prst="round2SameRect">
            <a:avLst>
              <a:gd name="adj1" fmla="val 50000"/>
              <a:gd name="adj2" fmla="val 0"/>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6" name="Round Same Side Corner Rectangle 5">
            <a:extLst>
              <a:ext uri="{FF2B5EF4-FFF2-40B4-BE49-F238E27FC236}">
                <a16:creationId xmlns:a16="http://schemas.microsoft.com/office/drawing/2014/main" id="{0975A115-E665-9F4B-A513-29606520A81F}"/>
              </a:ext>
            </a:extLst>
          </p:cNvPr>
          <p:cNvSpPr/>
          <p:nvPr/>
        </p:nvSpPr>
        <p:spPr>
          <a:xfrm rot="5400000">
            <a:off x="3813829" y="3125459"/>
            <a:ext cx="873288" cy="2707079"/>
          </a:xfrm>
          <a:prstGeom prst="round2SameRect">
            <a:avLst>
              <a:gd name="adj1" fmla="val 50000"/>
              <a:gd name="adj2" fmla="val 0"/>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 name="Round Same Side Corner Rectangle 2">
            <a:extLst>
              <a:ext uri="{FF2B5EF4-FFF2-40B4-BE49-F238E27FC236}">
                <a16:creationId xmlns:a16="http://schemas.microsoft.com/office/drawing/2014/main" id="{C5F7FE41-CAAD-EB3E-19F2-B8694F665032}"/>
              </a:ext>
            </a:extLst>
          </p:cNvPr>
          <p:cNvSpPr/>
          <p:nvPr/>
        </p:nvSpPr>
        <p:spPr>
          <a:xfrm rot="5400000">
            <a:off x="3096405" y="1230949"/>
            <a:ext cx="865528" cy="1264468"/>
          </a:xfrm>
          <a:prstGeom prst="round2SameRect">
            <a:avLst>
              <a:gd name="adj1" fmla="val 50000"/>
              <a:gd name="adj2" fmla="val 0"/>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4" name="Round Same Side Corner Rectangle 3">
            <a:extLst>
              <a:ext uri="{FF2B5EF4-FFF2-40B4-BE49-F238E27FC236}">
                <a16:creationId xmlns:a16="http://schemas.microsoft.com/office/drawing/2014/main" id="{7B5DB766-9E52-1193-B8EB-A8658F544074}"/>
              </a:ext>
            </a:extLst>
          </p:cNvPr>
          <p:cNvSpPr/>
          <p:nvPr/>
        </p:nvSpPr>
        <p:spPr>
          <a:xfrm rot="5400000">
            <a:off x="3321839" y="1871041"/>
            <a:ext cx="873291" cy="1723101"/>
          </a:xfrm>
          <a:prstGeom prst="round2SameRect">
            <a:avLst>
              <a:gd name="adj1" fmla="val 50000"/>
              <a:gd name="adj2"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5" name="Round Same Side Corner Rectangle 4">
            <a:extLst>
              <a:ext uri="{FF2B5EF4-FFF2-40B4-BE49-F238E27FC236}">
                <a16:creationId xmlns:a16="http://schemas.microsoft.com/office/drawing/2014/main" id="{5DFD063A-DC23-EF19-EE34-F1B66418ADA8}"/>
              </a:ext>
            </a:extLst>
          </p:cNvPr>
          <p:cNvSpPr/>
          <p:nvPr/>
        </p:nvSpPr>
        <p:spPr>
          <a:xfrm rot="5400000">
            <a:off x="3582720" y="2479696"/>
            <a:ext cx="876872" cy="2248445"/>
          </a:xfrm>
          <a:prstGeom prst="round2SameRect">
            <a:avLst>
              <a:gd name="adj1" fmla="val 50000"/>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graphicFrame>
        <p:nvGraphicFramePr>
          <p:cNvPr id="8" name="Diagram 7">
            <a:extLst>
              <a:ext uri="{FF2B5EF4-FFF2-40B4-BE49-F238E27FC236}">
                <a16:creationId xmlns:a16="http://schemas.microsoft.com/office/drawing/2014/main" id="{82C35E0F-54C5-1CEB-ED79-9915EB086968}"/>
              </a:ext>
            </a:extLst>
          </p:cNvPr>
          <p:cNvGraphicFramePr>
            <a:graphicFrameLocks/>
          </p:cNvGraphicFramePr>
          <p:nvPr>
            <p:extLst>
              <p:ext uri="{D42A27DB-BD31-4B8C-83A1-F6EECF244321}">
                <p14:modId xmlns:p14="http://schemas.microsoft.com/office/powerpoint/2010/main" val="3444653811"/>
              </p:ext>
            </p:extLst>
          </p:nvPr>
        </p:nvGraphicFramePr>
        <p:xfrm>
          <a:off x="442526" y="1430414"/>
          <a:ext cx="4902377" cy="43479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0" name="Picture Placeholder 112">
            <a:extLst>
              <a:ext uri="{FF2B5EF4-FFF2-40B4-BE49-F238E27FC236}">
                <a16:creationId xmlns:a16="http://schemas.microsoft.com/office/drawing/2014/main" id="{FB30D14B-7C14-ADB8-1D41-B965BA0FCA75}"/>
              </a:ext>
            </a:extLst>
          </p:cNvPr>
          <p:cNvSpPr>
            <a:spLocks noGrp="1"/>
          </p:cNvSpPr>
          <p:nvPr>
            <p:ph type="pic" sz="quarter" idx="31" hasCustomPrompt="1"/>
          </p:nvPr>
        </p:nvSpPr>
        <p:spPr>
          <a:xfrm>
            <a:off x="2586893" y="1624498"/>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1" name="Picture Placeholder 112">
            <a:extLst>
              <a:ext uri="{FF2B5EF4-FFF2-40B4-BE49-F238E27FC236}">
                <a16:creationId xmlns:a16="http://schemas.microsoft.com/office/drawing/2014/main" id="{BC226FD0-BA64-6BCF-0D54-509EB0CEE890}"/>
              </a:ext>
            </a:extLst>
          </p:cNvPr>
          <p:cNvSpPr>
            <a:spLocks noGrp="1"/>
          </p:cNvSpPr>
          <p:nvPr>
            <p:ph type="pic" sz="quarter" idx="32" hasCustomPrompt="1"/>
          </p:nvPr>
        </p:nvSpPr>
        <p:spPr>
          <a:xfrm>
            <a:off x="2586893" y="2431630"/>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2" name="Picture Placeholder 112">
            <a:extLst>
              <a:ext uri="{FF2B5EF4-FFF2-40B4-BE49-F238E27FC236}">
                <a16:creationId xmlns:a16="http://schemas.microsoft.com/office/drawing/2014/main" id="{8B35B1B7-DAB5-20D9-B5E2-86A35B3F6CBA}"/>
              </a:ext>
            </a:extLst>
          </p:cNvPr>
          <p:cNvSpPr>
            <a:spLocks noGrp="1"/>
          </p:cNvSpPr>
          <p:nvPr>
            <p:ph type="pic" sz="quarter" idx="33" hasCustomPrompt="1"/>
          </p:nvPr>
        </p:nvSpPr>
        <p:spPr>
          <a:xfrm>
            <a:off x="2586893" y="3300102"/>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3" name="Picture Placeholder 112">
            <a:extLst>
              <a:ext uri="{FF2B5EF4-FFF2-40B4-BE49-F238E27FC236}">
                <a16:creationId xmlns:a16="http://schemas.microsoft.com/office/drawing/2014/main" id="{E9F93245-7FDC-7C16-7995-54104943A58C}"/>
              </a:ext>
            </a:extLst>
          </p:cNvPr>
          <p:cNvSpPr>
            <a:spLocks noGrp="1"/>
          </p:cNvSpPr>
          <p:nvPr>
            <p:ph type="pic" sz="quarter" idx="34" hasCustomPrompt="1"/>
          </p:nvPr>
        </p:nvSpPr>
        <p:spPr>
          <a:xfrm>
            <a:off x="2586893" y="4160222"/>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4" name="Picture Placeholder 112">
            <a:extLst>
              <a:ext uri="{FF2B5EF4-FFF2-40B4-BE49-F238E27FC236}">
                <a16:creationId xmlns:a16="http://schemas.microsoft.com/office/drawing/2014/main" id="{4A386C6E-15A9-E53F-C8EE-5972F6B9E00A}"/>
              </a:ext>
            </a:extLst>
          </p:cNvPr>
          <p:cNvSpPr>
            <a:spLocks noGrp="1"/>
          </p:cNvSpPr>
          <p:nvPr>
            <p:ph type="pic" sz="quarter" idx="35" hasCustomPrompt="1"/>
          </p:nvPr>
        </p:nvSpPr>
        <p:spPr>
          <a:xfrm>
            <a:off x="2586893" y="5039777"/>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5" name="Text Placeholder 69">
            <a:extLst>
              <a:ext uri="{FF2B5EF4-FFF2-40B4-BE49-F238E27FC236}">
                <a16:creationId xmlns:a16="http://schemas.microsoft.com/office/drawing/2014/main" id="{E4D75360-DFCB-C0BE-E9ED-115D736BA17D}"/>
              </a:ext>
            </a:extLst>
          </p:cNvPr>
          <p:cNvSpPr>
            <a:spLocks noGrp="1"/>
          </p:cNvSpPr>
          <p:nvPr>
            <p:ph type="body" sz="quarter" idx="36" hasCustomPrompt="1"/>
          </p:nvPr>
        </p:nvSpPr>
        <p:spPr>
          <a:xfrm>
            <a:off x="3330987" y="1602647"/>
            <a:ext cx="83041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01</a:t>
            </a:r>
          </a:p>
        </p:txBody>
      </p:sp>
      <p:sp>
        <p:nvSpPr>
          <p:cNvPr id="16" name="Text Placeholder 69">
            <a:extLst>
              <a:ext uri="{FF2B5EF4-FFF2-40B4-BE49-F238E27FC236}">
                <a16:creationId xmlns:a16="http://schemas.microsoft.com/office/drawing/2014/main" id="{8AC9C18A-7BEC-05AE-C0FF-A0CAF4C503F2}"/>
              </a:ext>
            </a:extLst>
          </p:cNvPr>
          <p:cNvSpPr>
            <a:spLocks noGrp="1"/>
          </p:cNvSpPr>
          <p:nvPr>
            <p:ph type="body" sz="quarter" idx="37" hasCustomPrompt="1"/>
          </p:nvPr>
        </p:nvSpPr>
        <p:spPr>
          <a:xfrm>
            <a:off x="3804690" y="2441333"/>
            <a:ext cx="815345"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02</a:t>
            </a:r>
          </a:p>
        </p:txBody>
      </p:sp>
      <p:sp>
        <p:nvSpPr>
          <p:cNvPr id="17" name="Text Placeholder 69">
            <a:extLst>
              <a:ext uri="{FF2B5EF4-FFF2-40B4-BE49-F238E27FC236}">
                <a16:creationId xmlns:a16="http://schemas.microsoft.com/office/drawing/2014/main" id="{FA1E1EDA-F8C3-90B3-B0D0-07C8A1D11614}"/>
              </a:ext>
            </a:extLst>
          </p:cNvPr>
          <p:cNvSpPr>
            <a:spLocks noGrp="1"/>
          </p:cNvSpPr>
          <p:nvPr>
            <p:ph type="body" sz="quarter" idx="38" hasCustomPrompt="1"/>
          </p:nvPr>
        </p:nvSpPr>
        <p:spPr>
          <a:xfrm>
            <a:off x="4262861" y="3334378"/>
            <a:ext cx="88251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03</a:t>
            </a:r>
          </a:p>
        </p:txBody>
      </p:sp>
      <p:sp>
        <p:nvSpPr>
          <p:cNvPr id="18" name="Text Placeholder 69">
            <a:extLst>
              <a:ext uri="{FF2B5EF4-FFF2-40B4-BE49-F238E27FC236}">
                <a16:creationId xmlns:a16="http://schemas.microsoft.com/office/drawing/2014/main" id="{44587C5F-A6FF-A5E0-8D72-56F88746821B}"/>
              </a:ext>
            </a:extLst>
          </p:cNvPr>
          <p:cNvSpPr>
            <a:spLocks noGrp="1"/>
          </p:cNvSpPr>
          <p:nvPr>
            <p:ph type="body" sz="quarter" idx="39" hasCustomPrompt="1"/>
          </p:nvPr>
        </p:nvSpPr>
        <p:spPr>
          <a:xfrm>
            <a:off x="4767626" y="4188596"/>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04</a:t>
            </a:r>
          </a:p>
        </p:txBody>
      </p:sp>
      <p:sp>
        <p:nvSpPr>
          <p:cNvPr id="19" name="Text Placeholder 69">
            <a:extLst>
              <a:ext uri="{FF2B5EF4-FFF2-40B4-BE49-F238E27FC236}">
                <a16:creationId xmlns:a16="http://schemas.microsoft.com/office/drawing/2014/main" id="{B38B50AF-0886-122B-F165-D9306CD5B155}"/>
              </a:ext>
            </a:extLst>
          </p:cNvPr>
          <p:cNvSpPr>
            <a:spLocks noGrp="1"/>
          </p:cNvSpPr>
          <p:nvPr>
            <p:ph type="body" sz="quarter" idx="40" hasCustomPrompt="1"/>
          </p:nvPr>
        </p:nvSpPr>
        <p:spPr>
          <a:xfrm>
            <a:off x="5272389" y="5097172"/>
            <a:ext cx="823612"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05</a:t>
            </a:r>
          </a:p>
        </p:txBody>
      </p:sp>
      <p:sp>
        <p:nvSpPr>
          <p:cNvPr id="30" name="Oval 29">
            <a:extLst>
              <a:ext uri="{FF2B5EF4-FFF2-40B4-BE49-F238E27FC236}">
                <a16:creationId xmlns:a16="http://schemas.microsoft.com/office/drawing/2014/main" id="{913FDFF3-D385-0BAF-CF8E-2DDC03FAA324}"/>
              </a:ext>
            </a:extLst>
          </p:cNvPr>
          <p:cNvSpPr/>
          <p:nvPr/>
        </p:nvSpPr>
        <p:spPr>
          <a:xfrm>
            <a:off x="7009951" y="1254935"/>
            <a:ext cx="270933" cy="27093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2716D5C-B50D-7C12-5A03-A52CFF9183B8}"/>
              </a:ext>
            </a:extLst>
          </p:cNvPr>
          <p:cNvSpPr/>
          <p:nvPr/>
        </p:nvSpPr>
        <p:spPr>
          <a:xfrm>
            <a:off x="7009951" y="2205911"/>
            <a:ext cx="270933" cy="27093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412C7B6F-4E24-5340-54BF-4E887F6145B2}"/>
              </a:ext>
            </a:extLst>
          </p:cNvPr>
          <p:cNvSpPr/>
          <p:nvPr/>
        </p:nvSpPr>
        <p:spPr>
          <a:xfrm>
            <a:off x="7009951" y="3160951"/>
            <a:ext cx="270933" cy="27093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0C30A53C-2128-F163-ECBB-AE372706EE5E}"/>
              </a:ext>
            </a:extLst>
          </p:cNvPr>
          <p:cNvSpPr/>
          <p:nvPr/>
        </p:nvSpPr>
        <p:spPr>
          <a:xfrm>
            <a:off x="7009951" y="4110224"/>
            <a:ext cx="270933" cy="27093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4" name="Oval 33">
            <a:extLst>
              <a:ext uri="{FF2B5EF4-FFF2-40B4-BE49-F238E27FC236}">
                <a16:creationId xmlns:a16="http://schemas.microsoft.com/office/drawing/2014/main" id="{46F763D6-4B8A-2495-52CB-F9CE7456F1BE}"/>
              </a:ext>
            </a:extLst>
          </p:cNvPr>
          <p:cNvSpPr/>
          <p:nvPr/>
        </p:nvSpPr>
        <p:spPr>
          <a:xfrm>
            <a:off x="7009951" y="5051922"/>
            <a:ext cx="270933" cy="27093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 name="Text Placeholder 49">
            <a:extLst>
              <a:ext uri="{FF2B5EF4-FFF2-40B4-BE49-F238E27FC236}">
                <a16:creationId xmlns:a16="http://schemas.microsoft.com/office/drawing/2014/main" id="{546FAC1E-7203-C93D-3217-5A0D441C5565}"/>
              </a:ext>
            </a:extLst>
          </p:cNvPr>
          <p:cNvSpPr>
            <a:spLocks noGrp="1"/>
          </p:cNvSpPr>
          <p:nvPr>
            <p:ph type="body" sz="quarter" idx="51" hasCustomPrompt="1"/>
          </p:nvPr>
        </p:nvSpPr>
        <p:spPr>
          <a:xfrm>
            <a:off x="7419356" y="1254936"/>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5" name="Text Placeholder 49">
            <a:extLst>
              <a:ext uri="{FF2B5EF4-FFF2-40B4-BE49-F238E27FC236}">
                <a16:creationId xmlns:a16="http://schemas.microsoft.com/office/drawing/2014/main" id="{DB1CEDBE-7742-3C59-56A2-785DED413545}"/>
              </a:ext>
            </a:extLst>
          </p:cNvPr>
          <p:cNvSpPr>
            <a:spLocks noGrp="1"/>
          </p:cNvSpPr>
          <p:nvPr>
            <p:ph type="body" sz="quarter" idx="52" hasCustomPrompt="1"/>
          </p:nvPr>
        </p:nvSpPr>
        <p:spPr>
          <a:xfrm>
            <a:off x="7419356" y="2205912"/>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6" name="Text Placeholder 49">
            <a:extLst>
              <a:ext uri="{FF2B5EF4-FFF2-40B4-BE49-F238E27FC236}">
                <a16:creationId xmlns:a16="http://schemas.microsoft.com/office/drawing/2014/main" id="{ACA8101E-6387-15AB-491B-84B2C1F85F4E}"/>
              </a:ext>
            </a:extLst>
          </p:cNvPr>
          <p:cNvSpPr>
            <a:spLocks noGrp="1"/>
          </p:cNvSpPr>
          <p:nvPr>
            <p:ph type="body" sz="quarter" idx="53" hasCustomPrompt="1"/>
          </p:nvPr>
        </p:nvSpPr>
        <p:spPr>
          <a:xfrm>
            <a:off x="7419356" y="3160952"/>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7" name="Text Placeholder 49">
            <a:extLst>
              <a:ext uri="{FF2B5EF4-FFF2-40B4-BE49-F238E27FC236}">
                <a16:creationId xmlns:a16="http://schemas.microsoft.com/office/drawing/2014/main" id="{DD176776-A448-EB6F-6846-ABA0217B95FF}"/>
              </a:ext>
            </a:extLst>
          </p:cNvPr>
          <p:cNvSpPr>
            <a:spLocks noGrp="1"/>
          </p:cNvSpPr>
          <p:nvPr>
            <p:ph type="body" sz="quarter" idx="54" hasCustomPrompt="1"/>
          </p:nvPr>
        </p:nvSpPr>
        <p:spPr>
          <a:xfrm>
            <a:off x="7419356" y="4110225"/>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8" name="Text Placeholder 49">
            <a:extLst>
              <a:ext uri="{FF2B5EF4-FFF2-40B4-BE49-F238E27FC236}">
                <a16:creationId xmlns:a16="http://schemas.microsoft.com/office/drawing/2014/main" id="{BC4B52E6-6F0E-6B59-4F8B-2BFA7A1900BE}"/>
              </a:ext>
            </a:extLst>
          </p:cNvPr>
          <p:cNvSpPr>
            <a:spLocks noGrp="1"/>
          </p:cNvSpPr>
          <p:nvPr>
            <p:ph type="body" sz="quarter" idx="55" hasCustomPrompt="1"/>
          </p:nvPr>
        </p:nvSpPr>
        <p:spPr>
          <a:xfrm>
            <a:off x="7419356" y="5051922"/>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31184303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p:cSld name="Pyramid Chart - 4 Layers">
    <p:spTree>
      <p:nvGrpSpPr>
        <p:cNvPr id="1" name=""/>
        <p:cNvGrpSpPr/>
        <p:nvPr/>
      </p:nvGrpSpPr>
      <p:grpSpPr>
        <a:xfrm>
          <a:off x="0" y="0"/>
          <a:ext cx="0" cy="0"/>
          <a:chOff x="0" y="0"/>
          <a:chExt cx="0" cy="0"/>
        </a:xfrm>
      </p:grpSpPr>
      <p:sp>
        <p:nvSpPr>
          <p:cNvPr id="38" name="Round Same Side Corner Rectangle 37">
            <a:extLst>
              <a:ext uri="{FF2B5EF4-FFF2-40B4-BE49-F238E27FC236}">
                <a16:creationId xmlns:a16="http://schemas.microsoft.com/office/drawing/2014/main" id="{FFB3A058-3007-EDB6-3A8F-233204230A8E}"/>
              </a:ext>
            </a:extLst>
          </p:cNvPr>
          <p:cNvSpPr/>
          <p:nvPr/>
        </p:nvSpPr>
        <p:spPr>
          <a:xfrm rot="5400000">
            <a:off x="3107416" y="1198527"/>
            <a:ext cx="1098815" cy="1543576"/>
          </a:xfrm>
          <a:prstGeom prst="round2SameRect">
            <a:avLst>
              <a:gd name="adj1" fmla="val 50000"/>
              <a:gd name="adj2" fmla="val 0"/>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6" name="Round Same Side Corner Rectangle 35">
            <a:extLst>
              <a:ext uri="{FF2B5EF4-FFF2-40B4-BE49-F238E27FC236}">
                <a16:creationId xmlns:a16="http://schemas.microsoft.com/office/drawing/2014/main" id="{F210FF32-E4DC-363F-00EF-1B856F00F881}"/>
              </a:ext>
            </a:extLst>
          </p:cNvPr>
          <p:cNvSpPr/>
          <p:nvPr/>
        </p:nvSpPr>
        <p:spPr>
          <a:xfrm rot="5400000">
            <a:off x="3126991" y="1712926"/>
            <a:ext cx="1098816" cy="2707079"/>
          </a:xfrm>
          <a:prstGeom prst="round2SameRect">
            <a:avLst>
              <a:gd name="adj1" fmla="val 50000"/>
              <a:gd name="adj2"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7" name="Text Placeholder 69">
            <a:extLst>
              <a:ext uri="{FF2B5EF4-FFF2-40B4-BE49-F238E27FC236}">
                <a16:creationId xmlns:a16="http://schemas.microsoft.com/office/drawing/2014/main" id="{FADEE2CB-0CB4-5729-1F62-159307E27B61}"/>
              </a:ext>
            </a:extLst>
          </p:cNvPr>
          <p:cNvSpPr>
            <a:spLocks noGrp="1"/>
          </p:cNvSpPr>
          <p:nvPr>
            <p:ph type="body" sz="quarter" idx="52" hasCustomPrompt="1"/>
          </p:nvPr>
        </p:nvSpPr>
        <p:spPr>
          <a:xfrm>
            <a:off x="4135535" y="2767634"/>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02</a:t>
            </a:r>
          </a:p>
        </p:txBody>
      </p:sp>
      <p:sp>
        <p:nvSpPr>
          <p:cNvPr id="2" name="Round Same Side Corner Rectangle 1">
            <a:extLst>
              <a:ext uri="{FF2B5EF4-FFF2-40B4-BE49-F238E27FC236}">
                <a16:creationId xmlns:a16="http://schemas.microsoft.com/office/drawing/2014/main" id="{7EB8E96B-0205-E5FE-D68C-CDD94DF65EE7}"/>
              </a:ext>
            </a:extLst>
          </p:cNvPr>
          <p:cNvSpPr/>
          <p:nvPr/>
        </p:nvSpPr>
        <p:spPr>
          <a:xfrm rot="5400000">
            <a:off x="3865029" y="2916326"/>
            <a:ext cx="1061883" cy="2460980"/>
          </a:xfrm>
          <a:prstGeom prst="round2SameRect">
            <a:avLst>
              <a:gd name="adj1" fmla="val 50000"/>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5" name="Text Placeholder 69">
            <a:extLst>
              <a:ext uri="{FF2B5EF4-FFF2-40B4-BE49-F238E27FC236}">
                <a16:creationId xmlns:a16="http://schemas.microsoft.com/office/drawing/2014/main" id="{F09956A3-99F3-D44A-E1CA-CCDD43D2AE2E}"/>
              </a:ext>
            </a:extLst>
          </p:cNvPr>
          <p:cNvSpPr>
            <a:spLocks noGrp="1"/>
          </p:cNvSpPr>
          <p:nvPr>
            <p:ph type="body" sz="quarter" idx="51" hasCustomPrompt="1"/>
          </p:nvPr>
        </p:nvSpPr>
        <p:spPr>
          <a:xfrm>
            <a:off x="4735303" y="3852849"/>
            <a:ext cx="836389" cy="466648"/>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03</a:t>
            </a:r>
          </a:p>
        </p:txBody>
      </p:sp>
      <p:sp>
        <p:nvSpPr>
          <p:cNvPr id="6" name="Round Same Side Corner Rectangle 5">
            <a:extLst>
              <a:ext uri="{FF2B5EF4-FFF2-40B4-BE49-F238E27FC236}">
                <a16:creationId xmlns:a16="http://schemas.microsoft.com/office/drawing/2014/main" id="{0975A115-E665-9F4B-A513-29606520A81F}"/>
              </a:ext>
            </a:extLst>
          </p:cNvPr>
          <p:cNvSpPr/>
          <p:nvPr/>
        </p:nvSpPr>
        <p:spPr>
          <a:xfrm rot="5400000">
            <a:off x="4336361" y="3876023"/>
            <a:ext cx="1098815" cy="2707079"/>
          </a:xfrm>
          <a:prstGeom prst="round2SameRect">
            <a:avLst>
              <a:gd name="adj1" fmla="val 50000"/>
              <a:gd name="adj2" fmla="val 0"/>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graphicFrame>
        <p:nvGraphicFramePr>
          <p:cNvPr id="8" name="Diagram 7">
            <a:extLst>
              <a:ext uri="{FF2B5EF4-FFF2-40B4-BE49-F238E27FC236}">
                <a16:creationId xmlns:a16="http://schemas.microsoft.com/office/drawing/2014/main" id="{82C35E0F-54C5-1CEB-ED79-9915EB086968}"/>
              </a:ext>
            </a:extLst>
          </p:cNvPr>
          <p:cNvGraphicFramePr>
            <a:graphicFrameLocks/>
          </p:cNvGraphicFramePr>
          <p:nvPr>
            <p:extLst>
              <p:ext uri="{D42A27DB-BD31-4B8C-83A1-F6EECF244321}">
                <p14:modId xmlns:p14="http://schemas.microsoft.com/office/powerpoint/2010/main" val="3504026701"/>
              </p:ext>
            </p:extLst>
          </p:nvPr>
        </p:nvGraphicFramePr>
        <p:xfrm>
          <a:off x="442526" y="1430414"/>
          <a:ext cx="4902377" cy="43479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0" name="Picture Placeholder 112">
            <a:extLst>
              <a:ext uri="{FF2B5EF4-FFF2-40B4-BE49-F238E27FC236}">
                <a16:creationId xmlns:a16="http://schemas.microsoft.com/office/drawing/2014/main" id="{FB30D14B-7C14-ADB8-1D41-B965BA0FCA75}"/>
              </a:ext>
            </a:extLst>
          </p:cNvPr>
          <p:cNvSpPr>
            <a:spLocks noGrp="1"/>
          </p:cNvSpPr>
          <p:nvPr>
            <p:ph type="pic" sz="quarter" idx="31" hasCustomPrompt="1"/>
          </p:nvPr>
        </p:nvSpPr>
        <p:spPr>
          <a:xfrm>
            <a:off x="2586585" y="1809219"/>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1" name="Picture Placeholder 112">
            <a:extLst>
              <a:ext uri="{FF2B5EF4-FFF2-40B4-BE49-F238E27FC236}">
                <a16:creationId xmlns:a16="http://schemas.microsoft.com/office/drawing/2014/main" id="{BC226FD0-BA64-6BCF-0D54-509EB0CEE890}"/>
              </a:ext>
            </a:extLst>
          </p:cNvPr>
          <p:cNvSpPr>
            <a:spLocks noGrp="1"/>
          </p:cNvSpPr>
          <p:nvPr>
            <p:ph type="pic" sz="quarter" idx="32" hasCustomPrompt="1"/>
          </p:nvPr>
        </p:nvSpPr>
        <p:spPr>
          <a:xfrm>
            <a:off x="2586585" y="2754273"/>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2" name="Picture Placeholder 112">
            <a:extLst>
              <a:ext uri="{FF2B5EF4-FFF2-40B4-BE49-F238E27FC236}">
                <a16:creationId xmlns:a16="http://schemas.microsoft.com/office/drawing/2014/main" id="{8B35B1B7-DAB5-20D9-B5E2-86A35B3F6CBA}"/>
              </a:ext>
            </a:extLst>
          </p:cNvPr>
          <p:cNvSpPr>
            <a:spLocks noGrp="1"/>
          </p:cNvSpPr>
          <p:nvPr>
            <p:ph type="pic" sz="quarter" idx="33" hasCustomPrompt="1"/>
          </p:nvPr>
        </p:nvSpPr>
        <p:spPr>
          <a:xfrm>
            <a:off x="2586585" y="3856725"/>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4" name="Picture Placeholder 112">
            <a:extLst>
              <a:ext uri="{FF2B5EF4-FFF2-40B4-BE49-F238E27FC236}">
                <a16:creationId xmlns:a16="http://schemas.microsoft.com/office/drawing/2014/main" id="{4A386C6E-15A9-E53F-C8EE-5972F6B9E00A}"/>
              </a:ext>
            </a:extLst>
          </p:cNvPr>
          <p:cNvSpPr>
            <a:spLocks noGrp="1"/>
          </p:cNvSpPr>
          <p:nvPr>
            <p:ph type="pic" sz="quarter" idx="35" hasCustomPrompt="1"/>
          </p:nvPr>
        </p:nvSpPr>
        <p:spPr>
          <a:xfrm>
            <a:off x="2586585" y="4932637"/>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8" name="Text Placeholder 69">
            <a:extLst>
              <a:ext uri="{FF2B5EF4-FFF2-40B4-BE49-F238E27FC236}">
                <a16:creationId xmlns:a16="http://schemas.microsoft.com/office/drawing/2014/main" id="{44587C5F-A6FF-A5E0-8D72-56F88746821B}"/>
              </a:ext>
            </a:extLst>
          </p:cNvPr>
          <p:cNvSpPr>
            <a:spLocks noGrp="1"/>
          </p:cNvSpPr>
          <p:nvPr>
            <p:ph type="body" sz="quarter" idx="39" hasCustomPrompt="1"/>
          </p:nvPr>
        </p:nvSpPr>
        <p:spPr>
          <a:xfrm>
            <a:off x="5344903" y="4930732"/>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04</a:t>
            </a:r>
          </a:p>
        </p:txBody>
      </p:sp>
      <p:sp>
        <p:nvSpPr>
          <p:cNvPr id="30" name="Oval 29">
            <a:extLst>
              <a:ext uri="{FF2B5EF4-FFF2-40B4-BE49-F238E27FC236}">
                <a16:creationId xmlns:a16="http://schemas.microsoft.com/office/drawing/2014/main" id="{913FDFF3-D385-0BAF-CF8E-2DDC03FAA324}"/>
              </a:ext>
            </a:extLst>
          </p:cNvPr>
          <p:cNvSpPr/>
          <p:nvPr/>
        </p:nvSpPr>
        <p:spPr>
          <a:xfrm>
            <a:off x="7009951" y="1686072"/>
            <a:ext cx="270933" cy="27093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2716D5C-B50D-7C12-5A03-A52CFF9183B8}"/>
              </a:ext>
            </a:extLst>
          </p:cNvPr>
          <p:cNvSpPr/>
          <p:nvPr/>
        </p:nvSpPr>
        <p:spPr>
          <a:xfrm>
            <a:off x="7009951" y="2760195"/>
            <a:ext cx="270933" cy="27093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412C7B6F-4E24-5340-54BF-4E887F6145B2}"/>
              </a:ext>
            </a:extLst>
          </p:cNvPr>
          <p:cNvSpPr/>
          <p:nvPr/>
        </p:nvSpPr>
        <p:spPr>
          <a:xfrm>
            <a:off x="7009951" y="3838382"/>
            <a:ext cx="270933" cy="27093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0C30A53C-2128-F163-ECBB-AE372706EE5E}"/>
              </a:ext>
            </a:extLst>
          </p:cNvPr>
          <p:cNvSpPr/>
          <p:nvPr/>
        </p:nvSpPr>
        <p:spPr>
          <a:xfrm>
            <a:off x="7009951" y="4886172"/>
            <a:ext cx="270933" cy="27093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9" name="Text Placeholder 69">
            <a:extLst>
              <a:ext uri="{FF2B5EF4-FFF2-40B4-BE49-F238E27FC236}">
                <a16:creationId xmlns:a16="http://schemas.microsoft.com/office/drawing/2014/main" id="{4430F61C-8361-7E5A-C4AA-92CFBD8A5AFF}"/>
              </a:ext>
            </a:extLst>
          </p:cNvPr>
          <p:cNvSpPr>
            <a:spLocks noGrp="1"/>
          </p:cNvSpPr>
          <p:nvPr>
            <p:ph type="body" sz="quarter" idx="53" hasCustomPrompt="1"/>
          </p:nvPr>
        </p:nvSpPr>
        <p:spPr>
          <a:xfrm>
            <a:off x="3534210" y="1671484"/>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01</a:t>
            </a:r>
          </a:p>
        </p:txBody>
      </p:sp>
      <p:sp>
        <p:nvSpPr>
          <p:cNvPr id="40" name="Text Placeholder 49">
            <a:extLst>
              <a:ext uri="{FF2B5EF4-FFF2-40B4-BE49-F238E27FC236}">
                <a16:creationId xmlns:a16="http://schemas.microsoft.com/office/drawing/2014/main" id="{9EAB3734-568B-15A4-0C22-D6443687EC4B}"/>
              </a:ext>
            </a:extLst>
          </p:cNvPr>
          <p:cNvSpPr>
            <a:spLocks noGrp="1"/>
          </p:cNvSpPr>
          <p:nvPr>
            <p:ph type="body" sz="quarter" idx="54" hasCustomPrompt="1"/>
          </p:nvPr>
        </p:nvSpPr>
        <p:spPr>
          <a:xfrm>
            <a:off x="7419356" y="1686073"/>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1" name="Text Placeholder 49">
            <a:extLst>
              <a:ext uri="{FF2B5EF4-FFF2-40B4-BE49-F238E27FC236}">
                <a16:creationId xmlns:a16="http://schemas.microsoft.com/office/drawing/2014/main" id="{0DEE0EED-FEDF-B8F2-9E80-34BE131434EA}"/>
              </a:ext>
            </a:extLst>
          </p:cNvPr>
          <p:cNvSpPr>
            <a:spLocks noGrp="1"/>
          </p:cNvSpPr>
          <p:nvPr>
            <p:ph type="body" sz="quarter" idx="55" hasCustomPrompt="1"/>
          </p:nvPr>
        </p:nvSpPr>
        <p:spPr>
          <a:xfrm>
            <a:off x="7419356" y="2760196"/>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2" name="Text Placeholder 49">
            <a:extLst>
              <a:ext uri="{FF2B5EF4-FFF2-40B4-BE49-F238E27FC236}">
                <a16:creationId xmlns:a16="http://schemas.microsoft.com/office/drawing/2014/main" id="{A72C9693-A527-A08E-15D3-188F76CED080}"/>
              </a:ext>
            </a:extLst>
          </p:cNvPr>
          <p:cNvSpPr>
            <a:spLocks noGrp="1"/>
          </p:cNvSpPr>
          <p:nvPr>
            <p:ph type="body" sz="quarter" idx="56" hasCustomPrompt="1"/>
          </p:nvPr>
        </p:nvSpPr>
        <p:spPr>
          <a:xfrm>
            <a:off x="7419356" y="3838382"/>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3" name="Text Placeholder 49">
            <a:extLst>
              <a:ext uri="{FF2B5EF4-FFF2-40B4-BE49-F238E27FC236}">
                <a16:creationId xmlns:a16="http://schemas.microsoft.com/office/drawing/2014/main" id="{FE7848A3-638E-A561-71DD-B903BDE347EC}"/>
              </a:ext>
            </a:extLst>
          </p:cNvPr>
          <p:cNvSpPr>
            <a:spLocks noGrp="1"/>
          </p:cNvSpPr>
          <p:nvPr>
            <p:ph type="body" sz="quarter" idx="57" hasCustomPrompt="1"/>
          </p:nvPr>
        </p:nvSpPr>
        <p:spPr>
          <a:xfrm>
            <a:off x="7419356" y="4886173"/>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2571525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p:cSld name="Pyramid Chart - 3 Layers">
    <p:spTree>
      <p:nvGrpSpPr>
        <p:cNvPr id="1" name=""/>
        <p:cNvGrpSpPr/>
        <p:nvPr/>
      </p:nvGrpSpPr>
      <p:grpSpPr>
        <a:xfrm>
          <a:off x="0" y="0"/>
          <a:ext cx="0" cy="0"/>
          <a:chOff x="0" y="0"/>
          <a:chExt cx="0" cy="0"/>
        </a:xfrm>
      </p:grpSpPr>
      <p:sp>
        <p:nvSpPr>
          <p:cNvPr id="38" name="Round Same Side Corner Rectangle 37">
            <a:extLst>
              <a:ext uri="{FF2B5EF4-FFF2-40B4-BE49-F238E27FC236}">
                <a16:creationId xmlns:a16="http://schemas.microsoft.com/office/drawing/2014/main" id="{FFB3A058-3007-EDB6-3A8F-233204230A8E}"/>
              </a:ext>
            </a:extLst>
          </p:cNvPr>
          <p:cNvSpPr/>
          <p:nvPr/>
        </p:nvSpPr>
        <p:spPr>
          <a:xfrm rot="5400000">
            <a:off x="3072384" y="1277852"/>
            <a:ext cx="1451097" cy="1756219"/>
          </a:xfrm>
          <a:prstGeom prst="round2SameRect">
            <a:avLst>
              <a:gd name="adj1" fmla="val 50000"/>
              <a:gd name="adj2" fmla="val 0"/>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6" name="Round Same Side Corner Rectangle 35">
            <a:extLst>
              <a:ext uri="{FF2B5EF4-FFF2-40B4-BE49-F238E27FC236}">
                <a16:creationId xmlns:a16="http://schemas.microsoft.com/office/drawing/2014/main" id="{F210FF32-E4DC-363F-00EF-1B856F00F881}"/>
              </a:ext>
            </a:extLst>
          </p:cNvPr>
          <p:cNvSpPr/>
          <p:nvPr/>
        </p:nvSpPr>
        <p:spPr>
          <a:xfrm rot="5400000">
            <a:off x="3413056" y="2246966"/>
            <a:ext cx="1437989" cy="2707079"/>
          </a:xfrm>
          <a:prstGeom prst="round2SameRect">
            <a:avLst>
              <a:gd name="adj1" fmla="val 50000"/>
              <a:gd name="adj2"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7" name="Text Placeholder 69">
            <a:extLst>
              <a:ext uri="{FF2B5EF4-FFF2-40B4-BE49-F238E27FC236}">
                <a16:creationId xmlns:a16="http://schemas.microsoft.com/office/drawing/2014/main" id="{FADEE2CB-0CB4-5729-1F62-159307E27B61}"/>
              </a:ext>
            </a:extLst>
          </p:cNvPr>
          <p:cNvSpPr>
            <a:spLocks noGrp="1"/>
          </p:cNvSpPr>
          <p:nvPr>
            <p:ph type="body" sz="quarter" idx="52" hasCustomPrompt="1"/>
          </p:nvPr>
        </p:nvSpPr>
        <p:spPr>
          <a:xfrm>
            <a:off x="4431068" y="3290292"/>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02</a:t>
            </a:r>
          </a:p>
        </p:txBody>
      </p:sp>
      <p:sp>
        <p:nvSpPr>
          <p:cNvPr id="2" name="Round Same Side Corner Rectangle 1">
            <a:extLst>
              <a:ext uri="{FF2B5EF4-FFF2-40B4-BE49-F238E27FC236}">
                <a16:creationId xmlns:a16="http://schemas.microsoft.com/office/drawing/2014/main" id="{7EB8E96B-0205-E5FE-D68C-CDD94DF65EE7}"/>
              </a:ext>
            </a:extLst>
          </p:cNvPr>
          <p:cNvSpPr/>
          <p:nvPr/>
        </p:nvSpPr>
        <p:spPr>
          <a:xfrm rot="5400000">
            <a:off x="4291627" y="3817525"/>
            <a:ext cx="1460603" cy="2460980"/>
          </a:xfrm>
          <a:prstGeom prst="round2SameRect">
            <a:avLst>
              <a:gd name="adj1" fmla="val 50000"/>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5" name="Text Placeholder 69">
            <a:extLst>
              <a:ext uri="{FF2B5EF4-FFF2-40B4-BE49-F238E27FC236}">
                <a16:creationId xmlns:a16="http://schemas.microsoft.com/office/drawing/2014/main" id="{F09956A3-99F3-D44A-E1CA-CCDD43D2AE2E}"/>
              </a:ext>
            </a:extLst>
          </p:cNvPr>
          <p:cNvSpPr>
            <a:spLocks noGrp="1"/>
          </p:cNvSpPr>
          <p:nvPr>
            <p:ph type="body" sz="quarter" idx="51" hasCustomPrompt="1"/>
          </p:nvPr>
        </p:nvSpPr>
        <p:spPr>
          <a:xfrm>
            <a:off x="5223342" y="4750372"/>
            <a:ext cx="836389" cy="466648"/>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03</a:t>
            </a:r>
          </a:p>
        </p:txBody>
      </p:sp>
      <p:graphicFrame>
        <p:nvGraphicFramePr>
          <p:cNvPr id="8" name="Diagram 7">
            <a:extLst>
              <a:ext uri="{FF2B5EF4-FFF2-40B4-BE49-F238E27FC236}">
                <a16:creationId xmlns:a16="http://schemas.microsoft.com/office/drawing/2014/main" id="{82C35E0F-54C5-1CEB-ED79-9915EB086968}"/>
              </a:ext>
            </a:extLst>
          </p:cNvPr>
          <p:cNvGraphicFramePr>
            <a:graphicFrameLocks/>
          </p:cNvGraphicFramePr>
          <p:nvPr>
            <p:extLst>
              <p:ext uri="{D42A27DB-BD31-4B8C-83A1-F6EECF244321}">
                <p14:modId xmlns:p14="http://schemas.microsoft.com/office/powerpoint/2010/main" val="1801236256"/>
              </p:ext>
            </p:extLst>
          </p:nvPr>
        </p:nvGraphicFramePr>
        <p:xfrm>
          <a:off x="467157" y="1430414"/>
          <a:ext cx="4902377" cy="43479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0" name="Picture Placeholder 112">
            <a:extLst>
              <a:ext uri="{FF2B5EF4-FFF2-40B4-BE49-F238E27FC236}">
                <a16:creationId xmlns:a16="http://schemas.microsoft.com/office/drawing/2014/main" id="{FB30D14B-7C14-ADB8-1D41-B965BA0FCA75}"/>
              </a:ext>
            </a:extLst>
          </p:cNvPr>
          <p:cNvSpPr>
            <a:spLocks noGrp="1"/>
          </p:cNvSpPr>
          <p:nvPr>
            <p:ph type="pic" sz="quarter" idx="31" hasCustomPrompt="1"/>
          </p:nvPr>
        </p:nvSpPr>
        <p:spPr>
          <a:xfrm>
            <a:off x="2624501" y="1993945"/>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2" name="Picture Placeholder 112">
            <a:extLst>
              <a:ext uri="{FF2B5EF4-FFF2-40B4-BE49-F238E27FC236}">
                <a16:creationId xmlns:a16="http://schemas.microsoft.com/office/drawing/2014/main" id="{8B35B1B7-DAB5-20D9-B5E2-86A35B3F6CBA}"/>
              </a:ext>
            </a:extLst>
          </p:cNvPr>
          <p:cNvSpPr>
            <a:spLocks noGrp="1"/>
          </p:cNvSpPr>
          <p:nvPr>
            <p:ph type="pic" sz="quarter" idx="33" hasCustomPrompt="1"/>
          </p:nvPr>
        </p:nvSpPr>
        <p:spPr>
          <a:xfrm>
            <a:off x="2624501" y="3314878"/>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4" name="Picture Placeholder 112">
            <a:extLst>
              <a:ext uri="{FF2B5EF4-FFF2-40B4-BE49-F238E27FC236}">
                <a16:creationId xmlns:a16="http://schemas.microsoft.com/office/drawing/2014/main" id="{4A386C6E-15A9-E53F-C8EE-5972F6B9E00A}"/>
              </a:ext>
            </a:extLst>
          </p:cNvPr>
          <p:cNvSpPr>
            <a:spLocks noGrp="1"/>
          </p:cNvSpPr>
          <p:nvPr>
            <p:ph type="pic" sz="quarter" idx="35" hasCustomPrompt="1"/>
          </p:nvPr>
        </p:nvSpPr>
        <p:spPr>
          <a:xfrm>
            <a:off x="2624501" y="4772543"/>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30" name="Oval 29">
            <a:extLst>
              <a:ext uri="{FF2B5EF4-FFF2-40B4-BE49-F238E27FC236}">
                <a16:creationId xmlns:a16="http://schemas.microsoft.com/office/drawing/2014/main" id="{913FDFF3-D385-0BAF-CF8E-2DDC03FAA324}"/>
              </a:ext>
            </a:extLst>
          </p:cNvPr>
          <p:cNvSpPr/>
          <p:nvPr/>
        </p:nvSpPr>
        <p:spPr>
          <a:xfrm>
            <a:off x="7009951" y="1993944"/>
            <a:ext cx="270933" cy="27093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2716D5C-B50D-7C12-5A03-A52CFF9183B8}"/>
              </a:ext>
            </a:extLst>
          </p:cNvPr>
          <p:cNvSpPr/>
          <p:nvPr/>
        </p:nvSpPr>
        <p:spPr>
          <a:xfrm>
            <a:off x="7009951" y="3191214"/>
            <a:ext cx="270933" cy="27093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412C7B6F-4E24-5340-54BF-4E887F6145B2}"/>
              </a:ext>
            </a:extLst>
          </p:cNvPr>
          <p:cNvSpPr/>
          <p:nvPr/>
        </p:nvSpPr>
        <p:spPr>
          <a:xfrm>
            <a:off x="7009951" y="4392547"/>
            <a:ext cx="270933" cy="27093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9" name="Text Placeholder 69">
            <a:extLst>
              <a:ext uri="{FF2B5EF4-FFF2-40B4-BE49-F238E27FC236}">
                <a16:creationId xmlns:a16="http://schemas.microsoft.com/office/drawing/2014/main" id="{4430F61C-8361-7E5A-C4AA-92CFBD8A5AFF}"/>
              </a:ext>
            </a:extLst>
          </p:cNvPr>
          <p:cNvSpPr>
            <a:spLocks noGrp="1"/>
          </p:cNvSpPr>
          <p:nvPr>
            <p:ph type="body" sz="quarter" idx="53" hasCustomPrompt="1"/>
          </p:nvPr>
        </p:nvSpPr>
        <p:spPr>
          <a:xfrm>
            <a:off x="3620412" y="1843890"/>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01</a:t>
            </a:r>
          </a:p>
        </p:txBody>
      </p:sp>
      <p:sp>
        <p:nvSpPr>
          <p:cNvPr id="3" name="Text Placeholder 49">
            <a:extLst>
              <a:ext uri="{FF2B5EF4-FFF2-40B4-BE49-F238E27FC236}">
                <a16:creationId xmlns:a16="http://schemas.microsoft.com/office/drawing/2014/main" id="{D9D71BD7-B715-83AE-15F1-51E731120525}"/>
              </a:ext>
            </a:extLst>
          </p:cNvPr>
          <p:cNvSpPr>
            <a:spLocks noGrp="1"/>
          </p:cNvSpPr>
          <p:nvPr>
            <p:ph type="body" sz="quarter" idx="54" hasCustomPrompt="1"/>
          </p:nvPr>
        </p:nvSpPr>
        <p:spPr>
          <a:xfrm>
            <a:off x="7419356" y="1993945"/>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 name="Text Placeholder 49">
            <a:extLst>
              <a:ext uri="{FF2B5EF4-FFF2-40B4-BE49-F238E27FC236}">
                <a16:creationId xmlns:a16="http://schemas.microsoft.com/office/drawing/2014/main" id="{FFCDB67B-7D32-4DCE-3A5C-1FF4492BC323}"/>
              </a:ext>
            </a:extLst>
          </p:cNvPr>
          <p:cNvSpPr>
            <a:spLocks noGrp="1"/>
          </p:cNvSpPr>
          <p:nvPr>
            <p:ph type="body" sz="quarter" idx="55" hasCustomPrompt="1"/>
          </p:nvPr>
        </p:nvSpPr>
        <p:spPr>
          <a:xfrm>
            <a:off x="7419356" y="3191214"/>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5" name="Text Placeholder 49">
            <a:extLst>
              <a:ext uri="{FF2B5EF4-FFF2-40B4-BE49-F238E27FC236}">
                <a16:creationId xmlns:a16="http://schemas.microsoft.com/office/drawing/2014/main" id="{F253C854-6850-99A7-4211-CED18D7662C6}"/>
              </a:ext>
            </a:extLst>
          </p:cNvPr>
          <p:cNvSpPr>
            <a:spLocks noGrp="1"/>
          </p:cNvSpPr>
          <p:nvPr>
            <p:ph type="body" sz="quarter" idx="56" hasCustomPrompt="1"/>
          </p:nvPr>
        </p:nvSpPr>
        <p:spPr>
          <a:xfrm>
            <a:off x="7419356" y="4392548"/>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41767071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p:cSld name="Title + 2 Content Boxes + Icons">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89A1285D-81C6-8DB7-5FCC-116A1B7ED611}"/>
              </a:ext>
            </a:extLst>
          </p:cNvPr>
          <p:cNvSpPr/>
          <p:nvPr/>
        </p:nvSpPr>
        <p:spPr>
          <a:xfrm>
            <a:off x="558800" y="1338578"/>
            <a:ext cx="5082275" cy="4874967"/>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867" b="0" i="0">
              <a:solidFill>
                <a:schemeClr val="tx1"/>
              </a:solidFill>
              <a:latin typeface="Arial" panose="020B0604020202020204" pitchFamily="34" charset="0"/>
              <a:ea typeface="Inter Medium" panose="02000503000000020004" pitchFamily="2" charset="0"/>
              <a:cs typeface="Arial" panose="020B0604020202020204" pitchFamily="34" charset="0"/>
            </a:endParaRPr>
          </a:p>
        </p:txBody>
      </p:sp>
      <p:cxnSp>
        <p:nvCxnSpPr>
          <p:cNvPr id="36" name="Straight Connector 35">
            <a:extLst>
              <a:ext uri="{FF2B5EF4-FFF2-40B4-BE49-F238E27FC236}">
                <a16:creationId xmlns:a16="http://schemas.microsoft.com/office/drawing/2014/main" id="{B63DC168-3D4F-DBB1-CC50-BEE341F7D0F6}"/>
              </a:ext>
            </a:extLst>
          </p:cNvPr>
          <p:cNvCxnSpPr>
            <a:cxnSpLocks/>
          </p:cNvCxnSpPr>
          <p:nvPr/>
        </p:nvCxnSpPr>
        <p:spPr>
          <a:xfrm>
            <a:off x="852720" y="2603559"/>
            <a:ext cx="4519003"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8" name="Rounded Rectangle 37">
            <a:extLst>
              <a:ext uri="{FF2B5EF4-FFF2-40B4-BE49-F238E27FC236}">
                <a16:creationId xmlns:a16="http://schemas.microsoft.com/office/drawing/2014/main" id="{5A0E2592-A8F0-9D43-1B3B-A592D546D69D}"/>
              </a:ext>
            </a:extLst>
          </p:cNvPr>
          <p:cNvSpPr/>
          <p:nvPr/>
        </p:nvSpPr>
        <p:spPr>
          <a:xfrm>
            <a:off x="5994400" y="1338578"/>
            <a:ext cx="5082275" cy="4874967"/>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9" name="Straight Connector 38">
            <a:extLst>
              <a:ext uri="{FF2B5EF4-FFF2-40B4-BE49-F238E27FC236}">
                <a16:creationId xmlns:a16="http://schemas.microsoft.com/office/drawing/2014/main" id="{B9E783A4-1348-38F0-7A77-FA95C58112B4}"/>
              </a:ext>
            </a:extLst>
          </p:cNvPr>
          <p:cNvCxnSpPr>
            <a:cxnSpLocks/>
          </p:cNvCxnSpPr>
          <p:nvPr/>
        </p:nvCxnSpPr>
        <p:spPr>
          <a:xfrm>
            <a:off x="6252109" y="2603559"/>
            <a:ext cx="4503409"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3" name="Picture Placeholder 112">
            <a:extLst>
              <a:ext uri="{FF2B5EF4-FFF2-40B4-BE49-F238E27FC236}">
                <a16:creationId xmlns:a16="http://schemas.microsoft.com/office/drawing/2014/main" id="{C57D88D3-F9B0-9041-0D9F-B726503E8A28}"/>
              </a:ext>
            </a:extLst>
          </p:cNvPr>
          <p:cNvSpPr>
            <a:spLocks noGrp="1"/>
          </p:cNvSpPr>
          <p:nvPr>
            <p:ph type="pic" sz="quarter" idx="37" hasCustomPrompt="1"/>
          </p:nvPr>
        </p:nvSpPr>
        <p:spPr>
          <a:xfrm>
            <a:off x="852719" y="1521643"/>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4" name="Picture Placeholder 112">
            <a:extLst>
              <a:ext uri="{FF2B5EF4-FFF2-40B4-BE49-F238E27FC236}">
                <a16:creationId xmlns:a16="http://schemas.microsoft.com/office/drawing/2014/main" id="{5C284CF1-E621-37E0-BF9F-D593A56CA357}"/>
              </a:ext>
            </a:extLst>
          </p:cNvPr>
          <p:cNvSpPr>
            <a:spLocks noGrp="1"/>
          </p:cNvSpPr>
          <p:nvPr>
            <p:ph type="pic" sz="quarter" idx="38" hasCustomPrompt="1"/>
          </p:nvPr>
        </p:nvSpPr>
        <p:spPr>
          <a:xfrm>
            <a:off x="6284411" y="1521643"/>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8" name="Text Placeholder 47">
            <a:extLst>
              <a:ext uri="{FF2B5EF4-FFF2-40B4-BE49-F238E27FC236}">
                <a16:creationId xmlns:a16="http://schemas.microsoft.com/office/drawing/2014/main" id="{5C8727F7-70CC-4917-D4ED-71897F90C89D}"/>
              </a:ext>
            </a:extLst>
          </p:cNvPr>
          <p:cNvSpPr>
            <a:spLocks noGrp="1"/>
          </p:cNvSpPr>
          <p:nvPr>
            <p:ph type="body" sz="quarter" idx="43" hasCustomPrompt="1"/>
          </p:nvPr>
        </p:nvSpPr>
        <p:spPr>
          <a:xfrm>
            <a:off x="853018" y="2270546"/>
            <a:ext cx="4518705" cy="287847"/>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50" name="Text Placeholder 47">
            <a:extLst>
              <a:ext uri="{FF2B5EF4-FFF2-40B4-BE49-F238E27FC236}">
                <a16:creationId xmlns:a16="http://schemas.microsoft.com/office/drawing/2014/main" id="{59BA32E6-B490-3B32-F228-631ECAD631C6}"/>
              </a:ext>
            </a:extLst>
          </p:cNvPr>
          <p:cNvSpPr>
            <a:spLocks noGrp="1"/>
          </p:cNvSpPr>
          <p:nvPr>
            <p:ph type="body" sz="quarter" idx="45" hasCustomPrompt="1"/>
          </p:nvPr>
        </p:nvSpPr>
        <p:spPr>
          <a:xfrm>
            <a:off x="6253448" y="2270546"/>
            <a:ext cx="4502069" cy="287833"/>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11" name="Text Placeholder 10">
            <a:extLst>
              <a:ext uri="{FF2B5EF4-FFF2-40B4-BE49-F238E27FC236}">
                <a16:creationId xmlns:a16="http://schemas.microsoft.com/office/drawing/2014/main" id="{E01A7AFE-C939-72F3-1B20-FDF6DDBD1685}"/>
              </a:ext>
            </a:extLst>
          </p:cNvPr>
          <p:cNvSpPr>
            <a:spLocks noGrp="1"/>
          </p:cNvSpPr>
          <p:nvPr>
            <p:ph type="body" sz="quarter" idx="47" hasCustomPrompt="1"/>
          </p:nvPr>
        </p:nvSpPr>
        <p:spPr>
          <a:xfrm>
            <a:off x="875323" y="2729281"/>
            <a:ext cx="4519004" cy="3071543"/>
          </a:xfrm>
          <a:prstGeom prst="rect">
            <a:avLst/>
          </a:prstGeom>
        </p:spPr>
        <p:txBody>
          <a:bodyPr lIns="0"/>
          <a:lstStyle>
            <a:lvl1pPr marL="0" indent="0">
              <a:buNone/>
              <a:defRPr sz="1867" b="0" i="0">
                <a:solidFill>
                  <a:schemeClr val="tx1"/>
                </a:solidFill>
                <a:latin typeface="Arial" panose="020B0604020202020204" pitchFamily="34" charset="0"/>
                <a:cs typeface="Arial" panose="020B0604020202020204" pitchFamily="34" charset="0"/>
              </a:defRPr>
            </a:lvl1pPr>
            <a:lvl2pPr marL="609585" indent="0">
              <a:buNone/>
              <a:defRPr sz="1867">
                <a:solidFill>
                  <a:schemeClr val="tx1"/>
                </a:solidFill>
                <a:latin typeface="Arial" panose="020B0604020202020204" pitchFamily="34" charset="0"/>
                <a:cs typeface="Arial" panose="020B0604020202020204" pitchFamily="34" charset="0"/>
              </a:defRPr>
            </a:lvl2pPr>
            <a:lvl3pPr marL="1219170" indent="0">
              <a:buNone/>
              <a:defRPr sz="1867">
                <a:solidFill>
                  <a:schemeClr val="tx1"/>
                </a:solidFill>
                <a:latin typeface="Arial" panose="020B0604020202020204" pitchFamily="34" charset="0"/>
                <a:cs typeface="Arial" panose="020B0604020202020204" pitchFamily="34" charset="0"/>
              </a:defRPr>
            </a:lvl3pPr>
            <a:lvl4pPr marL="1828754" indent="0">
              <a:buNone/>
              <a:defRPr sz="1867">
                <a:solidFill>
                  <a:schemeClr val="tx1"/>
                </a:solidFill>
                <a:latin typeface="Arial" panose="020B0604020202020204" pitchFamily="34" charset="0"/>
                <a:cs typeface="Arial" panose="020B0604020202020204" pitchFamily="34" charset="0"/>
              </a:defRPr>
            </a:lvl4pPr>
            <a:lvl5pPr marL="2438339" indent="0">
              <a:buNone/>
              <a:defRPr sz="1867">
                <a:solidFill>
                  <a:schemeClr val="tx1"/>
                </a:solidFill>
                <a:latin typeface="Arial" panose="020B0604020202020204" pitchFamily="34" charset="0"/>
                <a:cs typeface="Arial" panose="020B0604020202020204" pitchFamily="34" charset="0"/>
              </a:defRPr>
            </a:lvl5pPr>
          </a:lstStyle>
          <a:p>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12" name="Text Placeholder 10">
            <a:extLst>
              <a:ext uri="{FF2B5EF4-FFF2-40B4-BE49-F238E27FC236}">
                <a16:creationId xmlns:a16="http://schemas.microsoft.com/office/drawing/2014/main" id="{9C21CDE7-5AC4-66AF-6F80-47F66E99B967}"/>
              </a:ext>
            </a:extLst>
          </p:cNvPr>
          <p:cNvSpPr>
            <a:spLocks noGrp="1"/>
          </p:cNvSpPr>
          <p:nvPr>
            <p:ph type="body" sz="quarter" idx="48" hasCustomPrompt="1"/>
          </p:nvPr>
        </p:nvSpPr>
        <p:spPr>
          <a:xfrm>
            <a:off x="6276035" y="2729281"/>
            <a:ext cx="4519004" cy="3071543"/>
          </a:xfrm>
          <a:prstGeom prst="rect">
            <a:avLst/>
          </a:prstGeom>
        </p:spPr>
        <p:txBody>
          <a:bodyPr lIns="0"/>
          <a:lstStyle>
            <a:lvl1pPr marL="0" indent="0">
              <a:buNone/>
              <a:defRPr sz="1867" b="0" i="0">
                <a:solidFill>
                  <a:schemeClr val="tx1"/>
                </a:solidFill>
                <a:latin typeface="Arial" panose="020B0604020202020204" pitchFamily="34" charset="0"/>
                <a:cs typeface="Arial" panose="020B0604020202020204" pitchFamily="34" charset="0"/>
              </a:defRPr>
            </a:lvl1pPr>
            <a:lvl2pPr marL="609585" indent="0">
              <a:buNone/>
              <a:defRPr sz="1867">
                <a:solidFill>
                  <a:schemeClr val="tx1"/>
                </a:solidFill>
                <a:latin typeface="Arial" panose="020B0604020202020204" pitchFamily="34" charset="0"/>
                <a:cs typeface="Arial" panose="020B0604020202020204" pitchFamily="34" charset="0"/>
              </a:defRPr>
            </a:lvl2pPr>
            <a:lvl3pPr marL="1219170" indent="0">
              <a:buNone/>
              <a:defRPr sz="1867">
                <a:solidFill>
                  <a:schemeClr val="tx1"/>
                </a:solidFill>
                <a:latin typeface="Arial" panose="020B0604020202020204" pitchFamily="34" charset="0"/>
                <a:cs typeface="Arial" panose="020B0604020202020204" pitchFamily="34" charset="0"/>
              </a:defRPr>
            </a:lvl3pPr>
            <a:lvl4pPr marL="1828754" indent="0">
              <a:buNone/>
              <a:defRPr sz="1867">
                <a:solidFill>
                  <a:schemeClr val="tx1"/>
                </a:solidFill>
                <a:latin typeface="Arial" panose="020B0604020202020204" pitchFamily="34" charset="0"/>
                <a:cs typeface="Arial" panose="020B0604020202020204" pitchFamily="34" charset="0"/>
              </a:defRPr>
            </a:lvl4pPr>
            <a:lvl5pPr marL="2438339" indent="0">
              <a:buNone/>
              <a:defRPr sz="1867">
                <a:solidFill>
                  <a:schemeClr val="tx1"/>
                </a:solidFill>
                <a:latin typeface="Arial" panose="020B0604020202020204" pitchFamily="34" charset="0"/>
                <a:cs typeface="Arial" panose="020B0604020202020204" pitchFamily="34" charset="0"/>
              </a:defRPr>
            </a:lvl5pPr>
          </a:lstStyle>
          <a:p>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Tree>
    <p:extLst>
      <p:ext uri="{BB962C8B-B14F-4D97-AF65-F5344CB8AC3E}">
        <p14:creationId xmlns:p14="http://schemas.microsoft.com/office/powerpoint/2010/main" val="16387253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p:cSld name="Title + 2 Content Boxes">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89A1285D-81C6-8DB7-5FCC-116A1B7ED611}"/>
              </a:ext>
            </a:extLst>
          </p:cNvPr>
          <p:cNvSpPr/>
          <p:nvPr/>
        </p:nvSpPr>
        <p:spPr>
          <a:xfrm>
            <a:off x="558800" y="1338578"/>
            <a:ext cx="5082275" cy="4874967"/>
          </a:xfrm>
          <a:prstGeom prst="roundRect">
            <a:avLst>
              <a:gd name="adj" fmla="val 309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867" b="0" i="0">
              <a:solidFill>
                <a:schemeClr val="tx1"/>
              </a:solidFill>
              <a:latin typeface="Arial" panose="020B0604020202020204" pitchFamily="34" charset="0"/>
              <a:ea typeface="Inter Medium" panose="02000503000000020004" pitchFamily="2" charset="0"/>
              <a:cs typeface="Arial" panose="020B0604020202020204" pitchFamily="34" charset="0"/>
            </a:endParaRPr>
          </a:p>
        </p:txBody>
      </p:sp>
      <p:cxnSp>
        <p:nvCxnSpPr>
          <p:cNvPr id="36" name="Straight Connector 35">
            <a:extLst>
              <a:ext uri="{FF2B5EF4-FFF2-40B4-BE49-F238E27FC236}">
                <a16:creationId xmlns:a16="http://schemas.microsoft.com/office/drawing/2014/main" id="{B63DC168-3D4F-DBB1-CC50-BEE341F7D0F6}"/>
              </a:ext>
            </a:extLst>
          </p:cNvPr>
          <p:cNvCxnSpPr>
            <a:cxnSpLocks/>
          </p:cNvCxnSpPr>
          <p:nvPr/>
        </p:nvCxnSpPr>
        <p:spPr>
          <a:xfrm>
            <a:off x="852720" y="1972136"/>
            <a:ext cx="4519003"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8" name="Rounded Rectangle 37">
            <a:extLst>
              <a:ext uri="{FF2B5EF4-FFF2-40B4-BE49-F238E27FC236}">
                <a16:creationId xmlns:a16="http://schemas.microsoft.com/office/drawing/2014/main" id="{5A0E2592-A8F0-9D43-1B3B-A592D546D69D}"/>
              </a:ext>
            </a:extLst>
          </p:cNvPr>
          <p:cNvSpPr/>
          <p:nvPr/>
        </p:nvSpPr>
        <p:spPr>
          <a:xfrm>
            <a:off x="5994400" y="1338578"/>
            <a:ext cx="5082275" cy="4874967"/>
          </a:xfrm>
          <a:prstGeom prst="roundRect">
            <a:avLst>
              <a:gd name="adj" fmla="val 309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9" name="Straight Connector 38">
            <a:extLst>
              <a:ext uri="{FF2B5EF4-FFF2-40B4-BE49-F238E27FC236}">
                <a16:creationId xmlns:a16="http://schemas.microsoft.com/office/drawing/2014/main" id="{B9E783A4-1348-38F0-7A77-FA95C58112B4}"/>
              </a:ext>
            </a:extLst>
          </p:cNvPr>
          <p:cNvCxnSpPr>
            <a:cxnSpLocks/>
          </p:cNvCxnSpPr>
          <p:nvPr/>
        </p:nvCxnSpPr>
        <p:spPr>
          <a:xfrm>
            <a:off x="6252109" y="1972136"/>
            <a:ext cx="4503409"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8" name="Text Placeholder 47">
            <a:extLst>
              <a:ext uri="{FF2B5EF4-FFF2-40B4-BE49-F238E27FC236}">
                <a16:creationId xmlns:a16="http://schemas.microsoft.com/office/drawing/2014/main" id="{5C8727F7-70CC-4917-D4ED-71897F90C89D}"/>
              </a:ext>
            </a:extLst>
          </p:cNvPr>
          <p:cNvSpPr>
            <a:spLocks noGrp="1"/>
          </p:cNvSpPr>
          <p:nvPr>
            <p:ph type="body" sz="quarter" idx="43" hasCustomPrompt="1"/>
          </p:nvPr>
        </p:nvSpPr>
        <p:spPr>
          <a:xfrm>
            <a:off x="853018" y="1639123"/>
            <a:ext cx="4518705" cy="276660"/>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50" name="Text Placeholder 47">
            <a:extLst>
              <a:ext uri="{FF2B5EF4-FFF2-40B4-BE49-F238E27FC236}">
                <a16:creationId xmlns:a16="http://schemas.microsoft.com/office/drawing/2014/main" id="{59BA32E6-B490-3B32-F228-631ECAD631C6}"/>
              </a:ext>
            </a:extLst>
          </p:cNvPr>
          <p:cNvSpPr>
            <a:spLocks noGrp="1"/>
          </p:cNvSpPr>
          <p:nvPr>
            <p:ph type="body" sz="quarter" idx="45" hasCustomPrompt="1"/>
          </p:nvPr>
        </p:nvSpPr>
        <p:spPr>
          <a:xfrm>
            <a:off x="6253448" y="1639123"/>
            <a:ext cx="4502069" cy="276652"/>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3" name="Freeform 2">
            <a:extLst>
              <a:ext uri="{FF2B5EF4-FFF2-40B4-BE49-F238E27FC236}">
                <a16:creationId xmlns:a16="http://schemas.microsoft.com/office/drawing/2014/main" id="{186CD6C5-62E7-401A-5037-94705952FD58}"/>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6AF42471-0CD7-9CE5-59E2-BF4F35D7190F}"/>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8" name="Text Placeholder 10">
            <a:extLst>
              <a:ext uri="{FF2B5EF4-FFF2-40B4-BE49-F238E27FC236}">
                <a16:creationId xmlns:a16="http://schemas.microsoft.com/office/drawing/2014/main" id="{844F2C10-DF54-CFBA-C8BE-10B380463612}"/>
              </a:ext>
            </a:extLst>
          </p:cNvPr>
          <p:cNvSpPr>
            <a:spLocks noGrp="1"/>
          </p:cNvSpPr>
          <p:nvPr>
            <p:ph type="body" sz="quarter" idx="47" hasCustomPrompt="1"/>
          </p:nvPr>
        </p:nvSpPr>
        <p:spPr>
          <a:xfrm>
            <a:off x="875323" y="2083168"/>
            <a:ext cx="4519004" cy="3858823"/>
          </a:xfrm>
          <a:prstGeom prst="rect">
            <a:avLst/>
          </a:prstGeom>
        </p:spPr>
        <p:txBody>
          <a:bodyPr lIns="0"/>
          <a:lstStyle>
            <a:lvl1pPr marL="0" indent="0">
              <a:buNone/>
              <a:defRPr sz="1867" b="0" i="0">
                <a:solidFill>
                  <a:schemeClr val="tx1"/>
                </a:solidFill>
                <a:latin typeface="Arial" panose="020B0604020202020204" pitchFamily="34" charset="0"/>
                <a:cs typeface="Arial" panose="020B0604020202020204" pitchFamily="34" charset="0"/>
              </a:defRPr>
            </a:lvl1pPr>
            <a:lvl2pPr marL="609585" indent="0">
              <a:buNone/>
              <a:defRPr sz="1867">
                <a:solidFill>
                  <a:schemeClr val="tx1"/>
                </a:solidFill>
                <a:latin typeface="Arial" panose="020B0604020202020204" pitchFamily="34" charset="0"/>
                <a:cs typeface="Arial" panose="020B0604020202020204" pitchFamily="34" charset="0"/>
              </a:defRPr>
            </a:lvl2pPr>
            <a:lvl3pPr marL="1219170" indent="0">
              <a:buNone/>
              <a:defRPr sz="1867">
                <a:solidFill>
                  <a:schemeClr val="tx1"/>
                </a:solidFill>
                <a:latin typeface="Arial" panose="020B0604020202020204" pitchFamily="34" charset="0"/>
                <a:cs typeface="Arial" panose="020B0604020202020204" pitchFamily="34" charset="0"/>
              </a:defRPr>
            </a:lvl3pPr>
            <a:lvl4pPr marL="1828754" indent="0">
              <a:buNone/>
              <a:defRPr sz="1867">
                <a:solidFill>
                  <a:schemeClr val="tx1"/>
                </a:solidFill>
                <a:latin typeface="Arial" panose="020B0604020202020204" pitchFamily="34" charset="0"/>
                <a:cs typeface="Arial" panose="020B0604020202020204" pitchFamily="34" charset="0"/>
              </a:defRPr>
            </a:lvl4pPr>
            <a:lvl5pPr marL="2438339" indent="0">
              <a:buNone/>
              <a:defRPr sz="1867">
                <a:solidFill>
                  <a:schemeClr val="tx1"/>
                </a:solidFill>
                <a:latin typeface="Arial" panose="020B0604020202020204" pitchFamily="34" charset="0"/>
                <a:cs typeface="Arial" panose="020B0604020202020204" pitchFamily="34" charset="0"/>
              </a:defRPr>
            </a:lvl5pPr>
          </a:lstStyle>
          <a:p>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10" name="Text Placeholder 10">
            <a:extLst>
              <a:ext uri="{FF2B5EF4-FFF2-40B4-BE49-F238E27FC236}">
                <a16:creationId xmlns:a16="http://schemas.microsoft.com/office/drawing/2014/main" id="{9E5AAB9F-F789-F4AE-CF65-30D5C055EB43}"/>
              </a:ext>
            </a:extLst>
          </p:cNvPr>
          <p:cNvSpPr>
            <a:spLocks noGrp="1"/>
          </p:cNvSpPr>
          <p:nvPr>
            <p:ph type="body" sz="quarter" idx="48" hasCustomPrompt="1"/>
          </p:nvPr>
        </p:nvSpPr>
        <p:spPr>
          <a:xfrm>
            <a:off x="6276035" y="2083168"/>
            <a:ext cx="4519004" cy="3858823"/>
          </a:xfrm>
          <a:prstGeom prst="rect">
            <a:avLst/>
          </a:prstGeom>
        </p:spPr>
        <p:txBody>
          <a:bodyPr lIns="0"/>
          <a:lstStyle>
            <a:lvl1pPr marL="0" indent="0">
              <a:buNone/>
              <a:defRPr sz="1867" b="0" i="0">
                <a:solidFill>
                  <a:schemeClr val="tx1"/>
                </a:solidFill>
                <a:latin typeface="Arial" panose="020B0604020202020204" pitchFamily="34" charset="0"/>
                <a:cs typeface="Arial" panose="020B0604020202020204" pitchFamily="34" charset="0"/>
              </a:defRPr>
            </a:lvl1pPr>
            <a:lvl2pPr marL="609585" indent="0">
              <a:buNone/>
              <a:defRPr sz="1867">
                <a:solidFill>
                  <a:schemeClr val="tx1"/>
                </a:solidFill>
                <a:latin typeface="Arial" panose="020B0604020202020204" pitchFamily="34" charset="0"/>
                <a:cs typeface="Arial" panose="020B0604020202020204" pitchFamily="34" charset="0"/>
              </a:defRPr>
            </a:lvl2pPr>
            <a:lvl3pPr marL="1219170" indent="0">
              <a:buNone/>
              <a:defRPr sz="1867">
                <a:solidFill>
                  <a:schemeClr val="tx1"/>
                </a:solidFill>
                <a:latin typeface="Arial" panose="020B0604020202020204" pitchFamily="34" charset="0"/>
                <a:cs typeface="Arial" panose="020B0604020202020204" pitchFamily="34" charset="0"/>
              </a:defRPr>
            </a:lvl3pPr>
            <a:lvl4pPr marL="1828754" indent="0">
              <a:buNone/>
              <a:defRPr sz="1867">
                <a:solidFill>
                  <a:schemeClr val="tx1"/>
                </a:solidFill>
                <a:latin typeface="Arial" panose="020B0604020202020204" pitchFamily="34" charset="0"/>
                <a:cs typeface="Arial" panose="020B0604020202020204" pitchFamily="34" charset="0"/>
              </a:defRPr>
            </a:lvl4pPr>
            <a:lvl5pPr marL="2438339" indent="0">
              <a:buNone/>
              <a:defRPr sz="1867">
                <a:solidFill>
                  <a:schemeClr val="tx1"/>
                </a:solidFill>
                <a:latin typeface="Arial" panose="020B0604020202020204" pitchFamily="34" charset="0"/>
                <a:cs typeface="Arial" panose="020B0604020202020204" pitchFamily="34" charset="0"/>
              </a:defRPr>
            </a:lvl5pPr>
          </a:lstStyle>
          <a:p>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Tree>
    <p:extLst>
      <p:ext uri="{BB962C8B-B14F-4D97-AF65-F5344CB8AC3E}">
        <p14:creationId xmlns:p14="http://schemas.microsoft.com/office/powerpoint/2010/main" val="26002411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p:cSld name="2 Content Boxes Small + Icons">
    <p:spTree>
      <p:nvGrpSpPr>
        <p:cNvPr id="1" name=""/>
        <p:cNvGrpSpPr/>
        <p:nvPr/>
      </p:nvGrpSpPr>
      <p:grpSpPr>
        <a:xfrm>
          <a:off x="0" y="0"/>
          <a:ext cx="0" cy="0"/>
          <a:chOff x="0" y="0"/>
          <a:chExt cx="0" cy="0"/>
        </a:xfrm>
      </p:grpSpPr>
      <p:sp>
        <p:nvSpPr>
          <p:cNvPr id="5" name="Rounded Rectangle 4">
            <a:extLst>
              <a:ext uri="{FF2B5EF4-FFF2-40B4-BE49-F238E27FC236}">
                <a16:creationId xmlns:a16="http://schemas.microsoft.com/office/drawing/2014/main" id="{599F3567-D2C1-179C-B324-04E95AC6B71A}"/>
              </a:ext>
            </a:extLst>
          </p:cNvPr>
          <p:cNvSpPr/>
          <p:nvPr/>
        </p:nvSpPr>
        <p:spPr>
          <a:xfrm>
            <a:off x="6197603" y="1113134"/>
            <a:ext cx="2493108" cy="4874967"/>
          </a:xfrm>
          <a:prstGeom prst="roundRect">
            <a:avLst>
              <a:gd name="adj" fmla="val 546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0" name="Text Placeholder 9">
            <a:extLst>
              <a:ext uri="{FF2B5EF4-FFF2-40B4-BE49-F238E27FC236}">
                <a16:creationId xmlns:a16="http://schemas.microsoft.com/office/drawing/2014/main" id="{F00037E9-5075-2CE5-54C6-8E23AADADF4D}"/>
              </a:ext>
            </a:extLst>
          </p:cNvPr>
          <p:cNvSpPr>
            <a:spLocks noGrp="1"/>
          </p:cNvSpPr>
          <p:nvPr>
            <p:ph type="body" sz="quarter" idx="47" hasCustomPrompt="1"/>
          </p:nvPr>
        </p:nvSpPr>
        <p:spPr>
          <a:xfrm>
            <a:off x="6425404" y="2790391"/>
            <a:ext cx="2027776" cy="3124200"/>
          </a:xfrm>
          <a:prstGeom prst="rect">
            <a:avLst/>
          </a:prstGeom>
        </p:spPr>
        <p:txBody>
          <a:bodyPr lIns="0"/>
          <a:lstStyle>
            <a:lvl1pPr marL="0" indent="0">
              <a:buNone/>
              <a:defRPr sz="1600" b="0" i="0">
                <a:solidFill>
                  <a:schemeClr val="tx2"/>
                </a:solidFill>
                <a:latin typeface="Arial" panose="020B0604020202020204" pitchFamily="34" charset="0"/>
                <a:cs typeface="Arial" panose="020B0604020202020204" pitchFamily="34" charset="0"/>
              </a:defRPr>
            </a:lvl1pPr>
            <a:lvl2pPr>
              <a:defRPr sz="1600">
                <a:latin typeface="Arial" panose="020B0604020202020204" pitchFamily="34" charset="0"/>
                <a:cs typeface="Arial" panose="020B0604020202020204" pitchFamily="34" charset="0"/>
              </a:defRPr>
            </a:lvl2pPr>
            <a:lvl3pPr>
              <a:defRPr sz="1600">
                <a:latin typeface="Arial" panose="020B0604020202020204" pitchFamily="34" charset="0"/>
                <a:cs typeface="Arial" panose="020B0604020202020204" pitchFamily="34" charset="0"/>
              </a:defRPr>
            </a:lvl3pPr>
            <a:lvl4pPr>
              <a:defRPr sz="1600">
                <a:latin typeface="Arial" panose="020B0604020202020204" pitchFamily="34" charset="0"/>
                <a:cs typeface="Arial" panose="020B0604020202020204" pitchFamily="34" charset="0"/>
              </a:defRPr>
            </a:lvl4pPr>
            <a:lvl5pPr>
              <a:defRPr sz="1600">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21" name="Rounded Rectangle 20">
            <a:extLst>
              <a:ext uri="{FF2B5EF4-FFF2-40B4-BE49-F238E27FC236}">
                <a16:creationId xmlns:a16="http://schemas.microsoft.com/office/drawing/2014/main" id="{6CDDE0F8-2684-1A17-8114-95EB2EFE0ACE}"/>
              </a:ext>
            </a:extLst>
          </p:cNvPr>
          <p:cNvSpPr/>
          <p:nvPr/>
        </p:nvSpPr>
        <p:spPr>
          <a:xfrm>
            <a:off x="8937661" y="1113134"/>
            <a:ext cx="2493108"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3" name="Content Placeholder 2">
            <a:extLst>
              <a:ext uri="{FF2B5EF4-FFF2-40B4-BE49-F238E27FC236}">
                <a16:creationId xmlns:a16="http://schemas.microsoft.com/office/drawing/2014/main" id="{E1F48025-96AA-6A24-61CC-07B099A17B04}"/>
              </a:ext>
            </a:extLst>
          </p:cNvPr>
          <p:cNvSpPr>
            <a:spLocks noGrp="1"/>
          </p:cNvSpPr>
          <p:nvPr>
            <p:ph idx="14" hasCustomPrompt="1"/>
          </p:nvPr>
        </p:nvSpPr>
        <p:spPr>
          <a:xfrm>
            <a:off x="542419" y="1113133"/>
            <a:ext cx="545198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cxnSp>
        <p:nvCxnSpPr>
          <p:cNvPr id="14" name="Straight Connector 13">
            <a:extLst>
              <a:ext uri="{FF2B5EF4-FFF2-40B4-BE49-F238E27FC236}">
                <a16:creationId xmlns:a16="http://schemas.microsoft.com/office/drawing/2014/main" id="{B901800F-DA31-8BC8-272B-745B1F18EDA4}"/>
              </a:ext>
            </a:extLst>
          </p:cNvPr>
          <p:cNvCxnSpPr>
            <a:cxnSpLocks/>
          </p:cNvCxnSpPr>
          <p:nvPr/>
        </p:nvCxnSpPr>
        <p:spPr>
          <a:xfrm>
            <a:off x="6431209" y="2664295"/>
            <a:ext cx="20277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 name="Picture Placeholder 112">
            <a:extLst>
              <a:ext uri="{FF2B5EF4-FFF2-40B4-BE49-F238E27FC236}">
                <a16:creationId xmlns:a16="http://schemas.microsoft.com/office/drawing/2014/main" id="{3AD6C9D3-5703-B713-0F1F-CA4810CA1AC1}"/>
              </a:ext>
            </a:extLst>
          </p:cNvPr>
          <p:cNvSpPr>
            <a:spLocks noGrp="1"/>
          </p:cNvSpPr>
          <p:nvPr>
            <p:ph type="pic" sz="quarter" idx="37" hasCustomPrompt="1"/>
          </p:nvPr>
        </p:nvSpPr>
        <p:spPr>
          <a:xfrm>
            <a:off x="6431209"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6" name="Text Placeholder 47">
            <a:extLst>
              <a:ext uri="{FF2B5EF4-FFF2-40B4-BE49-F238E27FC236}">
                <a16:creationId xmlns:a16="http://schemas.microsoft.com/office/drawing/2014/main" id="{D78F0D9A-E6BD-03B4-9F3A-6B1C197A1A58}"/>
              </a:ext>
            </a:extLst>
          </p:cNvPr>
          <p:cNvSpPr>
            <a:spLocks noGrp="1"/>
          </p:cNvSpPr>
          <p:nvPr>
            <p:ph type="body" sz="quarter" idx="43" hasCustomPrompt="1"/>
          </p:nvPr>
        </p:nvSpPr>
        <p:spPr>
          <a:xfrm>
            <a:off x="6431508" y="2061349"/>
            <a:ext cx="2021673"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Content goes here like this</a:t>
            </a:r>
          </a:p>
        </p:txBody>
      </p:sp>
      <p:cxnSp>
        <p:nvCxnSpPr>
          <p:cNvPr id="22" name="Straight Connector 21">
            <a:extLst>
              <a:ext uri="{FF2B5EF4-FFF2-40B4-BE49-F238E27FC236}">
                <a16:creationId xmlns:a16="http://schemas.microsoft.com/office/drawing/2014/main" id="{D29707CE-C247-3F32-C9B3-85D2D1D9B526}"/>
              </a:ext>
            </a:extLst>
          </p:cNvPr>
          <p:cNvCxnSpPr>
            <a:cxnSpLocks/>
          </p:cNvCxnSpPr>
          <p:nvPr/>
        </p:nvCxnSpPr>
        <p:spPr>
          <a:xfrm>
            <a:off x="9171267" y="2664295"/>
            <a:ext cx="20277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 name="Picture Placeholder 112">
            <a:extLst>
              <a:ext uri="{FF2B5EF4-FFF2-40B4-BE49-F238E27FC236}">
                <a16:creationId xmlns:a16="http://schemas.microsoft.com/office/drawing/2014/main" id="{0E6CA77E-AF95-449F-E81D-216990823B42}"/>
              </a:ext>
            </a:extLst>
          </p:cNvPr>
          <p:cNvSpPr>
            <a:spLocks noGrp="1"/>
          </p:cNvSpPr>
          <p:nvPr>
            <p:ph type="pic" sz="quarter" idx="45" hasCustomPrompt="1"/>
          </p:nvPr>
        </p:nvSpPr>
        <p:spPr>
          <a:xfrm>
            <a:off x="9171266"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24" name="Text Placeholder 47">
            <a:extLst>
              <a:ext uri="{FF2B5EF4-FFF2-40B4-BE49-F238E27FC236}">
                <a16:creationId xmlns:a16="http://schemas.microsoft.com/office/drawing/2014/main" id="{A1C35894-4964-EBC5-ED5D-B86E137638BA}"/>
              </a:ext>
            </a:extLst>
          </p:cNvPr>
          <p:cNvSpPr>
            <a:spLocks noGrp="1"/>
          </p:cNvSpPr>
          <p:nvPr>
            <p:ph type="body" sz="quarter" idx="46" hasCustomPrompt="1"/>
          </p:nvPr>
        </p:nvSpPr>
        <p:spPr>
          <a:xfrm>
            <a:off x="9171565" y="2061349"/>
            <a:ext cx="202747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Content goes here like this</a:t>
            </a:r>
          </a:p>
        </p:txBody>
      </p:sp>
      <p:sp>
        <p:nvSpPr>
          <p:cNvPr id="11" name="Text Placeholder 9">
            <a:extLst>
              <a:ext uri="{FF2B5EF4-FFF2-40B4-BE49-F238E27FC236}">
                <a16:creationId xmlns:a16="http://schemas.microsoft.com/office/drawing/2014/main" id="{53AB7FC0-BFFA-C717-31C0-D616C4C2B290}"/>
              </a:ext>
            </a:extLst>
          </p:cNvPr>
          <p:cNvSpPr>
            <a:spLocks noGrp="1"/>
          </p:cNvSpPr>
          <p:nvPr>
            <p:ph type="body" sz="quarter" idx="48" hasCustomPrompt="1"/>
          </p:nvPr>
        </p:nvSpPr>
        <p:spPr>
          <a:xfrm>
            <a:off x="9171267" y="2790391"/>
            <a:ext cx="2027776" cy="3124200"/>
          </a:xfrm>
          <a:prstGeom prst="rect">
            <a:avLst/>
          </a:prstGeom>
        </p:spPr>
        <p:txBody>
          <a:bodyPr lIns="0"/>
          <a:lstStyle>
            <a:lvl1pPr marL="0" indent="0">
              <a:buNone/>
              <a:defRPr sz="1600" b="0" i="0">
                <a:solidFill>
                  <a:schemeClr val="tx2"/>
                </a:solidFill>
                <a:latin typeface="Arial" panose="020B0604020202020204" pitchFamily="34" charset="0"/>
                <a:cs typeface="Arial" panose="020B0604020202020204" pitchFamily="34" charset="0"/>
              </a:defRPr>
            </a:lvl1pPr>
            <a:lvl2pPr>
              <a:defRPr sz="1600">
                <a:latin typeface="Arial" panose="020B0604020202020204" pitchFamily="34" charset="0"/>
                <a:cs typeface="Arial" panose="020B0604020202020204" pitchFamily="34" charset="0"/>
              </a:defRPr>
            </a:lvl2pPr>
            <a:lvl3pPr>
              <a:defRPr sz="1600">
                <a:latin typeface="Arial" panose="020B0604020202020204" pitchFamily="34" charset="0"/>
                <a:cs typeface="Arial" panose="020B0604020202020204" pitchFamily="34" charset="0"/>
              </a:defRPr>
            </a:lvl3pPr>
            <a:lvl4pPr>
              <a:defRPr sz="1600">
                <a:latin typeface="Arial" panose="020B0604020202020204" pitchFamily="34" charset="0"/>
                <a:cs typeface="Arial" panose="020B0604020202020204" pitchFamily="34" charset="0"/>
              </a:defRPr>
            </a:lvl4pPr>
            <a:lvl5pPr>
              <a:defRPr sz="1600">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Tree>
    <p:extLst>
      <p:ext uri="{BB962C8B-B14F-4D97-AF65-F5344CB8AC3E}">
        <p14:creationId xmlns:p14="http://schemas.microsoft.com/office/powerpoint/2010/main" val="21013012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p:cSld name="Title + Content + 2 Callouts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3" name="Content Placeholder 2">
            <a:extLst>
              <a:ext uri="{FF2B5EF4-FFF2-40B4-BE49-F238E27FC236}">
                <a16:creationId xmlns:a16="http://schemas.microsoft.com/office/drawing/2014/main" id="{E1F48025-96AA-6A24-61CC-07B099A17B04}"/>
              </a:ext>
            </a:extLst>
          </p:cNvPr>
          <p:cNvSpPr>
            <a:spLocks noGrp="1"/>
          </p:cNvSpPr>
          <p:nvPr>
            <p:ph idx="14" hasCustomPrompt="1"/>
          </p:nvPr>
        </p:nvSpPr>
        <p:spPr>
          <a:xfrm>
            <a:off x="542419" y="1113133"/>
            <a:ext cx="5451980" cy="5313067"/>
          </a:xfrm>
          <a:prstGeom prst="rect">
            <a:avLst/>
          </a:prstGeom>
        </p:spPr>
        <p:txBody>
          <a:bodyPr lIns="0" rIns="0"/>
          <a:lstStyle>
            <a:lvl1pPr marL="0" indent="0">
              <a:spcBef>
                <a:spcPts val="0"/>
              </a:spcBef>
              <a:spcAft>
                <a:spcPts val="800"/>
              </a:spcAft>
              <a:buClrTx/>
              <a:buFont typeface="Arial" panose="020B0604020202020204" pitchFamily="34" charset="0"/>
              <a:buNone/>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marL="0" indent="0">
              <a:spcBef>
                <a:spcPts val="0"/>
              </a:spcBef>
              <a:spcAft>
                <a:spcPts val="600"/>
              </a:spcAft>
              <a:buNone/>
            </a:pPr>
            <a:r>
              <a:rPr lang="en-US"/>
              <a:t>Content goes here like this and can be multiple lines long Content goes here like this and can be multiple lines long Content goes here like this and can be multiple lines long</a:t>
            </a:r>
          </a:p>
          <a:p>
            <a:pPr marL="0" indent="0">
              <a:spcBef>
                <a:spcPts val="0"/>
              </a:spcBef>
              <a:spcAft>
                <a:spcPts val="600"/>
              </a:spcAft>
              <a:buNone/>
            </a:pPr>
            <a:endParaRPr lang="en-US"/>
          </a:p>
          <a:p>
            <a:pPr>
              <a:spcBef>
                <a:spcPts val="0"/>
              </a:spcBef>
              <a:spcAft>
                <a:spcPts val="600"/>
              </a:spcAft>
            </a:pPr>
            <a:r>
              <a:rPr lang="en-US"/>
              <a:t>Content goes here like this and can be multiple lines long</a:t>
            </a:r>
          </a:p>
          <a:p>
            <a:pPr>
              <a:spcBef>
                <a:spcPts val="0"/>
              </a:spcBef>
              <a:spcAft>
                <a:spcPts val="600"/>
              </a:spcAft>
            </a:pPr>
            <a:r>
              <a:rPr lang="en-US"/>
              <a:t>Content goes here like this and can be multiple lines long</a:t>
            </a:r>
          </a:p>
          <a:p>
            <a:pPr lvl="0"/>
            <a:r>
              <a:rPr lang="en-US"/>
              <a:t>Content goes here like this and can be multiple lines </a:t>
            </a:r>
            <a:r>
              <a:rPr lang="en-US" err="1"/>
              <a:t>longClick</a:t>
            </a:r>
            <a:r>
              <a:rPr lang="en-US"/>
              <a:t> to edit master text styles</a:t>
            </a:r>
          </a:p>
          <a:p>
            <a:pPr lvl="0"/>
            <a:endParaRPr lang="en-US"/>
          </a:p>
        </p:txBody>
      </p:sp>
      <p:sp>
        <p:nvSpPr>
          <p:cNvPr id="2" name="Rounded Rectangle 1">
            <a:extLst>
              <a:ext uri="{FF2B5EF4-FFF2-40B4-BE49-F238E27FC236}">
                <a16:creationId xmlns:a16="http://schemas.microsoft.com/office/drawing/2014/main" id="{EB19954C-EE86-A796-E7BF-5ABA379EEF47}"/>
              </a:ext>
            </a:extLst>
          </p:cNvPr>
          <p:cNvSpPr/>
          <p:nvPr/>
        </p:nvSpPr>
        <p:spPr>
          <a:xfrm>
            <a:off x="6936158" y="3769667"/>
            <a:ext cx="4493844" cy="2315867"/>
          </a:xfrm>
          <a:prstGeom prst="roundRect">
            <a:avLst>
              <a:gd name="adj" fmla="val 566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Rounded Rectangle 3">
            <a:extLst>
              <a:ext uri="{FF2B5EF4-FFF2-40B4-BE49-F238E27FC236}">
                <a16:creationId xmlns:a16="http://schemas.microsoft.com/office/drawing/2014/main" id="{E6B94025-FC03-7905-D4CA-40CBC3FBF950}"/>
              </a:ext>
            </a:extLst>
          </p:cNvPr>
          <p:cNvSpPr/>
          <p:nvPr/>
        </p:nvSpPr>
        <p:spPr>
          <a:xfrm>
            <a:off x="6439878" y="1113135"/>
            <a:ext cx="4493844" cy="2315867"/>
          </a:xfrm>
          <a:prstGeom prst="roundRect">
            <a:avLst>
              <a:gd name="adj" fmla="val 566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 name="Freeform 6">
            <a:extLst>
              <a:ext uri="{FF2B5EF4-FFF2-40B4-BE49-F238E27FC236}">
                <a16:creationId xmlns:a16="http://schemas.microsoft.com/office/drawing/2014/main" id="{95CB0596-DA27-B581-A1EB-4FFC53A7BB73}"/>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8" name="Picture 7">
            <a:extLst>
              <a:ext uri="{FF2B5EF4-FFF2-40B4-BE49-F238E27FC236}">
                <a16:creationId xmlns:a16="http://schemas.microsoft.com/office/drawing/2014/main" id="{6EF92C0A-FAB9-49A8-1437-DCBA5D28DBA2}"/>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4464299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p:cSld name="Title + Content + 2 Callouts">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2CDE6B1-58DC-0756-D705-D703E4864CD8}"/>
              </a:ext>
            </a:extLst>
          </p:cNvPr>
          <p:cNvSpPr/>
          <p:nvPr/>
        </p:nvSpPr>
        <p:spPr>
          <a:xfrm>
            <a:off x="0" y="0"/>
            <a:ext cx="86868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783734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3" name="Content Placeholder 2">
            <a:extLst>
              <a:ext uri="{FF2B5EF4-FFF2-40B4-BE49-F238E27FC236}">
                <a16:creationId xmlns:a16="http://schemas.microsoft.com/office/drawing/2014/main" id="{E1F48025-96AA-6A24-61CC-07B099A17B04}"/>
              </a:ext>
            </a:extLst>
          </p:cNvPr>
          <p:cNvSpPr>
            <a:spLocks noGrp="1"/>
          </p:cNvSpPr>
          <p:nvPr>
            <p:ph idx="14" hasCustomPrompt="1"/>
          </p:nvPr>
        </p:nvSpPr>
        <p:spPr>
          <a:xfrm>
            <a:off x="542419" y="1113133"/>
            <a:ext cx="5451980" cy="5313067"/>
          </a:xfrm>
          <a:prstGeom prst="rect">
            <a:avLst/>
          </a:prstGeom>
        </p:spPr>
        <p:txBody>
          <a:bodyPr lIns="0" rIns="0"/>
          <a:lstStyle>
            <a:lvl1pPr marL="0" indent="0">
              <a:spcBef>
                <a:spcPts val="0"/>
              </a:spcBef>
              <a:spcAft>
                <a:spcPts val="800"/>
              </a:spcAft>
              <a:buClrTx/>
              <a:buFont typeface="Arial" panose="020B0604020202020204" pitchFamily="34" charset="0"/>
              <a:buNone/>
              <a:tabLst/>
              <a:defRPr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marL="0" indent="0">
              <a:spcBef>
                <a:spcPts val="0"/>
              </a:spcBef>
              <a:spcAft>
                <a:spcPts val="600"/>
              </a:spcAft>
              <a:buNone/>
            </a:pPr>
            <a:r>
              <a:rPr lang="en-US"/>
              <a:t>Content goes here like this and can be multiple lines long Content goes here like this and can be multiple lines long Content goes here like this and can be multiple lines long</a:t>
            </a:r>
          </a:p>
          <a:p>
            <a:pPr marL="0" indent="0">
              <a:spcBef>
                <a:spcPts val="0"/>
              </a:spcBef>
              <a:spcAft>
                <a:spcPts val="600"/>
              </a:spcAft>
              <a:buNone/>
            </a:pPr>
            <a:endParaRPr lang="en-US"/>
          </a:p>
          <a:p>
            <a:pPr>
              <a:spcBef>
                <a:spcPts val="0"/>
              </a:spcBef>
              <a:spcAft>
                <a:spcPts val="600"/>
              </a:spcAft>
            </a:pPr>
            <a:r>
              <a:rPr lang="en-US"/>
              <a:t>Content goes here like this and can be multiple lines long</a:t>
            </a:r>
          </a:p>
          <a:p>
            <a:pPr>
              <a:spcBef>
                <a:spcPts val="0"/>
              </a:spcBef>
              <a:spcAft>
                <a:spcPts val="600"/>
              </a:spcAft>
            </a:pPr>
            <a:r>
              <a:rPr lang="en-US"/>
              <a:t>Content goes here like this and can be multiple lines long</a:t>
            </a:r>
          </a:p>
          <a:p>
            <a:pPr>
              <a:spcBef>
                <a:spcPts val="0"/>
              </a:spcBef>
              <a:spcAft>
                <a:spcPts val="600"/>
              </a:spcAft>
            </a:pPr>
            <a:r>
              <a:rPr lang="en-US"/>
              <a:t>Content goes here like this and can be multiple lines long</a:t>
            </a:r>
          </a:p>
        </p:txBody>
      </p:sp>
      <p:sp>
        <p:nvSpPr>
          <p:cNvPr id="5" name="Rounded Rectangle 4">
            <a:extLst>
              <a:ext uri="{FF2B5EF4-FFF2-40B4-BE49-F238E27FC236}">
                <a16:creationId xmlns:a16="http://schemas.microsoft.com/office/drawing/2014/main" id="{27A98A44-1DBB-BC89-2192-83F2535A7FC9}"/>
              </a:ext>
            </a:extLst>
          </p:cNvPr>
          <p:cNvSpPr/>
          <p:nvPr/>
        </p:nvSpPr>
        <p:spPr>
          <a:xfrm>
            <a:off x="6936157" y="3769667"/>
            <a:ext cx="4493844" cy="2315867"/>
          </a:xfrm>
          <a:prstGeom prst="roundRect">
            <a:avLst>
              <a:gd name="adj" fmla="val 5663"/>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 name="Rounded Rectangle 5">
            <a:extLst>
              <a:ext uri="{FF2B5EF4-FFF2-40B4-BE49-F238E27FC236}">
                <a16:creationId xmlns:a16="http://schemas.microsoft.com/office/drawing/2014/main" id="{24CF3FB0-DAE8-F216-CF32-9CED9D437181}"/>
              </a:ext>
            </a:extLst>
          </p:cNvPr>
          <p:cNvSpPr/>
          <p:nvPr/>
        </p:nvSpPr>
        <p:spPr>
          <a:xfrm>
            <a:off x="6439878" y="1113135"/>
            <a:ext cx="4493844" cy="2315867"/>
          </a:xfrm>
          <a:prstGeom prst="roundRect">
            <a:avLst>
              <a:gd name="adj" fmla="val 5663"/>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8" name="Freeform 7">
            <a:extLst>
              <a:ext uri="{FF2B5EF4-FFF2-40B4-BE49-F238E27FC236}">
                <a16:creationId xmlns:a16="http://schemas.microsoft.com/office/drawing/2014/main" id="{2037E194-E355-1C91-67FA-E35F6D0C082A}"/>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 name="Picture 9">
            <a:extLst>
              <a:ext uri="{FF2B5EF4-FFF2-40B4-BE49-F238E27FC236}">
                <a16:creationId xmlns:a16="http://schemas.microsoft.com/office/drawing/2014/main" id="{06BD058D-9722-D455-1F3D-A9B154B8CF7C}"/>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4273173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p:cSld name="6_Two content">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2CDE6B1-58DC-0756-D705-D703E4864CD8}"/>
              </a:ext>
            </a:extLst>
          </p:cNvPr>
          <p:cNvSpPr/>
          <p:nvPr/>
        </p:nvSpPr>
        <p:spPr>
          <a:xfrm>
            <a:off x="0" y="0"/>
            <a:ext cx="86868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Rounded Rectangle 4">
            <a:extLst>
              <a:ext uri="{FF2B5EF4-FFF2-40B4-BE49-F238E27FC236}">
                <a16:creationId xmlns:a16="http://schemas.microsoft.com/office/drawing/2014/main" id="{565FE909-3A35-C000-6280-67B30573FBB6}"/>
              </a:ext>
            </a:extLst>
          </p:cNvPr>
          <p:cNvSpPr/>
          <p:nvPr/>
        </p:nvSpPr>
        <p:spPr>
          <a:xfrm>
            <a:off x="7823200" y="1113134"/>
            <a:ext cx="3606800" cy="4631732"/>
          </a:xfrm>
          <a:prstGeom prst="roundRect">
            <a:avLst>
              <a:gd name="adj" fmla="val 394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1" name="Text Placeholder 10">
            <a:extLst>
              <a:ext uri="{FF2B5EF4-FFF2-40B4-BE49-F238E27FC236}">
                <a16:creationId xmlns:a16="http://schemas.microsoft.com/office/drawing/2014/main" id="{C89227AD-36FD-5971-3DFE-26E26A99C46D}"/>
              </a:ext>
            </a:extLst>
          </p:cNvPr>
          <p:cNvSpPr>
            <a:spLocks noGrp="1"/>
          </p:cNvSpPr>
          <p:nvPr>
            <p:ph type="body" sz="quarter" idx="16" hasCustomPrompt="1"/>
          </p:nvPr>
        </p:nvSpPr>
        <p:spPr>
          <a:xfrm>
            <a:off x="8132925" y="4223005"/>
            <a:ext cx="3007439" cy="1090084"/>
          </a:xfrm>
          <a:prstGeom prst="rect">
            <a:avLst/>
          </a:prstGeom>
        </p:spPr>
        <p:txBody>
          <a:bodyPr lIns="0" rIns="0"/>
          <a:lstStyle>
            <a:lvl1pPr marL="0" indent="0">
              <a:buNone/>
              <a:defRPr b="0" i="0">
                <a:solidFill>
                  <a:schemeClr val="tx1"/>
                </a:solidFill>
                <a:latin typeface="Arial" panose="020B0604020202020204" pitchFamily="34" charset="0"/>
                <a:cs typeface="Arial" panose="020B0604020202020204" pitchFamily="34" charset="0"/>
              </a:defRPr>
            </a:lvl1pPr>
            <a:lvl2pPr marL="609585" indent="0">
              <a:buNone/>
              <a:defRPr>
                <a:solidFill>
                  <a:schemeClr val="tx1"/>
                </a:solidFill>
                <a:latin typeface="Arial" panose="020B0604020202020204" pitchFamily="34" charset="0"/>
                <a:cs typeface="Arial" panose="020B0604020202020204" pitchFamily="34" charset="0"/>
              </a:defRPr>
            </a:lvl2pPr>
            <a:lvl3pPr marL="1219170" indent="0">
              <a:buNone/>
              <a:defRPr>
                <a:solidFill>
                  <a:schemeClr val="tx1"/>
                </a:solidFill>
                <a:latin typeface="Arial" panose="020B0604020202020204" pitchFamily="34" charset="0"/>
                <a:cs typeface="Arial" panose="020B0604020202020204" pitchFamily="34" charset="0"/>
              </a:defRPr>
            </a:lvl3pPr>
            <a:lvl4pPr marL="1828754" indent="0">
              <a:buNone/>
              <a:defRPr>
                <a:solidFill>
                  <a:schemeClr val="tx1"/>
                </a:solidFill>
                <a:latin typeface="Arial" panose="020B0604020202020204" pitchFamily="34" charset="0"/>
                <a:cs typeface="Arial" panose="020B0604020202020204" pitchFamily="34" charset="0"/>
              </a:defRPr>
            </a:lvl4pPr>
            <a:lvl5pPr marL="2438339" indent="0">
              <a:buNone/>
              <a:defRPr>
                <a:solidFill>
                  <a:schemeClr val="tx1"/>
                </a:solidFill>
                <a:latin typeface="Arial" panose="020B0604020202020204" pitchFamily="34" charset="0"/>
                <a:cs typeface="Arial" panose="020B0604020202020204" pitchFamily="34" charset="0"/>
              </a:defRPr>
            </a:lvl5pPr>
          </a:lstStyle>
          <a:p>
            <a:pPr algn="ctr"/>
            <a:r>
              <a:rPr lang="en-US" sz="2133">
                <a:solidFill>
                  <a:schemeClr val="bg1"/>
                </a:solidFill>
                <a:latin typeface="Arial" panose="020B0604020202020204" pitchFamily="34" charset="0"/>
                <a:ea typeface="Inter Light" panose="02000503000000020004" pitchFamily="2" charset="0"/>
                <a:cs typeface="Arial" panose="020B0604020202020204" pitchFamily="34" charset="0"/>
              </a:rPr>
              <a:t>Explanation of stat goes here and can be a few lines long</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783734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D2FC49B2-82A5-9522-A638-D1BF0E83C219}"/>
              </a:ext>
            </a:extLst>
          </p:cNvPr>
          <p:cNvSpPr>
            <a:spLocks noGrp="1"/>
          </p:cNvSpPr>
          <p:nvPr>
            <p:ph idx="14" hasCustomPrompt="1"/>
          </p:nvPr>
        </p:nvSpPr>
        <p:spPr>
          <a:xfrm>
            <a:off x="542419" y="1113133"/>
            <a:ext cx="6694017" cy="5313067"/>
          </a:xfrm>
          <a:prstGeom prst="rect">
            <a:avLst/>
          </a:prstGeom>
        </p:spPr>
        <p:txBody>
          <a:bodyPr lIns="0" rIns="0"/>
          <a:lstStyle>
            <a:lvl1pPr marL="380990" indent="-380990">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6" name="Chart Placeholder 14">
            <a:extLst>
              <a:ext uri="{FF2B5EF4-FFF2-40B4-BE49-F238E27FC236}">
                <a16:creationId xmlns:a16="http://schemas.microsoft.com/office/drawing/2014/main" id="{41F5AF4F-913D-397E-60F9-712262AD3612}"/>
              </a:ext>
            </a:extLst>
          </p:cNvPr>
          <p:cNvSpPr>
            <a:spLocks noGrp="1"/>
          </p:cNvSpPr>
          <p:nvPr>
            <p:ph type="chart" sz="quarter" idx="15"/>
          </p:nvPr>
        </p:nvSpPr>
        <p:spPr>
          <a:xfrm>
            <a:off x="8132579" y="1660626"/>
            <a:ext cx="3007784" cy="2334684"/>
          </a:xfrm>
          <a:prstGeom prst="rect">
            <a:avLst/>
          </a:prstGeom>
        </p:spPr>
        <p:txBody>
          <a:bodyPr/>
          <a:lstStyle>
            <a:lvl1pPr marL="0" indent="0">
              <a:buNone/>
              <a:defRPr b="1" i="0">
                <a:solidFill>
                  <a:schemeClr val="bg1"/>
                </a:solidFill>
                <a:latin typeface="Arial" panose="020B0604020202020204" pitchFamily="34" charset="0"/>
              </a:defRPr>
            </a:lvl1pPr>
          </a:lstStyle>
          <a:p>
            <a:r>
              <a:rPr lang="en-US"/>
              <a:t>Click icon to add chart</a:t>
            </a:r>
          </a:p>
        </p:txBody>
      </p:sp>
      <p:sp>
        <p:nvSpPr>
          <p:cNvPr id="4" name="Freeform 3">
            <a:extLst>
              <a:ext uri="{FF2B5EF4-FFF2-40B4-BE49-F238E27FC236}">
                <a16:creationId xmlns:a16="http://schemas.microsoft.com/office/drawing/2014/main" id="{A9FF3EF5-2524-8A6E-36C7-35490108D9B0}"/>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5">
            <a:extLst>
              <a:ext uri="{FF2B5EF4-FFF2-40B4-BE49-F238E27FC236}">
                <a16:creationId xmlns:a16="http://schemas.microsoft.com/office/drawing/2014/main" id="{E482AADE-A53B-F6FD-EF4F-4A7E2DB71844}"/>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9917477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p:cSld name="Title + 3 Content Boxes + Icons">
    <p:bg>
      <p:bgPr>
        <a:solidFill>
          <a:schemeClr val="bg1"/>
        </a:solidFill>
        <a:effectLst/>
      </p:bgPr>
    </p:bg>
    <p:spTree>
      <p:nvGrpSpPr>
        <p:cNvPr id="1" name=""/>
        <p:cNvGrpSpPr/>
        <p:nvPr/>
      </p:nvGrpSpPr>
      <p:grpSpPr>
        <a:xfrm>
          <a:off x="0" y="0"/>
          <a:ext cx="0" cy="0"/>
          <a:chOff x="0" y="0"/>
          <a:chExt cx="0" cy="0"/>
        </a:xfrm>
      </p:grpSpPr>
      <p:sp>
        <p:nvSpPr>
          <p:cNvPr id="21" name="Rounded Rectangle 20">
            <a:extLst>
              <a:ext uri="{FF2B5EF4-FFF2-40B4-BE49-F238E27FC236}">
                <a16:creationId xmlns:a16="http://schemas.microsoft.com/office/drawing/2014/main" id="{1A5D0528-5EAA-9278-830F-CBE8396139C1}"/>
              </a:ext>
            </a:extLst>
          </p:cNvPr>
          <p:cNvSpPr/>
          <p:nvPr/>
        </p:nvSpPr>
        <p:spPr>
          <a:xfrm>
            <a:off x="557026" y="1353452"/>
            <a:ext cx="3382335"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 name="Text Placeholder 5">
            <a:extLst>
              <a:ext uri="{FF2B5EF4-FFF2-40B4-BE49-F238E27FC236}">
                <a16:creationId xmlns:a16="http://schemas.microsoft.com/office/drawing/2014/main" id="{35D0C338-BF06-3E87-E85F-29C44CFE30F1}"/>
              </a:ext>
            </a:extLst>
          </p:cNvPr>
          <p:cNvSpPr>
            <a:spLocks noGrp="1"/>
          </p:cNvSpPr>
          <p:nvPr>
            <p:ph type="body" sz="quarter" idx="55" hasCustomPrompt="1"/>
          </p:nvPr>
        </p:nvSpPr>
        <p:spPr>
          <a:xfrm>
            <a:off x="789856" y="3037438"/>
            <a:ext cx="2951467" cy="2935817"/>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2" name="Straight Connector 21">
            <a:extLst>
              <a:ext uri="{FF2B5EF4-FFF2-40B4-BE49-F238E27FC236}">
                <a16:creationId xmlns:a16="http://schemas.microsoft.com/office/drawing/2014/main" id="{51DEB308-A73B-9A58-A1AA-FB487AE064D7}"/>
              </a:ext>
            </a:extLst>
          </p:cNvPr>
          <p:cNvCxnSpPr>
            <a:cxnSpLocks/>
          </p:cNvCxnSpPr>
          <p:nvPr/>
        </p:nvCxnSpPr>
        <p:spPr>
          <a:xfrm>
            <a:off x="790632" y="2904613"/>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 name="Picture Placeholder 112">
            <a:extLst>
              <a:ext uri="{FF2B5EF4-FFF2-40B4-BE49-F238E27FC236}">
                <a16:creationId xmlns:a16="http://schemas.microsoft.com/office/drawing/2014/main" id="{02E1770D-01E6-EACF-EFDD-2706A0FD6A35}"/>
              </a:ext>
            </a:extLst>
          </p:cNvPr>
          <p:cNvSpPr>
            <a:spLocks noGrp="1"/>
          </p:cNvSpPr>
          <p:nvPr>
            <p:ph type="pic" sz="quarter" idx="45" hasCustomPrompt="1"/>
          </p:nvPr>
        </p:nvSpPr>
        <p:spPr>
          <a:xfrm>
            <a:off x="790631"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24" name="Text Placeholder 47">
            <a:extLst>
              <a:ext uri="{FF2B5EF4-FFF2-40B4-BE49-F238E27FC236}">
                <a16:creationId xmlns:a16="http://schemas.microsoft.com/office/drawing/2014/main" id="{3B5BB2A8-4E82-07E0-D516-52798E504EF5}"/>
              </a:ext>
            </a:extLst>
          </p:cNvPr>
          <p:cNvSpPr>
            <a:spLocks noGrp="1"/>
          </p:cNvSpPr>
          <p:nvPr>
            <p:ph type="body" sz="quarter" idx="46" hasCustomPrompt="1"/>
          </p:nvPr>
        </p:nvSpPr>
        <p:spPr>
          <a:xfrm>
            <a:off x="790930" y="2291335"/>
            <a:ext cx="2936588"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31" name="Rounded Rectangle 30">
            <a:extLst>
              <a:ext uri="{FF2B5EF4-FFF2-40B4-BE49-F238E27FC236}">
                <a16:creationId xmlns:a16="http://schemas.microsoft.com/office/drawing/2014/main" id="{021DCA13-FCC4-B135-57D1-3CFD81C599F6}"/>
              </a:ext>
            </a:extLst>
          </p:cNvPr>
          <p:cNvSpPr/>
          <p:nvPr/>
        </p:nvSpPr>
        <p:spPr>
          <a:xfrm>
            <a:off x="4179791" y="1353452"/>
            <a:ext cx="3382335"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2" name="Straight Connector 31">
            <a:extLst>
              <a:ext uri="{FF2B5EF4-FFF2-40B4-BE49-F238E27FC236}">
                <a16:creationId xmlns:a16="http://schemas.microsoft.com/office/drawing/2014/main" id="{BAE5ADD6-EA4F-40A0-6599-D8AAE90F3BCF}"/>
              </a:ext>
            </a:extLst>
          </p:cNvPr>
          <p:cNvCxnSpPr>
            <a:cxnSpLocks/>
          </p:cNvCxnSpPr>
          <p:nvPr/>
        </p:nvCxnSpPr>
        <p:spPr>
          <a:xfrm>
            <a:off x="4413397" y="2904613"/>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3" name="Picture Placeholder 112">
            <a:extLst>
              <a:ext uri="{FF2B5EF4-FFF2-40B4-BE49-F238E27FC236}">
                <a16:creationId xmlns:a16="http://schemas.microsoft.com/office/drawing/2014/main" id="{D7ED30AD-1957-6012-D4FA-E1D2CE004BFE}"/>
              </a:ext>
            </a:extLst>
          </p:cNvPr>
          <p:cNvSpPr>
            <a:spLocks noGrp="1"/>
          </p:cNvSpPr>
          <p:nvPr>
            <p:ph type="pic" sz="quarter" idx="48" hasCustomPrompt="1"/>
          </p:nvPr>
        </p:nvSpPr>
        <p:spPr>
          <a:xfrm>
            <a:off x="4413397"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34" name="Text Placeholder 47">
            <a:extLst>
              <a:ext uri="{FF2B5EF4-FFF2-40B4-BE49-F238E27FC236}">
                <a16:creationId xmlns:a16="http://schemas.microsoft.com/office/drawing/2014/main" id="{6E373CFE-82AC-6E81-1157-29088139DC24}"/>
              </a:ext>
            </a:extLst>
          </p:cNvPr>
          <p:cNvSpPr>
            <a:spLocks noGrp="1"/>
          </p:cNvSpPr>
          <p:nvPr>
            <p:ph type="body" sz="quarter" idx="49" hasCustomPrompt="1"/>
          </p:nvPr>
        </p:nvSpPr>
        <p:spPr>
          <a:xfrm>
            <a:off x="4413695" y="2291335"/>
            <a:ext cx="2936588"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41" name="Rounded Rectangle 40">
            <a:extLst>
              <a:ext uri="{FF2B5EF4-FFF2-40B4-BE49-F238E27FC236}">
                <a16:creationId xmlns:a16="http://schemas.microsoft.com/office/drawing/2014/main" id="{9E8E9AC0-5448-8477-99BC-DC97D140D2B1}"/>
              </a:ext>
            </a:extLst>
          </p:cNvPr>
          <p:cNvSpPr/>
          <p:nvPr/>
        </p:nvSpPr>
        <p:spPr>
          <a:xfrm>
            <a:off x="7826463" y="1353452"/>
            <a:ext cx="3382335"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2" name="Straight Connector 41">
            <a:extLst>
              <a:ext uri="{FF2B5EF4-FFF2-40B4-BE49-F238E27FC236}">
                <a16:creationId xmlns:a16="http://schemas.microsoft.com/office/drawing/2014/main" id="{17756AF6-186D-83D2-2670-8375163A8E15}"/>
              </a:ext>
            </a:extLst>
          </p:cNvPr>
          <p:cNvCxnSpPr>
            <a:cxnSpLocks/>
          </p:cNvCxnSpPr>
          <p:nvPr/>
        </p:nvCxnSpPr>
        <p:spPr>
          <a:xfrm>
            <a:off x="8060069" y="2904613"/>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3" name="Picture Placeholder 112">
            <a:extLst>
              <a:ext uri="{FF2B5EF4-FFF2-40B4-BE49-F238E27FC236}">
                <a16:creationId xmlns:a16="http://schemas.microsoft.com/office/drawing/2014/main" id="{5B0D06A4-78AB-0856-ECA9-E24BF546566E}"/>
              </a:ext>
            </a:extLst>
          </p:cNvPr>
          <p:cNvSpPr>
            <a:spLocks noGrp="1"/>
          </p:cNvSpPr>
          <p:nvPr>
            <p:ph type="pic" sz="quarter" idx="51" hasCustomPrompt="1"/>
          </p:nvPr>
        </p:nvSpPr>
        <p:spPr>
          <a:xfrm>
            <a:off x="8060069"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4" name="Text Placeholder 47">
            <a:extLst>
              <a:ext uri="{FF2B5EF4-FFF2-40B4-BE49-F238E27FC236}">
                <a16:creationId xmlns:a16="http://schemas.microsoft.com/office/drawing/2014/main" id="{5E7593D9-58D9-DC64-99A0-9A61ED89EE97}"/>
              </a:ext>
            </a:extLst>
          </p:cNvPr>
          <p:cNvSpPr>
            <a:spLocks noGrp="1"/>
          </p:cNvSpPr>
          <p:nvPr>
            <p:ph type="body" sz="quarter" idx="52" hasCustomPrompt="1"/>
          </p:nvPr>
        </p:nvSpPr>
        <p:spPr>
          <a:xfrm>
            <a:off x="8060367" y="2291335"/>
            <a:ext cx="2936588"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8" name="Text Placeholder 5">
            <a:extLst>
              <a:ext uri="{FF2B5EF4-FFF2-40B4-BE49-F238E27FC236}">
                <a16:creationId xmlns:a16="http://schemas.microsoft.com/office/drawing/2014/main" id="{E3B909D9-23BA-D3EE-781E-FBD661D2020A}"/>
              </a:ext>
            </a:extLst>
          </p:cNvPr>
          <p:cNvSpPr>
            <a:spLocks noGrp="1"/>
          </p:cNvSpPr>
          <p:nvPr>
            <p:ph type="body" sz="quarter" idx="56" hasCustomPrompt="1"/>
          </p:nvPr>
        </p:nvSpPr>
        <p:spPr>
          <a:xfrm>
            <a:off x="4396121" y="3037438"/>
            <a:ext cx="2951467" cy="2935817"/>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10" name="Text Placeholder 5">
            <a:extLst>
              <a:ext uri="{FF2B5EF4-FFF2-40B4-BE49-F238E27FC236}">
                <a16:creationId xmlns:a16="http://schemas.microsoft.com/office/drawing/2014/main" id="{CA2CADF2-5093-3303-E241-3A0CA2613375}"/>
              </a:ext>
            </a:extLst>
          </p:cNvPr>
          <p:cNvSpPr>
            <a:spLocks noGrp="1"/>
          </p:cNvSpPr>
          <p:nvPr>
            <p:ph type="body" sz="quarter" idx="57" hasCustomPrompt="1"/>
          </p:nvPr>
        </p:nvSpPr>
        <p:spPr>
          <a:xfrm>
            <a:off x="8060069" y="3037438"/>
            <a:ext cx="2951467" cy="2935817"/>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Tree>
    <p:extLst>
      <p:ext uri="{BB962C8B-B14F-4D97-AF65-F5344CB8AC3E}">
        <p14:creationId xmlns:p14="http://schemas.microsoft.com/office/powerpoint/2010/main" val="20875314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p:cSld name="Title + 3 Content Boxes">
    <p:bg>
      <p:bgPr>
        <a:solidFill>
          <a:schemeClr val="bg2"/>
        </a:solidFill>
        <a:effectLst/>
      </p:bgPr>
    </p:bg>
    <p:spTree>
      <p:nvGrpSpPr>
        <p:cNvPr id="1" name=""/>
        <p:cNvGrpSpPr/>
        <p:nvPr/>
      </p:nvGrpSpPr>
      <p:grpSpPr>
        <a:xfrm>
          <a:off x="0" y="0"/>
          <a:ext cx="0" cy="0"/>
          <a:chOff x="0" y="0"/>
          <a:chExt cx="0" cy="0"/>
        </a:xfrm>
      </p:grpSpPr>
      <p:sp>
        <p:nvSpPr>
          <p:cNvPr id="21" name="Rounded Rectangle 20">
            <a:extLst>
              <a:ext uri="{FF2B5EF4-FFF2-40B4-BE49-F238E27FC236}">
                <a16:creationId xmlns:a16="http://schemas.microsoft.com/office/drawing/2014/main" id="{1A5D0528-5EAA-9278-830F-CBE8396139C1}"/>
              </a:ext>
            </a:extLst>
          </p:cNvPr>
          <p:cNvSpPr/>
          <p:nvPr/>
        </p:nvSpPr>
        <p:spPr>
          <a:xfrm>
            <a:off x="557026" y="1353452"/>
            <a:ext cx="3382335"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31" name="Rounded Rectangle 30">
            <a:extLst>
              <a:ext uri="{FF2B5EF4-FFF2-40B4-BE49-F238E27FC236}">
                <a16:creationId xmlns:a16="http://schemas.microsoft.com/office/drawing/2014/main" id="{021DCA13-FCC4-B135-57D1-3CFD81C599F6}"/>
              </a:ext>
            </a:extLst>
          </p:cNvPr>
          <p:cNvSpPr/>
          <p:nvPr/>
        </p:nvSpPr>
        <p:spPr>
          <a:xfrm>
            <a:off x="4179791" y="1353452"/>
            <a:ext cx="3382335"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1" name="Rounded Rectangle 40">
            <a:extLst>
              <a:ext uri="{FF2B5EF4-FFF2-40B4-BE49-F238E27FC236}">
                <a16:creationId xmlns:a16="http://schemas.microsoft.com/office/drawing/2014/main" id="{9E8E9AC0-5448-8477-99BC-DC97D140D2B1}"/>
              </a:ext>
            </a:extLst>
          </p:cNvPr>
          <p:cNvSpPr/>
          <p:nvPr/>
        </p:nvSpPr>
        <p:spPr>
          <a:xfrm>
            <a:off x="7838417" y="1353452"/>
            <a:ext cx="3382335"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2" name="Straight Connector 41">
            <a:extLst>
              <a:ext uri="{FF2B5EF4-FFF2-40B4-BE49-F238E27FC236}">
                <a16:creationId xmlns:a16="http://schemas.microsoft.com/office/drawing/2014/main" id="{17756AF6-186D-83D2-2670-8375163A8E15}"/>
              </a:ext>
            </a:extLst>
          </p:cNvPr>
          <p:cNvCxnSpPr>
            <a:cxnSpLocks/>
          </p:cNvCxnSpPr>
          <p:nvPr/>
        </p:nvCxnSpPr>
        <p:spPr>
          <a:xfrm>
            <a:off x="8072022" y="2296901"/>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4" name="Text Placeholder 47">
            <a:extLst>
              <a:ext uri="{FF2B5EF4-FFF2-40B4-BE49-F238E27FC236}">
                <a16:creationId xmlns:a16="http://schemas.microsoft.com/office/drawing/2014/main" id="{5E7593D9-58D9-DC64-99A0-9A61ED89EE97}"/>
              </a:ext>
            </a:extLst>
          </p:cNvPr>
          <p:cNvSpPr>
            <a:spLocks noGrp="1"/>
          </p:cNvSpPr>
          <p:nvPr>
            <p:ph type="body" sz="quarter" idx="52" hasCustomPrompt="1"/>
          </p:nvPr>
        </p:nvSpPr>
        <p:spPr>
          <a:xfrm>
            <a:off x="8072321" y="1683623"/>
            <a:ext cx="2936588"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2" name="Straight Connector 21">
            <a:extLst>
              <a:ext uri="{FF2B5EF4-FFF2-40B4-BE49-F238E27FC236}">
                <a16:creationId xmlns:a16="http://schemas.microsoft.com/office/drawing/2014/main" id="{51DEB308-A73B-9A58-A1AA-FB487AE064D7}"/>
              </a:ext>
            </a:extLst>
          </p:cNvPr>
          <p:cNvCxnSpPr>
            <a:cxnSpLocks/>
          </p:cNvCxnSpPr>
          <p:nvPr/>
        </p:nvCxnSpPr>
        <p:spPr>
          <a:xfrm>
            <a:off x="790632" y="2296901"/>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 name="Text Placeholder 47">
            <a:extLst>
              <a:ext uri="{FF2B5EF4-FFF2-40B4-BE49-F238E27FC236}">
                <a16:creationId xmlns:a16="http://schemas.microsoft.com/office/drawing/2014/main" id="{3B5BB2A8-4E82-07E0-D516-52798E504EF5}"/>
              </a:ext>
            </a:extLst>
          </p:cNvPr>
          <p:cNvSpPr>
            <a:spLocks noGrp="1"/>
          </p:cNvSpPr>
          <p:nvPr>
            <p:ph type="body" sz="quarter" idx="46" hasCustomPrompt="1"/>
          </p:nvPr>
        </p:nvSpPr>
        <p:spPr>
          <a:xfrm>
            <a:off x="790930" y="1683623"/>
            <a:ext cx="2936588"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cxnSp>
        <p:nvCxnSpPr>
          <p:cNvPr id="32" name="Straight Connector 31">
            <a:extLst>
              <a:ext uri="{FF2B5EF4-FFF2-40B4-BE49-F238E27FC236}">
                <a16:creationId xmlns:a16="http://schemas.microsoft.com/office/drawing/2014/main" id="{BAE5ADD6-EA4F-40A0-6599-D8AAE90F3BCF}"/>
              </a:ext>
            </a:extLst>
          </p:cNvPr>
          <p:cNvCxnSpPr>
            <a:cxnSpLocks/>
          </p:cNvCxnSpPr>
          <p:nvPr/>
        </p:nvCxnSpPr>
        <p:spPr>
          <a:xfrm>
            <a:off x="4413397" y="2296901"/>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Text Placeholder 47">
            <a:extLst>
              <a:ext uri="{FF2B5EF4-FFF2-40B4-BE49-F238E27FC236}">
                <a16:creationId xmlns:a16="http://schemas.microsoft.com/office/drawing/2014/main" id="{6E373CFE-82AC-6E81-1157-29088139DC24}"/>
              </a:ext>
            </a:extLst>
          </p:cNvPr>
          <p:cNvSpPr>
            <a:spLocks noGrp="1"/>
          </p:cNvSpPr>
          <p:nvPr>
            <p:ph type="body" sz="quarter" idx="49" hasCustomPrompt="1"/>
          </p:nvPr>
        </p:nvSpPr>
        <p:spPr>
          <a:xfrm>
            <a:off x="4413695" y="1683623"/>
            <a:ext cx="2936588"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7" name="Freeform 6">
            <a:extLst>
              <a:ext uri="{FF2B5EF4-FFF2-40B4-BE49-F238E27FC236}">
                <a16:creationId xmlns:a16="http://schemas.microsoft.com/office/drawing/2014/main" id="{A8C20146-6E8F-7E6A-9287-94103CDC7810}"/>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8" name="Picture 7">
            <a:extLst>
              <a:ext uri="{FF2B5EF4-FFF2-40B4-BE49-F238E27FC236}">
                <a16:creationId xmlns:a16="http://schemas.microsoft.com/office/drawing/2014/main" id="{A63C5BA8-6E0A-C596-4D72-E3150AC16516}"/>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 name="Text Placeholder 5">
            <a:extLst>
              <a:ext uri="{FF2B5EF4-FFF2-40B4-BE49-F238E27FC236}">
                <a16:creationId xmlns:a16="http://schemas.microsoft.com/office/drawing/2014/main" id="{D491EEEC-9D94-37B6-8994-495E7FCE1B0C}"/>
              </a:ext>
            </a:extLst>
          </p:cNvPr>
          <p:cNvSpPr>
            <a:spLocks noGrp="1"/>
          </p:cNvSpPr>
          <p:nvPr>
            <p:ph type="body" sz="quarter" idx="55" hasCustomPrompt="1"/>
          </p:nvPr>
        </p:nvSpPr>
        <p:spPr>
          <a:xfrm>
            <a:off x="789856" y="2427565"/>
            <a:ext cx="2951467" cy="345026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3" name="Text Placeholder 5">
            <a:extLst>
              <a:ext uri="{FF2B5EF4-FFF2-40B4-BE49-F238E27FC236}">
                <a16:creationId xmlns:a16="http://schemas.microsoft.com/office/drawing/2014/main" id="{F680D6CE-9BFF-D6B3-6E6B-9750A42CA944}"/>
              </a:ext>
            </a:extLst>
          </p:cNvPr>
          <p:cNvSpPr>
            <a:spLocks noGrp="1"/>
          </p:cNvSpPr>
          <p:nvPr>
            <p:ph type="body" sz="quarter" idx="56" hasCustomPrompt="1"/>
          </p:nvPr>
        </p:nvSpPr>
        <p:spPr>
          <a:xfrm>
            <a:off x="4396121" y="2427565"/>
            <a:ext cx="2951467" cy="345026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4" name="Text Placeholder 5">
            <a:extLst>
              <a:ext uri="{FF2B5EF4-FFF2-40B4-BE49-F238E27FC236}">
                <a16:creationId xmlns:a16="http://schemas.microsoft.com/office/drawing/2014/main" id="{E978D0F7-475E-C0E2-EFC2-185A0812A392}"/>
              </a:ext>
            </a:extLst>
          </p:cNvPr>
          <p:cNvSpPr>
            <a:spLocks noGrp="1"/>
          </p:cNvSpPr>
          <p:nvPr>
            <p:ph type="body" sz="quarter" idx="57" hasCustomPrompt="1"/>
          </p:nvPr>
        </p:nvSpPr>
        <p:spPr>
          <a:xfrm>
            <a:off x="8060069" y="2427565"/>
            <a:ext cx="2951467" cy="345026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Tree>
    <p:extLst>
      <p:ext uri="{BB962C8B-B14F-4D97-AF65-F5344CB8AC3E}">
        <p14:creationId xmlns:p14="http://schemas.microsoft.com/office/powerpoint/2010/main" val="12509446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p:cSld name="3 Content Boxes Small + Icons">
    <p:bg>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0" name="Rounded Rectangle 19">
            <a:extLst>
              <a:ext uri="{FF2B5EF4-FFF2-40B4-BE49-F238E27FC236}">
                <a16:creationId xmlns:a16="http://schemas.microsoft.com/office/drawing/2014/main" id="{51FCE25D-6EA9-6FE8-5A83-F4F3AC28925D}"/>
              </a:ext>
            </a:extLst>
          </p:cNvPr>
          <p:cNvSpPr/>
          <p:nvPr/>
        </p:nvSpPr>
        <p:spPr>
          <a:xfrm>
            <a:off x="6197603" y="1113134"/>
            <a:ext cx="1631460" cy="4874967"/>
          </a:xfrm>
          <a:prstGeom prst="roundRect">
            <a:avLst>
              <a:gd name="adj" fmla="val 781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26" name="Straight Connector 25">
            <a:extLst>
              <a:ext uri="{FF2B5EF4-FFF2-40B4-BE49-F238E27FC236}">
                <a16:creationId xmlns:a16="http://schemas.microsoft.com/office/drawing/2014/main" id="{C39FE13D-51D9-2DE6-712D-37A3171AB6DF}"/>
              </a:ext>
            </a:extLst>
          </p:cNvPr>
          <p:cNvCxnSpPr>
            <a:cxnSpLocks/>
          </p:cNvCxnSpPr>
          <p:nvPr/>
        </p:nvCxnSpPr>
        <p:spPr>
          <a:xfrm>
            <a:off x="6349151" y="2664295"/>
            <a:ext cx="1339088"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7" name="Picture Placeholder 112">
            <a:extLst>
              <a:ext uri="{FF2B5EF4-FFF2-40B4-BE49-F238E27FC236}">
                <a16:creationId xmlns:a16="http://schemas.microsoft.com/office/drawing/2014/main" id="{BF30AE5D-3BC2-2201-1FAE-7DBC984D9FFE}"/>
              </a:ext>
            </a:extLst>
          </p:cNvPr>
          <p:cNvSpPr>
            <a:spLocks noGrp="1"/>
          </p:cNvSpPr>
          <p:nvPr>
            <p:ph type="pic" sz="quarter" idx="37" hasCustomPrompt="1"/>
          </p:nvPr>
        </p:nvSpPr>
        <p:spPr>
          <a:xfrm>
            <a:off x="6349150"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US"/>
              <a:t>Icon here</a:t>
            </a:r>
          </a:p>
        </p:txBody>
      </p:sp>
      <p:sp>
        <p:nvSpPr>
          <p:cNvPr id="28" name="Text Placeholder 47">
            <a:extLst>
              <a:ext uri="{FF2B5EF4-FFF2-40B4-BE49-F238E27FC236}">
                <a16:creationId xmlns:a16="http://schemas.microsoft.com/office/drawing/2014/main" id="{77CF59DC-585C-EED8-807C-2A84E42FF4A8}"/>
              </a:ext>
            </a:extLst>
          </p:cNvPr>
          <p:cNvSpPr>
            <a:spLocks noGrp="1"/>
          </p:cNvSpPr>
          <p:nvPr>
            <p:ph type="body" sz="quarter" idx="43" hasCustomPrompt="1"/>
          </p:nvPr>
        </p:nvSpPr>
        <p:spPr>
          <a:xfrm>
            <a:off x="6349448" y="2044597"/>
            <a:ext cx="134009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cs typeface="Arial" panose="020B0604020202020204" pitchFamily="34"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Content here</a:t>
            </a:r>
          </a:p>
        </p:txBody>
      </p:sp>
      <p:sp>
        <p:nvSpPr>
          <p:cNvPr id="40" name="Rounded Rectangle 39">
            <a:extLst>
              <a:ext uri="{FF2B5EF4-FFF2-40B4-BE49-F238E27FC236}">
                <a16:creationId xmlns:a16="http://schemas.microsoft.com/office/drawing/2014/main" id="{C04E3E6A-296C-1333-FE61-8CF5869C3766}"/>
              </a:ext>
            </a:extLst>
          </p:cNvPr>
          <p:cNvSpPr/>
          <p:nvPr/>
        </p:nvSpPr>
        <p:spPr>
          <a:xfrm>
            <a:off x="9773142" y="1113134"/>
            <a:ext cx="1631460" cy="4874967"/>
          </a:xfrm>
          <a:prstGeom prst="roundRect">
            <a:avLst>
              <a:gd name="adj" fmla="val 72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6" name="Straight Connector 45">
            <a:extLst>
              <a:ext uri="{FF2B5EF4-FFF2-40B4-BE49-F238E27FC236}">
                <a16:creationId xmlns:a16="http://schemas.microsoft.com/office/drawing/2014/main" id="{B1F2BDBA-6790-4A12-8212-A670E4E46F87}"/>
              </a:ext>
            </a:extLst>
          </p:cNvPr>
          <p:cNvCxnSpPr>
            <a:cxnSpLocks/>
          </p:cNvCxnSpPr>
          <p:nvPr/>
        </p:nvCxnSpPr>
        <p:spPr>
          <a:xfrm>
            <a:off x="9924689" y="2664295"/>
            <a:ext cx="1339088"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7" name="Picture Placeholder 112">
            <a:extLst>
              <a:ext uri="{FF2B5EF4-FFF2-40B4-BE49-F238E27FC236}">
                <a16:creationId xmlns:a16="http://schemas.microsoft.com/office/drawing/2014/main" id="{C7695E3D-95B0-3427-D2F9-C4849E03A95D}"/>
              </a:ext>
            </a:extLst>
          </p:cNvPr>
          <p:cNvSpPr>
            <a:spLocks noGrp="1"/>
          </p:cNvSpPr>
          <p:nvPr>
            <p:ph type="pic" sz="quarter" idx="45" hasCustomPrompt="1"/>
          </p:nvPr>
        </p:nvSpPr>
        <p:spPr>
          <a:xfrm>
            <a:off x="9924689"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US"/>
              <a:t>Icon here</a:t>
            </a:r>
          </a:p>
        </p:txBody>
      </p:sp>
      <p:sp>
        <p:nvSpPr>
          <p:cNvPr id="48" name="Text Placeholder 47">
            <a:extLst>
              <a:ext uri="{FF2B5EF4-FFF2-40B4-BE49-F238E27FC236}">
                <a16:creationId xmlns:a16="http://schemas.microsoft.com/office/drawing/2014/main" id="{C0235E3E-B748-A967-A993-713F60EA28BF}"/>
              </a:ext>
            </a:extLst>
          </p:cNvPr>
          <p:cNvSpPr>
            <a:spLocks noGrp="1"/>
          </p:cNvSpPr>
          <p:nvPr>
            <p:ph type="body" sz="quarter" idx="46" hasCustomPrompt="1"/>
          </p:nvPr>
        </p:nvSpPr>
        <p:spPr>
          <a:xfrm>
            <a:off x="9924987" y="2044597"/>
            <a:ext cx="134009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cs typeface="Arial" panose="020B0604020202020204" pitchFamily="34"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Content here</a:t>
            </a:r>
          </a:p>
        </p:txBody>
      </p:sp>
      <p:sp>
        <p:nvSpPr>
          <p:cNvPr id="56" name="Rounded Rectangle 55">
            <a:extLst>
              <a:ext uri="{FF2B5EF4-FFF2-40B4-BE49-F238E27FC236}">
                <a16:creationId xmlns:a16="http://schemas.microsoft.com/office/drawing/2014/main" id="{031FE680-A696-717C-1D97-D76134ED1B31}"/>
              </a:ext>
            </a:extLst>
          </p:cNvPr>
          <p:cNvSpPr/>
          <p:nvPr/>
        </p:nvSpPr>
        <p:spPr>
          <a:xfrm>
            <a:off x="7979511" y="1113134"/>
            <a:ext cx="1631460" cy="4874967"/>
          </a:xfrm>
          <a:prstGeom prst="roundRect">
            <a:avLst>
              <a:gd name="adj" fmla="val 834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7" name="Straight Connector 56">
            <a:extLst>
              <a:ext uri="{FF2B5EF4-FFF2-40B4-BE49-F238E27FC236}">
                <a16:creationId xmlns:a16="http://schemas.microsoft.com/office/drawing/2014/main" id="{463FF884-8C69-F9A3-45DA-3CEAFE20DBE3}"/>
              </a:ext>
            </a:extLst>
          </p:cNvPr>
          <p:cNvCxnSpPr>
            <a:cxnSpLocks/>
          </p:cNvCxnSpPr>
          <p:nvPr/>
        </p:nvCxnSpPr>
        <p:spPr>
          <a:xfrm>
            <a:off x="8131059" y="2664295"/>
            <a:ext cx="1339088"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8" name="Picture Placeholder 112">
            <a:extLst>
              <a:ext uri="{FF2B5EF4-FFF2-40B4-BE49-F238E27FC236}">
                <a16:creationId xmlns:a16="http://schemas.microsoft.com/office/drawing/2014/main" id="{ABB76DFC-A923-22C3-273F-12A18384F444}"/>
              </a:ext>
            </a:extLst>
          </p:cNvPr>
          <p:cNvSpPr>
            <a:spLocks noGrp="1"/>
          </p:cNvSpPr>
          <p:nvPr>
            <p:ph type="pic" sz="quarter" idx="48" hasCustomPrompt="1"/>
          </p:nvPr>
        </p:nvSpPr>
        <p:spPr>
          <a:xfrm>
            <a:off x="8131058"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US"/>
              <a:t>Icon here</a:t>
            </a:r>
          </a:p>
        </p:txBody>
      </p:sp>
      <p:sp>
        <p:nvSpPr>
          <p:cNvPr id="59" name="Text Placeholder 47">
            <a:extLst>
              <a:ext uri="{FF2B5EF4-FFF2-40B4-BE49-F238E27FC236}">
                <a16:creationId xmlns:a16="http://schemas.microsoft.com/office/drawing/2014/main" id="{051F8636-9654-498D-C54F-845B6BEFA1DB}"/>
              </a:ext>
            </a:extLst>
          </p:cNvPr>
          <p:cNvSpPr>
            <a:spLocks noGrp="1"/>
          </p:cNvSpPr>
          <p:nvPr>
            <p:ph type="body" sz="quarter" idx="49" hasCustomPrompt="1"/>
          </p:nvPr>
        </p:nvSpPr>
        <p:spPr>
          <a:xfrm>
            <a:off x="8131356" y="2044597"/>
            <a:ext cx="134009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cs typeface="Arial" panose="020B0604020202020204" pitchFamily="34"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Content here</a:t>
            </a:r>
          </a:p>
        </p:txBody>
      </p:sp>
      <p:sp>
        <p:nvSpPr>
          <p:cNvPr id="61" name="Content Placeholder 2">
            <a:extLst>
              <a:ext uri="{FF2B5EF4-FFF2-40B4-BE49-F238E27FC236}">
                <a16:creationId xmlns:a16="http://schemas.microsoft.com/office/drawing/2014/main" id="{0F40C0C9-4AF9-5909-AE20-39BC49508453}"/>
              </a:ext>
            </a:extLst>
          </p:cNvPr>
          <p:cNvSpPr>
            <a:spLocks noGrp="1"/>
          </p:cNvSpPr>
          <p:nvPr>
            <p:ph idx="14" hasCustomPrompt="1"/>
          </p:nvPr>
        </p:nvSpPr>
        <p:spPr>
          <a:xfrm>
            <a:off x="542419" y="1113133"/>
            <a:ext cx="545198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5" name="Text Placeholder 4">
            <a:extLst>
              <a:ext uri="{FF2B5EF4-FFF2-40B4-BE49-F238E27FC236}">
                <a16:creationId xmlns:a16="http://schemas.microsoft.com/office/drawing/2014/main" id="{7546D8BB-8A6F-EE16-0E4C-A6BCB1C31A99}"/>
              </a:ext>
            </a:extLst>
          </p:cNvPr>
          <p:cNvSpPr>
            <a:spLocks noGrp="1"/>
          </p:cNvSpPr>
          <p:nvPr>
            <p:ph type="body" sz="quarter" idx="51" hasCustomPrompt="1"/>
          </p:nvPr>
        </p:nvSpPr>
        <p:spPr>
          <a:xfrm>
            <a:off x="8131059" y="2779160"/>
            <a:ext cx="1339088" cy="2952875"/>
          </a:xfrm>
          <a:prstGeom prst="rect">
            <a:avLst/>
          </a:prstGeom>
        </p:spPr>
        <p:txBody>
          <a:bodyPr lIns="0"/>
          <a:lstStyle>
            <a:lvl1pPr marL="0" indent="0">
              <a:buNone/>
              <a:defRPr sz="1333" b="0" i="0">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dolore magna</a:t>
            </a:r>
          </a:p>
        </p:txBody>
      </p:sp>
      <p:sp>
        <p:nvSpPr>
          <p:cNvPr id="6" name="Text Placeholder 4">
            <a:extLst>
              <a:ext uri="{FF2B5EF4-FFF2-40B4-BE49-F238E27FC236}">
                <a16:creationId xmlns:a16="http://schemas.microsoft.com/office/drawing/2014/main" id="{F5B3859A-CEA3-AAF5-1E85-BFFF391B44BD}"/>
              </a:ext>
            </a:extLst>
          </p:cNvPr>
          <p:cNvSpPr>
            <a:spLocks noGrp="1"/>
          </p:cNvSpPr>
          <p:nvPr>
            <p:ph type="body" sz="quarter" idx="52" hasCustomPrompt="1"/>
          </p:nvPr>
        </p:nvSpPr>
        <p:spPr>
          <a:xfrm>
            <a:off x="6334343" y="2779160"/>
            <a:ext cx="1339088" cy="2952875"/>
          </a:xfrm>
          <a:prstGeom prst="rect">
            <a:avLst/>
          </a:prstGeom>
        </p:spPr>
        <p:txBody>
          <a:bodyPr lIns="0"/>
          <a:lstStyle>
            <a:lvl1pPr marL="0" indent="0">
              <a:buNone/>
              <a:defRPr sz="1333" b="0" i="0">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dolore magna</a:t>
            </a:r>
          </a:p>
        </p:txBody>
      </p:sp>
      <p:sp>
        <p:nvSpPr>
          <p:cNvPr id="7" name="Text Placeholder 4">
            <a:extLst>
              <a:ext uri="{FF2B5EF4-FFF2-40B4-BE49-F238E27FC236}">
                <a16:creationId xmlns:a16="http://schemas.microsoft.com/office/drawing/2014/main" id="{C4CDFD09-0700-A49C-5539-971D044AF113}"/>
              </a:ext>
            </a:extLst>
          </p:cNvPr>
          <p:cNvSpPr>
            <a:spLocks noGrp="1"/>
          </p:cNvSpPr>
          <p:nvPr>
            <p:ph type="body" sz="quarter" idx="53" hasCustomPrompt="1"/>
          </p:nvPr>
        </p:nvSpPr>
        <p:spPr>
          <a:xfrm>
            <a:off x="9914941" y="2779160"/>
            <a:ext cx="1339088" cy="2952875"/>
          </a:xfrm>
          <a:prstGeom prst="rect">
            <a:avLst/>
          </a:prstGeom>
        </p:spPr>
        <p:txBody>
          <a:bodyPr lIns="0"/>
          <a:lstStyle>
            <a:lvl1pPr marL="0" indent="0">
              <a:buNone/>
              <a:defRPr sz="1333" b="0" i="0">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dolore magna</a:t>
            </a:r>
          </a:p>
        </p:txBody>
      </p:sp>
    </p:spTree>
    <p:extLst>
      <p:ext uri="{BB962C8B-B14F-4D97-AF65-F5344CB8AC3E}">
        <p14:creationId xmlns:p14="http://schemas.microsoft.com/office/powerpoint/2010/main" val="17878315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p:cSld name="Title + Content + 3 Callouts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1" name="Content Placeholder 2">
            <a:extLst>
              <a:ext uri="{FF2B5EF4-FFF2-40B4-BE49-F238E27FC236}">
                <a16:creationId xmlns:a16="http://schemas.microsoft.com/office/drawing/2014/main" id="{0F40C0C9-4AF9-5909-AE20-39BC49508453}"/>
              </a:ext>
            </a:extLst>
          </p:cNvPr>
          <p:cNvSpPr>
            <a:spLocks noGrp="1"/>
          </p:cNvSpPr>
          <p:nvPr>
            <p:ph idx="14" hasCustomPrompt="1"/>
          </p:nvPr>
        </p:nvSpPr>
        <p:spPr>
          <a:xfrm>
            <a:off x="542419" y="1113133"/>
            <a:ext cx="545198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vl8pPr marL="4267093" indent="0">
              <a:buNone/>
              <a:defRPr/>
            </a:lvl8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6" name="Rounded Rectangle 5">
            <a:extLst>
              <a:ext uri="{FF2B5EF4-FFF2-40B4-BE49-F238E27FC236}">
                <a16:creationId xmlns:a16="http://schemas.microsoft.com/office/drawing/2014/main" id="{4D78C1E2-16C1-44D3-709E-C6A74A908D1A}"/>
              </a:ext>
            </a:extLst>
          </p:cNvPr>
          <p:cNvSpPr/>
          <p:nvPr/>
        </p:nvSpPr>
        <p:spPr>
          <a:xfrm>
            <a:off x="6439877" y="1113135"/>
            <a:ext cx="4990123" cy="1443403"/>
          </a:xfrm>
          <a:prstGeom prst="roundRect">
            <a:avLst>
              <a:gd name="adj" fmla="val 883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 name="Rounded Rectangle 6">
            <a:extLst>
              <a:ext uri="{FF2B5EF4-FFF2-40B4-BE49-F238E27FC236}">
                <a16:creationId xmlns:a16="http://schemas.microsoft.com/office/drawing/2014/main" id="{6AC4D9A5-7175-5C8A-4C9A-C5C7F00F1B07}"/>
              </a:ext>
            </a:extLst>
          </p:cNvPr>
          <p:cNvSpPr/>
          <p:nvPr/>
        </p:nvSpPr>
        <p:spPr>
          <a:xfrm>
            <a:off x="6439877" y="2817553"/>
            <a:ext cx="4990123" cy="1443403"/>
          </a:xfrm>
          <a:prstGeom prst="roundRect">
            <a:avLst>
              <a:gd name="adj" fmla="val 914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8" name="Rounded Rectangle 7">
            <a:extLst>
              <a:ext uri="{FF2B5EF4-FFF2-40B4-BE49-F238E27FC236}">
                <a16:creationId xmlns:a16="http://schemas.microsoft.com/office/drawing/2014/main" id="{40BCE237-3BF0-39F2-5D9B-4A9287FCE15E}"/>
              </a:ext>
            </a:extLst>
          </p:cNvPr>
          <p:cNvSpPr/>
          <p:nvPr/>
        </p:nvSpPr>
        <p:spPr>
          <a:xfrm>
            <a:off x="6439877" y="4521969"/>
            <a:ext cx="4990123" cy="1443403"/>
          </a:xfrm>
          <a:prstGeom prst="roundRect">
            <a:avLst>
              <a:gd name="adj" fmla="val 889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Freeform 3">
            <a:extLst>
              <a:ext uri="{FF2B5EF4-FFF2-40B4-BE49-F238E27FC236}">
                <a16:creationId xmlns:a16="http://schemas.microsoft.com/office/drawing/2014/main" id="{20AB394A-28B5-97DD-CB3A-9A85F394EF89}"/>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4">
            <a:extLst>
              <a:ext uri="{FF2B5EF4-FFF2-40B4-BE49-F238E27FC236}">
                <a16:creationId xmlns:a16="http://schemas.microsoft.com/office/drawing/2014/main" id="{95FDB111-FAA0-90FE-7AFC-DDBE07313452}"/>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683474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p:cSld name="Title + Content + 3 Callouts">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909E348-6FC2-69F6-351E-22BA620348CE}"/>
              </a:ext>
            </a:extLst>
          </p:cNvPr>
          <p:cNvSpPr/>
          <p:nvPr/>
        </p:nvSpPr>
        <p:spPr>
          <a:xfrm>
            <a:off x="0" y="0"/>
            <a:ext cx="86868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783734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1" name="Content Placeholder 2">
            <a:extLst>
              <a:ext uri="{FF2B5EF4-FFF2-40B4-BE49-F238E27FC236}">
                <a16:creationId xmlns:a16="http://schemas.microsoft.com/office/drawing/2014/main" id="{0F40C0C9-4AF9-5909-AE20-39BC49508453}"/>
              </a:ext>
            </a:extLst>
          </p:cNvPr>
          <p:cNvSpPr>
            <a:spLocks noGrp="1"/>
          </p:cNvSpPr>
          <p:nvPr>
            <p:ph idx="14" hasCustomPrompt="1"/>
          </p:nvPr>
        </p:nvSpPr>
        <p:spPr>
          <a:xfrm>
            <a:off x="542419" y="1113133"/>
            <a:ext cx="545198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Rounded Rectangle 2">
            <a:extLst>
              <a:ext uri="{FF2B5EF4-FFF2-40B4-BE49-F238E27FC236}">
                <a16:creationId xmlns:a16="http://schemas.microsoft.com/office/drawing/2014/main" id="{2B2009B1-0FC3-C76C-F01C-79E2DF338E30}"/>
              </a:ext>
            </a:extLst>
          </p:cNvPr>
          <p:cNvSpPr/>
          <p:nvPr/>
        </p:nvSpPr>
        <p:spPr>
          <a:xfrm>
            <a:off x="6439877" y="1113135"/>
            <a:ext cx="4990123" cy="1443403"/>
          </a:xfrm>
          <a:prstGeom prst="roundRect">
            <a:avLst>
              <a:gd name="adj" fmla="val 8833"/>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Rounded Rectangle 3">
            <a:extLst>
              <a:ext uri="{FF2B5EF4-FFF2-40B4-BE49-F238E27FC236}">
                <a16:creationId xmlns:a16="http://schemas.microsoft.com/office/drawing/2014/main" id="{075CD5AB-792D-7FE6-A79A-3D3311062459}"/>
              </a:ext>
            </a:extLst>
          </p:cNvPr>
          <p:cNvSpPr/>
          <p:nvPr/>
        </p:nvSpPr>
        <p:spPr>
          <a:xfrm>
            <a:off x="6439877" y="2817553"/>
            <a:ext cx="4990123" cy="1443403"/>
          </a:xfrm>
          <a:prstGeom prst="roundRect">
            <a:avLst>
              <a:gd name="adj" fmla="val 9141"/>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5" name="Rounded Rectangle 4">
            <a:extLst>
              <a:ext uri="{FF2B5EF4-FFF2-40B4-BE49-F238E27FC236}">
                <a16:creationId xmlns:a16="http://schemas.microsoft.com/office/drawing/2014/main" id="{9A097985-48C9-ECA8-9621-A7E93BE7DC52}"/>
              </a:ext>
            </a:extLst>
          </p:cNvPr>
          <p:cNvSpPr/>
          <p:nvPr/>
        </p:nvSpPr>
        <p:spPr>
          <a:xfrm>
            <a:off x="6439877" y="4521969"/>
            <a:ext cx="4990123" cy="1443403"/>
          </a:xfrm>
          <a:prstGeom prst="roundRect">
            <a:avLst>
              <a:gd name="adj" fmla="val 8897"/>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0" name="Freeform 9">
            <a:extLst>
              <a:ext uri="{FF2B5EF4-FFF2-40B4-BE49-F238E27FC236}">
                <a16:creationId xmlns:a16="http://schemas.microsoft.com/office/drawing/2014/main" id="{66CA1ECC-B2EA-4A57-142B-746F5B957AF4}"/>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1" name="Picture 10">
            <a:extLst>
              <a:ext uri="{FF2B5EF4-FFF2-40B4-BE49-F238E27FC236}">
                <a16:creationId xmlns:a16="http://schemas.microsoft.com/office/drawing/2014/main" id="{FE4D4F63-0570-AAE4-8E1F-B8A9880198A4}"/>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5821592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p:cSld name="Title + 3 Amount Content">
    <p:bg>
      <p:bgPr>
        <a:solidFill>
          <a:schemeClr val="bg2"/>
        </a:solidFill>
        <a:effectLst/>
      </p:bgPr>
    </p:bg>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0741D8A1-0C8D-70B5-A88A-CE3FE85499C1}"/>
              </a:ext>
            </a:extLst>
          </p:cNvPr>
          <p:cNvSpPr>
            <a:spLocks noGrp="1"/>
          </p:cNvSpPr>
          <p:nvPr>
            <p:ph type="body" sz="quarter" idx="16" hasCustomPrompt="1"/>
          </p:nvPr>
        </p:nvSpPr>
        <p:spPr>
          <a:xfrm>
            <a:off x="728134" y="3416167"/>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5" name="Straight Connector 4">
            <a:extLst>
              <a:ext uri="{FF2B5EF4-FFF2-40B4-BE49-F238E27FC236}">
                <a16:creationId xmlns:a16="http://schemas.microsoft.com/office/drawing/2014/main" id="{5DF582A7-6447-3607-753A-46CCB69FB2C7}"/>
              </a:ext>
            </a:extLst>
          </p:cNvPr>
          <p:cNvCxnSpPr>
            <a:cxnSpLocks/>
          </p:cNvCxnSpPr>
          <p:nvPr/>
        </p:nvCxnSpPr>
        <p:spPr>
          <a:xfrm>
            <a:off x="830464" y="3112547"/>
            <a:ext cx="3044421"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7" name="Text Placeholder 16">
            <a:extLst>
              <a:ext uri="{FF2B5EF4-FFF2-40B4-BE49-F238E27FC236}">
                <a16:creationId xmlns:a16="http://schemas.microsoft.com/office/drawing/2014/main" id="{266F4267-22F7-0C6F-D9CB-A27ABA4BF45A}"/>
              </a:ext>
            </a:extLst>
          </p:cNvPr>
          <p:cNvSpPr>
            <a:spLocks noGrp="1"/>
          </p:cNvSpPr>
          <p:nvPr>
            <p:ph type="body" sz="quarter" idx="10" hasCustomPrompt="1"/>
          </p:nvPr>
        </p:nvSpPr>
        <p:spPr>
          <a:xfrm>
            <a:off x="728134" y="2114551"/>
            <a:ext cx="3249084" cy="778933"/>
          </a:xfrm>
          <a:prstGeom prst="rect">
            <a:avLst/>
          </a:prstGeom>
        </p:spPr>
        <p:txBody>
          <a:bodyPr anchor="b"/>
          <a:lstStyle>
            <a:lvl1pPr marL="0" indent="0" algn="ctr">
              <a:buNone/>
              <a:defRPr sz="4267" b="0" i="0">
                <a:solidFill>
                  <a:schemeClr val="tx2"/>
                </a:solidFill>
                <a:latin typeface="Arial" panose="020B0604020202020204" pitchFamily="34" charset="0"/>
              </a:defRPr>
            </a:lvl1pPr>
            <a:lvl2pPr>
              <a:defRPr sz="4267"/>
            </a:lvl2pPr>
            <a:lvl3pPr>
              <a:defRPr sz="4267"/>
            </a:lvl3pPr>
            <a:lvl4pPr>
              <a:defRPr sz="4267"/>
            </a:lvl4pPr>
            <a:lvl5pPr>
              <a:defRPr sz="4267"/>
            </a:lvl5pPr>
          </a:lstStyle>
          <a:p>
            <a:pPr lvl="0"/>
            <a:r>
              <a:rPr lang="en-US"/>
              <a:t>$0,000</a:t>
            </a:r>
          </a:p>
        </p:txBody>
      </p:sp>
      <p:cxnSp>
        <p:nvCxnSpPr>
          <p:cNvPr id="25" name="Straight Connector 24">
            <a:extLst>
              <a:ext uri="{FF2B5EF4-FFF2-40B4-BE49-F238E27FC236}">
                <a16:creationId xmlns:a16="http://schemas.microsoft.com/office/drawing/2014/main" id="{75594396-617D-0799-C34F-CC6C860554F5}"/>
              </a:ext>
            </a:extLst>
          </p:cNvPr>
          <p:cNvCxnSpPr>
            <a:cxnSpLocks/>
          </p:cNvCxnSpPr>
          <p:nvPr/>
        </p:nvCxnSpPr>
        <p:spPr>
          <a:xfrm>
            <a:off x="8110495" y="3112547"/>
            <a:ext cx="3044421"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Text Placeholder 16">
            <a:extLst>
              <a:ext uri="{FF2B5EF4-FFF2-40B4-BE49-F238E27FC236}">
                <a16:creationId xmlns:a16="http://schemas.microsoft.com/office/drawing/2014/main" id="{1B4CA5E4-8C6F-94C1-436D-610C28555F87}"/>
              </a:ext>
            </a:extLst>
          </p:cNvPr>
          <p:cNvSpPr>
            <a:spLocks noGrp="1"/>
          </p:cNvSpPr>
          <p:nvPr>
            <p:ph type="body" sz="quarter" idx="12" hasCustomPrompt="1"/>
          </p:nvPr>
        </p:nvSpPr>
        <p:spPr>
          <a:xfrm>
            <a:off x="8008165" y="2114551"/>
            <a:ext cx="3249084" cy="778933"/>
          </a:xfrm>
          <a:prstGeom prst="rect">
            <a:avLst/>
          </a:prstGeom>
        </p:spPr>
        <p:txBody>
          <a:bodyPr anchor="b"/>
          <a:lstStyle>
            <a:lvl1pPr marL="0" indent="0" algn="ctr">
              <a:buNone/>
              <a:defRPr sz="4267" b="0" i="0">
                <a:solidFill>
                  <a:schemeClr val="tx2"/>
                </a:solidFill>
                <a:latin typeface="Arial" panose="020B0604020202020204" pitchFamily="34" charset="0"/>
              </a:defRPr>
            </a:lvl1pPr>
            <a:lvl2pPr>
              <a:defRPr sz="4267"/>
            </a:lvl2pPr>
            <a:lvl3pPr>
              <a:defRPr sz="4267"/>
            </a:lvl3pPr>
            <a:lvl4pPr>
              <a:defRPr sz="4267"/>
            </a:lvl4pPr>
            <a:lvl5pPr>
              <a:defRPr sz="4267"/>
            </a:lvl5pPr>
          </a:lstStyle>
          <a:p>
            <a:pPr lvl="0"/>
            <a:r>
              <a:rPr lang="en-US"/>
              <a:t>$0,000</a:t>
            </a:r>
          </a:p>
        </p:txBody>
      </p:sp>
      <p:cxnSp>
        <p:nvCxnSpPr>
          <p:cNvPr id="31" name="Straight Connector 30">
            <a:extLst>
              <a:ext uri="{FF2B5EF4-FFF2-40B4-BE49-F238E27FC236}">
                <a16:creationId xmlns:a16="http://schemas.microsoft.com/office/drawing/2014/main" id="{2304CC8D-4D52-E612-8565-DA9C1A63C6D9}"/>
              </a:ext>
            </a:extLst>
          </p:cNvPr>
          <p:cNvCxnSpPr>
            <a:cxnSpLocks/>
          </p:cNvCxnSpPr>
          <p:nvPr/>
        </p:nvCxnSpPr>
        <p:spPr>
          <a:xfrm>
            <a:off x="4476340" y="3112547"/>
            <a:ext cx="3044421"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2" name="Text Placeholder 16">
            <a:extLst>
              <a:ext uri="{FF2B5EF4-FFF2-40B4-BE49-F238E27FC236}">
                <a16:creationId xmlns:a16="http://schemas.microsoft.com/office/drawing/2014/main" id="{474D4C94-064D-57DC-0ECF-FFFB1561A1EF}"/>
              </a:ext>
            </a:extLst>
          </p:cNvPr>
          <p:cNvSpPr>
            <a:spLocks noGrp="1"/>
          </p:cNvSpPr>
          <p:nvPr>
            <p:ph type="body" sz="quarter" idx="14" hasCustomPrompt="1"/>
          </p:nvPr>
        </p:nvSpPr>
        <p:spPr>
          <a:xfrm>
            <a:off x="4374010" y="2114551"/>
            <a:ext cx="3249084" cy="778933"/>
          </a:xfrm>
          <a:prstGeom prst="rect">
            <a:avLst/>
          </a:prstGeom>
        </p:spPr>
        <p:txBody>
          <a:bodyPr anchor="b"/>
          <a:lstStyle>
            <a:lvl1pPr marL="0" indent="0" algn="ctr">
              <a:buNone/>
              <a:defRPr sz="4267" b="0" i="0">
                <a:solidFill>
                  <a:schemeClr val="tx2"/>
                </a:solidFill>
                <a:latin typeface="Arial" panose="020B0604020202020204" pitchFamily="34" charset="0"/>
              </a:defRPr>
            </a:lvl1pPr>
            <a:lvl2pPr>
              <a:defRPr sz="4267"/>
            </a:lvl2pPr>
            <a:lvl3pPr>
              <a:defRPr sz="4267"/>
            </a:lvl3pPr>
            <a:lvl4pPr>
              <a:defRPr sz="4267"/>
            </a:lvl4pPr>
            <a:lvl5pPr>
              <a:defRPr sz="4267"/>
            </a:lvl5pPr>
          </a:lstStyle>
          <a:p>
            <a:pPr lvl="0"/>
            <a:r>
              <a:rPr lang="en-US"/>
              <a:t>$0,000</a:t>
            </a:r>
          </a:p>
        </p:txBody>
      </p:sp>
      <p:sp>
        <p:nvSpPr>
          <p:cNvPr id="2" name="Freeform 1">
            <a:extLst>
              <a:ext uri="{FF2B5EF4-FFF2-40B4-BE49-F238E27FC236}">
                <a16:creationId xmlns:a16="http://schemas.microsoft.com/office/drawing/2014/main" id="{86A1EFA8-67D8-7745-6A8B-7A9CBC212063}"/>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2">
            <a:extLst>
              <a:ext uri="{FF2B5EF4-FFF2-40B4-BE49-F238E27FC236}">
                <a16:creationId xmlns:a16="http://schemas.microsoft.com/office/drawing/2014/main" id="{639B3958-E5A5-9CB1-4D8B-9F9585A37C54}"/>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7" name="Text Placeholder 5">
            <a:extLst>
              <a:ext uri="{FF2B5EF4-FFF2-40B4-BE49-F238E27FC236}">
                <a16:creationId xmlns:a16="http://schemas.microsoft.com/office/drawing/2014/main" id="{3563270B-116D-DED0-25B5-C758317DD981}"/>
              </a:ext>
            </a:extLst>
          </p:cNvPr>
          <p:cNvSpPr>
            <a:spLocks noGrp="1"/>
          </p:cNvSpPr>
          <p:nvPr>
            <p:ph type="body" sz="quarter" idx="17" hasCustomPrompt="1"/>
          </p:nvPr>
        </p:nvSpPr>
        <p:spPr>
          <a:xfrm>
            <a:off x="4398567" y="3416167"/>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8" name="Text Placeholder 5">
            <a:extLst>
              <a:ext uri="{FF2B5EF4-FFF2-40B4-BE49-F238E27FC236}">
                <a16:creationId xmlns:a16="http://schemas.microsoft.com/office/drawing/2014/main" id="{1E8D8581-41F1-5196-5D3A-4710873C8583}"/>
              </a:ext>
            </a:extLst>
          </p:cNvPr>
          <p:cNvSpPr>
            <a:spLocks noGrp="1"/>
          </p:cNvSpPr>
          <p:nvPr>
            <p:ph type="body" sz="quarter" idx="18" hasCustomPrompt="1"/>
          </p:nvPr>
        </p:nvSpPr>
        <p:spPr>
          <a:xfrm>
            <a:off x="8004833" y="3416167"/>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Tree>
    <p:extLst>
      <p:ext uri="{BB962C8B-B14F-4D97-AF65-F5344CB8AC3E}">
        <p14:creationId xmlns:p14="http://schemas.microsoft.com/office/powerpoint/2010/main" val="28174797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p:cSld name="7_Three content">
    <p:bg>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4" name="Chart Placeholder 33">
            <a:extLst>
              <a:ext uri="{FF2B5EF4-FFF2-40B4-BE49-F238E27FC236}">
                <a16:creationId xmlns:a16="http://schemas.microsoft.com/office/drawing/2014/main" id="{BFCEA124-EB7E-CF0A-9E07-6F3A8FE1A639}"/>
              </a:ext>
            </a:extLst>
          </p:cNvPr>
          <p:cNvSpPr>
            <a:spLocks noGrp="1"/>
          </p:cNvSpPr>
          <p:nvPr>
            <p:ph type="chart" sz="quarter" idx="16"/>
          </p:nvPr>
        </p:nvSpPr>
        <p:spPr>
          <a:xfrm>
            <a:off x="859021" y="1705742"/>
            <a:ext cx="2986617" cy="2292349"/>
          </a:xfrm>
          <a:prstGeom prst="rect">
            <a:avLst/>
          </a:prstGeom>
        </p:spPr>
        <p:txBody>
          <a:bodyPr/>
          <a:lstStyle>
            <a:lvl1pPr marL="0" indent="0">
              <a:buNone/>
              <a:defRPr b="1" i="0">
                <a:solidFill>
                  <a:schemeClr val="tx2"/>
                </a:solidFill>
                <a:latin typeface="Arial" panose="020B0604020202020204" pitchFamily="34" charset="0"/>
              </a:defRPr>
            </a:lvl1pPr>
          </a:lstStyle>
          <a:p>
            <a:r>
              <a:rPr lang="en-US"/>
              <a:t>Click icon to add chart</a:t>
            </a:r>
          </a:p>
        </p:txBody>
      </p:sp>
      <p:sp>
        <p:nvSpPr>
          <p:cNvPr id="35" name="Chart Placeholder 33">
            <a:extLst>
              <a:ext uri="{FF2B5EF4-FFF2-40B4-BE49-F238E27FC236}">
                <a16:creationId xmlns:a16="http://schemas.microsoft.com/office/drawing/2014/main" id="{FA4D44BF-ADC0-6EE1-76ED-CFEE24F8D868}"/>
              </a:ext>
            </a:extLst>
          </p:cNvPr>
          <p:cNvSpPr>
            <a:spLocks noGrp="1"/>
          </p:cNvSpPr>
          <p:nvPr>
            <p:ph type="chart" sz="quarter" idx="17"/>
          </p:nvPr>
        </p:nvSpPr>
        <p:spPr>
          <a:xfrm>
            <a:off x="4504429" y="1705742"/>
            <a:ext cx="2986617" cy="2292349"/>
          </a:xfrm>
          <a:prstGeom prst="rect">
            <a:avLst/>
          </a:prstGeom>
        </p:spPr>
        <p:txBody>
          <a:bodyPr/>
          <a:lstStyle>
            <a:lvl1pPr marL="0" indent="0">
              <a:buNone/>
              <a:defRPr b="1" i="0">
                <a:solidFill>
                  <a:schemeClr val="tx2"/>
                </a:solidFill>
                <a:latin typeface="Arial" panose="020B0604020202020204" pitchFamily="34" charset="0"/>
              </a:defRPr>
            </a:lvl1pPr>
          </a:lstStyle>
          <a:p>
            <a:r>
              <a:rPr lang="en-US"/>
              <a:t>Click icon to add chart</a:t>
            </a:r>
          </a:p>
        </p:txBody>
      </p:sp>
      <p:sp>
        <p:nvSpPr>
          <p:cNvPr id="36" name="Chart Placeholder 33">
            <a:extLst>
              <a:ext uri="{FF2B5EF4-FFF2-40B4-BE49-F238E27FC236}">
                <a16:creationId xmlns:a16="http://schemas.microsoft.com/office/drawing/2014/main" id="{6E776D9F-C4D1-3AB0-B558-3F286E912F25}"/>
              </a:ext>
            </a:extLst>
          </p:cNvPr>
          <p:cNvSpPr>
            <a:spLocks noGrp="1"/>
          </p:cNvSpPr>
          <p:nvPr>
            <p:ph type="chart" sz="quarter" idx="18"/>
          </p:nvPr>
        </p:nvSpPr>
        <p:spPr>
          <a:xfrm>
            <a:off x="8139397" y="1705742"/>
            <a:ext cx="2986617" cy="2292349"/>
          </a:xfrm>
          <a:prstGeom prst="rect">
            <a:avLst/>
          </a:prstGeom>
        </p:spPr>
        <p:txBody>
          <a:bodyPr/>
          <a:lstStyle>
            <a:lvl1pPr marL="0" indent="0">
              <a:buNone/>
              <a:defRPr b="1" i="0">
                <a:solidFill>
                  <a:schemeClr val="tx2"/>
                </a:solidFill>
                <a:latin typeface="Arial" panose="020B0604020202020204" pitchFamily="34" charset="0"/>
              </a:defRPr>
            </a:lvl1pPr>
          </a:lstStyle>
          <a:p>
            <a:r>
              <a:rPr lang="en-US"/>
              <a:t>Click icon to add chart</a:t>
            </a:r>
          </a:p>
        </p:txBody>
      </p:sp>
      <p:sp>
        <p:nvSpPr>
          <p:cNvPr id="2" name="Text Placeholder 5">
            <a:extLst>
              <a:ext uri="{FF2B5EF4-FFF2-40B4-BE49-F238E27FC236}">
                <a16:creationId xmlns:a16="http://schemas.microsoft.com/office/drawing/2014/main" id="{7534708B-C505-BB86-41F4-27A3C788A3B3}"/>
              </a:ext>
            </a:extLst>
          </p:cNvPr>
          <p:cNvSpPr>
            <a:spLocks noGrp="1"/>
          </p:cNvSpPr>
          <p:nvPr>
            <p:ph type="body" sz="quarter" idx="19" hasCustomPrompt="1"/>
          </p:nvPr>
        </p:nvSpPr>
        <p:spPr>
          <a:xfrm>
            <a:off x="728134" y="4353025"/>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3" name="Text Placeholder 5">
            <a:extLst>
              <a:ext uri="{FF2B5EF4-FFF2-40B4-BE49-F238E27FC236}">
                <a16:creationId xmlns:a16="http://schemas.microsoft.com/office/drawing/2014/main" id="{CC4BAE7B-97AA-08AC-D03B-5ACAB8FAB17B}"/>
              </a:ext>
            </a:extLst>
          </p:cNvPr>
          <p:cNvSpPr>
            <a:spLocks noGrp="1"/>
          </p:cNvSpPr>
          <p:nvPr>
            <p:ph type="body" sz="quarter" idx="20" hasCustomPrompt="1"/>
          </p:nvPr>
        </p:nvSpPr>
        <p:spPr>
          <a:xfrm>
            <a:off x="4398567" y="4353025"/>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4" name="Text Placeholder 5">
            <a:extLst>
              <a:ext uri="{FF2B5EF4-FFF2-40B4-BE49-F238E27FC236}">
                <a16:creationId xmlns:a16="http://schemas.microsoft.com/office/drawing/2014/main" id="{65BD283C-747A-C4A6-158F-3C2E9CD52D13}"/>
              </a:ext>
            </a:extLst>
          </p:cNvPr>
          <p:cNvSpPr>
            <a:spLocks noGrp="1"/>
          </p:cNvSpPr>
          <p:nvPr>
            <p:ph type="body" sz="quarter" idx="21" hasCustomPrompt="1"/>
          </p:nvPr>
        </p:nvSpPr>
        <p:spPr>
          <a:xfrm>
            <a:off x="8004833" y="4353025"/>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Tree>
    <p:extLst>
      <p:ext uri="{BB962C8B-B14F-4D97-AF65-F5344CB8AC3E}">
        <p14:creationId xmlns:p14="http://schemas.microsoft.com/office/powerpoint/2010/main" val="3812458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p:cSld name="1_Four content">
    <p:bg>
      <p:bgPr>
        <a:solidFill>
          <a:schemeClr val="bg1"/>
        </a:solidFill>
        <a:effectLst/>
      </p:bgPr>
    </p:bg>
    <p:spTree>
      <p:nvGrpSpPr>
        <p:cNvPr id="1" name=""/>
        <p:cNvGrpSpPr/>
        <p:nvPr/>
      </p:nvGrpSpPr>
      <p:grpSpPr>
        <a:xfrm>
          <a:off x="0" y="0"/>
          <a:ext cx="0" cy="0"/>
          <a:chOff x="0" y="0"/>
          <a:chExt cx="0" cy="0"/>
        </a:xfrm>
      </p:grpSpPr>
      <p:sp>
        <p:nvSpPr>
          <p:cNvPr id="28" name="Rounded Rectangle 27">
            <a:extLst>
              <a:ext uri="{FF2B5EF4-FFF2-40B4-BE49-F238E27FC236}">
                <a16:creationId xmlns:a16="http://schemas.microsoft.com/office/drawing/2014/main" id="{7458080C-BCC7-0728-AF24-4EA2AE4553E1}"/>
              </a:ext>
            </a:extLst>
          </p:cNvPr>
          <p:cNvSpPr/>
          <p:nvPr/>
        </p:nvSpPr>
        <p:spPr>
          <a:xfrm>
            <a:off x="557026" y="1353452"/>
            <a:ext cx="2514444"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2" name="Text Placeholder 5">
            <a:extLst>
              <a:ext uri="{FF2B5EF4-FFF2-40B4-BE49-F238E27FC236}">
                <a16:creationId xmlns:a16="http://schemas.microsoft.com/office/drawing/2014/main" id="{002F666F-2915-1040-9FCC-506D7B3DF495}"/>
              </a:ext>
            </a:extLst>
          </p:cNvPr>
          <p:cNvSpPr>
            <a:spLocks noGrp="1"/>
          </p:cNvSpPr>
          <p:nvPr>
            <p:ph type="body" sz="quarter" idx="57" hasCustomPrompt="1"/>
          </p:nvPr>
        </p:nvSpPr>
        <p:spPr>
          <a:xfrm>
            <a:off x="789857" y="3029821"/>
            <a:ext cx="2058852" cy="305334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9" name="Straight Connector 28">
            <a:extLst>
              <a:ext uri="{FF2B5EF4-FFF2-40B4-BE49-F238E27FC236}">
                <a16:creationId xmlns:a16="http://schemas.microsoft.com/office/drawing/2014/main" id="{A9505ABE-120D-B1AA-EEA0-E26BE40958A4}"/>
              </a:ext>
            </a:extLst>
          </p:cNvPr>
          <p:cNvCxnSpPr>
            <a:cxnSpLocks/>
          </p:cNvCxnSpPr>
          <p:nvPr/>
        </p:nvCxnSpPr>
        <p:spPr>
          <a:xfrm>
            <a:off x="790633" y="290461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0" name="Picture Placeholder 112">
            <a:extLst>
              <a:ext uri="{FF2B5EF4-FFF2-40B4-BE49-F238E27FC236}">
                <a16:creationId xmlns:a16="http://schemas.microsoft.com/office/drawing/2014/main" id="{2C3D88EC-F3F1-7B2C-1851-4423E4CA84E0}"/>
              </a:ext>
            </a:extLst>
          </p:cNvPr>
          <p:cNvSpPr>
            <a:spLocks noGrp="1"/>
          </p:cNvSpPr>
          <p:nvPr>
            <p:ph type="pic" sz="quarter" idx="45" hasCustomPrompt="1"/>
          </p:nvPr>
        </p:nvSpPr>
        <p:spPr>
          <a:xfrm>
            <a:off x="790631"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34" name="Text Placeholder 47">
            <a:extLst>
              <a:ext uri="{FF2B5EF4-FFF2-40B4-BE49-F238E27FC236}">
                <a16:creationId xmlns:a16="http://schemas.microsoft.com/office/drawing/2014/main" id="{D4A962C7-A5F5-20E8-5FA5-80CBECADA99B}"/>
              </a:ext>
            </a:extLst>
          </p:cNvPr>
          <p:cNvSpPr>
            <a:spLocks noGrp="1"/>
          </p:cNvSpPr>
          <p:nvPr>
            <p:ph type="body" sz="quarter" idx="46" hasCustomPrompt="1"/>
          </p:nvPr>
        </p:nvSpPr>
        <p:spPr>
          <a:xfrm>
            <a:off x="790931" y="2284915"/>
            <a:ext cx="213983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46" name="Rounded Rectangle 45">
            <a:extLst>
              <a:ext uri="{FF2B5EF4-FFF2-40B4-BE49-F238E27FC236}">
                <a16:creationId xmlns:a16="http://schemas.microsoft.com/office/drawing/2014/main" id="{667DF711-E3E6-1378-4D4F-0DBC0BD9F1BB}"/>
              </a:ext>
            </a:extLst>
          </p:cNvPr>
          <p:cNvSpPr/>
          <p:nvPr/>
        </p:nvSpPr>
        <p:spPr>
          <a:xfrm>
            <a:off x="3251201" y="1353452"/>
            <a:ext cx="2514444"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7" name="Straight Connector 46">
            <a:extLst>
              <a:ext uri="{FF2B5EF4-FFF2-40B4-BE49-F238E27FC236}">
                <a16:creationId xmlns:a16="http://schemas.microsoft.com/office/drawing/2014/main" id="{DEE10BCC-3558-7374-0C94-69DB1F091F84}"/>
              </a:ext>
            </a:extLst>
          </p:cNvPr>
          <p:cNvCxnSpPr>
            <a:cxnSpLocks/>
          </p:cNvCxnSpPr>
          <p:nvPr/>
        </p:nvCxnSpPr>
        <p:spPr>
          <a:xfrm>
            <a:off x="3484807" y="290461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8" name="Picture Placeholder 112">
            <a:extLst>
              <a:ext uri="{FF2B5EF4-FFF2-40B4-BE49-F238E27FC236}">
                <a16:creationId xmlns:a16="http://schemas.microsoft.com/office/drawing/2014/main" id="{52134E76-6E05-10C6-7F24-4608BC57E7A7}"/>
              </a:ext>
            </a:extLst>
          </p:cNvPr>
          <p:cNvSpPr>
            <a:spLocks noGrp="1"/>
          </p:cNvSpPr>
          <p:nvPr>
            <p:ph type="pic" sz="quarter" idx="48" hasCustomPrompt="1"/>
          </p:nvPr>
        </p:nvSpPr>
        <p:spPr>
          <a:xfrm>
            <a:off x="3484806"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9" name="Text Placeholder 47">
            <a:extLst>
              <a:ext uri="{FF2B5EF4-FFF2-40B4-BE49-F238E27FC236}">
                <a16:creationId xmlns:a16="http://schemas.microsoft.com/office/drawing/2014/main" id="{9AC4F0B7-19B3-30F1-E4B5-737DADA8DA4B}"/>
              </a:ext>
            </a:extLst>
          </p:cNvPr>
          <p:cNvSpPr>
            <a:spLocks noGrp="1"/>
          </p:cNvSpPr>
          <p:nvPr>
            <p:ph type="body" sz="quarter" idx="49" hasCustomPrompt="1"/>
          </p:nvPr>
        </p:nvSpPr>
        <p:spPr>
          <a:xfrm>
            <a:off x="3485106" y="2284915"/>
            <a:ext cx="213983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56" name="Rounded Rectangle 55">
            <a:extLst>
              <a:ext uri="{FF2B5EF4-FFF2-40B4-BE49-F238E27FC236}">
                <a16:creationId xmlns:a16="http://schemas.microsoft.com/office/drawing/2014/main" id="{C888032A-2CC4-B74E-3156-13FEB3482DBF}"/>
              </a:ext>
            </a:extLst>
          </p:cNvPr>
          <p:cNvSpPr/>
          <p:nvPr/>
        </p:nvSpPr>
        <p:spPr>
          <a:xfrm>
            <a:off x="5994398" y="1353452"/>
            <a:ext cx="2514444"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7" name="Straight Connector 56">
            <a:extLst>
              <a:ext uri="{FF2B5EF4-FFF2-40B4-BE49-F238E27FC236}">
                <a16:creationId xmlns:a16="http://schemas.microsoft.com/office/drawing/2014/main" id="{F4A79EFC-B0C1-552F-9D82-BD83D425EEA6}"/>
              </a:ext>
            </a:extLst>
          </p:cNvPr>
          <p:cNvCxnSpPr>
            <a:cxnSpLocks/>
          </p:cNvCxnSpPr>
          <p:nvPr/>
        </p:nvCxnSpPr>
        <p:spPr>
          <a:xfrm>
            <a:off x="6228005" y="290461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8" name="Picture Placeholder 112">
            <a:extLst>
              <a:ext uri="{FF2B5EF4-FFF2-40B4-BE49-F238E27FC236}">
                <a16:creationId xmlns:a16="http://schemas.microsoft.com/office/drawing/2014/main" id="{12ADB5AE-C442-6BDA-84B7-37BCA6E55422}"/>
              </a:ext>
            </a:extLst>
          </p:cNvPr>
          <p:cNvSpPr>
            <a:spLocks noGrp="1"/>
          </p:cNvSpPr>
          <p:nvPr>
            <p:ph type="pic" sz="quarter" idx="51" hasCustomPrompt="1"/>
          </p:nvPr>
        </p:nvSpPr>
        <p:spPr>
          <a:xfrm>
            <a:off x="6228003"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59" name="Text Placeholder 47">
            <a:extLst>
              <a:ext uri="{FF2B5EF4-FFF2-40B4-BE49-F238E27FC236}">
                <a16:creationId xmlns:a16="http://schemas.microsoft.com/office/drawing/2014/main" id="{1805FA32-CFE1-1236-0D79-8BAA74F3CDE8}"/>
              </a:ext>
            </a:extLst>
          </p:cNvPr>
          <p:cNvSpPr>
            <a:spLocks noGrp="1"/>
          </p:cNvSpPr>
          <p:nvPr>
            <p:ph type="body" sz="quarter" idx="52" hasCustomPrompt="1"/>
          </p:nvPr>
        </p:nvSpPr>
        <p:spPr>
          <a:xfrm>
            <a:off x="6228303" y="2284915"/>
            <a:ext cx="213983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66" name="Rounded Rectangle 65">
            <a:extLst>
              <a:ext uri="{FF2B5EF4-FFF2-40B4-BE49-F238E27FC236}">
                <a16:creationId xmlns:a16="http://schemas.microsoft.com/office/drawing/2014/main" id="{59AF7597-3401-7A98-900B-5F6F32C477BD}"/>
              </a:ext>
            </a:extLst>
          </p:cNvPr>
          <p:cNvSpPr/>
          <p:nvPr/>
        </p:nvSpPr>
        <p:spPr>
          <a:xfrm>
            <a:off x="8686801" y="1353452"/>
            <a:ext cx="2514444"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7" name="Straight Connector 66">
            <a:extLst>
              <a:ext uri="{FF2B5EF4-FFF2-40B4-BE49-F238E27FC236}">
                <a16:creationId xmlns:a16="http://schemas.microsoft.com/office/drawing/2014/main" id="{A6F5C4AC-5592-27D6-121E-1D910BE3A45B}"/>
              </a:ext>
            </a:extLst>
          </p:cNvPr>
          <p:cNvCxnSpPr>
            <a:cxnSpLocks/>
          </p:cNvCxnSpPr>
          <p:nvPr/>
        </p:nvCxnSpPr>
        <p:spPr>
          <a:xfrm>
            <a:off x="8920407" y="290461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8" name="Picture Placeholder 112">
            <a:extLst>
              <a:ext uri="{FF2B5EF4-FFF2-40B4-BE49-F238E27FC236}">
                <a16:creationId xmlns:a16="http://schemas.microsoft.com/office/drawing/2014/main" id="{343534A1-9203-D47D-74B8-EC2E751070A2}"/>
              </a:ext>
            </a:extLst>
          </p:cNvPr>
          <p:cNvSpPr>
            <a:spLocks noGrp="1"/>
          </p:cNvSpPr>
          <p:nvPr>
            <p:ph type="pic" sz="quarter" idx="54" hasCustomPrompt="1"/>
          </p:nvPr>
        </p:nvSpPr>
        <p:spPr>
          <a:xfrm>
            <a:off x="8920406"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69" name="Text Placeholder 47">
            <a:extLst>
              <a:ext uri="{FF2B5EF4-FFF2-40B4-BE49-F238E27FC236}">
                <a16:creationId xmlns:a16="http://schemas.microsoft.com/office/drawing/2014/main" id="{DDE6E83A-1913-1BAD-946C-0D754202F7A2}"/>
              </a:ext>
            </a:extLst>
          </p:cNvPr>
          <p:cNvSpPr>
            <a:spLocks noGrp="1"/>
          </p:cNvSpPr>
          <p:nvPr>
            <p:ph type="body" sz="quarter" idx="55" hasCustomPrompt="1"/>
          </p:nvPr>
        </p:nvSpPr>
        <p:spPr>
          <a:xfrm>
            <a:off x="8920706" y="2284915"/>
            <a:ext cx="213983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5" name="Text Placeholder 5">
            <a:extLst>
              <a:ext uri="{FF2B5EF4-FFF2-40B4-BE49-F238E27FC236}">
                <a16:creationId xmlns:a16="http://schemas.microsoft.com/office/drawing/2014/main" id="{1DEF47E8-8C8A-56E4-2D64-948CA3C99F99}"/>
              </a:ext>
            </a:extLst>
          </p:cNvPr>
          <p:cNvSpPr>
            <a:spLocks noGrp="1"/>
          </p:cNvSpPr>
          <p:nvPr>
            <p:ph type="body" sz="quarter" idx="58" hasCustomPrompt="1"/>
          </p:nvPr>
        </p:nvSpPr>
        <p:spPr>
          <a:xfrm>
            <a:off x="3484806" y="3029821"/>
            <a:ext cx="2058852" cy="305334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 name="Text Placeholder 5">
            <a:extLst>
              <a:ext uri="{FF2B5EF4-FFF2-40B4-BE49-F238E27FC236}">
                <a16:creationId xmlns:a16="http://schemas.microsoft.com/office/drawing/2014/main" id="{B2B05B9A-C0ED-3198-3078-0454EB12E963}"/>
              </a:ext>
            </a:extLst>
          </p:cNvPr>
          <p:cNvSpPr>
            <a:spLocks noGrp="1"/>
          </p:cNvSpPr>
          <p:nvPr>
            <p:ph type="body" sz="quarter" idx="59" hasCustomPrompt="1"/>
          </p:nvPr>
        </p:nvSpPr>
        <p:spPr>
          <a:xfrm>
            <a:off x="6228003" y="3029821"/>
            <a:ext cx="2058852" cy="305334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 Placeholder 5">
            <a:extLst>
              <a:ext uri="{FF2B5EF4-FFF2-40B4-BE49-F238E27FC236}">
                <a16:creationId xmlns:a16="http://schemas.microsoft.com/office/drawing/2014/main" id="{9F943312-4FA6-5681-50F7-0F1BD60A3030}"/>
              </a:ext>
            </a:extLst>
          </p:cNvPr>
          <p:cNvSpPr>
            <a:spLocks noGrp="1"/>
          </p:cNvSpPr>
          <p:nvPr>
            <p:ph type="body" sz="quarter" idx="60" hasCustomPrompt="1"/>
          </p:nvPr>
        </p:nvSpPr>
        <p:spPr>
          <a:xfrm>
            <a:off x="8920406" y="3029821"/>
            <a:ext cx="2058852" cy="305334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Tree>
    <p:extLst>
      <p:ext uri="{BB962C8B-B14F-4D97-AF65-F5344CB8AC3E}">
        <p14:creationId xmlns:p14="http://schemas.microsoft.com/office/powerpoint/2010/main" val="24756741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p:cSld name="2_Four content">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Rounded Rectangle 27">
            <a:extLst>
              <a:ext uri="{FF2B5EF4-FFF2-40B4-BE49-F238E27FC236}">
                <a16:creationId xmlns:a16="http://schemas.microsoft.com/office/drawing/2014/main" id="{7458080C-BCC7-0728-AF24-4EA2AE4553E1}"/>
              </a:ext>
            </a:extLst>
          </p:cNvPr>
          <p:cNvSpPr/>
          <p:nvPr/>
        </p:nvSpPr>
        <p:spPr>
          <a:xfrm>
            <a:off x="557026" y="1353452"/>
            <a:ext cx="2514444"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29" name="Straight Connector 28">
            <a:extLst>
              <a:ext uri="{FF2B5EF4-FFF2-40B4-BE49-F238E27FC236}">
                <a16:creationId xmlns:a16="http://schemas.microsoft.com/office/drawing/2014/main" id="{A9505ABE-120D-B1AA-EEA0-E26BE40958A4}"/>
              </a:ext>
            </a:extLst>
          </p:cNvPr>
          <p:cNvCxnSpPr>
            <a:cxnSpLocks/>
          </p:cNvCxnSpPr>
          <p:nvPr/>
        </p:nvCxnSpPr>
        <p:spPr>
          <a:xfrm>
            <a:off x="790633" y="221263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Text Placeholder 47">
            <a:extLst>
              <a:ext uri="{FF2B5EF4-FFF2-40B4-BE49-F238E27FC236}">
                <a16:creationId xmlns:a16="http://schemas.microsoft.com/office/drawing/2014/main" id="{D4A962C7-A5F5-20E8-5FA5-80CBECADA99B}"/>
              </a:ext>
            </a:extLst>
          </p:cNvPr>
          <p:cNvSpPr>
            <a:spLocks noGrp="1"/>
          </p:cNvSpPr>
          <p:nvPr>
            <p:ph type="body" sz="quarter" idx="46" hasCustomPrompt="1"/>
          </p:nvPr>
        </p:nvSpPr>
        <p:spPr>
          <a:xfrm>
            <a:off x="790931" y="1592935"/>
            <a:ext cx="213983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46" name="Rounded Rectangle 45">
            <a:extLst>
              <a:ext uri="{FF2B5EF4-FFF2-40B4-BE49-F238E27FC236}">
                <a16:creationId xmlns:a16="http://schemas.microsoft.com/office/drawing/2014/main" id="{667DF711-E3E6-1378-4D4F-0DBC0BD9F1BB}"/>
              </a:ext>
            </a:extLst>
          </p:cNvPr>
          <p:cNvSpPr/>
          <p:nvPr/>
        </p:nvSpPr>
        <p:spPr>
          <a:xfrm>
            <a:off x="3264838" y="1353452"/>
            <a:ext cx="2514444"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7" name="Straight Connector 46">
            <a:extLst>
              <a:ext uri="{FF2B5EF4-FFF2-40B4-BE49-F238E27FC236}">
                <a16:creationId xmlns:a16="http://schemas.microsoft.com/office/drawing/2014/main" id="{DEE10BCC-3558-7374-0C94-69DB1F091F84}"/>
              </a:ext>
            </a:extLst>
          </p:cNvPr>
          <p:cNvCxnSpPr>
            <a:cxnSpLocks/>
          </p:cNvCxnSpPr>
          <p:nvPr/>
        </p:nvCxnSpPr>
        <p:spPr>
          <a:xfrm>
            <a:off x="3498445" y="221263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9" name="Text Placeholder 47">
            <a:extLst>
              <a:ext uri="{FF2B5EF4-FFF2-40B4-BE49-F238E27FC236}">
                <a16:creationId xmlns:a16="http://schemas.microsoft.com/office/drawing/2014/main" id="{9AC4F0B7-19B3-30F1-E4B5-737DADA8DA4B}"/>
              </a:ext>
            </a:extLst>
          </p:cNvPr>
          <p:cNvSpPr>
            <a:spLocks noGrp="1"/>
          </p:cNvSpPr>
          <p:nvPr>
            <p:ph type="body" sz="quarter" idx="49" hasCustomPrompt="1"/>
          </p:nvPr>
        </p:nvSpPr>
        <p:spPr>
          <a:xfrm>
            <a:off x="3498743" y="1592935"/>
            <a:ext cx="213983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56" name="Rounded Rectangle 55">
            <a:extLst>
              <a:ext uri="{FF2B5EF4-FFF2-40B4-BE49-F238E27FC236}">
                <a16:creationId xmlns:a16="http://schemas.microsoft.com/office/drawing/2014/main" id="{C888032A-2CC4-B74E-3156-13FEB3482DBF}"/>
              </a:ext>
            </a:extLst>
          </p:cNvPr>
          <p:cNvSpPr/>
          <p:nvPr/>
        </p:nvSpPr>
        <p:spPr>
          <a:xfrm>
            <a:off x="6007798" y="1353452"/>
            <a:ext cx="2514444"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7" name="Straight Connector 56">
            <a:extLst>
              <a:ext uri="{FF2B5EF4-FFF2-40B4-BE49-F238E27FC236}">
                <a16:creationId xmlns:a16="http://schemas.microsoft.com/office/drawing/2014/main" id="{F4A79EFC-B0C1-552F-9D82-BD83D425EEA6}"/>
              </a:ext>
            </a:extLst>
          </p:cNvPr>
          <p:cNvCxnSpPr>
            <a:cxnSpLocks/>
          </p:cNvCxnSpPr>
          <p:nvPr/>
        </p:nvCxnSpPr>
        <p:spPr>
          <a:xfrm>
            <a:off x="6241405" y="221263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9" name="Text Placeholder 47">
            <a:extLst>
              <a:ext uri="{FF2B5EF4-FFF2-40B4-BE49-F238E27FC236}">
                <a16:creationId xmlns:a16="http://schemas.microsoft.com/office/drawing/2014/main" id="{1805FA32-CFE1-1236-0D79-8BAA74F3CDE8}"/>
              </a:ext>
            </a:extLst>
          </p:cNvPr>
          <p:cNvSpPr>
            <a:spLocks noGrp="1"/>
          </p:cNvSpPr>
          <p:nvPr>
            <p:ph type="body" sz="quarter" idx="52" hasCustomPrompt="1"/>
          </p:nvPr>
        </p:nvSpPr>
        <p:spPr>
          <a:xfrm>
            <a:off x="6241703" y="1592935"/>
            <a:ext cx="213983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66" name="Rounded Rectangle 65">
            <a:extLst>
              <a:ext uri="{FF2B5EF4-FFF2-40B4-BE49-F238E27FC236}">
                <a16:creationId xmlns:a16="http://schemas.microsoft.com/office/drawing/2014/main" id="{59AF7597-3401-7A98-900B-5F6F32C477BD}"/>
              </a:ext>
            </a:extLst>
          </p:cNvPr>
          <p:cNvSpPr/>
          <p:nvPr/>
        </p:nvSpPr>
        <p:spPr>
          <a:xfrm>
            <a:off x="8682235" y="1353452"/>
            <a:ext cx="2514444"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7" name="Straight Connector 66">
            <a:extLst>
              <a:ext uri="{FF2B5EF4-FFF2-40B4-BE49-F238E27FC236}">
                <a16:creationId xmlns:a16="http://schemas.microsoft.com/office/drawing/2014/main" id="{A6F5C4AC-5592-27D6-121E-1D910BE3A45B}"/>
              </a:ext>
            </a:extLst>
          </p:cNvPr>
          <p:cNvCxnSpPr>
            <a:cxnSpLocks/>
          </p:cNvCxnSpPr>
          <p:nvPr/>
        </p:nvCxnSpPr>
        <p:spPr>
          <a:xfrm>
            <a:off x="8915842" y="221263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9" name="Text Placeholder 47">
            <a:extLst>
              <a:ext uri="{FF2B5EF4-FFF2-40B4-BE49-F238E27FC236}">
                <a16:creationId xmlns:a16="http://schemas.microsoft.com/office/drawing/2014/main" id="{DDE6E83A-1913-1BAD-946C-0D754202F7A2}"/>
              </a:ext>
            </a:extLst>
          </p:cNvPr>
          <p:cNvSpPr>
            <a:spLocks noGrp="1"/>
          </p:cNvSpPr>
          <p:nvPr>
            <p:ph type="body" sz="quarter" idx="55" hasCustomPrompt="1"/>
          </p:nvPr>
        </p:nvSpPr>
        <p:spPr>
          <a:xfrm>
            <a:off x="8916141" y="1592935"/>
            <a:ext cx="213983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6" name="Freeform 5">
            <a:extLst>
              <a:ext uri="{FF2B5EF4-FFF2-40B4-BE49-F238E27FC236}">
                <a16:creationId xmlns:a16="http://schemas.microsoft.com/office/drawing/2014/main" id="{C5AEEC32-0F49-7A1C-2ADC-88FF0F07909B}"/>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7" name="Picture 6">
            <a:extLst>
              <a:ext uri="{FF2B5EF4-FFF2-40B4-BE49-F238E27FC236}">
                <a16:creationId xmlns:a16="http://schemas.microsoft.com/office/drawing/2014/main" id="{6B820487-019A-AB4A-DD1B-645415272DB4}"/>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 name="Text Placeholder 5">
            <a:extLst>
              <a:ext uri="{FF2B5EF4-FFF2-40B4-BE49-F238E27FC236}">
                <a16:creationId xmlns:a16="http://schemas.microsoft.com/office/drawing/2014/main" id="{AAAE68F7-D079-995A-D3EB-DCC8E3A78147}"/>
              </a:ext>
            </a:extLst>
          </p:cNvPr>
          <p:cNvSpPr>
            <a:spLocks noGrp="1"/>
          </p:cNvSpPr>
          <p:nvPr>
            <p:ph type="body" sz="quarter" idx="57" hasCustomPrompt="1"/>
          </p:nvPr>
        </p:nvSpPr>
        <p:spPr>
          <a:xfrm>
            <a:off x="789857" y="2318309"/>
            <a:ext cx="2058852" cy="3649351"/>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3" name="Text Placeholder 5">
            <a:extLst>
              <a:ext uri="{FF2B5EF4-FFF2-40B4-BE49-F238E27FC236}">
                <a16:creationId xmlns:a16="http://schemas.microsoft.com/office/drawing/2014/main" id="{739B9AAA-3680-9B51-4973-3CC0F6136BD2}"/>
              </a:ext>
            </a:extLst>
          </p:cNvPr>
          <p:cNvSpPr>
            <a:spLocks noGrp="1"/>
          </p:cNvSpPr>
          <p:nvPr>
            <p:ph type="body" sz="quarter" idx="58" hasCustomPrompt="1"/>
          </p:nvPr>
        </p:nvSpPr>
        <p:spPr>
          <a:xfrm>
            <a:off x="3484806" y="2318309"/>
            <a:ext cx="2058852" cy="3649351"/>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Text Placeholder 5">
            <a:extLst>
              <a:ext uri="{FF2B5EF4-FFF2-40B4-BE49-F238E27FC236}">
                <a16:creationId xmlns:a16="http://schemas.microsoft.com/office/drawing/2014/main" id="{7D89C3DD-A0DD-F0EC-555F-6A63229F3334}"/>
              </a:ext>
            </a:extLst>
          </p:cNvPr>
          <p:cNvSpPr>
            <a:spLocks noGrp="1"/>
          </p:cNvSpPr>
          <p:nvPr>
            <p:ph type="body" sz="quarter" idx="59" hasCustomPrompt="1"/>
          </p:nvPr>
        </p:nvSpPr>
        <p:spPr>
          <a:xfrm>
            <a:off x="6228003" y="2318309"/>
            <a:ext cx="2058852" cy="3649351"/>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5" name="Text Placeholder 5">
            <a:extLst>
              <a:ext uri="{FF2B5EF4-FFF2-40B4-BE49-F238E27FC236}">
                <a16:creationId xmlns:a16="http://schemas.microsoft.com/office/drawing/2014/main" id="{EA78D7E9-5433-C040-AB66-7F49886A7B4B}"/>
              </a:ext>
            </a:extLst>
          </p:cNvPr>
          <p:cNvSpPr>
            <a:spLocks noGrp="1"/>
          </p:cNvSpPr>
          <p:nvPr>
            <p:ph type="body" sz="quarter" idx="60" hasCustomPrompt="1"/>
          </p:nvPr>
        </p:nvSpPr>
        <p:spPr>
          <a:xfrm>
            <a:off x="8920406" y="2318309"/>
            <a:ext cx="2058852" cy="3649351"/>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Tree>
    <p:extLst>
      <p:ext uri="{BB962C8B-B14F-4D97-AF65-F5344CB8AC3E}">
        <p14:creationId xmlns:p14="http://schemas.microsoft.com/office/powerpoint/2010/main" val="3870466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p:cSld name="3_Four content">
    <p:bg>
      <p:bgPr>
        <a:solidFill>
          <a:schemeClr val="bg1"/>
        </a:solidFill>
        <a:effectLst/>
      </p:bgPr>
    </p:bg>
    <p:spTree>
      <p:nvGrpSpPr>
        <p:cNvPr id="1" name=""/>
        <p:cNvGrpSpPr/>
        <p:nvPr/>
      </p:nvGrpSpPr>
      <p:grpSpPr>
        <a:xfrm>
          <a:off x="0" y="0"/>
          <a:ext cx="0" cy="0"/>
          <a:chOff x="0" y="0"/>
          <a:chExt cx="0" cy="0"/>
        </a:xfrm>
      </p:grpSpPr>
      <p:sp>
        <p:nvSpPr>
          <p:cNvPr id="41" name="Rounded Rectangle 40">
            <a:extLst>
              <a:ext uri="{FF2B5EF4-FFF2-40B4-BE49-F238E27FC236}">
                <a16:creationId xmlns:a16="http://schemas.microsoft.com/office/drawing/2014/main" id="{7DFA5DBC-D31B-D06F-35F0-79547DB2CFF0}"/>
              </a:ext>
            </a:extLst>
          </p:cNvPr>
          <p:cNvSpPr/>
          <p:nvPr/>
        </p:nvSpPr>
        <p:spPr>
          <a:xfrm>
            <a:off x="7209547" y="3749779"/>
            <a:ext cx="2007456" cy="2430547"/>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2" name="Text Placeholder 5">
            <a:extLst>
              <a:ext uri="{FF2B5EF4-FFF2-40B4-BE49-F238E27FC236}">
                <a16:creationId xmlns:a16="http://schemas.microsoft.com/office/drawing/2014/main" id="{5B89094E-143B-B096-380E-7CF52FD2D309}"/>
              </a:ext>
            </a:extLst>
          </p:cNvPr>
          <p:cNvSpPr>
            <a:spLocks noGrp="1"/>
          </p:cNvSpPr>
          <p:nvPr>
            <p:ph type="body" sz="quarter" idx="57" hasCustomPrompt="1"/>
          </p:nvPr>
        </p:nvSpPr>
        <p:spPr>
          <a:xfrm>
            <a:off x="7392464" y="4671485"/>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0" i="0">
                <a:solidFill>
                  <a:schemeClr val="tx2"/>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8" name="Content Placeholder 2">
            <a:extLst>
              <a:ext uri="{FF2B5EF4-FFF2-40B4-BE49-F238E27FC236}">
                <a16:creationId xmlns:a16="http://schemas.microsoft.com/office/drawing/2014/main" id="{7BB68A75-C1E7-A0A6-B880-04BE4CD03C8E}"/>
              </a:ext>
            </a:extLst>
          </p:cNvPr>
          <p:cNvSpPr>
            <a:spLocks noGrp="1"/>
          </p:cNvSpPr>
          <p:nvPr>
            <p:ph idx="14" hasCustomPrompt="1"/>
          </p:nvPr>
        </p:nvSpPr>
        <p:spPr>
          <a:xfrm>
            <a:off x="558801" y="1113133"/>
            <a:ext cx="6074716"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1" name="Rounded Rectangle 20">
            <a:extLst>
              <a:ext uri="{FF2B5EF4-FFF2-40B4-BE49-F238E27FC236}">
                <a16:creationId xmlns:a16="http://schemas.microsoft.com/office/drawing/2014/main" id="{8D0B9895-59F3-1B72-2AE2-4BCCD04A7F9A}"/>
              </a:ext>
            </a:extLst>
          </p:cNvPr>
          <p:cNvSpPr/>
          <p:nvPr/>
        </p:nvSpPr>
        <p:spPr>
          <a:xfrm>
            <a:off x="7209547" y="1113134"/>
            <a:ext cx="2007456" cy="2430547"/>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22" name="Picture Placeholder 112">
            <a:extLst>
              <a:ext uri="{FF2B5EF4-FFF2-40B4-BE49-F238E27FC236}">
                <a16:creationId xmlns:a16="http://schemas.microsoft.com/office/drawing/2014/main" id="{E39D19F8-947E-94AE-7B56-EF0653F9944F}"/>
              </a:ext>
            </a:extLst>
          </p:cNvPr>
          <p:cNvSpPr>
            <a:spLocks noGrp="1"/>
          </p:cNvSpPr>
          <p:nvPr>
            <p:ph type="pic" sz="quarter" idx="37" hasCustomPrompt="1"/>
          </p:nvPr>
        </p:nvSpPr>
        <p:spPr>
          <a:xfrm>
            <a:off x="7398866" y="1333111"/>
            <a:ext cx="633308" cy="575733"/>
          </a:xfrm>
          <a:prstGeom prst="rect">
            <a:avLst/>
          </a:prstGeom>
        </p:spPr>
        <p:txBody>
          <a:bodyPr lIns="0" rIns="0" anchor="ctr"/>
          <a:lstStyle>
            <a:lvl1pPr marL="0" indent="0" algn="ctr">
              <a:buNone/>
              <a:defRPr sz="1333"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27" name="Rounded Rectangle 26">
            <a:extLst>
              <a:ext uri="{FF2B5EF4-FFF2-40B4-BE49-F238E27FC236}">
                <a16:creationId xmlns:a16="http://schemas.microsoft.com/office/drawing/2014/main" id="{38B2B11F-9C53-B97A-AEAD-6514A79C6C62}"/>
              </a:ext>
            </a:extLst>
          </p:cNvPr>
          <p:cNvSpPr/>
          <p:nvPr/>
        </p:nvSpPr>
        <p:spPr>
          <a:xfrm>
            <a:off x="9429879" y="1113134"/>
            <a:ext cx="2007456" cy="2430547"/>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31" name="Picture Placeholder 112">
            <a:extLst>
              <a:ext uri="{FF2B5EF4-FFF2-40B4-BE49-F238E27FC236}">
                <a16:creationId xmlns:a16="http://schemas.microsoft.com/office/drawing/2014/main" id="{B7D888EC-54A3-7F17-8264-54DEAD71A282}"/>
              </a:ext>
            </a:extLst>
          </p:cNvPr>
          <p:cNvSpPr>
            <a:spLocks noGrp="1"/>
          </p:cNvSpPr>
          <p:nvPr>
            <p:ph type="pic" sz="quarter" idx="39" hasCustomPrompt="1"/>
          </p:nvPr>
        </p:nvSpPr>
        <p:spPr>
          <a:xfrm>
            <a:off x="9619198" y="1333111"/>
            <a:ext cx="633308" cy="575733"/>
          </a:xfrm>
          <a:prstGeom prst="rect">
            <a:avLst/>
          </a:prstGeom>
        </p:spPr>
        <p:txBody>
          <a:bodyPr lIns="0" rIns="0" anchor="ctr"/>
          <a:lstStyle>
            <a:lvl1pPr marL="0" indent="0" algn="ctr">
              <a:buNone/>
              <a:defRPr sz="1333"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42" name="Picture Placeholder 112">
            <a:extLst>
              <a:ext uri="{FF2B5EF4-FFF2-40B4-BE49-F238E27FC236}">
                <a16:creationId xmlns:a16="http://schemas.microsoft.com/office/drawing/2014/main" id="{7E4E128D-F642-9B57-4AFD-E2C443193FC1}"/>
              </a:ext>
            </a:extLst>
          </p:cNvPr>
          <p:cNvSpPr>
            <a:spLocks noGrp="1"/>
          </p:cNvSpPr>
          <p:nvPr>
            <p:ph type="pic" sz="quarter" idx="41" hasCustomPrompt="1"/>
          </p:nvPr>
        </p:nvSpPr>
        <p:spPr>
          <a:xfrm>
            <a:off x="7398866" y="3969755"/>
            <a:ext cx="633308" cy="575733"/>
          </a:xfrm>
          <a:prstGeom prst="rect">
            <a:avLst/>
          </a:prstGeom>
        </p:spPr>
        <p:txBody>
          <a:bodyPr lIns="0" rIns="0" anchor="ctr"/>
          <a:lstStyle>
            <a:lvl1pPr marL="0" indent="0" algn="ctr">
              <a:buNone/>
              <a:defRPr sz="1333"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44" name="Rounded Rectangle 43">
            <a:extLst>
              <a:ext uri="{FF2B5EF4-FFF2-40B4-BE49-F238E27FC236}">
                <a16:creationId xmlns:a16="http://schemas.microsoft.com/office/drawing/2014/main" id="{A00445C1-D34F-3855-161F-1A73E9841925}"/>
              </a:ext>
            </a:extLst>
          </p:cNvPr>
          <p:cNvSpPr/>
          <p:nvPr/>
        </p:nvSpPr>
        <p:spPr>
          <a:xfrm>
            <a:off x="9429879" y="3749779"/>
            <a:ext cx="2007456" cy="2430547"/>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tx2"/>
              </a:solidFill>
              <a:latin typeface="Arial" panose="020B0604020202020204" pitchFamily="34" charset="0"/>
              <a:ea typeface="Verdana" charset="0"/>
              <a:cs typeface="Arial" panose="020B0604020202020204" pitchFamily="34" charset="0"/>
            </a:endParaRPr>
          </a:p>
        </p:txBody>
      </p:sp>
      <p:sp>
        <p:nvSpPr>
          <p:cNvPr id="45" name="Picture Placeholder 112">
            <a:extLst>
              <a:ext uri="{FF2B5EF4-FFF2-40B4-BE49-F238E27FC236}">
                <a16:creationId xmlns:a16="http://schemas.microsoft.com/office/drawing/2014/main" id="{60742B05-7F97-DF8E-362F-2CACF8A1C2BE}"/>
              </a:ext>
            </a:extLst>
          </p:cNvPr>
          <p:cNvSpPr>
            <a:spLocks noGrp="1"/>
          </p:cNvSpPr>
          <p:nvPr>
            <p:ph type="pic" sz="quarter" idx="43" hasCustomPrompt="1"/>
          </p:nvPr>
        </p:nvSpPr>
        <p:spPr>
          <a:xfrm>
            <a:off x="9619198" y="3969755"/>
            <a:ext cx="633308" cy="575733"/>
          </a:xfrm>
          <a:prstGeom prst="rect">
            <a:avLst/>
          </a:prstGeom>
        </p:spPr>
        <p:txBody>
          <a:bodyPr lIns="0" rIns="0" anchor="ctr"/>
          <a:lstStyle>
            <a:lvl1pPr marL="0" indent="0" algn="ctr">
              <a:buNone/>
              <a:defRPr sz="1333"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3" name="Text Placeholder 5">
            <a:extLst>
              <a:ext uri="{FF2B5EF4-FFF2-40B4-BE49-F238E27FC236}">
                <a16:creationId xmlns:a16="http://schemas.microsoft.com/office/drawing/2014/main" id="{74819339-4F53-465B-2ACF-3CA610BEBEBA}"/>
              </a:ext>
            </a:extLst>
          </p:cNvPr>
          <p:cNvSpPr>
            <a:spLocks noGrp="1"/>
          </p:cNvSpPr>
          <p:nvPr>
            <p:ph type="body" sz="quarter" idx="58" hasCustomPrompt="1"/>
          </p:nvPr>
        </p:nvSpPr>
        <p:spPr>
          <a:xfrm>
            <a:off x="7392464" y="2014913"/>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5" name="Text Placeholder 5">
            <a:extLst>
              <a:ext uri="{FF2B5EF4-FFF2-40B4-BE49-F238E27FC236}">
                <a16:creationId xmlns:a16="http://schemas.microsoft.com/office/drawing/2014/main" id="{5E0FCEFC-EDF4-2086-8055-CAE0A3EEC33C}"/>
              </a:ext>
            </a:extLst>
          </p:cNvPr>
          <p:cNvSpPr>
            <a:spLocks noGrp="1"/>
          </p:cNvSpPr>
          <p:nvPr>
            <p:ph type="body" sz="quarter" idx="59" hasCustomPrompt="1"/>
          </p:nvPr>
        </p:nvSpPr>
        <p:spPr>
          <a:xfrm>
            <a:off x="9606625" y="4671485"/>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7" name="Text Placeholder 5">
            <a:extLst>
              <a:ext uri="{FF2B5EF4-FFF2-40B4-BE49-F238E27FC236}">
                <a16:creationId xmlns:a16="http://schemas.microsoft.com/office/drawing/2014/main" id="{C1C7E4EF-7524-A2E1-0C45-802F5FCC7346}"/>
              </a:ext>
            </a:extLst>
          </p:cNvPr>
          <p:cNvSpPr>
            <a:spLocks noGrp="1"/>
          </p:cNvSpPr>
          <p:nvPr>
            <p:ph type="body" sz="quarter" idx="60" hasCustomPrompt="1"/>
          </p:nvPr>
        </p:nvSpPr>
        <p:spPr>
          <a:xfrm>
            <a:off x="9606625" y="2014913"/>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Tree>
    <p:extLst>
      <p:ext uri="{BB962C8B-B14F-4D97-AF65-F5344CB8AC3E}">
        <p14:creationId xmlns:p14="http://schemas.microsoft.com/office/powerpoint/2010/main" val="1247078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p:cSld name="4_Four content">
    <p:bg>
      <p:bgRef idx="1001">
        <a:schemeClr val="bg2"/>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8" name="Content Placeholder 2">
            <a:extLst>
              <a:ext uri="{FF2B5EF4-FFF2-40B4-BE49-F238E27FC236}">
                <a16:creationId xmlns:a16="http://schemas.microsoft.com/office/drawing/2014/main" id="{7BB68A75-C1E7-A0A6-B880-04BE4CD03C8E}"/>
              </a:ext>
            </a:extLst>
          </p:cNvPr>
          <p:cNvSpPr>
            <a:spLocks noGrp="1"/>
          </p:cNvSpPr>
          <p:nvPr>
            <p:ph idx="14" hasCustomPrompt="1"/>
          </p:nvPr>
        </p:nvSpPr>
        <p:spPr>
          <a:xfrm>
            <a:off x="558801" y="1113133"/>
            <a:ext cx="6074716"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1"/>
                </a:solidFill>
                <a:latin typeface="Arial" panose="020B0604020202020204" pitchFamily="34" charset="0"/>
                <a:cs typeface="Arial" panose="020B0604020202020204" pitchFamily="34" charset="0"/>
              </a:defRPr>
            </a:lvl4pPr>
            <a:lvl5pPr>
              <a:defRPr sz="2133">
                <a:solidFill>
                  <a:schemeClr val="tx1"/>
                </a:solidFill>
                <a:latin typeface="Arial" panose="020B0604020202020204" pitchFamily="34" charset="0"/>
                <a:cs typeface="Arial" panose="020B0604020202020204" pitchFamily="34" charset="0"/>
              </a:defRPr>
            </a:lvl5pPr>
            <a:lvl6pPr>
              <a:defRPr sz="2133">
                <a:solidFill>
                  <a:schemeClr val="tx1"/>
                </a:solidFill>
              </a:defRPr>
            </a:lvl6pPr>
            <a:lvl7pPr>
              <a:defRPr sz="2133">
                <a:solidFill>
                  <a:schemeClr val="tx1"/>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1" name="Rounded Rectangle 20">
            <a:extLst>
              <a:ext uri="{FF2B5EF4-FFF2-40B4-BE49-F238E27FC236}">
                <a16:creationId xmlns:a16="http://schemas.microsoft.com/office/drawing/2014/main" id="{8D0B9895-59F3-1B72-2AE2-4BCCD04A7F9A}"/>
              </a:ext>
            </a:extLst>
          </p:cNvPr>
          <p:cNvSpPr/>
          <p:nvPr/>
        </p:nvSpPr>
        <p:spPr>
          <a:xfrm>
            <a:off x="7209547" y="1113134"/>
            <a:ext cx="2007456" cy="2430547"/>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22" name="Picture Placeholder 112">
            <a:extLst>
              <a:ext uri="{FF2B5EF4-FFF2-40B4-BE49-F238E27FC236}">
                <a16:creationId xmlns:a16="http://schemas.microsoft.com/office/drawing/2014/main" id="{E39D19F8-947E-94AE-7B56-EF0653F9944F}"/>
              </a:ext>
            </a:extLst>
          </p:cNvPr>
          <p:cNvSpPr>
            <a:spLocks noGrp="1"/>
          </p:cNvSpPr>
          <p:nvPr>
            <p:ph type="pic" sz="quarter" idx="37" hasCustomPrompt="1"/>
          </p:nvPr>
        </p:nvSpPr>
        <p:spPr>
          <a:xfrm>
            <a:off x="7398866"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27" name="Rounded Rectangle 26">
            <a:extLst>
              <a:ext uri="{FF2B5EF4-FFF2-40B4-BE49-F238E27FC236}">
                <a16:creationId xmlns:a16="http://schemas.microsoft.com/office/drawing/2014/main" id="{38B2B11F-9C53-B97A-AEAD-6514A79C6C62}"/>
              </a:ext>
            </a:extLst>
          </p:cNvPr>
          <p:cNvSpPr/>
          <p:nvPr/>
        </p:nvSpPr>
        <p:spPr>
          <a:xfrm>
            <a:off x="9429879" y="1113134"/>
            <a:ext cx="2007456" cy="2430547"/>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31" name="Picture Placeholder 112">
            <a:extLst>
              <a:ext uri="{FF2B5EF4-FFF2-40B4-BE49-F238E27FC236}">
                <a16:creationId xmlns:a16="http://schemas.microsoft.com/office/drawing/2014/main" id="{B7D888EC-54A3-7F17-8264-54DEAD71A282}"/>
              </a:ext>
            </a:extLst>
          </p:cNvPr>
          <p:cNvSpPr>
            <a:spLocks noGrp="1"/>
          </p:cNvSpPr>
          <p:nvPr>
            <p:ph type="pic" sz="quarter" idx="39" hasCustomPrompt="1"/>
          </p:nvPr>
        </p:nvSpPr>
        <p:spPr>
          <a:xfrm>
            <a:off x="9619198"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1" name="Rounded Rectangle 40">
            <a:extLst>
              <a:ext uri="{FF2B5EF4-FFF2-40B4-BE49-F238E27FC236}">
                <a16:creationId xmlns:a16="http://schemas.microsoft.com/office/drawing/2014/main" id="{7DFA5DBC-D31B-D06F-35F0-79547DB2CFF0}"/>
              </a:ext>
            </a:extLst>
          </p:cNvPr>
          <p:cNvSpPr/>
          <p:nvPr/>
        </p:nvSpPr>
        <p:spPr>
          <a:xfrm>
            <a:off x="7209547" y="3749779"/>
            <a:ext cx="2007456" cy="2430547"/>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42" name="Picture Placeholder 112">
            <a:extLst>
              <a:ext uri="{FF2B5EF4-FFF2-40B4-BE49-F238E27FC236}">
                <a16:creationId xmlns:a16="http://schemas.microsoft.com/office/drawing/2014/main" id="{7E4E128D-F642-9B57-4AFD-E2C443193FC1}"/>
              </a:ext>
            </a:extLst>
          </p:cNvPr>
          <p:cNvSpPr>
            <a:spLocks noGrp="1"/>
          </p:cNvSpPr>
          <p:nvPr>
            <p:ph type="pic" sz="quarter" idx="41" hasCustomPrompt="1"/>
          </p:nvPr>
        </p:nvSpPr>
        <p:spPr>
          <a:xfrm>
            <a:off x="7398866" y="3969755"/>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4" name="Rounded Rectangle 43">
            <a:extLst>
              <a:ext uri="{FF2B5EF4-FFF2-40B4-BE49-F238E27FC236}">
                <a16:creationId xmlns:a16="http://schemas.microsoft.com/office/drawing/2014/main" id="{A00445C1-D34F-3855-161F-1A73E9841925}"/>
              </a:ext>
            </a:extLst>
          </p:cNvPr>
          <p:cNvSpPr/>
          <p:nvPr/>
        </p:nvSpPr>
        <p:spPr>
          <a:xfrm>
            <a:off x="9429879" y="3749779"/>
            <a:ext cx="2007456" cy="2430547"/>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45" name="Picture Placeholder 112">
            <a:extLst>
              <a:ext uri="{FF2B5EF4-FFF2-40B4-BE49-F238E27FC236}">
                <a16:creationId xmlns:a16="http://schemas.microsoft.com/office/drawing/2014/main" id="{60742B05-7F97-DF8E-362F-2CACF8A1C2BE}"/>
              </a:ext>
            </a:extLst>
          </p:cNvPr>
          <p:cNvSpPr>
            <a:spLocks noGrp="1"/>
          </p:cNvSpPr>
          <p:nvPr>
            <p:ph type="pic" sz="quarter" idx="43" hasCustomPrompt="1"/>
          </p:nvPr>
        </p:nvSpPr>
        <p:spPr>
          <a:xfrm>
            <a:off x="9619198" y="3969755"/>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3" name="Freeform 2">
            <a:extLst>
              <a:ext uri="{FF2B5EF4-FFF2-40B4-BE49-F238E27FC236}">
                <a16:creationId xmlns:a16="http://schemas.microsoft.com/office/drawing/2014/main" id="{4CAB9436-E2A2-0B68-4DD8-C8E8295B0AC5}"/>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02FC552F-9A7E-053C-093C-F94DADFCC5CC}"/>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3" name="Text Placeholder 5">
            <a:extLst>
              <a:ext uri="{FF2B5EF4-FFF2-40B4-BE49-F238E27FC236}">
                <a16:creationId xmlns:a16="http://schemas.microsoft.com/office/drawing/2014/main" id="{CCDA9F4E-FF22-C8DC-FEC9-0AAAB1CF3143}"/>
              </a:ext>
            </a:extLst>
          </p:cNvPr>
          <p:cNvSpPr>
            <a:spLocks noGrp="1"/>
          </p:cNvSpPr>
          <p:nvPr>
            <p:ph type="body" sz="quarter" idx="57" hasCustomPrompt="1"/>
          </p:nvPr>
        </p:nvSpPr>
        <p:spPr>
          <a:xfrm>
            <a:off x="7392464" y="4671485"/>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14" name="Text Placeholder 5">
            <a:extLst>
              <a:ext uri="{FF2B5EF4-FFF2-40B4-BE49-F238E27FC236}">
                <a16:creationId xmlns:a16="http://schemas.microsoft.com/office/drawing/2014/main" id="{EC10E98B-5823-380B-5FF7-3ADEED82E4F3}"/>
              </a:ext>
            </a:extLst>
          </p:cNvPr>
          <p:cNvSpPr>
            <a:spLocks noGrp="1"/>
          </p:cNvSpPr>
          <p:nvPr>
            <p:ph type="body" sz="quarter" idx="58" hasCustomPrompt="1"/>
          </p:nvPr>
        </p:nvSpPr>
        <p:spPr>
          <a:xfrm>
            <a:off x="7392464" y="2014913"/>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15" name="Text Placeholder 5">
            <a:extLst>
              <a:ext uri="{FF2B5EF4-FFF2-40B4-BE49-F238E27FC236}">
                <a16:creationId xmlns:a16="http://schemas.microsoft.com/office/drawing/2014/main" id="{DB955EBA-65A7-728B-1774-1BE63530B030}"/>
              </a:ext>
            </a:extLst>
          </p:cNvPr>
          <p:cNvSpPr>
            <a:spLocks noGrp="1"/>
          </p:cNvSpPr>
          <p:nvPr>
            <p:ph type="body" sz="quarter" idx="59" hasCustomPrompt="1"/>
          </p:nvPr>
        </p:nvSpPr>
        <p:spPr>
          <a:xfrm>
            <a:off x="9606625" y="4671485"/>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16" name="Text Placeholder 5">
            <a:extLst>
              <a:ext uri="{FF2B5EF4-FFF2-40B4-BE49-F238E27FC236}">
                <a16:creationId xmlns:a16="http://schemas.microsoft.com/office/drawing/2014/main" id="{450DC909-27FC-70F7-4925-94BBDCD7CB07}"/>
              </a:ext>
            </a:extLst>
          </p:cNvPr>
          <p:cNvSpPr>
            <a:spLocks noGrp="1"/>
          </p:cNvSpPr>
          <p:nvPr>
            <p:ph type="body" sz="quarter" idx="60" hasCustomPrompt="1"/>
          </p:nvPr>
        </p:nvSpPr>
        <p:spPr>
          <a:xfrm>
            <a:off x="9606625" y="2014913"/>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Tree>
    <p:extLst>
      <p:ext uri="{BB962C8B-B14F-4D97-AF65-F5344CB8AC3E}">
        <p14:creationId xmlns:p14="http://schemas.microsoft.com/office/powerpoint/2010/main" val="289898645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p:cSld name="5_Four content">
    <p:bg>
      <p:bgRef idx="1001">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4F3AA90-3765-68E7-D43C-E1245F48195D}"/>
              </a:ext>
            </a:extLst>
          </p:cNvPr>
          <p:cNvSpPr/>
          <p:nvPr/>
        </p:nvSpPr>
        <p:spPr>
          <a:xfrm>
            <a:off x="0" y="0"/>
            <a:ext cx="78232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6884736" cy="451405"/>
          </a:xfrm>
          <a:prstGeom prst="rect">
            <a:avLst/>
          </a:prstGeom>
        </p:spPr>
        <p:txBody>
          <a:bodyPr lIns="0" rIns="0"/>
          <a:lstStyle>
            <a:lvl1pPr algn="l">
              <a:defRPr sz="2400" b="0"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 name="Rounded Rectangle 4">
            <a:extLst>
              <a:ext uri="{FF2B5EF4-FFF2-40B4-BE49-F238E27FC236}">
                <a16:creationId xmlns:a16="http://schemas.microsoft.com/office/drawing/2014/main" id="{34AD4877-4C73-96C9-8DF8-F3831794D32F}"/>
              </a:ext>
            </a:extLst>
          </p:cNvPr>
          <p:cNvSpPr/>
          <p:nvPr/>
        </p:nvSpPr>
        <p:spPr>
          <a:xfrm>
            <a:off x="6439877" y="1113135"/>
            <a:ext cx="4990123" cy="1119208"/>
          </a:xfrm>
          <a:prstGeom prst="roundRect">
            <a:avLst>
              <a:gd name="adj" fmla="val 11134"/>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53440984-A731-03F0-E254-C6B3E6E6C3EC}"/>
              </a:ext>
            </a:extLst>
          </p:cNvPr>
          <p:cNvCxnSpPr>
            <a:cxnSpLocks/>
          </p:cNvCxnSpPr>
          <p:nvPr/>
        </p:nvCxnSpPr>
        <p:spPr>
          <a:xfrm>
            <a:off x="7443536" y="1251802"/>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0" name="Content Placeholder 2">
            <a:extLst>
              <a:ext uri="{FF2B5EF4-FFF2-40B4-BE49-F238E27FC236}">
                <a16:creationId xmlns:a16="http://schemas.microsoft.com/office/drawing/2014/main" id="{A5B9F124-6987-431F-4600-B0316399DC89}"/>
              </a:ext>
            </a:extLst>
          </p:cNvPr>
          <p:cNvSpPr>
            <a:spLocks noGrp="1"/>
          </p:cNvSpPr>
          <p:nvPr>
            <p:ph idx="14" hasCustomPrompt="1"/>
          </p:nvPr>
        </p:nvSpPr>
        <p:spPr>
          <a:xfrm>
            <a:off x="558801" y="1113133"/>
            <a:ext cx="54356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bg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bg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bg2"/>
                </a:solidFill>
                <a:latin typeface="Arial" panose="020B0604020202020204" pitchFamily="34" charset="0"/>
                <a:ea typeface="Inter Light" panose="02000503000000020004" pitchFamily="2" charset="0"/>
                <a:cs typeface="Gotham Book" pitchFamily="2" charset="0"/>
              </a:defRPr>
            </a:lvl3pPr>
            <a:lvl4pPr>
              <a:defRPr sz="2133">
                <a:solidFill>
                  <a:schemeClr val="bg2"/>
                </a:solidFill>
                <a:latin typeface="Arial" panose="020B0604020202020204" pitchFamily="34" charset="0"/>
                <a:cs typeface="Arial" panose="020B0604020202020204" pitchFamily="34" charset="0"/>
              </a:defRPr>
            </a:lvl4pPr>
            <a:lvl5pPr>
              <a:defRPr sz="2133">
                <a:solidFill>
                  <a:schemeClr val="bg2"/>
                </a:solidFill>
                <a:latin typeface="Arial" panose="020B0604020202020204" pitchFamily="34" charset="0"/>
                <a:cs typeface="Arial" panose="020B0604020202020204" pitchFamily="34" charset="0"/>
              </a:defRPr>
            </a:lvl5pPr>
            <a:lvl6pPr>
              <a:defRPr sz="2133">
                <a:solidFill>
                  <a:schemeClr val="bg2"/>
                </a:solidFill>
              </a:defRPr>
            </a:lvl6pPr>
            <a:lvl7pPr>
              <a:defRPr sz="2133">
                <a:solidFill>
                  <a:schemeClr val="bg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9" name="Picture Placeholder 112">
            <a:extLst>
              <a:ext uri="{FF2B5EF4-FFF2-40B4-BE49-F238E27FC236}">
                <a16:creationId xmlns:a16="http://schemas.microsoft.com/office/drawing/2014/main" id="{07D90A00-AC5D-F149-0735-28060772CCD4}"/>
              </a:ext>
            </a:extLst>
          </p:cNvPr>
          <p:cNvSpPr>
            <a:spLocks noGrp="1"/>
          </p:cNvSpPr>
          <p:nvPr>
            <p:ph type="pic" sz="quarter" idx="37" hasCustomPrompt="1"/>
          </p:nvPr>
        </p:nvSpPr>
        <p:spPr>
          <a:xfrm>
            <a:off x="6560819" y="1282244"/>
            <a:ext cx="766303" cy="766301"/>
          </a:xfrm>
          <a:prstGeom prst="rect">
            <a:avLst/>
          </a:prstGeom>
        </p:spPr>
        <p:txBody>
          <a:bodyPr lIns="0" rIns="0" anchor="ctr"/>
          <a:lstStyle>
            <a:lvl1pPr marL="0" indent="0" algn="ctr">
              <a:buNone/>
              <a:defRPr sz="1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0" name="Text Placeholder 27">
            <a:extLst>
              <a:ext uri="{FF2B5EF4-FFF2-40B4-BE49-F238E27FC236}">
                <a16:creationId xmlns:a16="http://schemas.microsoft.com/office/drawing/2014/main" id="{63867D51-C97B-C5D7-C997-4B3A38632E5C}"/>
              </a:ext>
            </a:extLst>
          </p:cNvPr>
          <p:cNvSpPr>
            <a:spLocks noGrp="1"/>
          </p:cNvSpPr>
          <p:nvPr>
            <p:ph type="body" sz="quarter" idx="45" hasCustomPrompt="1"/>
          </p:nvPr>
        </p:nvSpPr>
        <p:spPr>
          <a:xfrm>
            <a:off x="7687734" y="1333500"/>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37" name="Rounded Rectangle 36">
            <a:extLst>
              <a:ext uri="{FF2B5EF4-FFF2-40B4-BE49-F238E27FC236}">
                <a16:creationId xmlns:a16="http://schemas.microsoft.com/office/drawing/2014/main" id="{54ACCFBB-0BC4-D982-49C1-4F300E5F5DE9}"/>
              </a:ext>
            </a:extLst>
          </p:cNvPr>
          <p:cNvSpPr/>
          <p:nvPr/>
        </p:nvSpPr>
        <p:spPr>
          <a:xfrm>
            <a:off x="6439877" y="2425325"/>
            <a:ext cx="4990123" cy="1119208"/>
          </a:xfrm>
          <a:prstGeom prst="roundRect">
            <a:avLst>
              <a:gd name="adj" fmla="val 11891"/>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8" name="Straight Connector 37">
            <a:extLst>
              <a:ext uri="{FF2B5EF4-FFF2-40B4-BE49-F238E27FC236}">
                <a16:creationId xmlns:a16="http://schemas.microsoft.com/office/drawing/2014/main" id="{752C3859-D0EA-2665-2BB3-F592E3F0C495}"/>
              </a:ext>
            </a:extLst>
          </p:cNvPr>
          <p:cNvCxnSpPr>
            <a:cxnSpLocks/>
          </p:cNvCxnSpPr>
          <p:nvPr/>
        </p:nvCxnSpPr>
        <p:spPr>
          <a:xfrm>
            <a:off x="7443536" y="2563992"/>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9" name="Picture Placeholder 112">
            <a:extLst>
              <a:ext uri="{FF2B5EF4-FFF2-40B4-BE49-F238E27FC236}">
                <a16:creationId xmlns:a16="http://schemas.microsoft.com/office/drawing/2014/main" id="{626E9045-5659-6550-9D1D-178A7E2F407C}"/>
              </a:ext>
            </a:extLst>
          </p:cNvPr>
          <p:cNvSpPr>
            <a:spLocks noGrp="1"/>
          </p:cNvSpPr>
          <p:nvPr>
            <p:ph type="pic" sz="quarter" idx="46" hasCustomPrompt="1"/>
          </p:nvPr>
        </p:nvSpPr>
        <p:spPr>
          <a:xfrm>
            <a:off x="6560819" y="2594435"/>
            <a:ext cx="766303" cy="766301"/>
          </a:xfrm>
          <a:prstGeom prst="rect">
            <a:avLst/>
          </a:prstGeom>
        </p:spPr>
        <p:txBody>
          <a:bodyPr lIns="0" rIns="0" anchor="ctr"/>
          <a:lstStyle>
            <a:lvl1pPr marL="0" indent="0" algn="ctr">
              <a:buNone/>
              <a:defRPr sz="1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0" name="Text Placeholder 27">
            <a:extLst>
              <a:ext uri="{FF2B5EF4-FFF2-40B4-BE49-F238E27FC236}">
                <a16:creationId xmlns:a16="http://schemas.microsoft.com/office/drawing/2014/main" id="{A6BA47EF-5666-BCD4-2352-13C15B8E727B}"/>
              </a:ext>
            </a:extLst>
          </p:cNvPr>
          <p:cNvSpPr>
            <a:spLocks noGrp="1"/>
          </p:cNvSpPr>
          <p:nvPr>
            <p:ph type="body" sz="quarter" idx="47" hasCustomPrompt="1"/>
          </p:nvPr>
        </p:nvSpPr>
        <p:spPr>
          <a:xfrm>
            <a:off x="7687734" y="2645691"/>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50" name="Rounded Rectangle 49">
            <a:extLst>
              <a:ext uri="{FF2B5EF4-FFF2-40B4-BE49-F238E27FC236}">
                <a16:creationId xmlns:a16="http://schemas.microsoft.com/office/drawing/2014/main" id="{0062EF50-D889-CC0D-A80F-7EB7FFE65106}"/>
              </a:ext>
            </a:extLst>
          </p:cNvPr>
          <p:cNvSpPr/>
          <p:nvPr/>
        </p:nvSpPr>
        <p:spPr>
          <a:xfrm>
            <a:off x="6439877" y="3758180"/>
            <a:ext cx="4990123" cy="1119208"/>
          </a:xfrm>
          <a:prstGeom prst="roundRect">
            <a:avLst>
              <a:gd name="adj" fmla="val 12269"/>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2" name="Straight Connector 51">
            <a:extLst>
              <a:ext uri="{FF2B5EF4-FFF2-40B4-BE49-F238E27FC236}">
                <a16:creationId xmlns:a16="http://schemas.microsoft.com/office/drawing/2014/main" id="{80BB235C-4AB0-3C68-F736-849480DA70E1}"/>
              </a:ext>
            </a:extLst>
          </p:cNvPr>
          <p:cNvCxnSpPr>
            <a:cxnSpLocks/>
          </p:cNvCxnSpPr>
          <p:nvPr/>
        </p:nvCxnSpPr>
        <p:spPr>
          <a:xfrm>
            <a:off x="7443536" y="3896847"/>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112">
            <a:extLst>
              <a:ext uri="{FF2B5EF4-FFF2-40B4-BE49-F238E27FC236}">
                <a16:creationId xmlns:a16="http://schemas.microsoft.com/office/drawing/2014/main" id="{8C443363-BF79-012D-2DA2-5750610633BE}"/>
              </a:ext>
            </a:extLst>
          </p:cNvPr>
          <p:cNvSpPr>
            <a:spLocks noGrp="1"/>
          </p:cNvSpPr>
          <p:nvPr>
            <p:ph type="pic" sz="quarter" idx="48" hasCustomPrompt="1"/>
          </p:nvPr>
        </p:nvSpPr>
        <p:spPr>
          <a:xfrm>
            <a:off x="6560819" y="3927289"/>
            <a:ext cx="766303" cy="766301"/>
          </a:xfrm>
          <a:prstGeom prst="rect">
            <a:avLst/>
          </a:prstGeom>
        </p:spPr>
        <p:txBody>
          <a:bodyPr lIns="0" rIns="0" anchor="ctr"/>
          <a:lstStyle>
            <a:lvl1pPr marL="0" indent="0" algn="ctr">
              <a:buNone/>
              <a:defRPr sz="1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4" name="Text Placeholder 27">
            <a:extLst>
              <a:ext uri="{FF2B5EF4-FFF2-40B4-BE49-F238E27FC236}">
                <a16:creationId xmlns:a16="http://schemas.microsoft.com/office/drawing/2014/main" id="{70E1B955-CC41-DE72-55E1-D63BD6B8895E}"/>
              </a:ext>
            </a:extLst>
          </p:cNvPr>
          <p:cNvSpPr>
            <a:spLocks noGrp="1"/>
          </p:cNvSpPr>
          <p:nvPr>
            <p:ph type="body" sz="quarter" idx="49" hasCustomPrompt="1"/>
          </p:nvPr>
        </p:nvSpPr>
        <p:spPr>
          <a:xfrm>
            <a:off x="7687734" y="3978545"/>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59" name="Rounded Rectangle 58">
            <a:extLst>
              <a:ext uri="{FF2B5EF4-FFF2-40B4-BE49-F238E27FC236}">
                <a16:creationId xmlns:a16="http://schemas.microsoft.com/office/drawing/2014/main" id="{BC10B739-86D5-A16B-B089-81B5301A8431}"/>
              </a:ext>
            </a:extLst>
          </p:cNvPr>
          <p:cNvSpPr/>
          <p:nvPr/>
        </p:nvSpPr>
        <p:spPr>
          <a:xfrm>
            <a:off x="6439877" y="5063980"/>
            <a:ext cx="4990123" cy="1119208"/>
          </a:xfrm>
          <a:prstGeom prst="roundRect">
            <a:avLst>
              <a:gd name="adj" fmla="val 12269"/>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0" name="Straight Connector 59">
            <a:extLst>
              <a:ext uri="{FF2B5EF4-FFF2-40B4-BE49-F238E27FC236}">
                <a16:creationId xmlns:a16="http://schemas.microsoft.com/office/drawing/2014/main" id="{854C546F-4063-F45F-A570-616F50CCAC29}"/>
              </a:ext>
            </a:extLst>
          </p:cNvPr>
          <p:cNvCxnSpPr>
            <a:cxnSpLocks/>
          </p:cNvCxnSpPr>
          <p:nvPr/>
        </p:nvCxnSpPr>
        <p:spPr>
          <a:xfrm>
            <a:off x="7443536" y="5202647"/>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1" name="Picture Placeholder 112">
            <a:extLst>
              <a:ext uri="{FF2B5EF4-FFF2-40B4-BE49-F238E27FC236}">
                <a16:creationId xmlns:a16="http://schemas.microsoft.com/office/drawing/2014/main" id="{D07C5A6C-9D01-EF29-E5EA-73AA32F1E38E}"/>
              </a:ext>
            </a:extLst>
          </p:cNvPr>
          <p:cNvSpPr>
            <a:spLocks noGrp="1"/>
          </p:cNvSpPr>
          <p:nvPr>
            <p:ph type="pic" sz="quarter" idx="50" hasCustomPrompt="1"/>
          </p:nvPr>
        </p:nvSpPr>
        <p:spPr>
          <a:xfrm>
            <a:off x="6560819" y="5233090"/>
            <a:ext cx="766303" cy="766301"/>
          </a:xfrm>
          <a:prstGeom prst="rect">
            <a:avLst/>
          </a:prstGeom>
        </p:spPr>
        <p:txBody>
          <a:bodyPr lIns="0" rIns="0" anchor="ctr"/>
          <a:lstStyle>
            <a:lvl1pPr marL="0" indent="0" algn="ctr">
              <a:buNone/>
              <a:defRPr sz="1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62" name="Text Placeholder 27">
            <a:extLst>
              <a:ext uri="{FF2B5EF4-FFF2-40B4-BE49-F238E27FC236}">
                <a16:creationId xmlns:a16="http://schemas.microsoft.com/office/drawing/2014/main" id="{0AE36378-589A-F085-B0D0-DDF2DD96CA65}"/>
              </a:ext>
            </a:extLst>
          </p:cNvPr>
          <p:cNvSpPr>
            <a:spLocks noGrp="1"/>
          </p:cNvSpPr>
          <p:nvPr>
            <p:ph type="body" sz="quarter" idx="51" hasCustomPrompt="1"/>
          </p:nvPr>
        </p:nvSpPr>
        <p:spPr>
          <a:xfrm>
            <a:off x="7687734" y="5284345"/>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3" name="Freeform 2">
            <a:extLst>
              <a:ext uri="{FF2B5EF4-FFF2-40B4-BE49-F238E27FC236}">
                <a16:creationId xmlns:a16="http://schemas.microsoft.com/office/drawing/2014/main" id="{2C439C35-F25B-44AD-F7A1-44074A3D911A}"/>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52C8380-E0FA-F142-C48C-6C7CEDB75AB5}"/>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91633766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p:cSld name="6_Four content">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4F3AA90-3765-68E7-D43C-E1245F48195D}"/>
              </a:ext>
            </a:extLst>
          </p:cNvPr>
          <p:cNvSpPr/>
          <p:nvPr/>
        </p:nvSpPr>
        <p:spPr>
          <a:xfrm>
            <a:off x="0" y="0"/>
            <a:ext cx="78232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6884736"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 name="Rounded Rectangle 4">
            <a:extLst>
              <a:ext uri="{FF2B5EF4-FFF2-40B4-BE49-F238E27FC236}">
                <a16:creationId xmlns:a16="http://schemas.microsoft.com/office/drawing/2014/main" id="{34AD4877-4C73-96C9-8DF8-F3831794D32F}"/>
              </a:ext>
            </a:extLst>
          </p:cNvPr>
          <p:cNvSpPr/>
          <p:nvPr/>
        </p:nvSpPr>
        <p:spPr>
          <a:xfrm>
            <a:off x="6439877" y="1113135"/>
            <a:ext cx="4990123" cy="1119208"/>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53440984-A731-03F0-E254-C6B3E6E6C3EC}"/>
              </a:ext>
            </a:extLst>
          </p:cNvPr>
          <p:cNvCxnSpPr>
            <a:cxnSpLocks/>
          </p:cNvCxnSpPr>
          <p:nvPr/>
        </p:nvCxnSpPr>
        <p:spPr>
          <a:xfrm>
            <a:off x="7443536" y="1251802"/>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0" name="Content Placeholder 2">
            <a:extLst>
              <a:ext uri="{FF2B5EF4-FFF2-40B4-BE49-F238E27FC236}">
                <a16:creationId xmlns:a16="http://schemas.microsoft.com/office/drawing/2014/main" id="{A5B9F124-6987-431F-4600-B0316399DC89}"/>
              </a:ext>
            </a:extLst>
          </p:cNvPr>
          <p:cNvSpPr>
            <a:spLocks noGrp="1"/>
          </p:cNvSpPr>
          <p:nvPr>
            <p:ph idx="14" hasCustomPrompt="1"/>
          </p:nvPr>
        </p:nvSpPr>
        <p:spPr>
          <a:xfrm>
            <a:off x="558801" y="1113133"/>
            <a:ext cx="54356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9" name="Picture Placeholder 112">
            <a:extLst>
              <a:ext uri="{FF2B5EF4-FFF2-40B4-BE49-F238E27FC236}">
                <a16:creationId xmlns:a16="http://schemas.microsoft.com/office/drawing/2014/main" id="{07D90A00-AC5D-F149-0735-28060772CCD4}"/>
              </a:ext>
            </a:extLst>
          </p:cNvPr>
          <p:cNvSpPr>
            <a:spLocks noGrp="1"/>
          </p:cNvSpPr>
          <p:nvPr>
            <p:ph type="pic" sz="quarter" idx="37" hasCustomPrompt="1"/>
          </p:nvPr>
        </p:nvSpPr>
        <p:spPr>
          <a:xfrm>
            <a:off x="6595651" y="1317076"/>
            <a:ext cx="696639" cy="696637"/>
          </a:xfrm>
          <a:prstGeom prst="rect">
            <a:avLst/>
          </a:prstGeom>
        </p:spPr>
        <p:txBody>
          <a:bodyPr lIns="0" rIns="0" anchor="ctr"/>
          <a:lstStyle>
            <a:lvl1pPr marL="0" indent="0" algn="ctr">
              <a:buNone/>
              <a:defRPr sz="1333"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0" name="Text Placeholder 27">
            <a:extLst>
              <a:ext uri="{FF2B5EF4-FFF2-40B4-BE49-F238E27FC236}">
                <a16:creationId xmlns:a16="http://schemas.microsoft.com/office/drawing/2014/main" id="{63867D51-C97B-C5D7-C997-4B3A38632E5C}"/>
              </a:ext>
            </a:extLst>
          </p:cNvPr>
          <p:cNvSpPr>
            <a:spLocks noGrp="1"/>
          </p:cNvSpPr>
          <p:nvPr>
            <p:ph type="body" sz="quarter" idx="45" hasCustomPrompt="1"/>
          </p:nvPr>
        </p:nvSpPr>
        <p:spPr>
          <a:xfrm>
            <a:off x="7687734" y="1333500"/>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37" name="Rounded Rectangle 36">
            <a:extLst>
              <a:ext uri="{FF2B5EF4-FFF2-40B4-BE49-F238E27FC236}">
                <a16:creationId xmlns:a16="http://schemas.microsoft.com/office/drawing/2014/main" id="{54ACCFBB-0BC4-D982-49C1-4F300E5F5DE9}"/>
              </a:ext>
            </a:extLst>
          </p:cNvPr>
          <p:cNvSpPr/>
          <p:nvPr/>
        </p:nvSpPr>
        <p:spPr>
          <a:xfrm>
            <a:off x="6439877" y="2425325"/>
            <a:ext cx="4990123" cy="1119208"/>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8" name="Straight Connector 37">
            <a:extLst>
              <a:ext uri="{FF2B5EF4-FFF2-40B4-BE49-F238E27FC236}">
                <a16:creationId xmlns:a16="http://schemas.microsoft.com/office/drawing/2014/main" id="{752C3859-D0EA-2665-2BB3-F592E3F0C495}"/>
              </a:ext>
            </a:extLst>
          </p:cNvPr>
          <p:cNvCxnSpPr>
            <a:cxnSpLocks/>
          </p:cNvCxnSpPr>
          <p:nvPr/>
        </p:nvCxnSpPr>
        <p:spPr>
          <a:xfrm>
            <a:off x="7443536" y="2563992"/>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9" name="Picture Placeholder 112">
            <a:extLst>
              <a:ext uri="{FF2B5EF4-FFF2-40B4-BE49-F238E27FC236}">
                <a16:creationId xmlns:a16="http://schemas.microsoft.com/office/drawing/2014/main" id="{626E9045-5659-6550-9D1D-178A7E2F407C}"/>
              </a:ext>
            </a:extLst>
          </p:cNvPr>
          <p:cNvSpPr>
            <a:spLocks noGrp="1"/>
          </p:cNvSpPr>
          <p:nvPr>
            <p:ph type="pic" sz="quarter" idx="46" hasCustomPrompt="1"/>
          </p:nvPr>
        </p:nvSpPr>
        <p:spPr>
          <a:xfrm>
            <a:off x="6595651" y="2629267"/>
            <a:ext cx="696639" cy="696637"/>
          </a:xfrm>
          <a:prstGeom prst="rect">
            <a:avLst/>
          </a:prstGeom>
        </p:spPr>
        <p:txBody>
          <a:bodyPr lIns="0" rIns="0" anchor="ctr"/>
          <a:lstStyle>
            <a:lvl1pPr marL="0" indent="0" algn="ctr">
              <a:buNone/>
              <a:defRPr sz="1333"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0" name="Text Placeholder 27">
            <a:extLst>
              <a:ext uri="{FF2B5EF4-FFF2-40B4-BE49-F238E27FC236}">
                <a16:creationId xmlns:a16="http://schemas.microsoft.com/office/drawing/2014/main" id="{A6BA47EF-5666-BCD4-2352-13C15B8E727B}"/>
              </a:ext>
            </a:extLst>
          </p:cNvPr>
          <p:cNvSpPr>
            <a:spLocks noGrp="1"/>
          </p:cNvSpPr>
          <p:nvPr>
            <p:ph type="body" sz="quarter" idx="47" hasCustomPrompt="1"/>
          </p:nvPr>
        </p:nvSpPr>
        <p:spPr>
          <a:xfrm>
            <a:off x="7687734" y="2645691"/>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50" name="Rounded Rectangle 49">
            <a:extLst>
              <a:ext uri="{FF2B5EF4-FFF2-40B4-BE49-F238E27FC236}">
                <a16:creationId xmlns:a16="http://schemas.microsoft.com/office/drawing/2014/main" id="{0062EF50-D889-CC0D-A80F-7EB7FFE65106}"/>
              </a:ext>
            </a:extLst>
          </p:cNvPr>
          <p:cNvSpPr/>
          <p:nvPr/>
        </p:nvSpPr>
        <p:spPr>
          <a:xfrm>
            <a:off x="6439877" y="3758180"/>
            <a:ext cx="4990123" cy="1119208"/>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2" name="Straight Connector 51">
            <a:extLst>
              <a:ext uri="{FF2B5EF4-FFF2-40B4-BE49-F238E27FC236}">
                <a16:creationId xmlns:a16="http://schemas.microsoft.com/office/drawing/2014/main" id="{80BB235C-4AB0-3C68-F736-849480DA70E1}"/>
              </a:ext>
            </a:extLst>
          </p:cNvPr>
          <p:cNvCxnSpPr>
            <a:cxnSpLocks/>
          </p:cNvCxnSpPr>
          <p:nvPr/>
        </p:nvCxnSpPr>
        <p:spPr>
          <a:xfrm>
            <a:off x="7443536" y="3896847"/>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112">
            <a:extLst>
              <a:ext uri="{FF2B5EF4-FFF2-40B4-BE49-F238E27FC236}">
                <a16:creationId xmlns:a16="http://schemas.microsoft.com/office/drawing/2014/main" id="{8C443363-BF79-012D-2DA2-5750610633BE}"/>
              </a:ext>
            </a:extLst>
          </p:cNvPr>
          <p:cNvSpPr>
            <a:spLocks noGrp="1"/>
          </p:cNvSpPr>
          <p:nvPr>
            <p:ph type="pic" sz="quarter" idx="48" hasCustomPrompt="1"/>
          </p:nvPr>
        </p:nvSpPr>
        <p:spPr>
          <a:xfrm>
            <a:off x="6595651" y="3962121"/>
            <a:ext cx="696639" cy="696637"/>
          </a:xfrm>
          <a:prstGeom prst="rect">
            <a:avLst/>
          </a:prstGeom>
        </p:spPr>
        <p:txBody>
          <a:bodyPr lIns="0" rIns="0" anchor="ctr"/>
          <a:lstStyle>
            <a:lvl1pPr marL="0" indent="0" algn="ctr">
              <a:buNone/>
              <a:defRPr sz="1333"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4" name="Text Placeholder 27">
            <a:extLst>
              <a:ext uri="{FF2B5EF4-FFF2-40B4-BE49-F238E27FC236}">
                <a16:creationId xmlns:a16="http://schemas.microsoft.com/office/drawing/2014/main" id="{70E1B955-CC41-DE72-55E1-D63BD6B8895E}"/>
              </a:ext>
            </a:extLst>
          </p:cNvPr>
          <p:cNvSpPr>
            <a:spLocks noGrp="1"/>
          </p:cNvSpPr>
          <p:nvPr>
            <p:ph type="body" sz="quarter" idx="49" hasCustomPrompt="1"/>
          </p:nvPr>
        </p:nvSpPr>
        <p:spPr>
          <a:xfrm>
            <a:off x="7687734" y="3978545"/>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59" name="Rounded Rectangle 58">
            <a:extLst>
              <a:ext uri="{FF2B5EF4-FFF2-40B4-BE49-F238E27FC236}">
                <a16:creationId xmlns:a16="http://schemas.microsoft.com/office/drawing/2014/main" id="{BC10B739-86D5-A16B-B089-81B5301A8431}"/>
              </a:ext>
            </a:extLst>
          </p:cNvPr>
          <p:cNvSpPr/>
          <p:nvPr/>
        </p:nvSpPr>
        <p:spPr>
          <a:xfrm>
            <a:off x="6439877" y="5063980"/>
            <a:ext cx="4990123" cy="1119208"/>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0" name="Straight Connector 59">
            <a:extLst>
              <a:ext uri="{FF2B5EF4-FFF2-40B4-BE49-F238E27FC236}">
                <a16:creationId xmlns:a16="http://schemas.microsoft.com/office/drawing/2014/main" id="{854C546F-4063-F45F-A570-616F50CCAC29}"/>
              </a:ext>
            </a:extLst>
          </p:cNvPr>
          <p:cNvCxnSpPr>
            <a:cxnSpLocks/>
          </p:cNvCxnSpPr>
          <p:nvPr/>
        </p:nvCxnSpPr>
        <p:spPr>
          <a:xfrm>
            <a:off x="7443536" y="5202647"/>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1" name="Picture Placeholder 112">
            <a:extLst>
              <a:ext uri="{FF2B5EF4-FFF2-40B4-BE49-F238E27FC236}">
                <a16:creationId xmlns:a16="http://schemas.microsoft.com/office/drawing/2014/main" id="{D07C5A6C-9D01-EF29-E5EA-73AA32F1E38E}"/>
              </a:ext>
            </a:extLst>
          </p:cNvPr>
          <p:cNvSpPr>
            <a:spLocks noGrp="1"/>
          </p:cNvSpPr>
          <p:nvPr>
            <p:ph type="pic" sz="quarter" idx="50" hasCustomPrompt="1"/>
          </p:nvPr>
        </p:nvSpPr>
        <p:spPr>
          <a:xfrm>
            <a:off x="6595651" y="5267922"/>
            <a:ext cx="696639" cy="696637"/>
          </a:xfrm>
          <a:prstGeom prst="rect">
            <a:avLst/>
          </a:prstGeom>
        </p:spPr>
        <p:txBody>
          <a:bodyPr lIns="0" rIns="0" anchor="ctr"/>
          <a:lstStyle>
            <a:lvl1pPr marL="0" indent="0" algn="ctr">
              <a:buNone/>
              <a:defRPr sz="1333"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62" name="Text Placeholder 27">
            <a:extLst>
              <a:ext uri="{FF2B5EF4-FFF2-40B4-BE49-F238E27FC236}">
                <a16:creationId xmlns:a16="http://schemas.microsoft.com/office/drawing/2014/main" id="{0AE36378-589A-F085-B0D0-DDF2DD96CA65}"/>
              </a:ext>
            </a:extLst>
          </p:cNvPr>
          <p:cNvSpPr>
            <a:spLocks noGrp="1"/>
          </p:cNvSpPr>
          <p:nvPr>
            <p:ph type="body" sz="quarter" idx="51" hasCustomPrompt="1"/>
          </p:nvPr>
        </p:nvSpPr>
        <p:spPr>
          <a:xfrm>
            <a:off x="7687734" y="5284345"/>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3" name="Freeform 2">
            <a:extLst>
              <a:ext uri="{FF2B5EF4-FFF2-40B4-BE49-F238E27FC236}">
                <a16:creationId xmlns:a16="http://schemas.microsoft.com/office/drawing/2014/main" id="{C4D0CB68-1280-B3EA-1C88-0A63A66F2145}"/>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3">
            <a:extLst>
              <a:ext uri="{FF2B5EF4-FFF2-40B4-BE49-F238E27FC236}">
                <a16:creationId xmlns:a16="http://schemas.microsoft.com/office/drawing/2014/main" id="{CDC593C3-B260-FFE0-7EFC-4D0E5BA28D72}"/>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0926278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p:cSld name="1_Six content">
    <p:bg>
      <p:bgPr>
        <a:solidFill>
          <a:schemeClr val="bg1"/>
        </a:solidFill>
        <a:effectLst/>
      </p:bgPr>
    </p:bg>
    <p:spTree>
      <p:nvGrpSpPr>
        <p:cNvPr id="1" name=""/>
        <p:cNvGrpSpPr/>
        <p:nvPr/>
      </p:nvGrpSpPr>
      <p:grpSpPr>
        <a:xfrm>
          <a:off x="0" y="0"/>
          <a:ext cx="0" cy="0"/>
          <a:chOff x="0" y="0"/>
          <a:chExt cx="0" cy="0"/>
        </a:xfrm>
      </p:grpSpPr>
      <p:sp>
        <p:nvSpPr>
          <p:cNvPr id="3" name="Rounded Rectangle 2">
            <a:extLst>
              <a:ext uri="{FF2B5EF4-FFF2-40B4-BE49-F238E27FC236}">
                <a16:creationId xmlns:a16="http://schemas.microsoft.com/office/drawing/2014/main" id="{106788C0-2AEB-D6D3-93C9-5CB4234E8F7E}"/>
              </a:ext>
            </a:extLst>
          </p:cNvPr>
          <p:cNvSpPr/>
          <p:nvPr/>
        </p:nvSpPr>
        <p:spPr>
          <a:xfrm>
            <a:off x="558800" y="1338577"/>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2" name="Text Placeholder 5">
            <a:extLst>
              <a:ext uri="{FF2B5EF4-FFF2-40B4-BE49-F238E27FC236}">
                <a16:creationId xmlns:a16="http://schemas.microsoft.com/office/drawing/2014/main" id="{A55226C6-A38C-9215-44B6-05EF5B8C5F76}"/>
              </a:ext>
            </a:extLst>
          </p:cNvPr>
          <p:cNvSpPr>
            <a:spLocks noGrp="1"/>
          </p:cNvSpPr>
          <p:nvPr>
            <p:ph type="body" sz="quarter" idx="63" hasCustomPrompt="1"/>
          </p:nvPr>
        </p:nvSpPr>
        <p:spPr>
          <a:xfrm>
            <a:off x="705428" y="2525425"/>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659828"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4" name="Straight Connector 3">
            <a:extLst>
              <a:ext uri="{FF2B5EF4-FFF2-40B4-BE49-F238E27FC236}">
                <a16:creationId xmlns:a16="http://schemas.microsoft.com/office/drawing/2014/main" id="{D2D92ABC-DE54-69EC-6F68-D2329EC24CCE}"/>
              </a:ext>
            </a:extLst>
          </p:cNvPr>
          <p:cNvCxnSpPr>
            <a:cxnSpLocks/>
          </p:cNvCxnSpPr>
          <p:nvPr/>
        </p:nvCxnSpPr>
        <p:spPr>
          <a:xfrm>
            <a:off x="719941" y="2393807"/>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2" name="Text Placeholder 47">
            <a:extLst>
              <a:ext uri="{FF2B5EF4-FFF2-40B4-BE49-F238E27FC236}">
                <a16:creationId xmlns:a16="http://schemas.microsoft.com/office/drawing/2014/main" id="{5878D9E2-80BF-E7DD-D108-5163BA817B11}"/>
              </a:ext>
            </a:extLst>
          </p:cNvPr>
          <p:cNvSpPr>
            <a:spLocks noGrp="1"/>
          </p:cNvSpPr>
          <p:nvPr>
            <p:ph type="body" sz="quarter" idx="46" hasCustomPrompt="1"/>
          </p:nvPr>
        </p:nvSpPr>
        <p:spPr>
          <a:xfrm>
            <a:off x="705429" y="1979373"/>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44" name="Rounded Rectangle 43">
            <a:extLst>
              <a:ext uri="{FF2B5EF4-FFF2-40B4-BE49-F238E27FC236}">
                <a16:creationId xmlns:a16="http://schemas.microsoft.com/office/drawing/2014/main" id="{AB2A612A-3F4D-A84F-7EA1-8441AA768A3A}"/>
              </a:ext>
            </a:extLst>
          </p:cNvPr>
          <p:cNvSpPr/>
          <p:nvPr/>
        </p:nvSpPr>
        <p:spPr>
          <a:xfrm>
            <a:off x="4194567" y="1338577"/>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5" name="Straight Connector 44">
            <a:extLst>
              <a:ext uri="{FF2B5EF4-FFF2-40B4-BE49-F238E27FC236}">
                <a16:creationId xmlns:a16="http://schemas.microsoft.com/office/drawing/2014/main" id="{FA5F0E31-A1FC-CBB0-5DCD-1FBC3EC4DD6D}"/>
              </a:ext>
            </a:extLst>
          </p:cNvPr>
          <p:cNvCxnSpPr>
            <a:cxnSpLocks/>
          </p:cNvCxnSpPr>
          <p:nvPr/>
        </p:nvCxnSpPr>
        <p:spPr>
          <a:xfrm>
            <a:off x="4355708" y="2393807"/>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8" name="Text Placeholder 47">
            <a:extLst>
              <a:ext uri="{FF2B5EF4-FFF2-40B4-BE49-F238E27FC236}">
                <a16:creationId xmlns:a16="http://schemas.microsoft.com/office/drawing/2014/main" id="{A89EDD4C-DB34-C842-196A-7B2292C759C9}"/>
              </a:ext>
            </a:extLst>
          </p:cNvPr>
          <p:cNvSpPr>
            <a:spLocks noGrp="1"/>
          </p:cNvSpPr>
          <p:nvPr>
            <p:ph type="body" sz="quarter" idx="49" hasCustomPrompt="1"/>
          </p:nvPr>
        </p:nvSpPr>
        <p:spPr>
          <a:xfrm>
            <a:off x="4341196" y="1979373"/>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64" name="Rounded Rectangle 63">
            <a:extLst>
              <a:ext uri="{FF2B5EF4-FFF2-40B4-BE49-F238E27FC236}">
                <a16:creationId xmlns:a16="http://schemas.microsoft.com/office/drawing/2014/main" id="{0E68FE3D-4705-8F2D-548B-3920282A59FA}"/>
              </a:ext>
            </a:extLst>
          </p:cNvPr>
          <p:cNvSpPr/>
          <p:nvPr/>
        </p:nvSpPr>
        <p:spPr>
          <a:xfrm>
            <a:off x="7836294" y="1338577"/>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5" name="Straight Connector 64">
            <a:extLst>
              <a:ext uri="{FF2B5EF4-FFF2-40B4-BE49-F238E27FC236}">
                <a16:creationId xmlns:a16="http://schemas.microsoft.com/office/drawing/2014/main" id="{BF4538C0-5366-63BA-EE5A-FC82ACBAB806}"/>
              </a:ext>
            </a:extLst>
          </p:cNvPr>
          <p:cNvCxnSpPr>
            <a:cxnSpLocks/>
          </p:cNvCxnSpPr>
          <p:nvPr/>
        </p:nvCxnSpPr>
        <p:spPr>
          <a:xfrm>
            <a:off x="7997435" y="2393807"/>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8" name="Text Placeholder 47">
            <a:extLst>
              <a:ext uri="{FF2B5EF4-FFF2-40B4-BE49-F238E27FC236}">
                <a16:creationId xmlns:a16="http://schemas.microsoft.com/office/drawing/2014/main" id="{9A62F000-B5A8-6D5E-F88E-7B49B0FFEB08}"/>
              </a:ext>
            </a:extLst>
          </p:cNvPr>
          <p:cNvSpPr>
            <a:spLocks noGrp="1"/>
          </p:cNvSpPr>
          <p:nvPr>
            <p:ph type="body" sz="quarter" idx="52" hasCustomPrompt="1"/>
          </p:nvPr>
        </p:nvSpPr>
        <p:spPr>
          <a:xfrm>
            <a:off x="7982922" y="1979373"/>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88" name="Rounded Rectangle 87">
            <a:extLst>
              <a:ext uri="{FF2B5EF4-FFF2-40B4-BE49-F238E27FC236}">
                <a16:creationId xmlns:a16="http://schemas.microsoft.com/office/drawing/2014/main" id="{D064A084-D5AD-8936-4181-748180C00F7A}"/>
              </a:ext>
            </a:extLst>
          </p:cNvPr>
          <p:cNvSpPr/>
          <p:nvPr/>
        </p:nvSpPr>
        <p:spPr>
          <a:xfrm>
            <a:off x="558800" y="4015789"/>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89" name="Straight Connector 88">
            <a:extLst>
              <a:ext uri="{FF2B5EF4-FFF2-40B4-BE49-F238E27FC236}">
                <a16:creationId xmlns:a16="http://schemas.microsoft.com/office/drawing/2014/main" id="{1FB99F3D-88E2-54A5-2CF7-677AC5625FF8}"/>
              </a:ext>
            </a:extLst>
          </p:cNvPr>
          <p:cNvCxnSpPr>
            <a:cxnSpLocks/>
          </p:cNvCxnSpPr>
          <p:nvPr/>
        </p:nvCxnSpPr>
        <p:spPr>
          <a:xfrm>
            <a:off x="719941" y="5071019"/>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Text Placeholder 47">
            <a:extLst>
              <a:ext uri="{FF2B5EF4-FFF2-40B4-BE49-F238E27FC236}">
                <a16:creationId xmlns:a16="http://schemas.microsoft.com/office/drawing/2014/main" id="{0F09D35B-2B32-DA3C-2570-13365D60C299}"/>
              </a:ext>
            </a:extLst>
          </p:cNvPr>
          <p:cNvSpPr>
            <a:spLocks noGrp="1"/>
          </p:cNvSpPr>
          <p:nvPr>
            <p:ph type="body" sz="quarter" idx="55" hasCustomPrompt="1"/>
          </p:nvPr>
        </p:nvSpPr>
        <p:spPr>
          <a:xfrm>
            <a:off x="705429" y="4656585"/>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94" name="Rounded Rectangle 93">
            <a:extLst>
              <a:ext uri="{FF2B5EF4-FFF2-40B4-BE49-F238E27FC236}">
                <a16:creationId xmlns:a16="http://schemas.microsoft.com/office/drawing/2014/main" id="{1D62E33C-C030-9FCF-83F0-AE81ED470930}"/>
              </a:ext>
            </a:extLst>
          </p:cNvPr>
          <p:cNvSpPr/>
          <p:nvPr/>
        </p:nvSpPr>
        <p:spPr>
          <a:xfrm>
            <a:off x="4194567" y="4015789"/>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95" name="Straight Connector 94">
            <a:extLst>
              <a:ext uri="{FF2B5EF4-FFF2-40B4-BE49-F238E27FC236}">
                <a16:creationId xmlns:a16="http://schemas.microsoft.com/office/drawing/2014/main" id="{3536EE91-578B-D873-089A-E4C79313BC51}"/>
              </a:ext>
            </a:extLst>
          </p:cNvPr>
          <p:cNvCxnSpPr>
            <a:cxnSpLocks/>
          </p:cNvCxnSpPr>
          <p:nvPr/>
        </p:nvCxnSpPr>
        <p:spPr>
          <a:xfrm>
            <a:off x="4355708" y="5071019"/>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8" name="Text Placeholder 47">
            <a:extLst>
              <a:ext uri="{FF2B5EF4-FFF2-40B4-BE49-F238E27FC236}">
                <a16:creationId xmlns:a16="http://schemas.microsoft.com/office/drawing/2014/main" id="{513DD4CA-DD07-1066-5191-A164A5B8DF57}"/>
              </a:ext>
            </a:extLst>
          </p:cNvPr>
          <p:cNvSpPr>
            <a:spLocks noGrp="1"/>
          </p:cNvSpPr>
          <p:nvPr>
            <p:ph type="body" sz="quarter" idx="58" hasCustomPrompt="1"/>
          </p:nvPr>
        </p:nvSpPr>
        <p:spPr>
          <a:xfrm>
            <a:off x="4341196" y="4656585"/>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100" name="Rounded Rectangle 99">
            <a:extLst>
              <a:ext uri="{FF2B5EF4-FFF2-40B4-BE49-F238E27FC236}">
                <a16:creationId xmlns:a16="http://schemas.microsoft.com/office/drawing/2014/main" id="{CD15BB31-CBEE-340E-7CE6-DFB29BA6C288}"/>
              </a:ext>
            </a:extLst>
          </p:cNvPr>
          <p:cNvSpPr/>
          <p:nvPr/>
        </p:nvSpPr>
        <p:spPr>
          <a:xfrm>
            <a:off x="7836294" y="4015789"/>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01" name="Straight Connector 100">
            <a:extLst>
              <a:ext uri="{FF2B5EF4-FFF2-40B4-BE49-F238E27FC236}">
                <a16:creationId xmlns:a16="http://schemas.microsoft.com/office/drawing/2014/main" id="{4FDC3357-6103-77A8-8C10-B72951A9CEED}"/>
              </a:ext>
            </a:extLst>
          </p:cNvPr>
          <p:cNvCxnSpPr>
            <a:cxnSpLocks/>
          </p:cNvCxnSpPr>
          <p:nvPr/>
        </p:nvCxnSpPr>
        <p:spPr>
          <a:xfrm>
            <a:off x="7997435" y="5071019"/>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4" name="Text Placeholder 47">
            <a:extLst>
              <a:ext uri="{FF2B5EF4-FFF2-40B4-BE49-F238E27FC236}">
                <a16:creationId xmlns:a16="http://schemas.microsoft.com/office/drawing/2014/main" id="{042C748C-00C3-91B3-0983-6CD70A0557BA}"/>
              </a:ext>
            </a:extLst>
          </p:cNvPr>
          <p:cNvSpPr>
            <a:spLocks noGrp="1"/>
          </p:cNvSpPr>
          <p:nvPr>
            <p:ph type="body" sz="quarter" idx="61" hasCustomPrompt="1"/>
          </p:nvPr>
        </p:nvSpPr>
        <p:spPr>
          <a:xfrm>
            <a:off x="7982922" y="4656585"/>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106" name="Picture Placeholder 112">
            <a:extLst>
              <a:ext uri="{FF2B5EF4-FFF2-40B4-BE49-F238E27FC236}">
                <a16:creationId xmlns:a16="http://schemas.microsoft.com/office/drawing/2014/main" id="{A7F4E0F0-8440-03BE-3225-A993211B4F3A}"/>
              </a:ext>
            </a:extLst>
          </p:cNvPr>
          <p:cNvSpPr>
            <a:spLocks noGrp="1"/>
          </p:cNvSpPr>
          <p:nvPr>
            <p:ph type="pic" sz="quarter" idx="45" hasCustomPrompt="1"/>
          </p:nvPr>
        </p:nvSpPr>
        <p:spPr>
          <a:xfrm>
            <a:off x="719941" y="1456142"/>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7" name="Picture Placeholder 112">
            <a:extLst>
              <a:ext uri="{FF2B5EF4-FFF2-40B4-BE49-F238E27FC236}">
                <a16:creationId xmlns:a16="http://schemas.microsoft.com/office/drawing/2014/main" id="{AC87EA2F-8E58-766F-6DBF-FCF6527B2923}"/>
              </a:ext>
            </a:extLst>
          </p:cNvPr>
          <p:cNvSpPr>
            <a:spLocks noGrp="1"/>
          </p:cNvSpPr>
          <p:nvPr>
            <p:ph type="pic" sz="quarter" idx="48" hasCustomPrompt="1"/>
          </p:nvPr>
        </p:nvSpPr>
        <p:spPr>
          <a:xfrm>
            <a:off x="4355708" y="1456142"/>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8" name="Picture Placeholder 112">
            <a:extLst>
              <a:ext uri="{FF2B5EF4-FFF2-40B4-BE49-F238E27FC236}">
                <a16:creationId xmlns:a16="http://schemas.microsoft.com/office/drawing/2014/main" id="{9B5598C6-A835-8151-7B3B-C5A98C4E62FF}"/>
              </a:ext>
            </a:extLst>
          </p:cNvPr>
          <p:cNvSpPr>
            <a:spLocks noGrp="1"/>
          </p:cNvSpPr>
          <p:nvPr>
            <p:ph type="pic" sz="quarter" idx="51" hasCustomPrompt="1"/>
          </p:nvPr>
        </p:nvSpPr>
        <p:spPr>
          <a:xfrm>
            <a:off x="8013308" y="1456142"/>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9" name="Picture Placeholder 112">
            <a:extLst>
              <a:ext uri="{FF2B5EF4-FFF2-40B4-BE49-F238E27FC236}">
                <a16:creationId xmlns:a16="http://schemas.microsoft.com/office/drawing/2014/main" id="{20CE8154-EFD9-7BA2-A069-EDE7B24C480C}"/>
              </a:ext>
            </a:extLst>
          </p:cNvPr>
          <p:cNvSpPr>
            <a:spLocks noGrp="1"/>
          </p:cNvSpPr>
          <p:nvPr>
            <p:ph type="pic" sz="quarter" idx="54" hasCustomPrompt="1"/>
          </p:nvPr>
        </p:nvSpPr>
        <p:spPr>
          <a:xfrm>
            <a:off x="719941" y="4133354"/>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10" name="Picture Placeholder 112">
            <a:extLst>
              <a:ext uri="{FF2B5EF4-FFF2-40B4-BE49-F238E27FC236}">
                <a16:creationId xmlns:a16="http://schemas.microsoft.com/office/drawing/2014/main" id="{47128BE0-144A-2036-07B6-855BC722C296}"/>
              </a:ext>
            </a:extLst>
          </p:cNvPr>
          <p:cNvSpPr>
            <a:spLocks noGrp="1"/>
          </p:cNvSpPr>
          <p:nvPr>
            <p:ph type="pic" sz="quarter" idx="57" hasCustomPrompt="1"/>
          </p:nvPr>
        </p:nvSpPr>
        <p:spPr>
          <a:xfrm>
            <a:off x="4355708" y="4133354"/>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11" name="Picture Placeholder 112">
            <a:extLst>
              <a:ext uri="{FF2B5EF4-FFF2-40B4-BE49-F238E27FC236}">
                <a16:creationId xmlns:a16="http://schemas.microsoft.com/office/drawing/2014/main" id="{9C98EEBD-75DE-8E39-DA55-E90D26B4D656}"/>
              </a:ext>
            </a:extLst>
          </p:cNvPr>
          <p:cNvSpPr>
            <a:spLocks noGrp="1"/>
          </p:cNvSpPr>
          <p:nvPr>
            <p:ph type="pic" sz="quarter" idx="60" hasCustomPrompt="1"/>
          </p:nvPr>
        </p:nvSpPr>
        <p:spPr>
          <a:xfrm>
            <a:off x="8013308" y="4133354"/>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5" name="Text Placeholder 5">
            <a:extLst>
              <a:ext uri="{FF2B5EF4-FFF2-40B4-BE49-F238E27FC236}">
                <a16:creationId xmlns:a16="http://schemas.microsoft.com/office/drawing/2014/main" id="{50773547-6F7D-A48B-26FC-55CF88CEAE29}"/>
              </a:ext>
            </a:extLst>
          </p:cNvPr>
          <p:cNvSpPr>
            <a:spLocks noGrp="1"/>
          </p:cNvSpPr>
          <p:nvPr>
            <p:ph type="body" sz="quarter" idx="64" hasCustomPrompt="1"/>
          </p:nvPr>
        </p:nvSpPr>
        <p:spPr>
          <a:xfrm>
            <a:off x="4350194" y="2525425"/>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6" name="Text Placeholder 5">
            <a:extLst>
              <a:ext uri="{FF2B5EF4-FFF2-40B4-BE49-F238E27FC236}">
                <a16:creationId xmlns:a16="http://schemas.microsoft.com/office/drawing/2014/main" id="{90E0FC21-AF40-EB0D-3CD2-F2428061C8EA}"/>
              </a:ext>
            </a:extLst>
          </p:cNvPr>
          <p:cNvSpPr>
            <a:spLocks noGrp="1"/>
          </p:cNvSpPr>
          <p:nvPr>
            <p:ph type="body" sz="quarter" idx="65" hasCustomPrompt="1"/>
          </p:nvPr>
        </p:nvSpPr>
        <p:spPr>
          <a:xfrm>
            <a:off x="7994668" y="2525425"/>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7" name="Text Placeholder 5">
            <a:extLst>
              <a:ext uri="{FF2B5EF4-FFF2-40B4-BE49-F238E27FC236}">
                <a16:creationId xmlns:a16="http://schemas.microsoft.com/office/drawing/2014/main" id="{898CE864-F0AB-0BD0-9050-33DE7A9843B1}"/>
              </a:ext>
            </a:extLst>
          </p:cNvPr>
          <p:cNvSpPr>
            <a:spLocks noGrp="1"/>
          </p:cNvSpPr>
          <p:nvPr>
            <p:ph type="body" sz="quarter" idx="66" hasCustomPrompt="1"/>
          </p:nvPr>
        </p:nvSpPr>
        <p:spPr>
          <a:xfrm>
            <a:off x="724069" y="5203424"/>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8" name="Text Placeholder 5">
            <a:extLst>
              <a:ext uri="{FF2B5EF4-FFF2-40B4-BE49-F238E27FC236}">
                <a16:creationId xmlns:a16="http://schemas.microsoft.com/office/drawing/2014/main" id="{41178E8C-6100-16A9-DC3F-C18A929633B2}"/>
              </a:ext>
            </a:extLst>
          </p:cNvPr>
          <p:cNvSpPr>
            <a:spLocks noGrp="1"/>
          </p:cNvSpPr>
          <p:nvPr>
            <p:ph type="body" sz="quarter" idx="67" hasCustomPrompt="1"/>
          </p:nvPr>
        </p:nvSpPr>
        <p:spPr>
          <a:xfrm>
            <a:off x="4368836" y="5203424"/>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10" name="Text Placeholder 5">
            <a:extLst>
              <a:ext uri="{FF2B5EF4-FFF2-40B4-BE49-F238E27FC236}">
                <a16:creationId xmlns:a16="http://schemas.microsoft.com/office/drawing/2014/main" id="{9091297C-2E9B-BF2D-81F0-7A5C422CAFF8}"/>
              </a:ext>
            </a:extLst>
          </p:cNvPr>
          <p:cNvSpPr>
            <a:spLocks noGrp="1"/>
          </p:cNvSpPr>
          <p:nvPr>
            <p:ph type="body" sz="quarter" idx="68" hasCustomPrompt="1"/>
          </p:nvPr>
        </p:nvSpPr>
        <p:spPr>
          <a:xfrm>
            <a:off x="8013309" y="5203424"/>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Tree>
    <p:extLst>
      <p:ext uri="{BB962C8B-B14F-4D97-AF65-F5344CB8AC3E}">
        <p14:creationId xmlns:p14="http://schemas.microsoft.com/office/powerpoint/2010/main" val="40531786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p:cSld name="2_Six content">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659828"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Rounded Rectangle 2">
            <a:extLst>
              <a:ext uri="{FF2B5EF4-FFF2-40B4-BE49-F238E27FC236}">
                <a16:creationId xmlns:a16="http://schemas.microsoft.com/office/drawing/2014/main" id="{106788C0-2AEB-D6D3-93C9-5CB4234E8F7E}"/>
              </a:ext>
            </a:extLst>
          </p:cNvPr>
          <p:cNvSpPr/>
          <p:nvPr/>
        </p:nvSpPr>
        <p:spPr>
          <a:xfrm>
            <a:off x="558800" y="1338577"/>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4" name="Rounded Rectangle 43">
            <a:extLst>
              <a:ext uri="{FF2B5EF4-FFF2-40B4-BE49-F238E27FC236}">
                <a16:creationId xmlns:a16="http://schemas.microsoft.com/office/drawing/2014/main" id="{AB2A612A-3F4D-A84F-7EA1-8441AA768A3A}"/>
              </a:ext>
            </a:extLst>
          </p:cNvPr>
          <p:cNvSpPr/>
          <p:nvPr/>
        </p:nvSpPr>
        <p:spPr>
          <a:xfrm>
            <a:off x="4197547" y="1338577"/>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4" name="Rounded Rectangle 63">
            <a:extLst>
              <a:ext uri="{FF2B5EF4-FFF2-40B4-BE49-F238E27FC236}">
                <a16:creationId xmlns:a16="http://schemas.microsoft.com/office/drawing/2014/main" id="{0E68FE3D-4705-8F2D-548B-3920282A59FA}"/>
              </a:ext>
            </a:extLst>
          </p:cNvPr>
          <p:cNvSpPr/>
          <p:nvPr/>
        </p:nvSpPr>
        <p:spPr>
          <a:xfrm>
            <a:off x="7836294" y="1338577"/>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88" name="Rounded Rectangle 87">
            <a:extLst>
              <a:ext uri="{FF2B5EF4-FFF2-40B4-BE49-F238E27FC236}">
                <a16:creationId xmlns:a16="http://schemas.microsoft.com/office/drawing/2014/main" id="{D064A084-D5AD-8936-4181-748180C00F7A}"/>
              </a:ext>
            </a:extLst>
          </p:cNvPr>
          <p:cNvSpPr/>
          <p:nvPr/>
        </p:nvSpPr>
        <p:spPr>
          <a:xfrm>
            <a:off x="558800" y="4015789"/>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94" name="Rounded Rectangle 93">
            <a:extLst>
              <a:ext uri="{FF2B5EF4-FFF2-40B4-BE49-F238E27FC236}">
                <a16:creationId xmlns:a16="http://schemas.microsoft.com/office/drawing/2014/main" id="{1D62E33C-C030-9FCF-83F0-AE81ED470930}"/>
              </a:ext>
            </a:extLst>
          </p:cNvPr>
          <p:cNvSpPr/>
          <p:nvPr/>
        </p:nvSpPr>
        <p:spPr>
          <a:xfrm>
            <a:off x="4197547" y="4015789"/>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00" name="Rounded Rectangle 99">
            <a:extLst>
              <a:ext uri="{FF2B5EF4-FFF2-40B4-BE49-F238E27FC236}">
                <a16:creationId xmlns:a16="http://schemas.microsoft.com/office/drawing/2014/main" id="{CD15BB31-CBEE-340E-7CE6-DFB29BA6C288}"/>
              </a:ext>
            </a:extLst>
          </p:cNvPr>
          <p:cNvSpPr/>
          <p:nvPr/>
        </p:nvSpPr>
        <p:spPr>
          <a:xfrm>
            <a:off x="7836294" y="4015789"/>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BF306291-7680-E614-FF35-BF97EFECE18A}"/>
              </a:ext>
            </a:extLst>
          </p:cNvPr>
          <p:cNvCxnSpPr>
            <a:cxnSpLocks/>
          </p:cNvCxnSpPr>
          <p:nvPr/>
        </p:nvCxnSpPr>
        <p:spPr>
          <a:xfrm>
            <a:off x="719941" y="1851808"/>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3" name="Text Placeholder 47">
            <a:extLst>
              <a:ext uri="{FF2B5EF4-FFF2-40B4-BE49-F238E27FC236}">
                <a16:creationId xmlns:a16="http://schemas.microsoft.com/office/drawing/2014/main" id="{A91AAB3C-B0E5-65B6-5496-4CB6203A49FE}"/>
              </a:ext>
            </a:extLst>
          </p:cNvPr>
          <p:cNvSpPr>
            <a:spLocks noGrp="1"/>
          </p:cNvSpPr>
          <p:nvPr>
            <p:ph type="body" sz="quarter" idx="46" hasCustomPrompt="1"/>
          </p:nvPr>
        </p:nvSpPr>
        <p:spPr>
          <a:xfrm>
            <a:off x="705429" y="1437375"/>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15" name="Straight Connector 14">
            <a:extLst>
              <a:ext uri="{FF2B5EF4-FFF2-40B4-BE49-F238E27FC236}">
                <a16:creationId xmlns:a16="http://schemas.microsoft.com/office/drawing/2014/main" id="{5E3039C3-C869-8473-95DD-B7BA7EF11E94}"/>
              </a:ext>
            </a:extLst>
          </p:cNvPr>
          <p:cNvCxnSpPr>
            <a:cxnSpLocks/>
          </p:cNvCxnSpPr>
          <p:nvPr/>
        </p:nvCxnSpPr>
        <p:spPr>
          <a:xfrm>
            <a:off x="4358688" y="1851808"/>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Text Placeholder 47">
            <a:extLst>
              <a:ext uri="{FF2B5EF4-FFF2-40B4-BE49-F238E27FC236}">
                <a16:creationId xmlns:a16="http://schemas.microsoft.com/office/drawing/2014/main" id="{45C48A3E-8021-56D7-BD21-801DAAD86505}"/>
              </a:ext>
            </a:extLst>
          </p:cNvPr>
          <p:cNvSpPr>
            <a:spLocks noGrp="1"/>
          </p:cNvSpPr>
          <p:nvPr>
            <p:ph type="body" sz="quarter" idx="49" hasCustomPrompt="1"/>
          </p:nvPr>
        </p:nvSpPr>
        <p:spPr>
          <a:xfrm>
            <a:off x="4344176" y="1437375"/>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18" name="Straight Connector 17">
            <a:extLst>
              <a:ext uri="{FF2B5EF4-FFF2-40B4-BE49-F238E27FC236}">
                <a16:creationId xmlns:a16="http://schemas.microsoft.com/office/drawing/2014/main" id="{398C0849-E26A-BD36-8F24-AEC2F6122C01}"/>
              </a:ext>
            </a:extLst>
          </p:cNvPr>
          <p:cNvCxnSpPr>
            <a:cxnSpLocks/>
          </p:cNvCxnSpPr>
          <p:nvPr/>
        </p:nvCxnSpPr>
        <p:spPr>
          <a:xfrm>
            <a:off x="7997435" y="1851808"/>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9" name="Text Placeholder 47">
            <a:extLst>
              <a:ext uri="{FF2B5EF4-FFF2-40B4-BE49-F238E27FC236}">
                <a16:creationId xmlns:a16="http://schemas.microsoft.com/office/drawing/2014/main" id="{DAA76193-A150-A534-9566-132F4BB2E37C}"/>
              </a:ext>
            </a:extLst>
          </p:cNvPr>
          <p:cNvSpPr>
            <a:spLocks noGrp="1"/>
          </p:cNvSpPr>
          <p:nvPr>
            <p:ph type="body" sz="quarter" idx="52" hasCustomPrompt="1"/>
          </p:nvPr>
        </p:nvSpPr>
        <p:spPr>
          <a:xfrm>
            <a:off x="7982922" y="1437375"/>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21" name="Straight Connector 20">
            <a:extLst>
              <a:ext uri="{FF2B5EF4-FFF2-40B4-BE49-F238E27FC236}">
                <a16:creationId xmlns:a16="http://schemas.microsoft.com/office/drawing/2014/main" id="{AF1B13CE-07FB-BE7B-F0A4-1CB22B73856D}"/>
              </a:ext>
            </a:extLst>
          </p:cNvPr>
          <p:cNvCxnSpPr>
            <a:cxnSpLocks/>
          </p:cNvCxnSpPr>
          <p:nvPr/>
        </p:nvCxnSpPr>
        <p:spPr>
          <a:xfrm>
            <a:off x="719941" y="4529020"/>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 name="Text Placeholder 47">
            <a:extLst>
              <a:ext uri="{FF2B5EF4-FFF2-40B4-BE49-F238E27FC236}">
                <a16:creationId xmlns:a16="http://schemas.microsoft.com/office/drawing/2014/main" id="{56597A50-9013-0477-4548-EC9DED7A5886}"/>
              </a:ext>
            </a:extLst>
          </p:cNvPr>
          <p:cNvSpPr>
            <a:spLocks noGrp="1"/>
          </p:cNvSpPr>
          <p:nvPr>
            <p:ph type="body" sz="quarter" idx="55" hasCustomPrompt="1"/>
          </p:nvPr>
        </p:nvSpPr>
        <p:spPr>
          <a:xfrm>
            <a:off x="705429" y="4114587"/>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24" name="Straight Connector 23">
            <a:extLst>
              <a:ext uri="{FF2B5EF4-FFF2-40B4-BE49-F238E27FC236}">
                <a16:creationId xmlns:a16="http://schemas.microsoft.com/office/drawing/2014/main" id="{4EE3B67B-527B-75CB-0A17-FDCBA8399E17}"/>
              </a:ext>
            </a:extLst>
          </p:cNvPr>
          <p:cNvCxnSpPr>
            <a:cxnSpLocks/>
          </p:cNvCxnSpPr>
          <p:nvPr/>
        </p:nvCxnSpPr>
        <p:spPr>
          <a:xfrm>
            <a:off x="4358688" y="4529020"/>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 name="Text Placeholder 47">
            <a:extLst>
              <a:ext uri="{FF2B5EF4-FFF2-40B4-BE49-F238E27FC236}">
                <a16:creationId xmlns:a16="http://schemas.microsoft.com/office/drawing/2014/main" id="{EACCFB20-E5F6-B03E-B8FE-E19895B5C724}"/>
              </a:ext>
            </a:extLst>
          </p:cNvPr>
          <p:cNvSpPr>
            <a:spLocks noGrp="1"/>
          </p:cNvSpPr>
          <p:nvPr>
            <p:ph type="body" sz="quarter" idx="58" hasCustomPrompt="1"/>
          </p:nvPr>
        </p:nvSpPr>
        <p:spPr>
          <a:xfrm>
            <a:off x="4344176" y="4114587"/>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28" name="Straight Connector 27">
            <a:extLst>
              <a:ext uri="{FF2B5EF4-FFF2-40B4-BE49-F238E27FC236}">
                <a16:creationId xmlns:a16="http://schemas.microsoft.com/office/drawing/2014/main" id="{A829FC5C-6CA9-693B-C3E5-BCF55A6967B6}"/>
              </a:ext>
            </a:extLst>
          </p:cNvPr>
          <p:cNvCxnSpPr>
            <a:cxnSpLocks/>
          </p:cNvCxnSpPr>
          <p:nvPr/>
        </p:nvCxnSpPr>
        <p:spPr>
          <a:xfrm>
            <a:off x="7997435" y="4529020"/>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Text Placeholder 47">
            <a:extLst>
              <a:ext uri="{FF2B5EF4-FFF2-40B4-BE49-F238E27FC236}">
                <a16:creationId xmlns:a16="http://schemas.microsoft.com/office/drawing/2014/main" id="{49F2DADD-3778-DB72-83DB-37F9A518331B}"/>
              </a:ext>
            </a:extLst>
          </p:cNvPr>
          <p:cNvSpPr>
            <a:spLocks noGrp="1"/>
          </p:cNvSpPr>
          <p:nvPr>
            <p:ph type="body" sz="quarter" idx="61" hasCustomPrompt="1"/>
          </p:nvPr>
        </p:nvSpPr>
        <p:spPr>
          <a:xfrm>
            <a:off x="7982922" y="4114587"/>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5" name="Freeform 4">
            <a:extLst>
              <a:ext uri="{FF2B5EF4-FFF2-40B4-BE49-F238E27FC236}">
                <a16:creationId xmlns:a16="http://schemas.microsoft.com/office/drawing/2014/main" id="{DAA76C82-9520-1FE0-0AA1-D10D861ECD58}"/>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5">
            <a:extLst>
              <a:ext uri="{FF2B5EF4-FFF2-40B4-BE49-F238E27FC236}">
                <a16:creationId xmlns:a16="http://schemas.microsoft.com/office/drawing/2014/main" id="{E9EA6E38-0508-585E-B9AA-169025FB9E83}"/>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 name="Text Placeholder 5">
            <a:extLst>
              <a:ext uri="{FF2B5EF4-FFF2-40B4-BE49-F238E27FC236}">
                <a16:creationId xmlns:a16="http://schemas.microsoft.com/office/drawing/2014/main" id="{56A2EC87-A645-B5D1-7334-242DB5A800A6}"/>
              </a:ext>
            </a:extLst>
          </p:cNvPr>
          <p:cNvSpPr>
            <a:spLocks noGrp="1"/>
          </p:cNvSpPr>
          <p:nvPr>
            <p:ph type="body" sz="quarter" idx="63" hasCustomPrompt="1"/>
          </p:nvPr>
        </p:nvSpPr>
        <p:spPr>
          <a:xfrm>
            <a:off x="705428" y="1981411"/>
            <a:ext cx="3065585" cy="1637688"/>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4" name="Text Placeholder 5">
            <a:extLst>
              <a:ext uri="{FF2B5EF4-FFF2-40B4-BE49-F238E27FC236}">
                <a16:creationId xmlns:a16="http://schemas.microsoft.com/office/drawing/2014/main" id="{4FD66DCC-2B1F-9A9C-EE1D-427D03C29101}"/>
              </a:ext>
            </a:extLst>
          </p:cNvPr>
          <p:cNvSpPr>
            <a:spLocks noGrp="1"/>
          </p:cNvSpPr>
          <p:nvPr>
            <p:ph type="body" sz="quarter" idx="64" hasCustomPrompt="1"/>
          </p:nvPr>
        </p:nvSpPr>
        <p:spPr>
          <a:xfrm>
            <a:off x="4350194" y="1981411"/>
            <a:ext cx="3065585" cy="1637688"/>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7" name="Text Placeholder 5">
            <a:extLst>
              <a:ext uri="{FF2B5EF4-FFF2-40B4-BE49-F238E27FC236}">
                <a16:creationId xmlns:a16="http://schemas.microsoft.com/office/drawing/2014/main" id="{7C4EB8B6-50B4-FB1B-56E2-94BDC6FD679E}"/>
              </a:ext>
            </a:extLst>
          </p:cNvPr>
          <p:cNvSpPr>
            <a:spLocks noGrp="1"/>
          </p:cNvSpPr>
          <p:nvPr>
            <p:ph type="body" sz="quarter" idx="65" hasCustomPrompt="1"/>
          </p:nvPr>
        </p:nvSpPr>
        <p:spPr>
          <a:xfrm>
            <a:off x="7994668" y="1981411"/>
            <a:ext cx="3065585" cy="1637688"/>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8" name="Text Placeholder 5">
            <a:extLst>
              <a:ext uri="{FF2B5EF4-FFF2-40B4-BE49-F238E27FC236}">
                <a16:creationId xmlns:a16="http://schemas.microsoft.com/office/drawing/2014/main" id="{7A19ADDA-78E4-8B10-061A-92A25896A069}"/>
              </a:ext>
            </a:extLst>
          </p:cNvPr>
          <p:cNvSpPr>
            <a:spLocks noGrp="1"/>
          </p:cNvSpPr>
          <p:nvPr>
            <p:ph type="body" sz="quarter" idx="66" hasCustomPrompt="1"/>
          </p:nvPr>
        </p:nvSpPr>
        <p:spPr>
          <a:xfrm>
            <a:off x="724069" y="4659409"/>
            <a:ext cx="3065585" cy="157776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10" name="Text Placeholder 5">
            <a:extLst>
              <a:ext uri="{FF2B5EF4-FFF2-40B4-BE49-F238E27FC236}">
                <a16:creationId xmlns:a16="http://schemas.microsoft.com/office/drawing/2014/main" id="{A353576B-D523-DBAB-B322-B53C0681E051}"/>
              </a:ext>
            </a:extLst>
          </p:cNvPr>
          <p:cNvSpPr>
            <a:spLocks noGrp="1"/>
          </p:cNvSpPr>
          <p:nvPr>
            <p:ph type="body" sz="quarter" idx="67" hasCustomPrompt="1"/>
          </p:nvPr>
        </p:nvSpPr>
        <p:spPr>
          <a:xfrm>
            <a:off x="4368836" y="4659409"/>
            <a:ext cx="3065585" cy="157776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11" name="Text Placeholder 5">
            <a:extLst>
              <a:ext uri="{FF2B5EF4-FFF2-40B4-BE49-F238E27FC236}">
                <a16:creationId xmlns:a16="http://schemas.microsoft.com/office/drawing/2014/main" id="{445B849F-4138-6392-347E-FA43367EDADB}"/>
              </a:ext>
            </a:extLst>
          </p:cNvPr>
          <p:cNvSpPr>
            <a:spLocks noGrp="1"/>
          </p:cNvSpPr>
          <p:nvPr>
            <p:ph type="body" sz="quarter" idx="68" hasCustomPrompt="1"/>
          </p:nvPr>
        </p:nvSpPr>
        <p:spPr>
          <a:xfrm>
            <a:off x="8013309" y="4659409"/>
            <a:ext cx="3065585" cy="157776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Tree>
    <p:extLst>
      <p:ext uri="{BB962C8B-B14F-4D97-AF65-F5344CB8AC3E}">
        <p14:creationId xmlns:p14="http://schemas.microsoft.com/office/powerpoint/2010/main" val="22322173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p:cSld name="1_Eight content">
    <p:bg>
      <p:bgPr>
        <a:solidFill>
          <a:schemeClr val="bg1"/>
        </a:solidFill>
        <a:effectLst/>
      </p:bgPr>
    </p:bg>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9B9C075B-C6C2-C880-194C-D1D4F9253114}"/>
              </a:ext>
            </a:extLst>
          </p:cNvPr>
          <p:cNvSpPr/>
          <p:nvPr/>
        </p:nvSpPr>
        <p:spPr>
          <a:xfrm>
            <a:off x="558801" y="1338579"/>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Text Placeholder 3">
            <a:extLst>
              <a:ext uri="{FF2B5EF4-FFF2-40B4-BE49-F238E27FC236}">
                <a16:creationId xmlns:a16="http://schemas.microsoft.com/office/drawing/2014/main" id="{B938EFE5-B6C3-0A01-4EEA-7723B3987993}"/>
              </a:ext>
            </a:extLst>
          </p:cNvPr>
          <p:cNvSpPr>
            <a:spLocks noGrp="1"/>
          </p:cNvSpPr>
          <p:nvPr>
            <p:ph type="body" sz="quarter" idx="69" hasCustomPrompt="1"/>
          </p:nvPr>
        </p:nvSpPr>
        <p:spPr>
          <a:xfrm>
            <a:off x="694684" y="2462316"/>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637879"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5" name="Straight Connector 4">
            <a:extLst>
              <a:ext uri="{FF2B5EF4-FFF2-40B4-BE49-F238E27FC236}">
                <a16:creationId xmlns:a16="http://schemas.microsoft.com/office/drawing/2014/main" id="{AEECB6BA-FCD8-EDE5-E4DD-06CE935E3D0D}"/>
              </a:ext>
            </a:extLst>
          </p:cNvPr>
          <p:cNvCxnSpPr>
            <a:cxnSpLocks/>
          </p:cNvCxnSpPr>
          <p:nvPr/>
        </p:nvCxnSpPr>
        <p:spPr>
          <a:xfrm>
            <a:off x="703835" y="233647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2" name="Text Placeholder 47">
            <a:extLst>
              <a:ext uri="{FF2B5EF4-FFF2-40B4-BE49-F238E27FC236}">
                <a16:creationId xmlns:a16="http://schemas.microsoft.com/office/drawing/2014/main" id="{5878D9E2-80BF-E7DD-D108-5163BA817B11}"/>
              </a:ext>
            </a:extLst>
          </p:cNvPr>
          <p:cNvSpPr>
            <a:spLocks noGrp="1"/>
          </p:cNvSpPr>
          <p:nvPr>
            <p:ph type="body" sz="quarter" idx="46" hasCustomPrompt="1"/>
          </p:nvPr>
        </p:nvSpPr>
        <p:spPr>
          <a:xfrm>
            <a:off x="703835" y="1938139"/>
            <a:ext cx="2262716"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36" name="Picture Placeholder 112">
            <a:extLst>
              <a:ext uri="{FF2B5EF4-FFF2-40B4-BE49-F238E27FC236}">
                <a16:creationId xmlns:a16="http://schemas.microsoft.com/office/drawing/2014/main" id="{DA95C24A-D70F-BB9D-330F-52036FBC5551}"/>
              </a:ext>
            </a:extLst>
          </p:cNvPr>
          <p:cNvSpPr>
            <a:spLocks noGrp="1"/>
          </p:cNvSpPr>
          <p:nvPr>
            <p:ph type="pic" sz="quarter" idx="45" hasCustomPrompt="1"/>
          </p:nvPr>
        </p:nvSpPr>
        <p:spPr>
          <a:xfrm>
            <a:off x="703835" y="1438695"/>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2" name="Rounded Rectangle 41">
            <a:extLst>
              <a:ext uri="{FF2B5EF4-FFF2-40B4-BE49-F238E27FC236}">
                <a16:creationId xmlns:a16="http://schemas.microsoft.com/office/drawing/2014/main" id="{C562087B-6AB8-2910-8B07-5DF84AB99D48}"/>
              </a:ext>
            </a:extLst>
          </p:cNvPr>
          <p:cNvSpPr/>
          <p:nvPr/>
        </p:nvSpPr>
        <p:spPr>
          <a:xfrm>
            <a:off x="3266613" y="1338579"/>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3" name="Straight Connector 42">
            <a:extLst>
              <a:ext uri="{FF2B5EF4-FFF2-40B4-BE49-F238E27FC236}">
                <a16:creationId xmlns:a16="http://schemas.microsoft.com/office/drawing/2014/main" id="{4E011822-5808-67CA-D0A1-2F7DA422F4CC}"/>
              </a:ext>
            </a:extLst>
          </p:cNvPr>
          <p:cNvCxnSpPr>
            <a:cxnSpLocks/>
          </p:cNvCxnSpPr>
          <p:nvPr/>
        </p:nvCxnSpPr>
        <p:spPr>
          <a:xfrm>
            <a:off x="3388815" y="233647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Text Placeholder 47">
            <a:extLst>
              <a:ext uri="{FF2B5EF4-FFF2-40B4-BE49-F238E27FC236}">
                <a16:creationId xmlns:a16="http://schemas.microsoft.com/office/drawing/2014/main" id="{200FF55B-8E71-E8CB-0E6F-E7A6932D3B43}"/>
              </a:ext>
            </a:extLst>
          </p:cNvPr>
          <p:cNvSpPr>
            <a:spLocks noGrp="1"/>
          </p:cNvSpPr>
          <p:nvPr>
            <p:ph type="body" sz="quarter" idx="48" hasCustomPrompt="1"/>
          </p:nvPr>
        </p:nvSpPr>
        <p:spPr>
          <a:xfrm>
            <a:off x="3388815" y="1938139"/>
            <a:ext cx="2245291"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52" name="Picture Placeholder 112">
            <a:extLst>
              <a:ext uri="{FF2B5EF4-FFF2-40B4-BE49-F238E27FC236}">
                <a16:creationId xmlns:a16="http://schemas.microsoft.com/office/drawing/2014/main" id="{37C821B6-D6DA-0666-AE74-164A2D5C8C7F}"/>
              </a:ext>
            </a:extLst>
          </p:cNvPr>
          <p:cNvSpPr>
            <a:spLocks noGrp="1"/>
          </p:cNvSpPr>
          <p:nvPr>
            <p:ph type="pic" sz="quarter" idx="50" hasCustomPrompt="1"/>
          </p:nvPr>
        </p:nvSpPr>
        <p:spPr>
          <a:xfrm>
            <a:off x="3388815" y="1438695"/>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58" name="Rounded Rectangle 57">
            <a:extLst>
              <a:ext uri="{FF2B5EF4-FFF2-40B4-BE49-F238E27FC236}">
                <a16:creationId xmlns:a16="http://schemas.microsoft.com/office/drawing/2014/main" id="{6712BC0E-3228-E3E9-29AA-B077E593EAFB}"/>
              </a:ext>
            </a:extLst>
          </p:cNvPr>
          <p:cNvSpPr/>
          <p:nvPr/>
        </p:nvSpPr>
        <p:spPr>
          <a:xfrm>
            <a:off x="5994400" y="1338579"/>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9" name="Straight Connector 58">
            <a:extLst>
              <a:ext uri="{FF2B5EF4-FFF2-40B4-BE49-F238E27FC236}">
                <a16:creationId xmlns:a16="http://schemas.microsoft.com/office/drawing/2014/main" id="{0A6DE783-5106-20A0-4435-ED67FF6F9A4A}"/>
              </a:ext>
            </a:extLst>
          </p:cNvPr>
          <p:cNvCxnSpPr>
            <a:cxnSpLocks/>
          </p:cNvCxnSpPr>
          <p:nvPr/>
        </p:nvCxnSpPr>
        <p:spPr>
          <a:xfrm>
            <a:off x="6148565" y="233647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0" name="Text Placeholder 47">
            <a:extLst>
              <a:ext uri="{FF2B5EF4-FFF2-40B4-BE49-F238E27FC236}">
                <a16:creationId xmlns:a16="http://schemas.microsoft.com/office/drawing/2014/main" id="{198ABC04-3859-05AB-4CF2-A6A84E9A4259}"/>
              </a:ext>
            </a:extLst>
          </p:cNvPr>
          <p:cNvSpPr>
            <a:spLocks noGrp="1"/>
          </p:cNvSpPr>
          <p:nvPr>
            <p:ph type="body" sz="quarter" idx="51" hasCustomPrompt="1"/>
          </p:nvPr>
        </p:nvSpPr>
        <p:spPr>
          <a:xfrm>
            <a:off x="6148566" y="1938139"/>
            <a:ext cx="2262716"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62" name="Picture Placeholder 112">
            <a:extLst>
              <a:ext uri="{FF2B5EF4-FFF2-40B4-BE49-F238E27FC236}">
                <a16:creationId xmlns:a16="http://schemas.microsoft.com/office/drawing/2014/main" id="{C61B6DA6-EA8B-16BE-729C-26745846D1BD}"/>
              </a:ext>
            </a:extLst>
          </p:cNvPr>
          <p:cNvSpPr>
            <a:spLocks noGrp="1"/>
          </p:cNvSpPr>
          <p:nvPr>
            <p:ph type="pic" sz="quarter" idx="53" hasCustomPrompt="1"/>
          </p:nvPr>
        </p:nvSpPr>
        <p:spPr>
          <a:xfrm>
            <a:off x="6148565" y="1438695"/>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74" name="Rounded Rectangle 73">
            <a:extLst>
              <a:ext uri="{FF2B5EF4-FFF2-40B4-BE49-F238E27FC236}">
                <a16:creationId xmlns:a16="http://schemas.microsoft.com/office/drawing/2014/main" id="{55CDDFC1-803A-CC55-45BB-C93864D1BFB3}"/>
              </a:ext>
            </a:extLst>
          </p:cNvPr>
          <p:cNvSpPr/>
          <p:nvPr/>
        </p:nvSpPr>
        <p:spPr>
          <a:xfrm>
            <a:off x="8682236" y="1338579"/>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75" name="Straight Connector 74">
            <a:extLst>
              <a:ext uri="{FF2B5EF4-FFF2-40B4-BE49-F238E27FC236}">
                <a16:creationId xmlns:a16="http://schemas.microsoft.com/office/drawing/2014/main" id="{430C3703-096B-A3DE-2CD2-68BB005426FA}"/>
              </a:ext>
            </a:extLst>
          </p:cNvPr>
          <p:cNvCxnSpPr>
            <a:cxnSpLocks/>
          </p:cNvCxnSpPr>
          <p:nvPr/>
        </p:nvCxnSpPr>
        <p:spPr>
          <a:xfrm>
            <a:off x="8827269" y="233647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6" name="Text Placeholder 47">
            <a:extLst>
              <a:ext uri="{FF2B5EF4-FFF2-40B4-BE49-F238E27FC236}">
                <a16:creationId xmlns:a16="http://schemas.microsoft.com/office/drawing/2014/main" id="{9A7EA4B3-D805-596E-9348-0AB829BDE505}"/>
              </a:ext>
            </a:extLst>
          </p:cNvPr>
          <p:cNvSpPr>
            <a:spLocks noGrp="1"/>
          </p:cNvSpPr>
          <p:nvPr>
            <p:ph type="body" sz="quarter" idx="54" hasCustomPrompt="1"/>
          </p:nvPr>
        </p:nvSpPr>
        <p:spPr>
          <a:xfrm>
            <a:off x="8827269" y="1938139"/>
            <a:ext cx="2248011"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78" name="Picture Placeholder 112">
            <a:extLst>
              <a:ext uri="{FF2B5EF4-FFF2-40B4-BE49-F238E27FC236}">
                <a16:creationId xmlns:a16="http://schemas.microsoft.com/office/drawing/2014/main" id="{93CC2F96-D921-F367-6126-6D0E3214E70A}"/>
              </a:ext>
            </a:extLst>
          </p:cNvPr>
          <p:cNvSpPr>
            <a:spLocks noGrp="1"/>
          </p:cNvSpPr>
          <p:nvPr>
            <p:ph type="pic" sz="quarter" idx="56" hasCustomPrompt="1"/>
          </p:nvPr>
        </p:nvSpPr>
        <p:spPr>
          <a:xfrm>
            <a:off x="8827269" y="1438695"/>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17" name="Rounded Rectangle 116">
            <a:extLst>
              <a:ext uri="{FF2B5EF4-FFF2-40B4-BE49-F238E27FC236}">
                <a16:creationId xmlns:a16="http://schemas.microsoft.com/office/drawing/2014/main" id="{2DFCA287-F2DE-A7B2-9F3D-75790A78B1C6}"/>
              </a:ext>
            </a:extLst>
          </p:cNvPr>
          <p:cNvSpPr/>
          <p:nvPr/>
        </p:nvSpPr>
        <p:spPr>
          <a:xfrm>
            <a:off x="558801" y="3996160"/>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18" name="Straight Connector 117">
            <a:extLst>
              <a:ext uri="{FF2B5EF4-FFF2-40B4-BE49-F238E27FC236}">
                <a16:creationId xmlns:a16="http://schemas.microsoft.com/office/drawing/2014/main" id="{2A80022F-0472-FFA3-FC55-2727D21EB3E9}"/>
              </a:ext>
            </a:extLst>
          </p:cNvPr>
          <p:cNvCxnSpPr>
            <a:cxnSpLocks/>
          </p:cNvCxnSpPr>
          <p:nvPr/>
        </p:nvCxnSpPr>
        <p:spPr>
          <a:xfrm>
            <a:off x="703835" y="499406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19" name="Text Placeholder 47">
            <a:extLst>
              <a:ext uri="{FF2B5EF4-FFF2-40B4-BE49-F238E27FC236}">
                <a16:creationId xmlns:a16="http://schemas.microsoft.com/office/drawing/2014/main" id="{4A15C4BB-2F9F-1EAD-6F04-83253CF6B55C}"/>
              </a:ext>
            </a:extLst>
          </p:cNvPr>
          <p:cNvSpPr>
            <a:spLocks noGrp="1"/>
          </p:cNvSpPr>
          <p:nvPr>
            <p:ph type="body" sz="quarter" idx="57" hasCustomPrompt="1"/>
          </p:nvPr>
        </p:nvSpPr>
        <p:spPr>
          <a:xfrm>
            <a:off x="703835" y="4595720"/>
            <a:ext cx="2262716"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21" name="Picture Placeholder 112">
            <a:extLst>
              <a:ext uri="{FF2B5EF4-FFF2-40B4-BE49-F238E27FC236}">
                <a16:creationId xmlns:a16="http://schemas.microsoft.com/office/drawing/2014/main" id="{50DF7120-2393-9004-AC2A-C3768AE0D5EF}"/>
              </a:ext>
            </a:extLst>
          </p:cNvPr>
          <p:cNvSpPr>
            <a:spLocks noGrp="1"/>
          </p:cNvSpPr>
          <p:nvPr>
            <p:ph type="pic" sz="quarter" idx="59" hasCustomPrompt="1"/>
          </p:nvPr>
        </p:nvSpPr>
        <p:spPr>
          <a:xfrm>
            <a:off x="703835" y="4096277"/>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22" name="Rounded Rectangle 121">
            <a:extLst>
              <a:ext uri="{FF2B5EF4-FFF2-40B4-BE49-F238E27FC236}">
                <a16:creationId xmlns:a16="http://schemas.microsoft.com/office/drawing/2014/main" id="{95C9AFD5-5415-25E5-1663-9CE2F18F571A}"/>
              </a:ext>
            </a:extLst>
          </p:cNvPr>
          <p:cNvSpPr/>
          <p:nvPr/>
        </p:nvSpPr>
        <p:spPr>
          <a:xfrm>
            <a:off x="3266613" y="3996160"/>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3" name="Straight Connector 122">
            <a:extLst>
              <a:ext uri="{FF2B5EF4-FFF2-40B4-BE49-F238E27FC236}">
                <a16:creationId xmlns:a16="http://schemas.microsoft.com/office/drawing/2014/main" id="{5BB90F29-0D62-1ECA-7606-9F789997E028}"/>
              </a:ext>
            </a:extLst>
          </p:cNvPr>
          <p:cNvCxnSpPr>
            <a:cxnSpLocks/>
          </p:cNvCxnSpPr>
          <p:nvPr/>
        </p:nvCxnSpPr>
        <p:spPr>
          <a:xfrm>
            <a:off x="3388815" y="499406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24" name="Text Placeholder 47">
            <a:extLst>
              <a:ext uri="{FF2B5EF4-FFF2-40B4-BE49-F238E27FC236}">
                <a16:creationId xmlns:a16="http://schemas.microsoft.com/office/drawing/2014/main" id="{32946D0F-324B-3CFF-465C-C7DE1131CABB}"/>
              </a:ext>
            </a:extLst>
          </p:cNvPr>
          <p:cNvSpPr>
            <a:spLocks noGrp="1"/>
          </p:cNvSpPr>
          <p:nvPr>
            <p:ph type="body" sz="quarter" idx="60" hasCustomPrompt="1"/>
          </p:nvPr>
        </p:nvSpPr>
        <p:spPr>
          <a:xfrm>
            <a:off x="3388815" y="4595720"/>
            <a:ext cx="2245291"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26" name="Picture Placeholder 112">
            <a:extLst>
              <a:ext uri="{FF2B5EF4-FFF2-40B4-BE49-F238E27FC236}">
                <a16:creationId xmlns:a16="http://schemas.microsoft.com/office/drawing/2014/main" id="{A1869A92-CBD1-7DB8-AA11-3C4047C335D5}"/>
              </a:ext>
            </a:extLst>
          </p:cNvPr>
          <p:cNvSpPr>
            <a:spLocks noGrp="1"/>
          </p:cNvSpPr>
          <p:nvPr>
            <p:ph type="pic" sz="quarter" idx="62" hasCustomPrompt="1"/>
          </p:nvPr>
        </p:nvSpPr>
        <p:spPr>
          <a:xfrm>
            <a:off x="3388815" y="4096277"/>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27" name="Rounded Rectangle 126">
            <a:extLst>
              <a:ext uri="{FF2B5EF4-FFF2-40B4-BE49-F238E27FC236}">
                <a16:creationId xmlns:a16="http://schemas.microsoft.com/office/drawing/2014/main" id="{2618B455-9E78-DEF1-97F7-2AA6F156943F}"/>
              </a:ext>
            </a:extLst>
          </p:cNvPr>
          <p:cNvSpPr/>
          <p:nvPr/>
        </p:nvSpPr>
        <p:spPr>
          <a:xfrm>
            <a:off x="5994400" y="3996160"/>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8" name="Straight Connector 127">
            <a:extLst>
              <a:ext uri="{FF2B5EF4-FFF2-40B4-BE49-F238E27FC236}">
                <a16:creationId xmlns:a16="http://schemas.microsoft.com/office/drawing/2014/main" id="{E2D47FA8-7602-181D-0F6E-AC04C8C51A62}"/>
              </a:ext>
            </a:extLst>
          </p:cNvPr>
          <p:cNvCxnSpPr>
            <a:cxnSpLocks/>
          </p:cNvCxnSpPr>
          <p:nvPr/>
        </p:nvCxnSpPr>
        <p:spPr>
          <a:xfrm>
            <a:off x="6148565" y="499406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29" name="Text Placeholder 47">
            <a:extLst>
              <a:ext uri="{FF2B5EF4-FFF2-40B4-BE49-F238E27FC236}">
                <a16:creationId xmlns:a16="http://schemas.microsoft.com/office/drawing/2014/main" id="{F7FE5004-851F-335A-2603-13C32AA13B6C}"/>
              </a:ext>
            </a:extLst>
          </p:cNvPr>
          <p:cNvSpPr>
            <a:spLocks noGrp="1"/>
          </p:cNvSpPr>
          <p:nvPr>
            <p:ph type="body" sz="quarter" idx="63" hasCustomPrompt="1"/>
          </p:nvPr>
        </p:nvSpPr>
        <p:spPr>
          <a:xfrm>
            <a:off x="6148566" y="4595720"/>
            <a:ext cx="2262716"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31" name="Picture Placeholder 112">
            <a:extLst>
              <a:ext uri="{FF2B5EF4-FFF2-40B4-BE49-F238E27FC236}">
                <a16:creationId xmlns:a16="http://schemas.microsoft.com/office/drawing/2014/main" id="{5F7D5B49-5144-9288-98C9-A05F1C289CD2}"/>
              </a:ext>
            </a:extLst>
          </p:cNvPr>
          <p:cNvSpPr>
            <a:spLocks noGrp="1"/>
          </p:cNvSpPr>
          <p:nvPr>
            <p:ph type="pic" sz="quarter" idx="65" hasCustomPrompt="1"/>
          </p:nvPr>
        </p:nvSpPr>
        <p:spPr>
          <a:xfrm>
            <a:off x="6148565" y="4096277"/>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32" name="Rounded Rectangle 131">
            <a:extLst>
              <a:ext uri="{FF2B5EF4-FFF2-40B4-BE49-F238E27FC236}">
                <a16:creationId xmlns:a16="http://schemas.microsoft.com/office/drawing/2014/main" id="{E06CEA26-CCDD-DF8E-B156-24A831F585D1}"/>
              </a:ext>
            </a:extLst>
          </p:cNvPr>
          <p:cNvSpPr/>
          <p:nvPr/>
        </p:nvSpPr>
        <p:spPr>
          <a:xfrm>
            <a:off x="8682236" y="3996160"/>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33" name="Straight Connector 132">
            <a:extLst>
              <a:ext uri="{FF2B5EF4-FFF2-40B4-BE49-F238E27FC236}">
                <a16:creationId xmlns:a16="http://schemas.microsoft.com/office/drawing/2014/main" id="{91D64A06-2A38-7965-1A54-CB2BEA729A47}"/>
              </a:ext>
            </a:extLst>
          </p:cNvPr>
          <p:cNvCxnSpPr>
            <a:cxnSpLocks/>
          </p:cNvCxnSpPr>
          <p:nvPr/>
        </p:nvCxnSpPr>
        <p:spPr>
          <a:xfrm>
            <a:off x="8827269" y="499406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34" name="Text Placeholder 47">
            <a:extLst>
              <a:ext uri="{FF2B5EF4-FFF2-40B4-BE49-F238E27FC236}">
                <a16:creationId xmlns:a16="http://schemas.microsoft.com/office/drawing/2014/main" id="{D0662A18-5F52-416D-C9A5-D32108162744}"/>
              </a:ext>
            </a:extLst>
          </p:cNvPr>
          <p:cNvSpPr>
            <a:spLocks noGrp="1"/>
          </p:cNvSpPr>
          <p:nvPr>
            <p:ph type="body" sz="quarter" idx="66" hasCustomPrompt="1"/>
          </p:nvPr>
        </p:nvSpPr>
        <p:spPr>
          <a:xfrm>
            <a:off x="8827269" y="4595720"/>
            <a:ext cx="2248011"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36" name="Picture Placeholder 112">
            <a:extLst>
              <a:ext uri="{FF2B5EF4-FFF2-40B4-BE49-F238E27FC236}">
                <a16:creationId xmlns:a16="http://schemas.microsoft.com/office/drawing/2014/main" id="{0C42A009-7B8F-53C9-3E5B-07BBDC2B1287}"/>
              </a:ext>
            </a:extLst>
          </p:cNvPr>
          <p:cNvSpPr>
            <a:spLocks noGrp="1"/>
          </p:cNvSpPr>
          <p:nvPr>
            <p:ph type="pic" sz="quarter" idx="68" hasCustomPrompt="1"/>
          </p:nvPr>
        </p:nvSpPr>
        <p:spPr>
          <a:xfrm>
            <a:off x="8827269" y="4096277"/>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 name="Text Placeholder 3">
            <a:extLst>
              <a:ext uri="{FF2B5EF4-FFF2-40B4-BE49-F238E27FC236}">
                <a16:creationId xmlns:a16="http://schemas.microsoft.com/office/drawing/2014/main" id="{69D2F4F2-ACD9-34F8-AA58-5AD66C171FAD}"/>
              </a:ext>
            </a:extLst>
          </p:cNvPr>
          <p:cNvSpPr>
            <a:spLocks noGrp="1"/>
          </p:cNvSpPr>
          <p:nvPr>
            <p:ph type="body" sz="quarter" idx="70" hasCustomPrompt="1"/>
          </p:nvPr>
        </p:nvSpPr>
        <p:spPr>
          <a:xfrm>
            <a:off x="3388814" y="2462316"/>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1" name="Text Placeholder 3">
            <a:extLst>
              <a:ext uri="{FF2B5EF4-FFF2-40B4-BE49-F238E27FC236}">
                <a16:creationId xmlns:a16="http://schemas.microsoft.com/office/drawing/2014/main" id="{2EAB0306-166B-562F-14C3-C2F066B3DF36}"/>
              </a:ext>
            </a:extLst>
          </p:cNvPr>
          <p:cNvSpPr>
            <a:spLocks noGrp="1"/>
          </p:cNvSpPr>
          <p:nvPr>
            <p:ph type="body" sz="quarter" idx="71" hasCustomPrompt="1"/>
          </p:nvPr>
        </p:nvSpPr>
        <p:spPr>
          <a:xfrm>
            <a:off x="6148565" y="2462316"/>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2" name="Text Placeholder 3">
            <a:extLst>
              <a:ext uri="{FF2B5EF4-FFF2-40B4-BE49-F238E27FC236}">
                <a16:creationId xmlns:a16="http://schemas.microsoft.com/office/drawing/2014/main" id="{28F70C1B-1B70-F014-F794-12D49DFFBF4C}"/>
              </a:ext>
            </a:extLst>
          </p:cNvPr>
          <p:cNvSpPr>
            <a:spLocks noGrp="1"/>
          </p:cNvSpPr>
          <p:nvPr>
            <p:ph type="body" sz="quarter" idx="72" hasCustomPrompt="1"/>
          </p:nvPr>
        </p:nvSpPr>
        <p:spPr>
          <a:xfrm>
            <a:off x="8827269" y="2462316"/>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3" name="Text Placeholder 3">
            <a:extLst>
              <a:ext uri="{FF2B5EF4-FFF2-40B4-BE49-F238E27FC236}">
                <a16:creationId xmlns:a16="http://schemas.microsoft.com/office/drawing/2014/main" id="{29DC99F1-EE68-F178-308A-EA9AE2DFF6F7}"/>
              </a:ext>
            </a:extLst>
          </p:cNvPr>
          <p:cNvSpPr>
            <a:spLocks noGrp="1"/>
          </p:cNvSpPr>
          <p:nvPr>
            <p:ph type="body" sz="quarter" idx="73" hasCustomPrompt="1"/>
          </p:nvPr>
        </p:nvSpPr>
        <p:spPr>
          <a:xfrm>
            <a:off x="694684" y="5108312"/>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4" name="Text Placeholder 3">
            <a:extLst>
              <a:ext uri="{FF2B5EF4-FFF2-40B4-BE49-F238E27FC236}">
                <a16:creationId xmlns:a16="http://schemas.microsoft.com/office/drawing/2014/main" id="{DE9E61E6-3D6C-1D8B-C1EB-10D24D6AEAEB}"/>
              </a:ext>
            </a:extLst>
          </p:cNvPr>
          <p:cNvSpPr>
            <a:spLocks noGrp="1"/>
          </p:cNvSpPr>
          <p:nvPr>
            <p:ph type="body" sz="quarter" idx="74" hasCustomPrompt="1"/>
          </p:nvPr>
        </p:nvSpPr>
        <p:spPr>
          <a:xfrm>
            <a:off x="3388814" y="5108312"/>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5" name="Text Placeholder 3">
            <a:extLst>
              <a:ext uri="{FF2B5EF4-FFF2-40B4-BE49-F238E27FC236}">
                <a16:creationId xmlns:a16="http://schemas.microsoft.com/office/drawing/2014/main" id="{6F4C2903-C955-2982-2346-AE7FB03AC688}"/>
              </a:ext>
            </a:extLst>
          </p:cNvPr>
          <p:cNvSpPr>
            <a:spLocks noGrp="1"/>
          </p:cNvSpPr>
          <p:nvPr>
            <p:ph type="body" sz="quarter" idx="75" hasCustomPrompt="1"/>
          </p:nvPr>
        </p:nvSpPr>
        <p:spPr>
          <a:xfrm>
            <a:off x="6148565" y="5108312"/>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6" name="Text Placeholder 3">
            <a:extLst>
              <a:ext uri="{FF2B5EF4-FFF2-40B4-BE49-F238E27FC236}">
                <a16:creationId xmlns:a16="http://schemas.microsoft.com/office/drawing/2014/main" id="{C67B57FA-7CB5-80C1-1D4B-5A870C4E40E1}"/>
              </a:ext>
            </a:extLst>
          </p:cNvPr>
          <p:cNvSpPr>
            <a:spLocks noGrp="1"/>
          </p:cNvSpPr>
          <p:nvPr>
            <p:ph type="body" sz="quarter" idx="76" hasCustomPrompt="1"/>
          </p:nvPr>
        </p:nvSpPr>
        <p:spPr>
          <a:xfrm>
            <a:off x="8827269" y="5108312"/>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Tree>
    <p:extLst>
      <p:ext uri="{BB962C8B-B14F-4D97-AF65-F5344CB8AC3E}">
        <p14:creationId xmlns:p14="http://schemas.microsoft.com/office/powerpoint/2010/main" val="23854034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p:cSld name="2_Eight content">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637879"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9B9C075B-C6C2-C880-194C-D1D4F9253114}"/>
              </a:ext>
            </a:extLst>
          </p:cNvPr>
          <p:cNvSpPr/>
          <p:nvPr/>
        </p:nvSpPr>
        <p:spPr>
          <a:xfrm>
            <a:off x="558801" y="1338579"/>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2" name="Rounded Rectangle 41">
            <a:extLst>
              <a:ext uri="{FF2B5EF4-FFF2-40B4-BE49-F238E27FC236}">
                <a16:creationId xmlns:a16="http://schemas.microsoft.com/office/drawing/2014/main" id="{C562087B-6AB8-2910-8B07-5DF84AB99D48}"/>
              </a:ext>
            </a:extLst>
          </p:cNvPr>
          <p:cNvSpPr/>
          <p:nvPr/>
        </p:nvSpPr>
        <p:spPr>
          <a:xfrm>
            <a:off x="3266613" y="1338579"/>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58" name="Rounded Rectangle 57">
            <a:extLst>
              <a:ext uri="{FF2B5EF4-FFF2-40B4-BE49-F238E27FC236}">
                <a16:creationId xmlns:a16="http://schemas.microsoft.com/office/drawing/2014/main" id="{6712BC0E-3228-E3E9-29AA-B077E593EAFB}"/>
              </a:ext>
            </a:extLst>
          </p:cNvPr>
          <p:cNvSpPr/>
          <p:nvPr/>
        </p:nvSpPr>
        <p:spPr>
          <a:xfrm>
            <a:off x="5994400" y="1338579"/>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4" name="Rounded Rectangle 73">
            <a:extLst>
              <a:ext uri="{FF2B5EF4-FFF2-40B4-BE49-F238E27FC236}">
                <a16:creationId xmlns:a16="http://schemas.microsoft.com/office/drawing/2014/main" id="{55CDDFC1-803A-CC55-45BB-C93864D1BFB3}"/>
              </a:ext>
            </a:extLst>
          </p:cNvPr>
          <p:cNvSpPr/>
          <p:nvPr/>
        </p:nvSpPr>
        <p:spPr>
          <a:xfrm>
            <a:off x="8682236" y="1338579"/>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17" name="Rounded Rectangle 116">
            <a:extLst>
              <a:ext uri="{FF2B5EF4-FFF2-40B4-BE49-F238E27FC236}">
                <a16:creationId xmlns:a16="http://schemas.microsoft.com/office/drawing/2014/main" id="{2DFCA287-F2DE-A7B2-9F3D-75790A78B1C6}"/>
              </a:ext>
            </a:extLst>
          </p:cNvPr>
          <p:cNvSpPr/>
          <p:nvPr/>
        </p:nvSpPr>
        <p:spPr>
          <a:xfrm>
            <a:off x="558801" y="3996160"/>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22" name="Rounded Rectangle 121">
            <a:extLst>
              <a:ext uri="{FF2B5EF4-FFF2-40B4-BE49-F238E27FC236}">
                <a16:creationId xmlns:a16="http://schemas.microsoft.com/office/drawing/2014/main" id="{95C9AFD5-5415-25E5-1663-9CE2F18F571A}"/>
              </a:ext>
            </a:extLst>
          </p:cNvPr>
          <p:cNvSpPr/>
          <p:nvPr/>
        </p:nvSpPr>
        <p:spPr>
          <a:xfrm>
            <a:off x="3266613" y="3996160"/>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27" name="Rounded Rectangle 126">
            <a:extLst>
              <a:ext uri="{FF2B5EF4-FFF2-40B4-BE49-F238E27FC236}">
                <a16:creationId xmlns:a16="http://schemas.microsoft.com/office/drawing/2014/main" id="{2618B455-9E78-DEF1-97F7-2AA6F156943F}"/>
              </a:ext>
            </a:extLst>
          </p:cNvPr>
          <p:cNvSpPr/>
          <p:nvPr/>
        </p:nvSpPr>
        <p:spPr>
          <a:xfrm>
            <a:off x="5994400" y="3996160"/>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32" name="Rounded Rectangle 131">
            <a:extLst>
              <a:ext uri="{FF2B5EF4-FFF2-40B4-BE49-F238E27FC236}">
                <a16:creationId xmlns:a16="http://schemas.microsoft.com/office/drawing/2014/main" id="{E06CEA26-CCDD-DF8E-B156-24A831F585D1}"/>
              </a:ext>
            </a:extLst>
          </p:cNvPr>
          <p:cNvSpPr/>
          <p:nvPr/>
        </p:nvSpPr>
        <p:spPr>
          <a:xfrm>
            <a:off x="8682236" y="3996160"/>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 name="Straight Connector 3">
            <a:extLst>
              <a:ext uri="{FF2B5EF4-FFF2-40B4-BE49-F238E27FC236}">
                <a16:creationId xmlns:a16="http://schemas.microsoft.com/office/drawing/2014/main" id="{A7063882-D507-01C0-6AE0-47D8A724ED92}"/>
              </a:ext>
            </a:extLst>
          </p:cNvPr>
          <p:cNvCxnSpPr>
            <a:cxnSpLocks/>
          </p:cNvCxnSpPr>
          <p:nvPr/>
        </p:nvCxnSpPr>
        <p:spPr>
          <a:xfrm>
            <a:off x="703835" y="179269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 name="Text Placeholder 47">
            <a:extLst>
              <a:ext uri="{FF2B5EF4-FFF2-40B4-BE49-F238E27FC236}">
                <a16:creationId xmlns:a16="http://schemas.microsoft.com/office/drawing/2014/main" id="{E3473647-A714-F4B2-438E-6EE3B4B88639}"/>
              </a:ext>
            </a:extLst>
          </p:cNvPr>
          <p:cNvSpPr>
            <a:spLocks noGrp="1"/>
          </p:cNvSpPr>
          <p:nvPr>
            <p:ph type="body" sz="quarter" idx="46" hasCustomPrompt="1"/>
          </p:nvPr>
        </p:nvSpPr>
        <p:spPr>
          <a:xfrm>
            <a:off x="703835" y="1394359"/>
            <a:ext cx="2262716"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8" name="Straight Connector 7">
            <a:extLst>
              <a:ext uri="{FF2B5EF4-FFF2-40B4-BE49-F238E27FC236}">
                <a16:creationId xmlns:a16="http://schemas.microsoft.com/office/drawing/2014/main" id="{9C35A0EC-B660-4654-AFB5-2086812CAC42}"/>
              </a:ext>
            </a:extLst>
          </p:cNvPr>
          <p:cNvCxnSpPr>
            <a:cxnSpLocks/>
          </p:cNvCxnSpPr>
          <p:nvPr/>
        </p:nvCxnSpPr>
        <p:spPr>
          <a:xfrm>
            <a:off x="3388815" y="179269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Text Placeholder 47">
            <a:extLst>
              <a:ext uri="{FF2B5EF4-FFF2-40B4-BE49-F238E27FC236}">
                <a16:creationId xmlns:a16="http://schemas.microsoft.com/office/drawing/2014/main" id="{B1E518CF-EAD0-7DAB-7556-BDCE14BAFF6B}"/>
              </a:ext>
            </a:extLst>
          </p:cNvPr>
          <p:cNvSpPr>
            <a:spLocks noGrp="1"/>
          </p:cNvSpPr>
          <p:nvPr>
            <p:ph type="body" sz="quarter" idx="48" hasCustomPrompt="1"/>
          </p:nvPr>
        </p:nvSpPr>
        <p:spPr>
          <a:xfrm>
            <a:off x="3388815" y="1394359"/>
            <a:ext cx="2245291"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12" name="Straight Connector 11">
            <a:extLst>
              <a:ext uri="{FF2B5EF4-FFF2-40B4-BE49-F238E27FC236}">
                <a16:creationId xmlns:a16="http://schemas.microsoft.com/office/drawing/2014/main" id="{DCF6D08C-E188-5D14-BC75-D28CEEE99FC1}"/>
              </a:ext>
            </a:extLst>
          </p:cNvPr>
          <p:cNvCxnSpPr>
            <a:cxnSpLocks/>
          </p:cNvCxnSpPr>
          <p:nvPr/>
        </p:nvCxnSpPr>
        <p:spPr>
          <a:xfrm>
            <a:off x="6148565" y="179269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3" name="Text Placeholder 47">
            <a:extLst>
              <a:ext uri="{FF2B5EF4-FFF2-40B4-BE49-F238E27FC236}">
                <a16:creationId xmlns:a16="http://schemas.microsoft.com/office/drawing/2014/main" id="{C2CB044E-8AF4-C215-CE5B-6B4DA3C12745}"/>
              </a:ext>
            </a:extLst>
          </p:cNvPr>
          <p:cNvSpPr>
            <a:spLocks noGrp="1"/>
          </p:cNvSpPr>
          <p:nvPr>
            <p:ph type="body" sz="quarter" idx="51" hasCustomPrompt="1"/>
          </p:nvPr>
        </p:nvSpPr>
        <p:spPr>
          <a:xfrm>
            <a:off x="6148566" y="1394359"/>
            <a:ext cx="2262716"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15" name="Straight Connector 14">
            <a:extLst>
              <a:ext uri="{FF2B5EF4-FFF2-40B4-BE49-F238E27FC236}">
                <a16:creationId xmlns:a16="http://schemas.microsoft.com/office/drawing/2014/main" id="{5E606C37-B74D-F4B9-BCDF-9CFFD4D64104}"/>
              </a:ext>
            </a:extLst>
          </p:cNvPr>
          <p:cNvCxnSpPr>
            <a:cxnSpLocks/>
          </p:cNvCxnSpPr>
          <p:nvPr/>
        </p:nvCxnSpPr>
        <p:spPr>
          <a:xfrm>
            <a:off x="8827269" y="179269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Text Placeholder 47">
            <a:extLst>
              <a:ext uri="{FF2B5EF4-FFF2-40B4-BE49-F238E27FC236}">
                <a16:creationId xmlns:a16="http://schemas.microsoft.com/office/drawing/2014/main" id="{48725F30-E6F3-7421-B546-BC344AA512DD}"/>
              </a:ext>
            </a:extLst>
          </p:cNvPr>
          <p:cNvSpPr>
            <a:spLocks noGrp="1"/>
          </p:cNvSpPr>
          <p:nvPr>
            <p:ph type="body" sz="quarter" idx="54" hasCustomPrompt="1"/>
          </p:nvPr>
        </p:nvSpPr>
        <p:spPr>
          <a:xfrm>
            <a:off x="8827269" y="1394359"/>
            <a:ext cx="2248011"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18" name="Straight Connector 17">
            <a:extLst>
              <a:ext uri="{FF2B5EF4-FFF2-40B4-BE49-F238E27FC236}">
                <a16:creationId xmlns:a16="http://schemas.microsoft.com/office/drawing/2014/main" id="{D5D75A8D-0164-5310-A074-EAA704D55876}"/>
              </a:ext>
            </a:extLst>
          </p:cNvPr>
          <p:cNvCxnSpPr>
            <a:cxnSpLocks/>
          </p:cNvCxnSpPr>
          <p:nvPr/>
        </p:nvCxnSpPr>
        <p:spPr>
          <a:xfrm>
            <a:off x="703835" y="445028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9" name="Text Placeholder 47">
            <a:extLst>
              <a:ext uri="{FF2B5EF4-FFF2-40B4-BE49-F238E27FC236}">
                <a16:creationId xmlns:a16="http://schemas.microsoft.com/office/drawing/2014/main" id="{FA0E7359-4E1E-A973-A31D-9DE228182C8F}"/>
              </a:ext>
            </a:extLst>
          </p:cNvPr>
          <p:cNvSpPr>
            <a:spLocks noGrp="1"/>
          </p:cNvSpPr>
          <p:nvPr>
            <p:ph type="body" sz="quarter" idx="57" hasCustomPrompt="1"/>
          </p:nvPr>
        </p:nvSpPr>
        <p:spPr>
          <a:xfrm>
            <a:off x="703835" y="4051940"/>
            <a:ext cx="2262716"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21" name="Straight Connector 20">
            <a:extLst>
              <a:ext uri="{FF2B5EF4-FFF2-40B4-BE49-F238E27FC236}">
                <a16:creationId xmlns:a16="http://schemas.microsoft.com/office/drawing/2014/main" id="{0F998994-62C7-6A3C-5CB1-ACBBC90CBBF4}"/>
              </a:ext>
            </a:extLst>
          </p:cNvPr>
          <p:cNvCxnSpPr>
            <a:cxnSpLocks/>
          </p:cNvCxnSpPr>
          <p:nvPr/>
        </p:nvCxnSpPr>
        <p:spPr>
          <a:xfrm>
            <a:off x="3388815" y="445028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 name="Text Placeholder 47">
            <a:extLst>
              <a:ext uri="{FF2B5EF4-FFF2-40B4-BE49-F238E27FC236}">
                <a16:creationId xmlns:a16="http://schemas.microsoft.com/office/drawing/2014/main" id="{19A68699-9995-D6E7-68AA-A60F6AFD03FD}"/>
              </a:ext>
            </a:extLst>
          </p:cNvPr>
          <p:cNvSpPr>
            <a:spLocks noGrp="1"/>
          </p:cNvSpPr>
          <p:nvPr>
            <p:ph type="body" sz="quarter" idx="60" hasCustomPrompt="1"/>
          </p:nvPr>
        </p:nvSpPr>
        <p:spPr>
          <a:xfrm>
            <a:off x="3388815" y="4051940"/>
            <a:ext cx="2254423"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24" name="Straight Connector 23">
            <a:extLst>
              <a:ext uri="{FF2B5EF4-FFF2-40B4-BE49-F238E27FC236}">
                <a16:creationId xmlns:a16="http://schemas.microsoft.com/office/drawing/2014/main" id="{95DF9157-47AD-5D36-E86C-BA4ECFDED960}"/>
              </a:ext>
            </a:extLst>
          </p:cNvPr>
          <p:cNvCxnSpPr>
            <a:cxnSpLocks/>
          </p:cNvCxnSpPr>
          <p:nvPr/>
        </p:nvCxnSpPr>
        <p:spPr>
          <a:xfrm>
            <a:off x="6148565" y="445028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 name="Text Placeholder 47">
            <a:extLst>
              <a:ext uri="{FF2B5EF4-FFF2-40B4-BE49-F238E27FC236}">
                <a16:creationId xmlns:a16="http://schemas.microsoft.com/office/drawing/2014/main" id="{CCB565D1-241B-18A6-7618-FF175FA2FBD1}"/>
              </a:ext>
            </a:extLst>
          </p:cNvPr>
          <p:cNvSpPr>
            <a:spLocks noGrp="1"/>
          </p:cNvSpPr>
          <p:nvPr>
            <p:ph type="body" sz="quarter" idx="63" hasCustomPrompt="1"/>
          </p:nvPr>
        </p:nvSpPr>
        <p:spPr>
          <a:xfrm>
            <a:off x="6148565" y="4051940"/>
            <a:ext cx="2248011"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27" name="Straight Connector 26">
            <a:extLst>
              <a:ext uri="{FF2B5EF4-FFF2-40B4-BE49-F238E27FC236}">
                <a16:creationId xmlns:a16="http://schemas.microsoft.com/office/drawing/2014/main" id="{3CFF38B5-CF7D-7C54-AA1D-851D3686FB9D}"/>
              </a:ext>
            </a:extLst>
          </p:cNvPr>
          <p:cNvCxnSpPr>
            <a:cxnSpLocks/>
          </p:cNvCxnSpPr>
          <p:nvPr/>
        </p:nvCxnSpPr>
        <p:spPr>
          <a:xfrm>
            <a:off x="8827269" y="445028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8" name="Text Placeholder 47">
            <a:extLst>
              <a:ext uri="{FF2B5EF4-FFF2-40B4-BE49-F238E27FC236}">
                <a16:creationId xmlns:a16="http://schemas.microsoft.com/office/drawing/2014/main" id="{F4885EAD-3995-DBA5-3725-070B1ECC8B6A}"/>
              </a:ext>
            </a:extLst>
          </p:cNvPr>
          <p:cNvSpPr>
            <a:spLocks noGrp="1"/>
          </p:cNvSpPr>
          <p:nvPr>
            <p:ph type="body" sz="quarter" idx="66" hasCustomPrompt="1"/>
          </p:nvPr>
        </p:nvSpPr>
        <p:spPr>
          <a:xfrm>
            <a:off x="8827269" y="4051940"/>
            <a:ext cx="2248011"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5" name="Freeform 4">
            <a:extLst>
              <a:ext uri="{FF2B5EF4-FFF2-40B4-BE49-F238E27FC236}">
                <a16:creationId xmlns:a16="http://schemas.microsoft.com/office/drawing/2014/main" id="{694B59DC-0C76-48ED-A009-A96CFC64C778}"/>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0" name="Picture 29">
            <a:extLst>
              <a:ext uri="{FF2B5EF4-FFF2-40B4-BE49-F238E27FC236}">
                <a16:creationId xmlns:a16="http://schemas.microsoft.com/office/drawing/2014/main" id="{86368CCB-8CAA-6258-E764-DA7F0F04339A}"/>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 name="Text Placeholder 3">
            <a:extLst>
              <a:ext uri="{FF2B5EF4-FFF2-40B4-BE49-F238E27FC236}">
                <a16:creationId xmlns:a16="http://schemas.microsoft.com/office/drawing/2014/main" id="{42BCEF45-98C3-7E45-DC63-7A8965A215C0}"/>
              </a:ext>
            </a:extLst>
          </p:cNvPr>
          <p:cNvSpPr>
            <a:spLocks noGrp="1"/>
          </p:cNvSpPr>
          <p:nvPr>
            <p:ph type="body" sz="quarter" idx="69" hasCustomPrompt="1"/>
          </p:nvPr>
        </p:nvSpPr>
        <p:spPr>
          <a:xfrm>
            <a:off x="694684" y="1903806"/>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1" name="Text Placeholder 3">
            <a:extLst>
              <a:ext uri="{FF2B5EF4-FFF2-40B4-BE49-F238E27FC236}">
                <a16:creationId xmlns:a16="http://schemas.microsoft.com/office/drawing/2014/main" id="{64DEFD69-0897-746A-4322-1FA132E70558}"/>
              </a:ext>
            </a:extLst>
          </p:cNvPr>
          <p:cNvSpPr>
            <a:spLocks noGrp="1"/>
          </p:cNvSpPr>
          <p:nvPr>
            <p:ph type="body" sz="quarter" idx="70" hasCustomPrompt="1"/>
          </p:nvPr>
        </p:nvSpPr>
        <p:spPr>
          <a:xfrm>
            <a:off x="3388814" y="1903806"/>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2" name="Text Placeholder 3">
            <a:extLst>
              <a:ext uri="{FF2B5EF4-FFF2-40B4-BE49-F238E27FC236}">
                <a16:creationId xmlns:a16="http://schemas.microsoft.com/office/drawing/2014/main" id="{E87F2322-1A2F-6E4B-6083-E31BCEAF1778}"/>
              </a:ext>
            </a:extLst>
          </p:cNvPr>
          <p:cNvSpPr>
            <a:spLocks noGrp="1"/>
          </p:cNvSpPr>
          <p:nvPr>
            <p:ph type="body" sz="quarter" idx="71" hasCustomPrompt="1"/>
          </p:nvPr>
        </p:nvSpPr>
        <p:spPr>
          <a:xfrm>
            <a:off x="6148565" y="1903806"/>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3" name="Text Placeholder 3">
            <a:extLst>
              <a:ext uri="{FF2B5EF4-FFF2-40B4-BE49-F238E27FC236}">
                <a16:creationId xmlns:a16="http://schemas.microsoft.com/office/drawing/2014/main" id="{C9FD44EC-8E85-F61F-E382-1E6BE367C9A2}"/>
              </a:ext>
            </a:extLst>
          </p:cNvPr>
          <p:cNvSpPr>
            <a:spLocks noGrp="1"/>
          </p:cNvSpPr>
          <p:nvPr>
            <p:ph type="body" sz="quarter" idx="72" hasCustomPrompt="1"/>
          </p:nvPr>
        </p:nvSpPr>
        <p:spPr>
          <a:xfrm>
            <a:off x="8827269" y="1903806"/>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4" name="Text Placeholder 3">
            <a:extLst>
              <a:ext uri="{FF2B5EF4-FFF2-40B4-BE49-F238E27FC236}">
                <a16:creationId xmlns:a16="http://schemas.microsoft.com/office/drawing/2014/main" id="{DAD41B89-8874-EDC8-F2FB-C76C6C1925F8}"/>
              </a:ext>
            </a:extLst>
          </p:cNvPr>
          <p:cNvSpPr>
            <a:spLocks noGrp="1"/>
          </p:cNvSpPr>
          <p:nvPr>
            <p:ph type="body" sz="quarter" idx="73" hasCustomPrompt="1"/>
          </p:nvPr>
        </p:nvSpPr>
        <p:spPr>
          <a:xfrm>
            <a:off x="694684" y="4549802"/>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5" name="Text Placeholder 3">
            <a:extLst>
              <a:ext uri="{FF2B5EF4-FFF2-40B4-BE49-F238E27FC236}">
                <a16:creationId xmlns:a16="http://schemas.microsoft.com/office/drawing/2014/main" id="{28E874BE-FE39-0C72-F32C-78A06D817607}"/>
              </a:ext>
            </a:extLst>
          </p:cNvPr>
          <p:cNvSpPr>
            <a:spLocks noGrp="1"/>
          </p:cNvSpPr>
          <p:nvPr>
            <p:ph type="body" sz="quarter" idx="74" hasCustomPrompt="1"/>
          </p:nvPr>
        </p:nvSpPr>
        <p:spPr>
          <a:xfrm>
            <a:off x="3388814" y="4549802"/>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6" name="Text Placeholder 3">
            <a:extLst>
              <a:ext uri="{FF2B5EF4-FFF2-40B4-BE49-F238E27FC236}">
                <a16:creationId xmlns:a16="http://schemas.microsoft.com/office/drawing/2014/main" id="{DC7D6787-477B-A90A-DB89-FA2874ED6518}"/>
              </a:ext>
            </a:extLst>
          </p:cNvPr>
          <p:cNvSpPr>
            <a:spLocks noGrp="1"/>
          </p:cNvSpPr>
          <p:nvPr>
            <p:ph type="body" sz="quarter" idx="75" hasCustomPrompt="1"/>
          </p:nvPr>
        </p:nvSpPr>
        <p:spPr>
          <a:xfrm>
            <a:off x="6148565" y="4549802"/>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7" name="Text Placeholder 3">
            <a:extLst>
              <a:ext uri="{FF2B5EF4-FFF2-40B4-BE49-F238E27FC236}">
                <a16:creationId xmlns:a16="http://schemas.microsoft.com/office/drawing/2014/main" id="{499976EF-B11C-647B-D714-03CAAF037745}"/>
              </a:ext>
            </a:extLst>
          </p:cNvPr>
          <p:cNvSpPr>
            <a:spLocks noGrp="1"/>
          </p:cNvSpPr>
          <p:nvPr>
            <p:ph type="body" sz="quarter" idx="76" hasCustomPrompt="1"/>
          </p:nvPr>
        </p:nvSpPr>
        <p:spPr>
          <a:xfrm>
            <a:off x="8827269" y="4549802"/>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Tree>
    <p:extLst>
      <p:ext uri="{BB962C8B-B14F-4D97-AF65-F5344CB8AC3E}">
        <p14:creationId xmlns:p14="http://schemas.microsoft.com/office/powerpoint/2010/main" val="14403142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p:cSld name="Table ">
    <p:bg>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2" name="Table Placeholder 20">
            <a:extLst>
              <a:ext uri="{FF2B5EF4-FFF2-40B4-BE49-F238E27FC236}">
                <a16:creationId xmlns:a16="http://schemas.microsoft.com/office/drawing/2014/main" id="{CD0101AF-8BD3-1D90-7CFD-DE869D81B344}"/>
              </a:ext>
            </a:extLst>
          </p:cNvPr>
          <p:cNvSpPr>
            <a:spLocks noGrp="1"/>
          </p:cNvSpPr>
          <p:nvPr>
            <p:ph type="tbl" sz="quarter" idx="10"/>
          </p:nvPr>
        </p:nvSpPr>
        <p:spPr>
          <a:xfrm>
            <a:off x="558800" y="1257301"/>
            <a:ext cx="10871200" cy="5168900"/>
          </a:xfrm>
          <a:prstGeom prst="rect">
            <a:avLst/>
          </a:prstGeom>
        </p:spPr>
        <p:txBody>
          <a:bodyPr/>
          <a:lstStyle>
            <a:lvl1pPr>
              <a:defRPr b="1" i="0">
                <a:solidFill>
                  <a:schemeClr val="tx2"/>
                </a:solidFill>
                <a:latin typeface="Arial" panose="020B0604020202020204" pitchFamily="34" charset="0"/>
              </a:defRPr>
            </a:lvl1pPr>
          </a:lstStyle>
          <a:p>
            <a:r>
              <a:rPr lang="en-US"/>
              <a:t>Click icon to add table</a:t>
            </a:r>
          </a:p>
        </p:txBody>
      </p:sp>
    </p:spTree>
    <p:extLst>
      <p:ext uri="{BB962C8B-B14F-4D97-AF65-F5344CB8AC3E}">
        <p14:creationId xmlns:p14="http://schemas.microsoft.com/office/powerpoint/2010/main" val="1264882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p:cSld name="Table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2" name="Table Placeholder 20">
            <a:extLst>
              <a:ext uri="{FF2B5EF4-FFF2-40B4-BE49-F238E27FC236}">
                <a16:creationId xmlns:a16="http://schemas.microsoft.com/office/drawing/2014/main" id="{CD0101AF-8BD3-1D90-7CFD-DE869D81B344}"/>
              </a:ext>
            </a:extLst>
          </p:cNvPr>
          <p:cNvSpPr>
            <a:spLocks noGrp="1"/>
          </p:cNvSpPr>
          <p:nvPr>
            <p:ph type="tbl" sz="quarter" idx="10"/>
          </p:nvPr>
        </p:nvSpPr>
        <p:spPr>
          <a:xfrm>
            <a:off x="558800" y="1257301"/>
            <a:ext cx="10871200" cy="5168900"/>
          </a:xfrm>
          <a:prstGeom prst="rect">
            <a:avLst/>
          </a:prstGeom>
        </p:spPr>
        <p:txBody>
          <a:bodyPr/>
          <a:lstStyle>
            <a:lvl1pPr>
              <a:defRPr b="1" i="0">
                <a:solidFill>
                  <a:schemeClr val="tx2"/>
                </a:solidFill>
                <a:latin typeface="Arial" panose="020B0604020202020204" pitchFamily="34" charset="0"/>
              </a:defRPr>
            </a:lvl1pPr>
          </a:lstStyle>
          <a:p>
            <a:r>
              <a:rPr lang="en-US"/>
              <a:t>Click icon to add table</a:t>
            </a:r>
          </a:p>
        </p:txBody>
      </p:sp>
      <p:sp>
        <p:nvSpPr>
          <p:cNvPr id="2" name="Freeform 1">
            <a:extLst>
              <a:ext uri="{FF2B5EF4-FFF2-40B4-BE49-F238E27FC236}">
                <a16:creationId xmlns:a16="http://schemas.microsoft.com/office/drawing/2014/main" id="{F9F8E1A3-F6DA-CE2F-C8DF-5626CDD217F3}"/>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2">
            <a:extLst>
              <a:ext uri="{FF2B5EF4-FFF2-40B4-BE49-F238E27FC236}">
                <a16:creationId xmlns:a16="http://schemas.microsoft.com/office/drawing/2014/main" id="{F3C7B395-BB6E-FAFF-6683-836432DAC659}"/>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6831697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p:cSld name="Table - Ink">
    <p:bg>
      <p:bgRef idx="1001">
        <a:schemeClr val="bg2"/>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2" name="Table Placeholder 20">
            <a:extLst>
              <a:ext uri="{FF2B5EF4-FFF2-40B4-BE49-F238E27FC236}">
                <a16:creationId xmlns:a16="http://schemas.microsoft.com/office/drawing/2014/main" id="{CD0101AF-8BD3-1D90-7CFD-DE869D81B344}"/>
              </a:ext>
            </a:extLst>
          </p:cNvPr>
          <p:cNvSpPr>
            <a:spLocks noGrp="1"/>
          </p:cNvSpPr>
          <p:nvPr>
            <p:ph type="tbl" sz="quarter" idx="10"/>
          </p:nvPr>
        </p:nvSpPr>
        <p:spPr>
          <a:xfrm>
            <a:off x="558800" y="1257301"/>
            <a:ext cx="10871200" cy="5168900"/>
          </a:xfrm>
          <a:prstGeom prst="rect">
            <a:avLst/>
          </a:prstGeom>
        </p:spPr>
        <p:txBody>
          <a:bodyPr/>
          <a:lstStyle>
            <a:lvl1pPr>
              <a:defRPr b="1" i="0">
                <a:solidFill>
                  <a:schemeClr val="tx1"/>
                </a:solidFill>
                <a:latin typeface="Arial" panose="020B0604020202020204" pitchFamily="34" charset="0"/>
              </a:defRPr>
            </a:lvl1pPr>
          </a:lstStyle>
          <a:p>
            <a:r>
              <a:rPr lang="en-US"/>
              <a:t>Click icon to add table</a:t>
            </a:r>
          </a:p>
        </p:txBody>
      </p:sp>
      <p:sp>
        <p:nvSpPr>
          <p:cNvPr id="3" name="Freeform 2">
            <a:extLst>
              <a:ext uri="{FF2B5EF4-FFF2-40B4-BE49-F238E27FC236}">
                <a16:creationId xmlns:a16="http://schemas.microsoft.com/office/drawing/2014/main" id="{93F7FE69-76BD-60F7-E67F-E8B77256EC59}"/>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4C04CF8C-6E6F-61A4-C400-15DACB661FA7}"/>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7981993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p:cSld name="Ending Slide - Thank You">
    <p:bg>
      <p:bgRef idx="1001">
        <a:schemeClr val="bg2"/>
      </p:bgRef>
    </p:bg>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28692FD2-2E87-0924-7477-7FA1765DD693}"/>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960" y="-1664"/>
            <a:ext cx="12189040" cy="6859664"/>
          </a:xfrm>
          <a:prstGeom prst="rect">
            <a:avLst/>
          </a:prstGeom>
        </p:spPr>
      </p:pic>
      <p:cxnSp>
        <p:nvCxnSpPr>
          <p:cNvPr id="6" name="Straight Connector 5">
            <a:extLst>
              <a:ext uri="{FF2B5EF4-FFF2-40B4-BE49-F238E27FC236}">
                <a16:creationId xmlns:a16="http://schemas.microsoft.com/office/drawing/2014/main" id="{CACFF759-9D92-8198-76C0-696218E90C5C}"/>
              </a:ext>
            </a:extLst>
          </p:cNvPr>
          <p:cNvCxnSpPr>
            <a:cxnSpLocks/>
          </p:cNvCxnSpPr>
          <p:nvPr/>
        </p:nvCxnSpPr>
        <p:spPr>
          <a:xfrm flipH="1">
            <a:off x="6346868" y="-98325"/>
            <a:ext cx="1418379" cy="3362987"/>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8BB5A453-5E00-C619-7549-BB03C57FC230}"/>
              </a:ext>
            </a:extLst>
          </p:cNvPr>
          <p:cNvCxnSpPr>
            <a:cxnSpLocks/>
          </p:cNvCxnSpPr>
          <p:nvPr/>
        </p:nvCxnSpPr>
        <p:spPr>
          <a:xfrm flipH="1">
            <a:off x="7387253" y="1583168"/>
            <a:ext cx="2258681" cy="5355349"/>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441B9F33-7C1B-9E58-BFB5-43C701F8A827}"/>
              </a:ext>
            </a:extLst>
          </p:cNvPr>
          <p:cNvCxnSpPr>
            <a:cxnSpLocks/>
          </p:cNvCxnSpPr>
          <p:nvPr/>
        </p:nvCxnSpPr>
        <p:spPr>
          <a:xfrm flipH="1">
            <a:off x="-81715" y="410960"/>
            <a:ext cx="1272543" cy="3017208"/>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96AC00C3-5F36-E6F7-F41A-B5CFA1684204}"/>
              </a:ext>
            </a:extLst>
          </p:cNvPr>
          <p:cNvSpPr txBox="1"/>
          <p:nvPr/>
        </p:nvSpPr>
        <p:spPr>
          <a:xfrm>
            <a:off x="946372" y="3691705"/>
            <a:ext cx="8235995" cy="1323439"/>
          </a:xfrm>
          <a:prstGeom prst="rect">
            <a:avLst/>
          </a:prstGeom>
          <a:noFill/>
        </p:spPr>
        <p:txBody>
          <a:bodyPr wrap="square" rtlCol="0">
            <a:spAutoFit/>
          </a:bodyPr>
          <a:lstStyle/>
          <a:p>
            <a:pPr marL="0" indent="0" algn="l">
              <a:buClrTx/>
              <a:buFont typeface="Arial" panose="020B0604020202020204" pitchFamily="34" charset="0"/>
              <a:buNone/>
            </a:pPr>
            <a:r>
              <a:rPr lang="en-US" sz="8000" b="0" i="0">
                <a:solidFill>
                  <a:schemeClr val="tx1"/>
                </a:solidFill>
                <a:latin typeface="Arial" panose="020B0604020202020204" pitchFamily="34" charset="0"/>
                <a:ea typeface="Inter Light" panose="02000503000000020004" pitchFamily="2" charset="0"/>
                <a:cs typeface="Arial" panose="020B0604020202020204" pitchFamily="34" charset="0"/>
              </a:rPr>
              <a:t>Thank you!</a:t>
            </a:r>
          </a:p>
        </p:txBody>
      </p:sp>
      <p:sp>
        <p:nvSpPr>
          <p:cNvPr id="2" name="Rectangle 1">
            <a:extLst>
              <a:ext uri="{FF2B5EF4-FFF2-40B4-BE49-F238E27FC236}">
                <a16:creationId xmlns:a16="http://schemas.microsoft.com/office/drawing/2014/main" id="{7060AA15-50E3-A18E-2152-89755FD346D1}"/>
              </a:ext>
            </a:extLst>
          </p:cNvPr>
          <p:cNvSpPr/>
          <p:nvPr/>
        </p:nvSpPr>
        <p:spPr>
          <a:xfrm>
            <a:off x="-362465" y="-541843"/>
            <a:ext cx="12900455" cy="52370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3" name="Rectangle 2">
            <a:extLst>
              <a:ext uri="{FF2B5EF4-FFF2-40B4-BE49-F238E27FC236}">
                <a16:creationId xmlns:a16="http://schemas.microsoft.com/office/drawing/2014/main" id="{04045E87-68E1-16F1-2567-FB620F27EBA8}"/>
              </a:ext>
            </a:extLst>
          </p:cNvPr>
          <p:cNvSpPr/>
          <p:nvPr/>
        </p:nvSpPr>
        <p:spPr>
          <a:xfrm>
            <a:off x="-494270" y="6876159"/>
            <a:ext cx="12900455" cy="52370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CEB89E12-AFED-9EDA-6E92-89700DFA3816}"/>
              </a:ext>
            </a:extLst>
          </p:cNvPr>
          <p:cNvSpPr/>
          <p:nvPr/>
        </p:nvSpPr>
        <p:spPr>
          <a:xfrm>
            <a:off x="-840260" y="-262674"/>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18236816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1000"/>
                                        <p:tgtEl>
                                          <p:spTgt spid="8"/>
                                        </p:tgtEl>
                                      </p:cBhvr>
                                    </p:animEffect>
                                  </p:childTnLst>
                                </p:cTn>
                              </p:par>
                              <p:par>
                                <p:cTn id="8" presetID="22" presetClass="entr" presetSubtype="1"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up)">
                                      <p:cBhvr>
                                        <p:cTn id="10" dur="1000"/>
                                        <p:tgtEl>
                                          <p:spTgt spid="6"/>
                                        </p:tgtEl>
                                      </p:cBhvr>
                                    </p:animEffect>
                                  </p:childTnLst>
                                </p:cTn>
                              </p:par>
                              <p:par>
                                <p:cTn id="11" presetID="22" presetClass="entr" presetSubtype="4"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down)">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p:cSld name="Ending Slide - Be the Next">
    <p:bg>
      <p:bgRef idx="1001">
        <a:schemeClr val="bg2"/>
      </p:bgRef>
    </p:bg>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AF4F917E-005E-B273-07D3-218AAF9963D3}"/>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960" y="-1664"/>
            <a:ext cx="12189040" cy="6859664"/>
          </a:xfrm>
          <a:prstGeom prst="rect">
            <a:avLst/>
          </a:prstGeom>
        </p:spPr>
      </p:pic>
      <p:cxnSp>
        <p:nvCxnSpPr>
          <p:cNvPr id="6" name="Straight Connector 5">
            <a:extLst>
              <a:ext uri="{FF2B5EF4-FFF2-40B4-BE49-F238E27FC236}">
                <a16:creationId xmlns:a16="http://schemas.microsoft.com/office/drawing/2014/main" id="{8B699EAD-A292-EE4F-14E8-9C6592182692}"/>
              </a:ext>
            </a:extLst>
          </p:cNvPr>
          <p:cNvCxnSpPr>
            <a:cxnSpLocks/>
          </p:cNvCxnSpPr>
          <p:nvPr/>
        </p:nvCxnSpPr>
        <p:spPr>
          <a:xfrm flipH="1">
            <a:off x="6346868" y="-98325"/>
            <a:ext cx="1418379" cy="3362987"/>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1212776D-94CC-B0DC-D768-3480A0C805E1}"/>
              </a:ext>
            </a:extLst>
          </p:cNvPr>
          <p:cNvCxnSpPr>
            <a:cxnSpLocks/>
          </p:cNvCxnSpPr>
          <p:nvPr/>
        </p:nvCxnSpPr>
        <p:spPr>
          <a:xfrm flipH="1">
            <a:off x="7387253" y="1583168"/>
            <a:ext cx="2258681" cy="5355349"/>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D7E1A063-C5E5-643E-104F-3CA5CF13C623}"/>
              </a:ext>
            </a:extLst>
          </p:cNvPr>
          <p:cNvCxnSpPr>
            <a:cxnSpLocks/>
          </p:cNvCxnSpPr>
          <p:nvPr/>
        </p:nvCxnSpPr>
        <p:spPr>
          <a:xfrm flipH="1">
            <a:off x="-81715" y="410960"/>
            <a:ext cx="1272543" cy="3017208"/>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07D30373-652E-1FEF-E425-9F94FF396272}"/>
              </a:ext>
            </a:extLst>
          </p:cNvPr>
          <p:cNvSpPr txBox="1"/>
          <p:nvPr/>
        </p:nvSpPr>
        <p:spPr>
          <a:xfrm>
            <a:off x="946372" y="3691705"/>
            <a:ext cx="8235995" cy="1323439"/>
          </a:xfrm>
          <a:prstGeom prst="rect">
            <a:avLst/>
          </a:prstGeom>
          <a:noFill/>
        </p:spPr>
        <p:txBody>
          <a:bodyPr wrap="square" rtlCol="0">
            <a:spAutoFit/>
          </a:bodyPr>
          <a:lstStyle/>
          <a:p>
            <a:pPr marL="0" indent="0" algn="l">
              <a:buClrTx/>
              <a:buFont typeface="Arial" panose="020B0604020202020204" pitchFamily="34" charset="0"/>
              <a:buNone/>
            </a:pPr>
            <a:r>
              <a:rPr lang="en-US" sz="8000" b="0" i="0">
                <a:solidFill>
                  <a:schemeClr val="tx1"/>
                </a:solidFill>
                <a:latin typeface="Arial" panose="020B0604020202020204" pitchFamily="34" charset="0"/>
                <a:ea typeface="Inter Light" panose="02000503000000020004" pitchFamily="2" charset="0"/>
                <a:cs typeface="Arial" panose="020B0604020202020204" pitchFamily="34" charset="0"/>
              </a:rPr>
              <a:t>Be the next.</a:t>
            </a:r>
          </a:p>
        </p:txBody>
      </p:sp>
      <p:sp>
        <p:nvSpPr>
          <p:cNvPr id="2" name="Rectangle 1">
            <a:extLst>
              <a:ext uri="{FF2B5EF4-FFF2-40B4-BE49-F238E27FC236}">
                <a16:creationId xmlns:a16="http://schemas.microsoft.com/office/drawing/2014/main" id="{61DEB3FA-7161-5F34-A5AB-95E3E7CAF49A}"/>
              </a:ext>
            </a:extLst>
          </p:cNvPr>
          <p:cNvSpPr/>
          <p:nvPr/>
        </p:nvSpPr>
        <p:spPr>
          <a:xfrm>
            <a:off x="-362465" y="-541843"/>
            <a:ext cx="12900455" cy="52370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3" name="Rectangle 2">
            <a:extLst>
              <a:ext uri="{FF2B5EF4-FFF2-40B4-BE49-F238E27FC236}">
                <a16:creationId xmlns:a16="http://schemas.microsoft.com/office/drawing/2014/main" id="{83A28DEA-EBBC-6AFE-2636-D9031872EF07}"/>
              </a:ext>
            </a:extLst>
          </p:cNvPr>
          <p:cNvSpPr/>
          <p:nvPr/>
        </p:nvSpPr>
        <p:spPr>
          <a:xfrm>
            <a:off x="-494270" y="6876159"/>
            <a:ext cx="12900455" cy="52370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0C6FC1D6-6C3F-A626-802D-B649BF2DFDBA}"/>
              </a:ext>
            </a:extLst>
          </p:cNvPr>
          <p:cNvSpPr/>
          <p:nvPr/>
        </p:nvSpPr>
        <p:spPr>
          <a:xfrm>
            <a:off x="-840260" y="-262674"/>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57810294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1000"/>
                                        <p:tgtEl>
                                          <p:spTgt spid="8"/>
                                        </p:tgtEl>
                                      </p:cBhvr>
                                    </p:animEffect>
                                  </p:childTnLst>
                                </p:cTn>
                              </p:par>
                              <p:par>
                                <p:cTn id="8" presetID="22" presetClass="entr" presetSubtype="1"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up)">
                                      <p:cBhvr>
                                        <p:cTn id="10" dur="1000"/>
                                        <p:tgtEl>
                                          <p:spTgt spid="6"/>
                                        </p:tgtEl>
                                      </p:cBhvr>
                                    </p:animEffect>
                                  </p:childTnLst>
                                </p:cTn>
                              </p:par>
                              <p:par>
                                <p:cTn id="11" presetID="22" presetClass="entr" presetSubtype="4"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down)">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p:cSld name="Ending Slide - Q&amp;A">
    <p:bg>
      <p:bgRef idx="1001">
        <a:schemeClr val="bg2"/>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A424D45-0707-96F7-B2F0-03225F66E468}"/>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7429755" y="0"/>
            <a:ext cx="4763732" cy="6858000"/>
          </a:xfrm>
          <a:prstGeom prst="rect">
            <a:avLst/>
          </a:prstGeom>
        </p:spPr>
      </p:pic>
      <p:sp>
        <p:nvSpPr>
          <p:cNvPr id="5" name="TextBox 4">
            <a:extLst>
              <a:ext uri="{FF2B5EF4-FFF2-40B4-BE49-F238E27FC236}">
                <a16:creationId xmlns:a16="http://schemas.microsoft.com/office/drawing/2014/main" id="{53F2DCC4-E206-496E-7D98-EDF0D6EC499C}"/>
              </a:ext>
            </a:extLst>
          </p:cNvPr>
          <p:cNvSpPr txBox="1"/>
          <p:nvPr/>
        </p:nvSpPr>
        <p:spPr>
          <a:xfrm>
            <a:off x="933395" y="3740264"/>
            <a:ext cx="4199437" cy="1938992"/>
          </a:xfrm>
          <a:prstGeom prst="rect">
            <a:avLst/>
          </a:prstGeom>
          <a:noFill/>
        </p:spPr>
        <p:txBody>
          <a:bodyPr wrap="square">
            <a:spAutoFit/>
          </a:bodyPr>
          <a:lstStyle/>
          <a:p>
            <a:pPr lvl="0"/>
            <a:r>
              <a:rPr lang="en-US" sz="12000" b="0" i="0">
                <a:latin typeface="Arial" panose="020B0604020202020204" pitchFamily="34" charset="0"/>
                <a:ea typeface="Inter Light" panose="02000503000000020004" pitchFamily="2" charset="0"/>
                <a:cs typeface="Arial" panose="020B0604020202020204" pitchFamily="34" charset="0"/>
              </a:rPr>
              <a:t>Q&amp;A</a:t>
            </a:r>
          </a:p>
        </p:txBody>
      </p:sp>
    </p:spTree>
    <p:extLst>
      <p:ext uri="{BB962C8B-B14F-4D97-AF65-F5344CB8AC3E}">
        <p14:creationId xmlns:p14="http://schemas.microsoft.com/office/powerpoint/2010/main" val="336433261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p:cSld name="Anaplan Logo - Dark">
    <p:bg>
      <p:bgRef idx="1001">
        <a:schemeClr val="bg2"/>
      </p:bgRef>
    </p:bg>
    <p:spTree>
      <p:nvGrpSpPr>
        <p:cNvPr id="1" name=""/>
        <p:cNvGrpSpPr/>
        <p:nvPr/>
      </p:nvGrpSpPr>
      <p:grpSpPr>
        <a:xfrm>
          <a:off x="0" y="0"/>
          <a:ext cx="0" cy="0"/>
          <a:chOff x="0" y="0"/>
          <a:chExt cx="0" cy="0"/>
        </a:xfrm>
      </p:grpSpPr>
      <p:pic>
        <p:nvPicPr>
          <p:cNvPr id="2" name="Picture 1" descr="A blue background with lines&#10;&#10;Description automatically generated">
            <a:extLst>
              <a:ext uri="{FF2B5EF4-FFF2-40B4-BE49-F238E27FC236}">
                <a16:creationId xmlns:a16="http://schemas.microsoft.com/office/drawing/2014/main" id="{B8C86DCE-65CC-971D-1E64-1734DD6D4A2C}"/>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960" y="-1664"/>
            <a:ext cx="12189040" cy="6859664"/>
          </a:xfrm>
          <a:prstGeom prst="rect">
            <a:avLst/>
          </a:prstGeom>
        </p:spPr>
      </p:pic>
      <p:cxnSp>
        <p:nvCxnSpPr>
          <p:cNvPr id="3" name="Straight Connector 2">
            <a:extLst>
              <a:ext uri="{FF2B5EF4-FFF2-40B4-BE49-F238E27FC236}">
                <a16:creationId xmlns:a16="http://schemas.microsoft.com/office/drawing/2014/main" id="{C11B6847-D893-5F31-DC44-630E5F93C3F8}"/>
              </a:ext>
            </a:extLst>
          </p:cNvPr>
          <p:cNvCxnSpPr>
            <a:cxnSpLocks/>
          </p:cNvCxnSpPr>
          <p:nvPr/>
        </p:nvCxnSpPr>
        <p:spPr>
          <a:xfrm flipH="1">
            <a:off x="9446279" y="-1244079"/>
            <a:ext cx="1418379" cy="3362987"/>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CC7B8A0B-10DA-B549-25E2-74C2FEF0D892}"/>
              </a:ext>
            </a:extLst>
          </p:cNvPr>
          <p:cNvCxnSpPr>
            <a:cxnSpLocks/>
          </p:cNvCxnSpPr>
          <p:nvPr/>
        </p:nvCxnSpPr>
        <p:spPr>
          <a:xfrm flipH="1">
            <a:off x="10607676" y="261144"/>
            <a:ext cx="2258681" cy="5355349"/>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997069BB-7F20-DAFF-41F5-71B588F38097}"/>
              </a:ext>
            </a:extLst>
          </p:cNvPr>
          <p:cNvCxnSpPr>
            <a:cxnSpLocks/>
          </p:cNvCxnSpPr>
          <p:nvPr/>
        </p:nvCxnSpPr>
        <p:spPr>
          <a:xfrm flipH="1">
            <a:off x="-100243" y="670565"/>
            <a:ext cx="1794263" cy="4254211"/>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pic>
        <p:nvPicPr>
          <p:cNvPr id="8" name="Picture 7" descr="A black and white logo&#10;&#10;Description automatically generated">
            <a:extLst>
              <a:ext uri="{FF2B5EF4-FFF2-40B4-BE49-F238E27FC236}">
                <a16:creationId xmlns:a16="http://schemas.microsoft.com/office/drawing/2014/main" id="{F280F2BC-6C1D-6608-57B0-BC2F3D7B8AF7}"/>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2124231" y="1931560"/>
            <a:ext cx="7943539" cy="2993217"/>
          </a:xfrm>
          <a:prstGeom prst="rect">
            <a:avLst/>
          </a:prstGeom>
        </p:spPr>
      </p:pic>
      <p:cxnSp>
        <p:nvCxnSpPr>
          <p:cNvPr id="9" name="Straight Connector 8">
            <a:extLst>
              <a:ext uri="{FF2B5EF4-FFF2-40B4-BE49-F238E27FC236}">
                <a16:creationId xmlns:a16="http://schemas.microsoft.com/office/drawing/2014/main" id="{5FF074E1-05F7-FF12-6DEA-E33755EFA35A}"/>
              </a:ext>
            </a:extLst>
          </p:cNvPr>
          <p:cNvCxnSpPr>
            <a:cxnSpLocks/>
          </p:cNvCxnSpPr>
          <p:nvPr/>
        </p:nvCxnSpPr>
        <p:spPr>
          <a:xfrm flipH="1">
            <a:off x="1436358" y="4807404"/>
            <a:ext cx="1272543" cy="3017208"/>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Rectangle 9">
            <a:extLst>
              <a:ext uri="{FF2B5EF4-FFF2-40B4-BE49-F238E27FC236}">
                <a16:creationId xmlns:a16="http://schemas.microsoft.com/office/drawing/2014/main" id="{DBF4FED3-9DFB-C427-3875-33BF59AE32C0}"/>
              </a:ext>
            </a:extLst>
          </p:cNvPr>
          <p:cNvSpPr/>
          <p:nvPr/>
        </p:nvSpPr>
        <p:spPr>
          <a:xfrm>
            <a:off x="-362465" y="-1690238"/>
            <a:ext cx="12900455" cy="1672099"/>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1" name="Rectangle 10">
            <a:extLst>
              <a:ext uri="{FF2B5EF4-FFF2-40B4-BE49-F238E27FC236}">
                <a16:creationId xmlns:a16="http://schemas.microsoft.com/office/drawing/2014/main" id="{395522D0-72F5-84DF-3B86-2B542769FC48}"/>
              </a:ext>
            </a:extLst>
          </p:cNvPr>
          <p:cNvSpPr/>
          <p:nvPr/>
        </p:nvSpPr>
        <p:spPr>
          <a:xfrm>
            <a:off x="-494270" y="6876158"/>
            <a:ext cx="12900455" cy="120539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2" name="Rectangle 11">
            <a:extLst>
              <a:ext uri="{FF2B5EF4-FFF2-40B4-BE49-F238E27FC236}">
                <a16:creationId xmlns:a16="http://schemas.microsoft.com/office/drawing/2014/main" id="{5137ED53-E137-D319-2FA1-64FC8666DB9D}"/>
              </a:ext>
            </a:extLst>
          </p:cNvPr>
          <p:cNvSpPr/>
          <p:nvPr/>
        </p:nvSpPr>
        <p:spPr>
          <a:xfrm>
            <a:off x="-840260" y="-262674"/>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3" name="Rectangle 12">
            <a:extLst>
              <a:ext uri="{FF2B5EF4-FFF2-40B4-BE49-F238E27FC236}">
                <a16:creationId xmlns:a16="http://schemas.microsoft.com/office/drawing/2014/main" id="{4780B9E4-FCC4-2242-0687-E15A46AE4FAF}"/>
              </a:ext>
            </a:extLst>
          </p:cNvPr>
          <p:cNvSpPr/>
          <p:nvPr/>
        </p:nvSpPr>
        <p:spPr>
          <a:xfrm>
            <a:off x="12205180" y="-297508"/>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32689693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22" presetClass="entr" presetSubtype="4" fill="hold"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down)">
                                      <p:cBhvr>
                                        <p:cTn id="12" dur="1000"/>
                                        <p:tgtEl>
                                          <p:spTgt spid="7"/>
                                        </p:tgtEl>
                                      </p:cBhvr>
                                    </p:animEffect>
                                  </p:childTnLst>
                                </p:cTn>
                              </p:par>
                              <p:par>
                                <p:cTn id="13" presetID="22" presetClass="entr" presetSubtype="1" fill="hold" nodeType="with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up)">
                                      <p:cBhvr>
                                        <p:cTn id="15" dur="1000"/>
                                        <p:tgtEl>
                                          <p:spTgt spid="3"/>
                                        </p:tgtEl>
                                      </p:cBhvr>
                                    </p:animEffect>
                                  </p:childTnLst>
                                </p:cTn>
                              </p:par>
                              <p:par>
                                <p:cTn id="16" presetID="22" presetClass="entr" presetSubtype="1" fill="hold"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wipe(up)">
                                      <p:cBhvr>
                                        <p:cTn id="18" dur="500"/>
                                        <p:tgtEl>
                                          <p:spTgt spid="6"/>
                                        </p:tgtEl>
                                      </p:cBhvr>
                                    </p:animEffect>
                                  </p:childTnLst>
                                </p:cTn>
                              </p:par>
                              <p:par>
                                <p:cTn id="19" presetID="22" presetClass="entr" presetSubtype="4" fill="hold"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wipe(down)">
                                      <p:cBhvr>
                                        <p:cTn id="21"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p:cSld name="Anaplan Logo - Light">
    <p:bg>
      <p:bgRef idx="1001">
        <a:schemeClr val="bg2"/>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8B8074B-3BAD-F41D-EA8C-D43BFB17AE70}"/>
              </a:ext>
            </a:extLst>
          </p:cNvPr>
          <p:cNvPicPr>
            <a:picLocks noChangeAspect="1"/>
          </p:cNvPicPr>
          <p:nvPr/>
        </p:nvPicPr>
        <p:blipFill>
          <a:blip r:embed="rId2">
            <a:extLst>
              <a:ext uri="{28A0092B-C50C-407E-A947-70E740481C1C}">
                <a14:useLocalDpi xmlns:a14="http://schemas.microsoft.com/office/drawing/2010/main"/>
              </a:ext>
            </a:extLst>
          </a:blip>
          <a:srcRect/>
          <a:stretch/>
        </p:blipFill>
        <p:spPr>
          <a:xfrm>
            <a:off x="2962" y="0"/>
            <a:ext cx="12189036" cy="6859664"/>
          </a:xfrm>
          <a:prstGeom prst="rect">
            <a:avLst/>
          </a:prstGeom>
        </p:spPr>
      </p:pic>
      <p:cxnSp>
        <p:nvCxnSpPr>
          <p:cNvPr id="5" name="Straight Connector 4">
            <a:extLst>
              <a:ext uri="{FF2B5EF4-FFF2-40B4-BE49-F238E27FC236}">
                <a16:creationId xmlns:a16="http://schemas.microsoft.com/office/drawing/2014/main" id="{A2321664-CA14-C7F0-6956-B162FB4451FE}"/>
              </a:ext>
            </a:extLst>
          </p:cNvPr>
          <p:cNvCxnSpPr>
            <a:cxnSpLocks/>
          </p:cNvCxnSpPr>
          <p:nvPr/>
        </p:nvCxnSpPr>
        <p:spPr>
          <a:xfrm flipH="1">
            <a:off x="9446279" y="-1244079"/>
            <a:ext cx="1418379" cy="3362987"/>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36552E98-6069-71B9-27CB-42B1884992E0}"/>
              </a:ext>
            </a:extLst>
          </p:cNvPr>
          <p:cNvCxnSpPr>
            <a:cxnSpLocks/>
          </p:cNvCxnSpPr>
          <p:nvPr/>
        </p:nvCxnSpPr>
        <p:spPr>
          <a:xfrm flipH="1">
            <a:off x="10607676" y="261144"/>
            <a:ext cx="2258681" cy="5355349"/>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DE2D587B-03A5-A98D-AA96-DD7D153534F6}"/>
              </a:ext>
            </a:extLst>
          </p:cNvPr>
          <p:cNvCxnSpPr>
            <a:cxnSpLocks/>
          </p:cNvCxnSpPr>
          <p:nvPr/>
        </p:nvCxnSpPr>
        <p:spPr>
          <a:xfrm flipH="1">
            <a:off x="-100243" y="670565"/>
            <a:ext cx="1794263" cy="4254211"/>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pic>
        <p:nvPicPr>
          <p:cNvPr id="16" name="Picture 15">
            <a:extLst>
              <a:ext uri="{FF2B5EF4-FFF2-40B4-BE49-F238E27FC236}">
                <a16:creationId xmlns:a16="http://schemas.microsoft.com/office/drawing/2014/main" id="{F333DC50-4503-AC8B-F90C-C799891DF20D}"/>
              </a:ext>
            </a:extLst>
          </p:cNvPr>
          <p:cNvPicPr>
            <a:picLocks noChangeAspect="1"/>
          </p:cNvPicPr>
          <p:nvPr/>
        </p:nvPicPr>
        <p:blipFill>
          <a:blip r:embed="rId3" cstate="print">
            <a:extLst>
              <a:ext uri="{28A0092B-C50C-407E-A947-70E740481C1C}">
                <a14:useLocalDpi xmlns:a14="http://schemas.microsoft.com/office/drawing/2010/main"/>
              </a:ext>
            </a:extLst>
          </a:blip>
          <a:srcRect/>
          <a:stretch/>
        </p:blipFill>
        <p:spPr>
          <a:xfrm>
            <a:off x="2124232" y="1931560"/>
            <a:ext cx="7943537" cy="2993217"/>
          </a:xfrm>
          <a:prstGeom prst="rect">
            <a:avLst/>
          </a:prstGeom>
        </p:spPr>
      </p:pic>
      <p:cxnSp>
        <p:nvCxnSpPr>
          <p:cNvPr id="17" name="Straight Connector 16">
            <a:extLst>
              <a:ext uri="{FF2B5EF4-FFF2-40B4-BE49-F238E27FC236}">
                <a16:creationId xmlns:a16="http://schemas.microsoft.com/office/drawing/2014/main" id="{6193E4AE-FBF1-D57A-72EE-70314714C89D}"/>
              </a:ext>
            </a:extLst>
          </p:cNvPr>
          <p:cNvCxnSpPr>
            <a:cxnSpLocks/>
          </p:cNvCxnSpPr>
          <p:nvPr/>
        </p:nvCxnSpPr>
        <p:spPr>
          <a:xfrm flipH="1">
            <a:off x="1436358" y="4807404"/>
            <a:ext cx="1272543" cy="3017208"/>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Rectangle 9">
            <a:extLst>
              <a:ext uri="{FF2B5EF4-FFF2-40B4-BE49-F238E27FC236}">
                <a16:creationId xmlns:a16="http://schemas.microsoft.com/office/drawing/2014/main" id="{DBF4FED3-9DFB-C427-3875-33BF59AE32C0}"/>
              </a:ext>
            </a:extLst>
          </p:cNvPr>
          <p:cNvSpPr/>
          <p:nvPr/>
        </p:nvSpPr>
        <p:spPr>
          <a:xfrm>
            <a:off x="-362465" y="-1690238"/>
            <a:ext cx="12900455" cy="1672099"/>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1" name="Rectangle 10">
            <a:extLst>
              <a:ext uri="{FF2B5EF4-FFF2-40B4-BE49-F238E27FC236}">
                <a16:creationId xmlns:a16="http://schemas.microsoft.com/office/drawing/2014/main" id="{395522D0-72F5-84DF-3B86-2B542769FC48}"/>
              </a:ext>
            </a:extLst>
          </p:cNvPr>
          <p:cNvSpPr/>
          <p:nvPr/>
        </p:nvSpPr>
        <p:spPr>
          <a:xfrm>
            <a:off x="-494270" y="6876158"/>
            <a:ext cx="12900455" cy="120539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2" name="Rectangle 11">
            <a:extLst>
              <a:ext uri="{FF2B5EF4-FFF2-40B4-BE49-F238E27FC236}">
                <a16:creationId xmlns:a16="http://schemas.microsoft.com/office/drawing/2014/main" id="{5137ED53-E137-D319-2FA1-64FC8666DB9D}"/>
              </a:ext>
            </a:extLst>
          </p:cNvPr>
          <p:cNvSpPr/>
          <p:nvPr/>
        </p:nvSpPr>
        <p:spPr>
          <a:xfrm>
            <a:off x="-840260" y="-262674"/>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3" name="Rectangle 12">
            <a:extLst>
              <a:ext uri="{FF2B5EF4-FFF2-40B4-BE49-F238E27FC236}">
                <a16:creationId xmlns:a16="http://schemas.microsoft.com/office/drawing/2014/main" id="{4780B9E4-FCC4-2242-0687-E15A46AE4FAF}"/>
              </a:ext>
            </a:extLst>
          </p:cNvPr>
          <p:cNvSpPr/>
          <p:nvPr/>
        </p:nvSpPr>
        <p:spPr>
          <a:xfrm>
            <a:off x="12205180" y="-297508"/>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293333160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anim calcmode="lin" valueType="num">
                                      <p:cBhvr>
                                        <p:cTn id="8" dur="1000" fill="hold"/>
                                        <p:tgtEl>
                                          <p:spTgt spid="16"/>
                                        </p:tgtEl>
                                        <p:attrNameLst>
                                          <p:attrName>ppt_x</p:attrName>
                                        </p:attrNameLst>
                                      </p:cBhvr>
                                      <p:tavLst>
                                        <p:tav tm="0">
                                          <p:val>
                                            <p:strVal val="#ppt_x"/>
                                          </p:val>
                                        </p:tav>
                                        <p:tav tm="100000">
                                          <p:val>
                                            <p:strVal val="#ppt_x"/>
                                          </p:val>
                                        </p:tav>
                                      </p:tavLst>
                                    </p:anim>
                                    <p:anim calcmode="lin" valueType="num">
                                      <p:cBhvr>
                                        <p:cTn id="9" dur="1000" fill="hold"/>
                                        <p:tgtEl>
                                          <p:spTgt spid="16"/>
                                        </p:tgtEl>
                                        <p:attrNameLst>
                                          <p:attrName>ppt_y</p:attrName>
                                        </p:attrNameLst>
                                      </p:cBhvr>
                                      <p:tavLst>
                                        <p:tav tm="0">
                                          <p:val>
                                            <p:strVal val="#ppt_y+.1"/>
                                          </p:val>
                                        </p:tav>
                                        <p:tav tm="100000">
                                          <p:val>
                                            <p:strVal val="#ppt_y"/>
                                          </p:val>
                                        </p:tav>
                                      </p:tavLst>
                                    </p:anim>
                                  </p:childTnLst>
                                </p:cTn>
                              </p:par>
                              <p:par>
                                <p:cTn id="10" presetID="22" presetClass="entr" presetSubtype="4" fill="hold" nodeType="with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down)">
                                      <p:cBhvr>
                                        <p:cTn id="12" dur="1000"/>
                                        <p:tgtEl>
                                          <p:spTgt spid="15"/>
                                        </p:tgtEl>
                                      </p:cBhvr>
                                    </p:animEffect>
                                  </p:childTnLst>
                                </p:cTn>
                              </p:par>
                              <p:par>
                                <p:cTn id="13" presetID="22" presetClass="entr" presetSubtype="1"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up)">
                                      <p:cBhvr>
                                        <p:cTn id="15" dur="1000"/>
                                        <p:tgtEl>
                                          <p:spTgt spid="5"/>
                                        </p:tgtEl>
                                      </p:cBhvr>
                                    </p:animEffect>
                                  </p:childTnLst>
                                </p:cTn>
                              </p:par>
                              <p:par>
                                <p:cTn id="16" presetID="22" presetClass="entr" presetSubtype="1" fill="hold"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wipe(up)">
                                      <p:cBhvr>
                                        <p:cTn id="18" dur="500"/>
                                        <p:tgtEl>
                                          <p:spTgt spid="14"/>
                                        </p:tgtEl>
                                      </p:cBhvr>
                                    </p:animEffect>
                                  </p:childTnLst>
                                </p:cTn>
                              </p:par>
                              <p:par>
                                <p:cTn id="19" presetID="22" presetClass="entr" presetSubtype="4"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wipe(down)">
                                      <p:cBhvr>
                                        <p:cTn id="21"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37.xml><?xml version="1.0" encoding="utf-8"?>
<p:sldLayout xmlns:a="http://schemas.openxmlformats.org/drawingml/2006/main" xmlns:r="http://schemas.openxmlformats.org/officeDocument/2006/relationships" xmlns:p="http://schemas.openxmlformats.org/presentationml/2006/main" userDrawn="1">
  <p:cSld name="Title Slide 6">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85D25B4A-1D6D-1249-9D12-6120C71E225E}"/>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8" name="Title 1">
            <a:extLst>
              <a:ext uri="{FF2B5EF4-FFF2-40B4-BE49-F238E27FC236}">
                <a16:creationId xmlns:a16="http://schemas.microsoft.com/office/drawing/2014/main" id="{10E06246-6EFB-C64D-887A-44FB90CE7820}"/>
              </a:ext>
            </a:extLst>
          </p:cNvPr>
          <p:cNvSpPr>
            <a:spLocks noGrp="1"/>
          </p:cNvSpPr>
          <p:nvPr>
            <p:ph type="title"/>
          </p:nvPr>
        </p:nvSpPr>
        <p:spPr>
          <a:xfrm>
            <a:off x="599863" y="2858153"/>
            <a:ext cx="10238827" cy="861775"/>
          </a:xfrm>
          <a:prstGeom prst="rect">
            <a:avLst/>
          </a:prstGeom>
        </p:spPr>
        <p:txBody>
          <a:bodyPr lIns="0" anchor="ctr" anchorCtr="0"/>
          <a:lstStyle>
            <a:lvl1pPr algn="l">
              <a:defRPr sz="4800" b="1" i="0">
                <a:solidFill>
                  <a:schemeClr val="bg1"/>
                </a:solidFill>
                <a:latin typeface="Arial" panose="020B0604020202020204" pitchFamily="34" charset="0"/>
                <a:cs typeface="Arial" panose="020B0604020202020204" pitchFamily="34" charset="0"/>
              </a:defRPr>
            </a:lvl1pPr>
          </a:lstStyle>
          <a:p>
            <a:r>
              <a:rPr lang="en-US"/>
              <a:t>Click to edit Master title style</a:t>
            </a:r>
          </a:p>
        </p:txBody>
      </p:sp>
      <p:sp>
        <p:nvSpPr>
          <p:cNvPr id="9" name="Subtitle 2">
            <a:extLst>
              <a:ext uri="{FF2B5EF4-FFF2-40B4-BE49-F238E27FC236}">
                <a16:creationId xmlns:a16="http://schemas.microsoft.com/office/drawing/2014/main" id="{D62D5F85-F1E8-5C4E-BA8C-6A53696C0797}"/>
              </a:ext>
            </a:extLst>
          </p:cNvPr>
          <p:cNvSpPr>
            <a:spLocks noGrp="1"/>
          </p:cNvSpPr>
          <p:nvPr>
            <p:ph type="subTitle" idx="1"/>
          </p:nvPr>
        </p:nvSpPr>
        <p:spPr>
          <a:xfrm>
            <a:off x="599861" y="4434657"/>
            <a:ext cx="9514897" cy="710600"/>
          </a:xfrm>
          <a:prstGeom prst="rect">
            <a:avLst/>
          </a:prstGeom>
        </p:spPr>
        <p:txBody>
          <a:bodyPr lIns="0">
            <a:normAutofit/>
          </a:bodyPr>
          <a:lstStyle>
            <a:lvl1pPr marL="0" indent="0" algn="l">
              <a:buNone/>
              <a:defRPr sz="2400" b="0" i="0">
                <a:solidFill>
                  <a:schemeClr val="bg1"/>
                </a:solidFill>
                <a:latin typeface="Arial" panose="020B0604020202020204" pitchFamily="34" charset="0"/>
                <a:cs typeface="Arial" panose="020B0604020202020204" pitchFamily="34" charset="0"/>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a:t>Click to edit Master subtitle style</a:t>
            </a:r>
          </a:p>
        </p:txBody>
      </p:sp>
      <p:pic>
        <p:nvPicPr>
          <p:cNvPr id="10" name="Picture 10">
            <a:extLst>
              <a:ext uri="{FF2B5EF4-FFF2-40B4-BE49-F238E27FC236}">
                <a16:creationId xmlns:a16="http://schemas.microsoft.com/office/drawing/2014/main" id="{5C2438C8-B4AB-9449-9E7C-BB272232194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599861" y="524934"/>
            <a:ext cx="1490804" cy="354417"/>
          </a:xfrm>
          <a:prstGeom prst="rect">
            <a:avLst/>
          </a:prstGeom>
        </p:spPr>
      </p:pic>
    </p:spTree>
    <p:extLst>
      <p:ext uri="{BB962C8B-B14F-4D97-AF65-F5344CB8AC3E}">
        <p14:creationId xmlns:p14="http://schemas.microsoft.com/office/powerpoint/2010/main" val="37975571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8.xml><?xml version="1.0" encoding="utf-8"?>
<p:sldLayout xmlns:a="http://schemas.openxmlformats.org/drawingml/2006/main" xmlns:r="http://schemas.openxmlformats.org/officeDocument/2006/relationships" xmlns:p="http://schemas.openxmlformats.org/presentationml/2006/main" userDrawn="1">
  <p:cSld name="Title, Sub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615102" y="1113133"/>
            <a:ext cx="10983484" cy="5256323"/>
          </a:xfrm>
          <a:prstGeom prst="rect">
            <a:avLst/>
          </a:prstGeom>
        </p:spPr>
        <p:txBody>
          <a:bodyPr lIns="0" rIns="0"/>
          <a:lstStyle>
            <a:lvl1pPr marL="232822" indent="-232822">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391" indent="-232822">
              <a:buClrTx/>
              <a:buFont typeface="Arial"/>
              <a:buChar char="•"/>
              <a:tabLst/>
              <a:defRPr b="0" i="0">
                <a:solidFill>
                  <a:schemeClr val="bg2"/>
                </a:solidFill>
                <a:latin typeface="Arial" panose="020B0604020202020204" pitchFamily="34" charset="0"/>
                <a:cs typeface="Gotham Book" pitchFamily="2" charset="0"/>
              </a:defRPr>
            </a:lvl2pPr>
            <a:lvl3pPr marL="1449845" indent="-230706">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10" name="TextBox 9">
            <a:extLst>
              <a:ext uri="{FF2B5EF4-FFF2-40B4-BE49-F238E27FC236}">
                <a16:creationId xmlns:a16="http://schemas.microsoft.com/office/drawing/2014/main" id="{699271EA-40A9-8545-B215-72292E96EB69}"/>
              </a:ext>
            </a:extLst>
          </p:cNvPr>
          <p:cNvSpPr txBox="1"/>
          <p:nvPr userDrawn="1"/>
        </p:nvSpPr>
        <p:spPr>
          <a:xfrm>
            <a:off x="79764"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14" name="Text Placeholder 13">
            <a:extLst>
              <a:ext uri="{FF2B5EF4-FFF2-40B4-BE49-F238E27FC236}">
                <a16:creationId xmlns:a16="http://schemas.microsoft.com/office/drawing/2014/main" id="{562F2901-6DCE-0C41-8EA7-1119689C4488}"/>
              </a:ext>
            </a:extLst>
          </p:cNvPr>
          <p:cNvSpPr>
            <a:spLocks noGrp="1"/>
          </p:cNvSpPr>
          <p:nvPr>
            <p:ph type="body" sz="quarter" idx="10"/>
          </p:nvPr>
        </p:nvSpPr>
        <p:spPr>
          <a:xfrm>
            <a:off x="615952" y="742008"/>
            <a:ext cx="10983383" cy="349016"/>
          </a:xfrm>
          <a:prstGeom prst="rect">
            <a:avLst/>
          </a:prstGeom>
        </p:spPr>
        <p:txBody>
          <a:bodyPr lIns="0" rIns="0"/>
          <a:lstStyle>
            <a:lvl1pPr marL="0" indent="0">
              <a:buNone/>
              <a:defRPr sz="1467">
                <a:solidFill>
                  <a:schemeClr val="bg2"/>
                </a:solidFill>
              </a:defRPr>
            </a:lvl1pPr>
          </a:lstStyle>
          <a:p>
            <a:pPr lvl="0"/>
            <a:r>
              <a:rPr lang="en-US"/>
              <a:t>Click to edit Master text styles</a:t>
            </a:r>
          </a:p>
        </p:txBody>
      </p:sp>
    </p:spTree>
    <p:extLst>
      <p:ext uri="{BB962C8B-B14F-4D97-AF65-F5344CB8AC3E}">
        <p14:creationId xmlns:p14="http://schemas.microsoft.com/office/powerpoint/2010/main" val="14912963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2160">
          <p15:clr>
            <a:srgbClr val="FBAE40"/>
          </p15:clr>
        </p15:guide>
        <p15:guide id="3" orient="horz" pos="2277">
          <p15:clr>
            <a:srgbClr val="FBAE40"/>
          </p15:clr>
        </p15:guide>
      </p15:sldGuideLst>
    </p:ext>
  </p:extLst>
</p:sldLayout>
</file>

<file path=ppt/slideLayouts/slideLayout139.xml><?xml version="1.0" encoding="utf-8"?>
<p:sldLayout xmlns:a="http://schemas.openxmlformats.org/drawingml/2006/main" xmlns:r="http://schemas.openxmlformats.org/officeDocument/2006/relationships" xmlns:p="http://schemas.openxmlformats.org/presentationml/2006/main" userDrawn="1">
  <p:cSld name="1_Section Break 3">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768F50A-0C81-E441-B531-0C3077078ECC}"/>
              </a:ext>
            </a:extLst>
          </p:cNvPr>
          <p:cNvSpPr/>
          <p:nvPr userDrawn="1"/>
        </p:nvSpPr>
        <p:spPr>
          <a:xfrm>
            <a:off x="0" y="0"/>
            <a:ext cx="121920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err="1">
              <a:solidFill>
                <a:schemeClr val="bg1"/>
              </a:solidFill>
              <a:latin typeface="Verdana" charset="0"/>
              <a:ea typeface="Verdana" charset="0"/>
              <a:cs typeface="Verdana" charset="0"/>
            </a:endParaRPr>
          </a:p>
        </p:txBody>
      </p:sp>
      <p:grpSp>
        <p:nvGrpSpPr>
          <p:cNvPr id="8" name="Graphic 6">
            <a:extLst>
              <a:ext uri="{FF2B5EF4-FFF2-40B4-BE49-F238E27FC236}">
                <a16:creationId xmlns:a16="http://schemas.microsoft.com/office/drawing/2014/main" id="{3F9D14ED-6A17-084C-A023-521B3BDC7F0A}"/>
              </a:ext>
            </a:extLst>
          </p:cNvPr>
          <p:cNvGrpSpPr/>
          <p:nvPr userDrawn="1"/>
        </p:nvGrpSpPr>
        <p:grpSpPr>
          <a:xfrm>
            <a:off x="0" y="0"/>
            <a:ext cx="12192000" cy="6858000"/>
            <a:chOff x="0" y="0"/>
            <a:chExt cx="9144000" cy="5143500"/>
          </a:xfrm>
        </p:grpSpPr>
        <p:grpSp>
          <p:nvGrpSpPr>
            <p:cNvPr id="9" name="Graphic 6">
              <a:extLst>
                <a:ext uri="{FF2B5EF4-FFF2-40B4-BE49-F238E27FC236}">
                  <a16:creationId xmlns:a16="http://schemas.microsoft.com/office/drawing/2014/main" id="{F4A66ADD-69B3-4548-99BB-EE7FF59C9E5C}"/>
                </a:ext>
              </a:extLst>
            </p:cNvPr>
            <p:cNvGrpSpPr/>
            <p:nvPr/>
          </p:nvGrpSpPr>
          <p:grpSpPr>
            <a:xfrm>
              <a:off x="8811577" y="150495"/>
              <a:ext cx="3810" cy="3810"/>
              <a:chOff x="8811577" y="150495"/>
              <a:chExt cx="3810" cy="3810"/>
            </a:xfrm>
          </p:grpSpPr>
          <p:sp>
            <p:nvSpPr>
              <p:cNvPr id="29" name="Freeform 28">
                <a:extLst>
                  <a:ext uri="{FF2B5EF4-FFF2-40B4-BE49-F238E27FC236}">
                    <a16:creationId xmlns:a16="http://schemas.microsoft.com/office/drawing/2014/main" id="{0549614A-A3E2-4748-9B17-CFA217ABF221}"/>
                  </a:ext>
                </a:extLst>
              </p:cNvPr>
              <p:cNvSpPr/>
              <p:nvPr/>
            </p:nvSpPr>
            <p:spPr>
              <a:xfrm>
                <a:off x="8811577" y="150495"/>
                <a:ext cx="2857" cy="2857"/>
              </a:xfrm>
              <a:custGeom>
                <a:avLst/>
                <a:gdLst>
                  <a:gd name="connsiteX0" fmla="*/ 2858 w 2857"/>
                  <a:gd name="connsiteY0" fmla="*/ 2858 h 2857"/>
                  <a:gd name="connsiteX1" fmla="*/ 0 w 2857"/>
                  <a:gd name="connsiteY1" fmla="*/ 2858 h 2857"/>
                  <a:gd name="connsiteX2" fmla="*/ 1905 w 2857"/>
                  <a:gd name="connsiteY2" fmla="*/ 0 h 2857"/>
                </a:gdLst>
                <a:ahLst/>
                <a:cxnLst>
                  <a:cxn ang="0">
                    <a:pos x="connsiteX0" y="connsiteY0"/>
                  </a:cxn>
                  <a:cxn ang="0">
                    <a:pos x="connsiteX1" y="connsiteY1"/>
                  </a:cxn>
                  <a:cxn ang="0">
                    <a:pos x="connsiteX2" y="connsiteY2"/>
                  </a:cxn>
                </a:cxnLst>
                <a:rect l="l" t="t" r="r" b="b"/>
                <a:pathLst>
                  <a:path w="2857" h="2857">
                    <a:moveTo>
                      <a:pt x="2858" y="2858"/>
                    </a:moveTo>
                    <a:lnTo>
                      <a:pt x="0" y="2858"/>
                    </a:lnTo>
                    <a:lnTo>
                      <a:pt x="1905" y="0"/>
                    </a:lnTo>
                    <a:close/>
                  </a:path>
                </a:pathLst>
              </a:custGeom>
              <a:solidFill>
                <a:srgbClr val="C46F3C">
                  <a:alpha val="50000"/>
                </a:srgbClr>
              </a:solidFill>
              <a:ln w="9525" cap="flat">
                <a:noFill/>
                <a:prstDash val="solid"/>
                <a:miter/>
              </a:ln>
            </p:spPr>
            <p:txBody>
              <a:bodyPr rtlCol="0" anchor="ctr"/>
              <a:lstStyle/>
              <a:p>
                <a:endParaRPr lang="en-US" sz="2400"/>
              </a:p>
            </p:txBody>
          </p:sp>
          <p:sp>
            <p:nvSpPr>
              <p:cNvPr id="30" name="Freeform 29">
                <a:extLst>
                  <a:ext uri="{FF2B5EF4-FFF2-40B4-BE49-F238E27FC236}">
                    <a16:creationId xmlns:a16="http://schemas.microsoft.com/office/drawing/2014/main" id="{DD5B0656-DAE5-C442-A319-BEB2102F21B9}"/>
                  </a:ext>
                </a:extLst>
              </p:cNvPr>
              <p:cNvSpPr/>
              <p:nvPr/>
            </p:nvSpPr>
            <p:spPr>
              <a:xfrm>
                <a:off x="8814435" y="153352"/>
                <a:ext cx="952" cy="952"/>
              </a:xfrm>
              <a:custGeom>
                <a:avLst/>
                <a:gdLst>
                  <a:gd name="connsiteX0" fmla="*/ 952 w 952"/>
                  <a:gd name="connsiteY0" fmla="*/ 0 h 952"/>
                  <a:gd name="connsiteX1" fmla="*/ 952 w 952"/>
                  <a:gd name="connsiteY1" fmla="*/ 953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2" y="0"/>
                    </a:moveTo>
                    <a:lnTo>
                      <a:pt x="952" y="953"/>
                    </a:lnTo>
                    <a:lnTo>
                      <a:pt x="0" y="0"/>
                    </a:lnTo>
                    <a:close/>
                  </a:path>
                </a:pathLst>
              </a:custGeom>
              <a:solidFill>
                <a:srgbClr val="DB833A">
                  <a:alpha val="50000"/>
                </a:srgbClr>
              </a:solidFill>
              <a:ln w="9525" cap="flat">
                <a:noFill/>
                <a:prstDash val="solid"/>
                <a:miter/>
              </a:ln>
            </p:spPr>
            <p:txBody>
              <a:bodyPr rtlCol="0" anchor="ctr"/>
              <a:lstStyle/>
              <a:p>
                <a:endParaRPr lang="en-US" sz="2400"/>
              </a:p>
            </p:txBody>
          </p:sp>
        </p:grpSp>
        <p:grpSp>
          <p:nvGrpSpPr>
            <p:cNvPr id="10" name="Graphic 6">
              <a:extLst>
                <a:ext uri="{FF2B5EF4-FFF2-40B4-BE49-F238E27FC236}">
                  <a16:creationId xmlns:a16="http://schemas.microsoft.com/office/drawing/2014/main" id="{ECAA9B62-8D14-C54B-A9FE-BF6C237CFE57}"/>
                </a:ext>
              </a:extLst>
            </p:cNvPr>
            <p:cNvGrpSpPr/>
            <p:nvPr/>
          </p:nvGrpSpPr>
          <p:grpSpPr>
            <a:xfrm>
              <a:off x="0" y="0"/>
              <a:ext cx="9142094" cy="5143500"/>
              <a:chOff x="0" y="0"/>
              <a:chExt cx="9142094" cy="5143500"/>
            </a:xfrm>
          </p:grpSpPr>
          <p:grpSp>
            <p:nvGrpSpPr>
              <p:cNvPr id="11" name="Graphic 6">
                <a:extLst>
                  <a:ext uri="{FF2B5EF4-FFF2-40B4-BE49-F238E27FC236}">
                    <a16:creationId xmlns:a16="http://schemas.microsoft.com/office/drawing/2014/main" id="{A57DB2C7-3650-6942-980E-3A7050573814}"/>
                  </a:ext>
                </a:extLst>
              </p:cNvPr>
              <p:cNvGrpSpPr/>
              <p:nvPr/>
            </p:nvGrpSpPr>
            <p:grpSpPr>
              <a:xfrm>
                <a:off x="0" y="3219450"/>
                <a:ext cx="1532572" cy="1924050"/>
                <a:chOff x="0" y="3219450"/>
                <a:chExt cx="1532572" cy="1924050"/>
              </a:xfrm>
            </p:grpSpPr>
            <p:sp>
              <p:nvSpPr>
                <p:cNvPr id="23" name="Freeform 22">
                  <a:extLst>
                    <a:ext uri="{FF2B5EF4-FFF2-40B4-BE49-F238E27FC236}">
                      <a16:creationId xmlns:a16="http://schemas.microsoft.com/office/drawing/2014/main" id="{FD1FC732-BD2F-9249-B3CB-C71B10A6D0B7}"/>
                    </a:ext>
                  </a:extLst>
                </p:cNvPr>
                <p:cNvSpPr/>
                <p:nvPr/>
              </p:nvSpPr>
              <p:spPr>
                <a:xfrm>
                  <a:off x="212407" y="4362450"/>
                  <a:ext cx="989647" cy="571500"/>
                </a:xfrm>
                <a:custGeom>
                  <a:avLst/>
                  <a:gdLst>
                    <a:gd name="connsiteX0" fmla="*/ 989648 w 989647"/>
                    <a:gd name="connsiteY0" fmla="*/ 0 h 571500"/>
                    <a:gd name="connsiteX1" fmla="*/ 660083 w 989647"/>
                    <a:gd name="connsiteY1" fmla="*/ 571500 h 571500"/>
                    <a:gd name="connsiteX2" fmla="*/ 0 w 989647"/>
                    <a:gd name="connsiteY2" fmla="*/ 571500 h 571500"/>
                    <a:gd name="connsiteX3" fmla="*/ 329565 w 989647"/>
                    <a:gd name="connsiteY3" fmla="*/ 0 h 571500"/>
                  </a:gdLst>
                  <a:ahLst/>
                  <a:cxnLst>
                    <a:cxn ang="0">
                      <a:pos x="connsiteX0" y="connsiteY0"/>
                    </a:cxn>
                    <a:cxn ang="0">
                      <a:pos x="connsiteX1" y="connsiteY1"/>
                    </a:cxn>
                    <a:cxn ang="0">
                      <a:pos x="connsiteX2" y="connsiteY2"/>
                    </a:cxn>
                    <a:cxn ang="0">
                      <a:pos x="connsiteX3" y="connsiteY3"/>
                    </a:cxn>
                  </a:cxnLst>
                  <a:rect l="l" t="t" r="r" b="b"/>
                  <a:pathLst>
                    <a:path w="989647" h="571500">
                      <a:moveTo>
                        <a:pt x="989648" y="0"/>
                      </a:moveTo>
                      <a:lnTo>
                        <a:pt x="660083" y="571500"/>
                      </a:lnTo>
                      <a:lnTo>
                        <a:pt x="0" y="571500"/>
                      </a:lnTo>
                      <a:lnTo>
                        <a:pt x="329565" y="0"/>
                      </a:lnTo>
                      <a:close/>
                    </a:path>
                  </a:pathLst>
                </a:custGeom>
                <a:solidFill>
                  <a:srgbClr val="9595F9">
                    <a:alpha val="50000"/>
                  </a:srgbClr>
                </a:solidFill>
                <a:ln w="9525" cap="flat">
                  <a:noFill/>
                  <a:prstDash val="solid"/>
                  <a:miter/>
                </a:ln>
              </p:spPr>
              <p:txBody>
                <a:bodyPr rtlCol="0" anchor="ctr"/>
                <a:lstStyle/>
                <a:p>
                  <a:endParaRPr lang="en-US" sz="2400"/>
                </a:p>
              </p:txBody>
            </p:sp>
            <p:sp>
              <p:nvSpPr>
                <p:cNvPr id="24" name="Freeform 23">
                  <a:extLst>
                    <a:ext uri="{FF2B5EF4-FFF2-40B4-BE49-F238E27FC236}">
                      <a16:creationId xmlns:a16="http://schemas.microsoft.com/office/drawing/2014/main" id="{2647D71F-55FC-914B-8F5B-253852B5C22F}"/>
                    </a:ext>
                  </a:extLst>
                </p:cNvPr>
                <p:cNvSpPr/>
                <p:nvPr/>
              </p:nvSpPr>
              <p:spPr>
                <a:xfrm>
                  <a:off x="0" y="3790950"/>
                  <a:ext cx="212407" cy="367665"/>
                </a:xfrm>
                <a:custGeom>
                  <a:avLst/>
                  <a:gdLst>
                    <a:gd name="connsiteX0" fmla="*/ 0 w 212407"/>
                    <a:gd name="connsiteY0" fmla="*/ 0 h 367665"/>
                    <a:gd name="connsiteX1" fmla="*/ 212408 w 212407"/>
                    <a:gd name="connsiteY1" fmla="*/ 0 h 367665"/>
                    <a:gd name="connsiteX2" fmla="*/ 0 w 212407"/>
                    <a:gd name="connsiteY2" fmla="*/ 367665 h 367665"/>
                  </a:gdLst>
                  <a:ahLst/>
                  <a:cxnLst>
                    <a:cxn ang="0">
                      <a:pos x="connsiteX0" y="connsiteY0"/>
                    </a:cxn>
                    <a:cxn ang="0">
                      <a:pos x="connsiteX1" y="connsiteY1"/>
                    </a:cxn>
                    <a:cxn ang="0">
                      <a:pos x="connsiteX2" y="connsiteY2"/>
                    </a:cxn>
                  </a:cxnLst>
                  <a:rect l="l" t="t" r="r" b="b"/>
                  <a:pathLst>
                    <a:path w="212407" h="367665">
                      <a:moveTo>
                        <a:pt x="0" y="0"/>
                      </a:moveTo>
                      <a:lnTo>
                        <a:pt x="212408" y="0"/>
                      </a:lnTo>
                      <a:lnTo>
                        <a:pt x="0" y="367665"/>
                      </a:lnTo>
                      <a:close/>
                    </a:path>
                  </a:pathLst>
                </a:custGeom>
                <a:solidFill>
                  <a:srgbClr val="494990">
                    <a:alpha val="50000"/>
                  </a:srgbClr>
                </a:solidFill>
                <a:ln w="9525" cap="flat">
                  <a:noFill/>
                  <a:prstDash val="solid"/>
                  <a:miter/>
                </a:ln>
              </p:spPr>
              <p:txBody>
                <a:bodyPr rtlCol="0" anchor="ctr"/>
                <a:lstStyle/>
                <a:p>
                  <a:endParaRPr lang="en-US" sz="2400"/>
                </a:p>
              </p:txBody>
            </p:sp>
            <p:sp>
              <p:nvSpPr>
                <p:cNvPr id="25" name="Freeform 24">
                  <a:extLst>
                    <a:ext uri="{FF2B5EF4-FFF2-40B4-BE49-F238E27FC236}">
                      <a16:creationId xmlns:a16="http://schemas.microsoft.com/office/drawing/2014/main" id="{E59BFFD0-467E-454B-8232-8643B0D7F589}"/>
                    </a:ext>
                  </a:extLst>
                </p:cNvPr>
                <p:cNvSpPr/>
                <p:nvPr/>
              </p:nvSpPr>
              <p:spPr>
                <a:xfrm>
                  <a:off x="0" y="3790950"/>
                  <a:ext cx="541972" cy="1143000"/>
                </a:xfrm>
                <a:custGeom>
                  <a:avLst/>
                  <a:gdLst>
                    <a:gd name="connsiteX0" fmla="*/ 0 w 541972"/>
                    <a:gd name="connsiteY0" fmla="*/ 367665 h 1143000"/>
                    <a:gd name="connsiteX1" fmla="*/ 212408 w 541972"/>
                    <a:gd name="connsiteY1" fmla="*/ 0 h 1143000"/>
                    <a:gd name="connsiteX2" fmla="*/ 541973 w 541972"/>
                    <a:gd name="connsiteY2" fmla="*/ 571500 h 1143000"/>
                    <a:gd name="connsiteX3" fmla="*/ 212408 w 541972"/>
                    <a:gd name="connsiteY3" fmla="*/ 1143000 h 1143000"/>
                    <a:gd name="connsiteX4" fmla="*/ 0 w 541972"/>
                    <a:gd name="connsiteY4" fmla="*/ 775335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1972" h="1143000">
                      <a:moveTo>
                        <a:pt x="0" y="367665"/>
                      </a:moveTo>
                      <a:lnTo>
                        <a:pt x="212408" y="0"/>
                      </a:lnTo>
                      <a:lnTo>
                        <a:pt x="541973" y="571500"/>
                      </a:lnTo>
                      <a:lnTo>
                        <a:pt x="212408" y="1143000"/>
                      </a:lnTo>
                      <a:lnTo>
                        <a:pt x="0" y="775335"/>
                      </a:lnTo>
                      <a:close/>
                    </a:path>
                  </a:pathLst>
                </a:custGeom>
                <a:solidFill>
                  <a:srgbClr val="7979D7">
                    <a:alpha val="50000"/>
                  </a:srgbClr>
                </a:solidFill>
                <a:ln w="9525" cap="flat">
                  <a:noFill/>
                  <a:prstDash val="solid"/>
                  <a:miter/>
                </a:ln>
              </p:spPr>
              <p:txBody>
                <a:bodyPr rtlCol="0" anchor="ctr"/>
                <a:lstStyle/>
                <a:p>
                  <a:endParaRPr lang="en-US" sz="2400"/>
                </a:p>
              </p:txBody>
            </p:sp>
            <p:sp>
              <p:nvSpPr>
                <p:cNvPr id="26" name="Freeform 25">
                  <a:extLst>
                    <a:ext uri="{FF2B5EF4-FFF2-40B4-BE49-F238E27FC236}">
                      <a16:creationId xmlns:a16="http://schemas.microsoft.com/office/drawing/2014/main" id="{014CC909-AECA-5444-B46D-6EDB373E8998}"/>
                    </a:ext>
                  </a:extLst>
                </p:cNvPr>
                <p:cNvSpPr/>
                <p:nvPr/>
              </p:nvSpPr>
              <p:spPr>
                <a:xfrm>
                  <a:off x="0" y="3219450"/>
                  <a:ext cx="872489" cy="571500"/>
                </a:xfrm>
                <a:custGeom>
                  <a:avLst/>
                  <a:gdLst>
                    <a:gd name="connsiteX0" fmla="*/ 0 w 872489"/>
                    <a:gd name="connsiteY0" fmla="*/ 203835 h 571500"/>
                    <a:gd name="connsiteX1" fmla="*/ 212408 w 872489"/>
                    <a:gd name="connsiteY1" fmla="*/ 571500 h 571500"/>
                    <a:gd name="connsiteX2" fmla="*/ 872490 w 872489"/>
                    <a:gd name="connsiteY2" fmla="*/ 571500 h 571500"/>
                    <a:gd name="connsiteX3" fmla="*/ 541973 w 872489"/>
                    <a:gd name="connsiteY3" fmla="*/ 0 h 571500"/>
                    <a:gd name="connsiteX4" fmla="*/ 541973 w 872489"/>
                    <a:gd name="connsiteY4" fmla="*/ 0 h 571500"/>
                    <a:gd name="connsiteX5" fmla="*/ 0 w 872489"/>
                    <a:gd name="connsiteY5" fmla="*/ 0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72489" h="571500">
                      <a:moveTo>
                        <a:pt x="0" y="203835"/>
                      </a:moveTo>
                      <a:lnTo>
                        <a:pt x="212408" y="571500"/>
                      </a:lnTo>
                      <a:lnTo>
                        <a:pt x="872490" y="571500"/>
                      </a:lnTo>
                      <a:lnTo>
                        <a:pt x="541973" y="0"/>
                      </a:lnTo>
                      <a:lnTo>
                        <a:pt x="541973" y="0"/>
                      </a:lnTo>
                      <a:lnTo>
                        <a:pt x="0" y="0"/>
                      </a:lnTo>
                      <a:close/>
                    </a:path>
                  </a:pathLst>
                </a:custGeom>
                <a:solidFill>
                  <a:srgbClr val="494990">
                    <a:alpha val="50000"/>
                  </a:srgbClr>
                </a:solidFill>
                <a:ln w="9525" cap="flat">
                  <a:noFill/>
                  <a:prstDash val="solid"/>
                  <a:miter/>
                </a:ln>
              </p:spPr>
              <p:txBody>
                <a:bodyPr rtlCol="0" anchor="ctr"/>
                <a:lstStyle/>
                <a:p>
                  <a:endParaRPr lang="en-US" sz="2400"/>
                </a:p>
              </p:txBody>
            </p:sp>
            <p:sp>
              <p:nvSpPr>
                <p:cNvPr id="27" name="Freeform 26">
                  <a:extLst>
                    <a:ext uri="{FF2B5EF4-FFF2-40B4-BE49-F238E27FC236}">
                      <a16:creationId xmlns:a16="http://schemas.microsoft.com/office/drawing/2014/main" id="{17B94404-0354-5941-87A3-B7781AF01820}"/>
                    </a:ext>
                  </a:extLst>
                </p:cNvPr>
                <p:cNvSpPr/>
                <p:nvPr/>
              </p:nvSpPr>
              <p:spPr>
                <a:xfrm>
                  <a:off x="0" y="4933950"/>
                  <a:ext cx="212407" cy="209550"/>
                </a:xfrm>
                <a:custGeom>
                  <a:avLst/>
                  <a:gdLst>
                    <a:gd name="connsiteX0" fmla="*/ 212408 w 212407"/>
                    <a:gd name="connsiteY0" fmla="*/ 0 h 209550"/>
                    <a:gd name="connsiteX1" fmla="*/ 91440 w 212407"/>
                    <a:gd name="connsiteY1" fmla="*/ 209550 h 209550"/>
                    <a:gd name="connsiteX2" fmla="*/ 0 w 212407"/>
                    <a:gd name="connsiteY2" fmla="*/ 209550 h 209550"/>
                    <a:gd name="connsiteX3" fmla="*/ 0 w 212407"/>
                    <a:gd name="connsiteY3" fmla="*/ 0 h 209550"/>
                  </a:gdLst>
                  <a:ahLst/>
                  <a:cxnLst>
                    <a:cxn ang="0">
                      <a:pos x="connsiteX0" y="connsiteY0"/>
                    </a:cxn>
                    <a:cxn ang="0">
                      <a:pos x="connsiteX1" y="connsiteY1"/>
                    </a:cxn>
                    <a:cxn ang="0">
                      <a:pos x="connsiteX2" y="connsiteY2"/>
                    </a:cxn>
                    <a:cxn ang="0">
                      <a:pos x="connsiteX3" y="connsiteY3"/>
                    </a:cxn>
                  </a:cxnLst>
                  <a:rect l="l" t="t" r="r" b="b"/>
                  <a:pathLst>
                    <a:path w="212407" h="209550">
                      <a:moveTo>
                        <a:pt x="212408" y="0"/>
                      </a:moveTo>
                      <a:lnTo>
                        <a:pt x="91440" y="209550"/>
                      </a:lnTo>
                      <a:lnTo>
                        <a:pt x="0" y="209550"/>
                      </a:lnTo>
                      <a:lnTo>
                        <a:pt x="0" y="0"/>
                      </a:lnTo>
                      <a:close/>
                    </a:path>
                  </a:pathLst>
                </a:custGeom>
                <a:solidFill>
                  <a:srgbClr val="9595F9">
                    <a:alpha val="50000"/>
                  </a:srgbClr>
                </a:solidFill>
                <a:ln w="9525" cap="flat">
                  <a:noFill/>
                  <a:prstDash val="solid"/>
                  <a:miter/>
                </a:ln>
              </p:spPr>
              <p:txBody>
                <a:bodyPr rtlCol="0" anchor="ctr"/>
                <a:lstStyle/>
                <a:p>
                  <a:endParaRPr lang="en-US" sz="2400"/>
                </a:p>
              </p:txBody>
            </p:sp>
            <p:sp>
              <p:nvSpPr>
                <p:cNvPr id="28" name="Freeform 27">
                  <a:extLst>
                    <a:ext uri="{FF2B5EF4-FFF2-40B4-BE49-F238E27FC236}">
                      <a16:creationId xmlns:a16="http://schemas.microsoft.com/office/drawing/2014/main" id="{CEE0992E-3A74-5244-998A-AF641D1D931F}"/>
                    </a:ext>
                  </a:extLst>
                </p:cNvPr>
                <p:cNvSpPr/>
                <p:nvPr/>
              </p:nvSpPr>
              <p:spPr>
                <a:xfrm>
                  <a:off x="872489" y="4362450"/>
                  <a:ext cx="660082" cy="781050"/>
                </a:xfrm>
                <a:custGeom>
                  <a:avLst/>
                  <a:gdLst>
                    <a:gd name="connsiteX0" fmla="*/ 538163 w 660082"/>
                    <a:gd name="connsiteY0" fmla="*/ 781050 h 781050"/>
                    <a:gd name="connsiteX1" fmla="*/ 660082 w 660082"/>
                    <a:gd name="connsiteY1" fmla="*/ 571500 h 781050"/>
                    <a:gd name="connsiteX2" fmla="*/ 329565 w 660082"/>
                    <a:gd name="connsiteY2" fmla="*/ 0 h 781050"/>
                    <a:gd name="connsiteX3" fmla="*/ 0 w 660082"/>
                    <a:gd name="connsiteY3" fmla="*/ 571500 h 781050"/>
                    <a:gd name="connsiteX4" fmla="*/ 120968 w 660082"/>
                    <a:gd name="connsiteY4" fmla="*/ 781050 h 781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0082" h="781050">
                      <a:moveTo>
                        <a:pt x="538163" y="781050"/>
                      </a:moveTo>
                      <a:lnTo>
                        <a:pt x="660082" y="571500"/>
                      </a:lnTo>
                      <a:lnTo>
                        <a:pt x="329565" y="0"/>
                      </a:lnTo>
                      <a:lnTo>
                        <a:pt x="0" y="571500"/>
                      </a:lnTo>
                      <a:lnTo>
                        <a:pt x="120968" y="781050"/>
                      </a:lnTo>
                      <a:close/>
                    </a:path>
                  </a:pathLst>
                </a:custGeom>
                <a:solidFill>
                  <a:srgbClr val="494990">
                    <a:alpha val="50000"/>
                  </a:srgbClr>
                </a:solidFill>
                <a:ln w="9525" cap="flat">
                  <a:noFill/>
                  <a:prstDash val="solid"/>
                  <a:miter/>
                </a:ln>
              </p:spPr>
              <p:txBody>
                <a:bodyPr rtlCol="0" anchor="ctr"/>
                <a:lstStyle/>
                <a:p>
                  <a:endParaRPr lang="en-US" sz="2400"/>
                </a:p>
              </p:txBody>
            </p:sp>
          </p:grpSp>
          <p:grpSp>
            <p:nvGrpSpPr>
              <p:cNvPr id="12" name="Graphic 6">
                <a:extLst>
                  <a:ext uri="{FF2B5EF4-FFF2-40B4-BE49-F238E27FC236}">
                    <a16:creationId xmlns:a16="http://schemas.microsoft.com/office/drawing/2014/main" id="{D6C913A4-DBB5-D341-80E5-60051EBFFB65}"/>
                  </a:ext>
                </a:extLst>
              </p:cNvPr>
              <p:cNvGrpSpPr/>
              <p:nvPr/>
            </p:nvGrpSpPr>
            <p:grpSpPr>
              <a:xfrm>
                <a:off x="7319962" y="0"/>
                <a:ext cx="1822132" cy="3084194"/>
                <a:chOff x="7319962" y="0"/>
                <a:chExt cx="1822132" cy="3084194"/>
              </a:xfrm>
            </p:grpSpPr>
            <p:sp>
              <p:nvSpPr>
                <p:cNvPr id="13" name="Freeform 12">
                  <a:extLst>
                    <a:ext uri="{FF2B5EF4-FFF2-40B4-BE49-F238E27FC236}">
                      <a16:creationId xmlns:a16="http://schemas.microsoft.com/office/drawing/2014/main" id="{25CD0338-0173-724A-A9D9-F1A0A09DC9D3}"/>
                    </a:ext>
                  </a:extLst>
                </p:cNvPr>
                <p:cNvSpPr/>
                <p:nvPr/>
              </p:nvSpPr>
              <p:spPr>
                <a:xfrm>
                  <a:off x="8639175" y="222884"/>
                  <a:ext cx="502919" cy="571500"/>
                </a:xfrm>
                <a:custGeom>
                  <a:avLst/>
                  <a:gdLst>
                    <a:gd name="connsiteX0" fmla="*/ 502920 w 502919"/>
                    <a:gd name="connsiteY0" fmla="*/ 571500 h 571500"/>
                    <a:gd name="connsiteX1" fmla="*/ 330518 w 502919"/>
                    <a:gd name="connsiteY1" fmla="*/ 571500 h 571500"/>
                    <a:gd name="connsiteX2" fmla="*/ 0 w 502919"/>
                    <a:gd name="connsiteY2" fmla="*/ 0 h 571500"/>
                    <a:gd name="connsiteX3" fmla="*/ 502920 w 502919"/>
                    <a:gd name="connsiteY3" fmla="*/ 0 h 571500"/>
                  </a:gdLst>
                  <a:ahLst/>
                  <a:cxnLst>
                    <a:cxn ang="0">
                      <a:pos x="connsiteX0" y="connsiteY0"/>
                    </a:cxn>
                    <a:cxn ang="0">
                      <a:pos x="connsiteX1" y="connsiteY1"/>
                    </a:cxn>
                    <a:cxn ang="0">
                      <a:pos x="connsiteX2" y="connsiteY2"/>
                    </a:cxn>
                    <a:cxn ang="0">
                      <a:pos x="connsiteX3" y="connsiteY3"/>
                    </a:cxn>
                  </a:cxnLst>
                  <a:rect l="l" t="t" r="r" b="b"/>
                  <a:pathLst>
                    <a:path w="502919" h="571500">
                      <a:moveTo>
                        <a:pt x="502920" y="571500"/>
                      </a:moveTo>
                      <a:lnTo>
                        <a:pt x="330518" y="571500"/>
                      </a:lnTo>
                      <a:lnTo>
                        <a:pt x="0" y="0"/>
                      </a:lnTo>
                      <a:lnTo>
                        <a:pt x="502920" y="0"/>
                      </a:lnTo>
                      <a:close/>
                    </a:path>
                  </a:pathLst>
                </a:custGeom>
                <a:solidFill>
                  <a:srgbClr val="494990">
                    <a:alpha val="50000"/>
                  </a:srgbClr>
                </a:solidFill>
                <a:ln w="9525" cap="flat">
                  <a:noFill/>
                  <a:prstDash val="solid"/>
                  <a:miter/>
                </a:ln>
              </p:spPr>
              <p:txBody>
                <a:bodyPr rtlCol="0" anchor="ctr"/>
                <a:lstStyle/>
                <a:p>
                  <a:endParaRPr lang="en-US" sz="2400"/>
                </a:p>
              </p:txBody>
            </p:sp>
            <p:sp>
              <p:nvSpPr>
                <p:cNvPr id="14" name="Freeform 13">
                  <a:extLst>
                    <a:ext uri="{FF2B5EF4-FFF2-40B4-BE49-F238E27FC236}">
                      <a16:creationId xmlns:a16="http://schemas.microsoft.com/office/drawing/2014/main" id="{6F85D5A2-C287-334A-A752-5EEDF52FA949}"/>
                    </a:ext>
                  </a:extLst>
                </p:cNvPr>
                <p:cNvSpPr/>
                <p:nvPr/>
              </p:nvSpPr>
              <p:spPr>
                <a:xfrm>
                  <a:off x="8307705" y="794385"/>
                  <a:ext cx="3809" cy="2857"/>
                </a:xfrm>
                <a:custGeom>
                  <a:avLst/>
                  <a:gdLst>
                    <a:gd name="connsiteX0" fmla="*/ 3810 w 3809"/>
                    <a:gd name="connsiteY0" fmla="*/ 2857 h 2857"/>
                    <a:gd name="connsiteX1" fmla="*/ 0 w 3809"/>
                    <a:gd name="connsiteY1" fmla="*/ 2857 h 2857"/>
                    <a:gd name="connsiteX2" fmla="*/ 1905 w 3809"/>
                    <a:gd name="connsiteY2" fmla="*/ 0 h 2857"/>
                  </a:gdLst>
                  <a:ahLst/>
                  <a:cxnLst>
                    <a:cxn ang="0">
                      <a:pos x="connsiteX0" y="connsiteY0"/>
                    </a:cxn>
                    <a:cxn ang="0">
                      <a:pos x="connsiteX1" y="connsiteY1"/>
                    </a:cxn>
                    <a:cxn ang="0">
                      <a:pos x="connsiteX2" y="connsiteY2"/>
                    </a:cxn>
                  </a:cxnLst>
                  <a:rect l="l" t="t" r="r" b="b"/>
                  <a:pathLst>
                    <a:path w="3809" h="2857">
                      <a:moveTo>
                        <a:pt x="3810" y="2857"/>
                      </a:moveTo>
                      <a:lnTo>
                        <a:pt x="0" y="2857"/>
                      </a:lnTo>
                      <a:lnTo>
                        <a:pt x="1905" y="0"/>
                      </a:lnTo>
                      <a:close/>
                    </a:path>
                  </a:pathLst>
                </a:custGeom>
                <a:solidFill>
                  <a:srgbClr val="C46F3C">
                    <a:alpha val="50000"/>
                  </a:srgbClr>
                </a:solidFill>
                <a:ln w="9525" cap="flat">
                  <a:noFill/>
                  <a:prstDash val="solid"/>
                  <a:miter/>
                </a:ln>
              </p:spPr>
              <p:txBody>
                <a:bodyPr rtlCol="0" anchor="ctr"/>
                <a:lstStyle/>
                <a:p>
                  <a:endParaRPr lang="en-US" sz="2400"/>
                </a:p>
              </p:txBody>
            </p:sp>
            <p:sp>
              <p:nvSpPr>
                <p:cNvPr id="15" name="Freeform 14">
                  <a:extLst>
                    <a:ext uri="{FF2B5EF4-FFF2-40B4-BE49-F238E27FC236}">
                      <a16:creationId xmlns:a16="http://schemas.microsoft.com/office/drawing/2014/main" id="{24C48BF6-42C0-6944-9548-3D505880DBB0}"/>
                    </a:ext>
                  </a:extLst>
                </p:cNvPr>
                <p:cNvSpPr/>
                <p:nvPr/>
              </p:nvSpPr>
              <p:spPr>
                <a:xfrm>
                  <a:off x="8309610" y="222884"/>
                  <a:ext cx="660082" cy="1142999"/>
                </a:xfrm>
                <a:custGeom>
                  <a:avLst/>
                  <a:gdLst>
                    <a:gd name="connsiteX0" fmla="*/ 329565 w 660082"/>
                    <a:gd name="connsiteY0" fmla="*/ 0 h 1142999"/>
                    <a:gd name="connsiteX1" fmla="*/ 0 w 660082"/>
                    <a:gd name="connsiteY1" fmla="*/ 571500 h 1142999"/>
                    <a:gd name="connsiteX2" fmla="*/ 329565 w 660082"/>
                    <a:gd name="connsiteY2" fmla="*/ 1143000 h 1142999"/>
                    <a:gd name="connsiteX3" fmla="*/ 660082 w 660082"/>
                    <a:gd name="connsiteY3" fmla="*/ 571500 h 1142999"/>
                  </a:gdLst>
                  <a:ahLst/>
                  <a:cxnLst>
                    <a:cxn ang="0">
                      <a:pos x="connsiteX0" y="connsiteY0"/>
                    </a:cxn>
                    <a:cxn ang="0">
                      <a:pos x="connsiteX1" y="connsiteY1"/>
                    </a:cxn>
                    <a:cxn ang="0">
                      <a:pos x="connsiteX2" y="connsiteY2"/>
                    </a:cxn>
                    <a:cxn ang="0">
                      <a:pos x="connsiteX3" y="connsiteY3"/>
                    </a:cxn>
                  </a:cxnLst>
                  <a:rect l="l" t="t" r="r" b="b"/>
                  <a:pathLst>
                    <a:path w="660082" h="1142999">
                      <a:moveTo>
                        <a:pt x="329565" y="0"/>
                      </a:moveTo>
                      <a:lnTo>
                        <a:pt x="0" y="571500"/>
                      </a:lnTo>
                      <a:lnTo>
                        <a:pt x="329565" y="1143000"/>
                      </a:lnTo>
                      <a:lnTo>
                        <a:pt x="660082" y="571500"/>
                      </a:lnTo>
                      <a:close/>
                    </a:path>
                  </a:pathLst>
                </a:custGeom>
                <a:solidFill>
                  <a:srgbClr val="7979D7">
                    <a:alpha val="50000"/>
                  </a:srgbClr>
                </a:solidFill>
                <a:ln w="9525" cap="flat">
                  <a:noFill/>
                  <a:prstDash val="solid"/>
                  <a:miter/>
                </a:ln>
              </p:spPr>
              <p:txBody>
                <a:bodyPr rtlCol="0" anchor="ctr"/>
                <a:lstStyle/>
                <a:p>
                  <a:endParaRPr lang="en-US" sz="2400"/>
                </a:p>
              </p:txBody>
            </p:sp>
            <p:sp>
              <p:nvSpPr>
                <p:cNvPr id="16" name="Freeform 15">
                  <a:extLst>
                    <a:ext uri="{FF2B5EF4-FFF2-40B4-BE49-F238E27FC236}">
                      <a16:creationId xmlns:a16="http://schemas.microsoft.com/office/drawing/2014/main" id="{6B4C2416-DF82-9446-A059-414C07282F39}"/>
                    </a:ext>
                  </a:extLst>
                </p:cNvPr>
                <p:cNvSpPr/>
                <p:nvPr/>
              </p:nvSpPr>
              <p:spPr>
                <a:xfrm>
                  <a:off x="7649527" y="222884"/>
                  <a:ext cx="989647" cy="571500"/>
                </a:xfrm>
                <a:custGeom>
                  <a:avLst/>
                  <a:gdLst>
                    <a:gd name="connsiteX0" fmla="*/ 989648 w 989647"/>
                    <a:gd name="connsiteY0" fmla="*/ 0 h 571500"/>
                    <a:gd name="connsiteX1" fmla="*/ 330518 w 989647"/>
                    <a:gd name="connsiteY1" fmla="*/ 0 h 571500"/>
                    <a:gd name="connsiteX2" fmla="*/ 0 w 989647"/>
                    <a:gd name="connsiteY2" fmla="*/ 571500 h 571500"/>
                    <a:gd name="connsiteX3" fmla="*/ 660083 w 989647"/>
                    <a:gd name="connsiteY3" fmla="*/ 571500 h 571500"/>
                    <a:gd name="connsiteX4" fmla="*/ 660083 w 989647"/>
                    <a:gd name="connsiteY4" fmla="*/ 571500 h 571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9647" h="571500">
                      <a:moveTo>
                        <a:pt x="989648" y="0"/>
                      </a:moveTo>
                      <a:lnTo>
                        <a:pt x="330518" y="0"/>
                      </a:lnTo>
                      <a:lnTo>
                        <a:pt x="0" y="571500"/>
                      </a:lnTo>
                      <a:lnTo>
                        <a:pt x="660083" y="571500"/>
                      </a:lnTo>
                      <a:lnTo>
                        <a:pt x="660083" y="571500"/>
                      </a:lnTo>
                      <a:close/>
                    </a:path>
                  </a:pathLst>
                </a:custGeom>
                <a:solidFill>
                  <a:srgbClr val="9595F9">
                    <a:alpha val="50000"/>
                  </a:srgbClr>
                </a:solidFill>
                <a:ln w="9525" cap="flat">
                  <a:noFill/>
                  <a:prstDash val="solid"/>
                  <a:miter/>
                </a:ln>
              </p:spPr>
              <p:txBody>
                <a:bodyPr rtlCol="0" anchor="ctr"/>
                <a:lstStyle/>
                <a:p>
                  <a:endParaRPr lang="en-US" sz="2400"/>
                </a:p>
              </p:txBody>
            </p:sp>
            <p:sp>
              <p:nvSpPr>
                <p:cNvPr id="17" name="Freeform 16">
                  <a:extLst>
                    <a:ext uri="{FF2B5EF4-FFF2-40B4-BE49-F238E27FC236}">
                      <a16:creationId xmlns:a16="http://schemas.microsoft.com/office/drawing/2014/main" id="{E0474BAF-0FDA-0B4E-AC8E-307748C68638}"/>
                    </a:ext>
                  </a:extLst>
                </p:cNvPr>
                <p:cNvSpPr/>
                <p:nvPr/>
              </p:nvSpPr>
              <p:spPr>
                <a:xfrm>
                  <a:off x="8311514" y="797242"/>
                  <a:ext cx="952" cy="952"/>
                </a:xfrm>
                <a:custGeom>
                  <a:avLst/>
                  <a:gdLst>
                    <a:gd name="connsiteX0" fmla="*/ 953 w 952"/>
                    <a:gd name="connsiteY0" fmla="*/ 0 h 952"/>
                    <a:gd name="connsiteX1" fmla="*/ 0 w 952"/>
                    <a:gd name="connsiteY1" fmla="*/ 953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3" y="0"/>
                      </a:moveTo>
                      <a:lnTo>
                        <a:pt x="0" y="953"/>
                      </a:lnTo>
                      <a:lnTo>
                        <a:pt x="0" y="0"/>
                      </a:lnTo>
                      <a:close/>
                    </a:path>
                  </a:pathLst>
                </a:custGeom>
                <a:solidFill>
                  <a:srgbClr val="DB833A">
                    <a:alpha val="50000"/>
                  </a:srgbClr>
                </a:solidFill>
                <a:ln w="9525" cap="flat">
                  <a:noFill/>
                  <a:prstDash val="solid"/>
                  <a:miter/>
                </a:ln>
              </p:spPr>
              <p:txBody>
                <a:bodyPr rtlCol="0" anchor="ctr"/>
                <a:lstStyle/>
                <a:p>
                  <a:endParaRPr lang="en-US" sz="2400"/>
                </a:p>
              </p:txBody>
            </p:sp>
            <p:sp>
              <p:nvSpPr>
                <p:cNvPr id="18" name="Freeform 17">
                  <a:extLst>
                    <a:ext uri="{FF2B5EF4-FFF2-40B4-BE49-F238E27FC236}">
                      <a16:creationId xmlns:a16="http://schemas.microsoft.com/office/drawing/2014/main" id="{90642D5F-F3EA-E944-9C0A-661B773839D4}"/>
                    </a:ext>
                  </a:extLst>
                </p:cNvPr>
                <p:cNvSpPr/>
                <p:nvPr/>
              </p:nvSpPr>
              <p:spPr>
                <a:xfrm>
                  <a:off x="7319962" y="0"/>
                  <a:ext cx="788669" cy="222884"/>
                </a:xfrm>
                <a:custGeom>
                  <a:avLst/>
                  <a:gdLst>
                    <a:gd name="connsiteX0" fmla="*/ 788670 w 788669"/>
                    <a:gd name="connsiteY0" fmla="*/ 0 h 222884"/>
                    <a:gd name="connsiteX1" fmla="*/ 660082 w 788669"/>
                    <a:gd name="connsiteY1" fmla="*/ 222885 h 222884"/>
                    <a:gd name="connsiteX2" fmla="*/ 0 w 788669"/>
                    <a:gd name="connsiteY2" fmla="*/ 222885 h 222884"/>
                    <a:gd name="connsiteX3" fmla="*/ 128588 w 788669"/>
                    <a:gd name="connsiteY3" fmla="*/ 0 h 222884"/>
                  </a:gdLst>
                  <a:ahLst/>
                  <a:cxnLst>
                    <a:cxn ang="0">
                      <a:pos x="connsiteX0" y="connsiteY0"/>
                    </a:cxn>
                    <a:cxn ang="0">
                      <a:pos x="connsiteX1" y="connsiteY1"/>
                    </a:cxn>
                    <a:cxn ang="0">
                      <a:pos x="connsiteX2" y="connsiteY2"/>
                    </a:cxn>
                    <a:cxn ang="0">
                      <a:pos x="connsiteX3" y="connsiteY3"/>
                    </a:cxn>
                  </a:cxnLst>
                  <a:rect l="l" t="t" r="r" b="b"/>
                  <a:pathLst>
                    <a:path w="788669" h="222884">
                      <a:moveTo>
                        <a:pt x="788670" y="0"/>
                      </a:moveTo>
                      <a:lnTo>
                        <a:pt x="660082" y="222885"/>
                      </a:lnTo>
                      <a:lnTo>
                        <a:pt x="0" y="222885"/>
                      </a:lnTo>
                      <a:lnTo>
                        <a:pt x="128588" y="0"/>
                      </a:lnTo>
                      <a:close/>
                    </a:path>
                  </a:pathLst>
                </a:custGeom>
                <a:solidFill>
                  <a:srgbClr val="494990">
                    <a:alpha val="50000"/>
                  </a:srgbClr>
                </a:solidFill>
                <a:ln w="9525" cap="flat">
                  <a:noFill/>
                  <a:prstDash val="solid"/>
                  <a:miter/>
                </a:ln>
              </p:spPr>
              <p:txBody>
                <a:bodyPr rtlCol="0" anchor="ctr"/>
                <a:lstStyle/>
                <a:p>
                  <a:endParaRPr lang="en-US" sz="2400"/>
                </a:p>
              </p:txBody>
            </p:sp>
            <p:sp>
              <p:nvSpPr>
                <p:cNvPr id="19" name="Freeform 18">
                  <a:extLst>
                    <a:ext uri="{FF2B5EF4-FFF2-40B4-BE49-F238E27FC236}">
                      <a16:creationId xmlns:a16="http://schemas.microsoft.com/office/drawing/2014/main" id="{5386B744-63EB-534C-B8DF-AA6AED8A1C21}"/>
                    </a:ext>
                  </a:extLst>
                </p:cNvPr>
                <p:cNvSpPr/>
                <p:nvPr/>
              </p:nvSpPr>
              <p:spPr>
                <a:xfrm>
                  <a:off x="8307705" y="3080384"/>
                  <a:ext cx="3809" cy="2857"/>
                </a:xfrm>
                <a:custGeom>
                  <a:avLst/>
                  <a:gdLst>
                    <a:gd name="connsiteX0" fmla="*/ 3810 w 3809"/>
                    <a:gd name="connsiteY0" fmla="*/ 2858 h 2857"/>
                    <a:gd name="connsiteX1" fmla="*/ 0 w 3809"/>
                    <a:gd name="connsiteY1" fmla="*/ 2858 h 2857"/>
                    <a:gd name="connsiteX2" fmla="*/ 1905 w 3809"/>
                    <a:gd name="connsiteY2" fmla="*/ 0 h 2857"/>
                  </a:gdLst>
                  <a:ahLst/>
                  <a:cxnLst>
                    <a:cxn ang="0">
                      <a:pos x="connsiteX0" y="connsiteY0"/>
                    </a:cxn>
                    <a:cxn ang="0">
                      <a:pos x="connsiteX1" y="connsiteY1"/>
                    </a:cxn>
                    <a:cxn ang="0">
                      <a:pos x="connsiteX2" y="connsiteY2"/>
                    </a:cxn>
                  </a:cxnLst>
                  <a:rect l="l" t="t" r="r" b="b"/>
                  <a:pathLst>
                    <a:path w="3809" h="2857">
                      <a:moveTo>
                        <a:pt x="3810" y="2858"/>
                      </a:moveTo>
                      <a:lnTo>
                        <a:pt x="0" y="2858"/>
                      </a:lnTo>
                      <a:lnTo>
                        <a:pt x="1905" y="0"/>
                      </a:lnTo>
                      <a:close/>
                    </a:path>
                  </a:pathLst>
                </a:custGeom>
                <a:solidFill>
                  <a:srgbClr val="C46F3C">
                    <a:alpha val="50000"/>
                  </a:srgbClr>
                </a:solidFill>
                <a:ln w="9525" cap="flat">
                  <a:noFill/>
                  <a:prstDash val="solid"/>
                  <a:miter/>
                </a:ln>
              </p:spPr>
              <p:txBody>
                <a:bodyPr rtlCol="0" anchor="ctr"/>
                <a:lstStyle/>
                <a:p>
                  <a:endParaRPr lang="en-US" sz="2400"/>
                </a:p>
              </p:txBody>
            </p:sp>
            <p:sp>
              <p:nvSpPr>
                <p:cNvPr id="20" name="Freeform 19">
                  <a:extLst>
                    <a:ext uri="{FF2B5EF4-FFF2-40B4-BE49-F238E27FC236}">
                      <a16:creationId xmlns:a16="http://schemas.microsoft.com/office/drawing/2014/main" id="{B830263C-4880-4D40-BF47-3AAA09BB95A7}"/>
                    </a:ext>
                  </a:extLst>
                </p:cNvPr>
                <p:cNvSpPr/>
                <p:nvPr/>
              </p:nvSpPr>
              <p:spPr>
                <a:xfrm>
                  <a:off x="8311514" y="3083242"/>
                  <a:ext cx="952" cy="952"/>
                </a:xfrm>
                <a:custGeom>
                  <a:avLst/>
                  <a:gdLst>
                    <a:gd name="connsiteX0" fmla="*/ 953 w 952"/>
                    <a:gd name="connsiteY0" fmla="*/ 0 h 952"/>
                    <a:gd name="connsiteX1" fmla="*/ 0 w 952"/>
                    <a:gd name="connsiteY1" fmla="*/ 952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3" y="0"/>
                      </a:moveTo>
                      <a:lnTo>
                        <a:pt x="0" y="952"/>
                      </a:lnTo>
                      <a:lnTo>
                        <a:pt x="0" y="0"/>
                      </a:lnTo>
                      <a:close/>
                    </a:path>
                  </a:pathLst>
                </a:custGeom>
                <a:solidFill>
                  <a:srgbClr val="DB833A">
                    <a:alpha val="50000"/>
                  </a:srgbClr>
                </a:solidFill>
                <a:ln w="9525" cap="flat">
                  <a:noFill/>
                  <a:prstDash val="solid"/>
                  <a:miter/>
                </a:ln>
              </p:spPr>
              <p:txBody>
                <a:bodyPr rtlCol="0" anchor="ctr"/>
                <a:lstStyle/>
                <a:p>
                  <a:endParaRPr lang="en-US" sz="2400"/>
                </a:p>
              </p:txBody>
            </p:sp>
            <p:sp>
              <p:nvSpPr>
                <p:cNvPr id="21" name="Freeform 20">
                  <a:extLst>
                    <a:ext uri="{FF2B5EF4-FFF2-40B4-BE49-F238E27FC236}">
                      <a16:creationId xmlns:a16="http://schemas.microsoft.com/office/drawing/2014/main" id="{EB65C8F2-59E1-5F43-8DD4-01883B6462A2}"/>
                    </a:ext>
                  </a:extLst>
                </p:cNvPr>
                <p:cNvSpPr/>
                <p:nvPr/>
              </p:nvSpPr>
              <p:spPr>
                <a:xfrm>
                  <a:off x="8969692" y="1639252"/>
                  <a:ext cx="172402" cy="596264"/>
                </a:xfrm>
                <a:custGeom>
                  <a:avLst/>
                  <a:gdLst>
                    <a:gd name="connsiteX0" fmla="*/ 172402 w 172402"/>
                    <a:gd name="connsiteY0" fmla="*/ 0 h 596264"/>
                    <a:gd name="connsiteX1" fmla="*/ 0 w 172402"/>
                    <a:gd name="connsiteY1" fmla="*/ 298132 h 596264"/>
                    <a:gd name="connsiteX2" fmla="*/ 172402 w 172402"/>
                    <a:gd name="connsiteY2" fmla="*/ 596265 h 596264"/>
                  </a:gdLst>
                  <a:ahLst/>
                  <a:cxnLst>
                    <a:cxn ang="0">
                      <a:pos x="connsiteX0" y="connsiteY0"/>
                    </a:cxn>
                    <a:cxn ang="0">
                      <a:pos x="connsiteX1" y="connsiteY1"/>
                    </a:cxn>
                    <a:cxn ang="0">
                      <a:pos x="connsiteX2" y="connsiteY2"/>
                    </a:cxn>
                  </a:cxnLst>
                  <a:rect l="l" t="t" r="r" b="b"/>
                  <a:pathLst>
                    <a:path w="172402" h="596264">
                      <a:moveTo>
                        <a:pt x="172402" y="0"/>
                      </a:moveTo>
                      <a:lnTo>
                        <a:pt x="0" y="298132"/>
                      </a:lnTo>
                      <a:lnTo>
                        <a:pt x="172402" y="596265"/>
                      </a:lnTo>
                      <a:close/>
                    </a:path>
                  </a:pathLst>
                </a:custGeom>
                <a:solidFill>
                  <a:srgbClr val="7979D7">
                    <a:alpha val="50000"/>
                  </a:srgbClr>
                </a:solidFill>
                <a:ln w="9525" cap="flat">
                  <a:noFill/>
                  <a:prstDash val="solid"/>
                  <a:miter/>
                </a:ln>
              </p:spPr>
              <p:txBody>
                <a:bodyPr rtlCol="0" anchor="ctr"/>
                <a:lstStyle/>
                <a:p>
                  <a:endParaRPr lang="en-US" sz="2400"/>
                </a:p>
              </p:txBody>
            </p:sp>
            <p:sp>
              <p:nvSpPr>
                <p:cNvPr id="22" name="Freeform 21">
                  <a:extLst>
                    <a:ext uri="{FF2B5EF4-FFF2-40B4-BE49-F238E27FC236}">
                      <a16:creationId xmlns:a16="http://schemas.microsoft.com/office/drawing/2014/main" id="{92427A0B-33D2-844F-A915-6B443AC90935}"/>
                    </a:ext>
                  </a:extLst>
                </p:cNvPr>
                <p:cNvSpPr/>
                <p:nvPr/>
              </p:nvSpPr>
              <p:spPr>
                <a:xfrm>
                  <a:off x="8309610" y="1365884"/>
                  <a:ext cx="832484" cy="571500"/>
                </a:xfrm>
                <a:custGeom>
                  <a:avLst/>
                  <a:gdLst>
                    <a:gd name="connsiteX0" fmla="*/ 832485 w 832484"/>
                    <a:gd name="connsiteY0" fmla="*/ 0 h 571500"/>
                    <a:gd name="connsiteX1" fmla="*/ 329565 w 832484"/>
                    <a:gd name="connsiteY1" fmla="*/ 0 h 571500"/>
                    <a:gd name="connsiteX2" fmla="*/ 0 w 832484"/>
                    <a:gd name="connsiteY2" fmla="*/ 571500 h 571500"/>
                    <a:gd name="connsiteX3" fmla="*/ 660082 w 832484"/>
                    <a:gd name="connsiteY3" fmla="*/ 571500 h 571500"/>
                    <a:gd name="connsiteX4" fmla="*/ 660082 w 832484"/>
                    <a:gd name="connsiteY4" fmla="*/ 571500 h 571500"/>
                    <a:gd name="connsiteX5" fmla="*/ 832485 w 832484"/>
                    <a:gd name="connsiteY5" fmla="*/ 273368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2484" h="571500">
                      <a:moveTo>
                        <a:pt x="832485" y="0"/>
                      </a:moveTo>
                      <a:lnTo>
                        <a:pt x="329565" y="0"/>
                      </a:lnTo>
                      <a:lnTo>
                        <a:pt x="0" y="571500"/>
                      </a:lnTo>
                      <a:lnTo>
                        <a:pt x="660082" y="571500"/>
                      </a:lnTo>
                      <a:lnTo>
                        <a:pt x="660082" y="571500"/>
                      </a:lnTo>
                      <a:lnTo>
                        <a:pt x="832485" y="273368"/>
                      </a:lnTo>
                      <a:close/>
                    </a:path>
                  </a:pathLst>
                </a:custGeom>
                <a:solidFill>
                  <a:srgbClr val="494990">
                    <a:alpha val="50000"/>
                  </a:srgbClr>
                </a:solidFill>
                <a:ln w="9525" cap="flat">
                  <a:noFill/>
                  <a:prstDash val="solid"/>
                  <a:miter/>
                </a:ln>
              </p:spPr>
              <p:txBody>
                <a:bodyPr rtlCol="0" anchor="ctr"/>
                <a:lstStyle/>
                <a:p>
                  <a:endParaRPr lang="en-US" sz="2400"/>
                </a:p>
              </p:txBody>
            </p:sp>
          </p:grpSp>
        </p:grpSp>
      </p:grpSp>
      <p:sp>
        <p:nvSpPr>
          <p:cNvPr id="4" name="Title 1">
            <a:extLst>
              <a:ext uri="{FF2B5EF4-FFF2-40B4-BE49-F238E27FC236}">
                <a16:creationId xmlns:a16="http://schemas.microsoft.com/office/drawing/2014/main" id="{1DFA2FF2-0A45-7649-8730-B7F3EA1E1273}"/>
              </a:ext>
            </a:extLst>
          </p:cNvPr>
          <p:cNvSpPr>
            <a:spLocks noGrp="1"/>
          </p:cNvSpPr>
          <p:nvPr>
            <p:ph type="title" hasCustomPrompt="1"/>
          </p:nvPr>
        </p:nvSpPr>
        <p:spPr>
          <a:xfrm>
            <a:off x="1772018" y="2710853"/>
            <a:ext cx="8647965" cy="1436291"/>
          </a:xfrm>
          <a:prstGeom prst="rect">
            <a:avLst/>
          </a:prstGeom>
        </p:spPr>
        <p:txBody>
          <a:bodyPr anchor="ctr" anchorCtr="0"/>
          <a:lstStyle>
            <a:lvl1pPr algn="ctr">
              <a:defRPr sz="4267" b="1" i="0">
                <a:solidFill>
                  <a:schemeClr val="bg1"/>
                </a:solidFill>
                <a:latin typeface="Arial" panose="020B0604020202020204" pitchFamily="34" charset="0"/>
                <a:cs typeface="Arial" panose="020B0604020202020204" pitchFamily="34" charset="0"/>
              </a:defRPr>
            </a:lvl1pPr>
          </a:lstStyle>
          <a:p>
            <a:r>
              <a:rPr lang="en-US"/>
              <a:t>Click to edit master </a:t>
            </a:r>
            <a:br>
              <a:rPr lang="en-US"/>
            </a:br>
            <a:r>
              <a:rPr lang="en-US"/>
              <a:t>title style</a:t>
            </a:r>
          </a:p>
        </p:txBody>
      </p:sp>
      <p:pic>
        <p:nvPicPr>
          <p:cNvPr id="7" name="Picture 10">
            <a:extLst>
              <a:ext uri="{FF2B5EF4-FFF2-40B4-BE49-F238E27FC236}">
                <a16:creationId xmlns:a16="http://schemas.microsoft.com/office/drawing/2014/main" id="{1949F231-4530-894F-AF17-EA0C95AEF8E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10899588" y="6469434"/>
            <a:ext cx="1011805" cy="240543"/>
          </a:xfrm>
          <a:prstGeom prst="rect">
            <a:avLst/>
          </a:prstGeom>
        </p:spPr>
      </p:pic>
    </p:spTree>
    <p:extLst>
      <p:ext uri="{BB962C8B-B14F-4D97-AF65-F5344CB8AC3E}">
        <p14:creationId xmlns:p14="http://schemas.microsoft.com/office/powerpoint/2010/main" val="30878017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0.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615101" y="392853"/>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615101" y="1113133"/>
            <a:ext cx="10983484" cy="5256323"/>
          </a:xfrm>
          <a:prstGeom prst="rect">
            <a:avLst/>
          </a:prstGeom>
        </p:spPr>
        <p:txBody>
          <a:bodyPr lIns="0" rIns="0"/>
          <a:lstStyle>
            <a:lvl1pPr marL="232828" indent="-232828">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412" indent="-232828">
              <a:buClrTx/>
              <a:buFont typeface="Arial"/>
              <a:buChar char="•"/>
              <a:tabLst/>
              <a:defRPr b="0" i="0">
                <a:solidFill>
                  <a:schemeClr val="bg2"/>
                </a:solidFill>
                <a:latin typeface="Arial" panose="020B0604020202020204" pitchFamily="34" charset="0"/>
                <a:cs typeface="Gotham Book" pitchFamily="2" charset="0"/>
              </a:defRPr>
            </a:lvl2pPr>
            <a:lvl3pPr marL="1449881" indent="-230712">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13825912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2880">
          <p15:clr>
            <a:srgbClr val="FBAE40"/>
          </p15:clr>
        </p15:guide>
        <p15:guide id="3" orient="horz" pos="3036">
          <p15:clr>
            <a:srgbClr val="FBAE40"/>
          </p15:clr>
        </p15:guide>
      </p15:sldGuideLst>
    </p:ext>
  </p:extLst>
</p:sldLayout>
</file>

<file path=ppt/slideLayouts/slideLayout141.xml><?xml version="1.0" encoding="utf-8"?>
<p:sldLayout xmlns:a="http://schemas.openxmlformats.org/drawingml/2006/main" xmlns:r="http://schemas.openxmlformats.org/officeDocument/2006/relationships" xmlns:p="http://schemas.openxmlformats.org/presentationml/2006/main" userDrawn="1">
  <p:cSld name="Quote 11">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50CE4D0-AC37-314A-A0ED-7E713F811E74}"/>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err="1">
              <a:solidFill>
                <a:schemeClr val="bg1"/>
              </a:solidFill>
              <a:latin typeface="Verdana" charset="0"/>
              <a:ea typeface="Verdana" charset="0"/>
              <a:cs typeface="Verdana" charset="0"/>
            </a:endParaRPr>
          </a:p>
        </p:txBody>
      </p:sp>
      <p:grpSp>
        <p:nvGrpSpPr>
          <p:cNvPr id="9" name="Graphic 6">
            <a:extLst>
              <a:ext uri="{FF2B5EF4-FFF2-40B4-BE49-F238E27FC236}">
                <a16:creationId xmlns:a16="http://schemas.microsoft.com/office/drawing/2014/main" id="{4154031E-D54F-6F42-B6C0-6D6E27CE2DD0}"/>
              </a:ext>
            </a:extLst>
          </p:cNvPr>
          <p:cNvGrpSpPr/>
          <p:nvPr userDrawn="1"/>
        </p:nvGrpSpPr>
        <p:grpSpPr>
          <a:xfrm>
            <a:off x="0" y="0"/>
            <a:ext cx="12192000" cy="6858000"/>
            <a:chOff x="0" y="0"/>
            <a:chExt cx="9144000" cy="5143500"/>
          </a:xfrm>
        </p:grpSpPr>
        <p:grpSp>
          <p:nvGrpSpPr>
            <p:cNvPr id="11" name="Graphic 6">
              <a:extLst>
                <a:ext uri="{FF2B5EF4-FFF2-40B4-BE49-F238E27FC236}">
                  <a16:creationId xmlns:a16="http://schemas.microsoft.com/office/drawing/2014/main" id="{CB9A7430-0790-124F-A057-3EBB50127621}"/>
                </a:ext>
              </a:extLst>
            </p:cNvPr>
            <p:cNvGrpSpPr/>
            <p:nvPr/>
          </p:nvGrpSpPr>
          <p:grpSpPr>
            <a:xfrm>
              <a:off x="8287702" y="150495"/>
              <a:ext cx="4762" cy="3810"/>
              <a:chOff x="8287702" y="150495"/>
              <a:chExt cx="4762" cy="3810"/>
            </a:xfrm>
          </p:grpSpPr>
          <p:sp>
            <p:nvSpPr>
              <p:cNvPr id="32" name="Freeform 31">
                <a:extLst>
                  <a:ext uri="{FF2B5EF4-FFF2-40B4-BE49-F238E27FC236}">
                    <a16:creationId xmlns:a16="http://schemas.microsoft.com/office/drawing/2014/main" id="{44B4170B-E397-A342-894D-864E67E97009}"/>
                  </a:ext>
                </a:extLst>
              </p:cNvPr>
              <p:cNvSpPr/>
              <p:nvPr/>
            </p:nvSpPr>
            <p:spPr>
              <a:xfrm>
                <a:off x="8287702" y="150495"/>
                <a:ext cx="3810" cy="2857"/>
              </a:xfrm>
              <a:custGeom>
                <a:avLst/>
                <a:gdLst>
                  <a:gd name="connsiteX0" fmla="*/ 3810 w 3810"/>
                  <a:gd name="connsiteY0" fmla="*/ 2858 h 2857"/>
                  <a:gd name="connsiteX1" fmla="*/ 0 w 3810"/>
                  <a:gd name="connsiteY1" fmla="*/ 2858 h 2857"/>
                  <a:gd name="connsiteX2" fmla="*/ 1905 w 3810"/>
                  <a:gd name="connsiteY2" fmla="*/ 0 h 2857"/>
                </a:gdLst>
                <a:ahLst/>
                <a:cxnLst>
                  <a:cxn ang="0">
                    <a:pos x="connsiteX0" y="connsiteY0"/>
                  </a:cxn>
                  <a:cxn ang="0">
                    <a:pos x="connsiteX1" y="connsiteY1"/>
                  </a:cxn>
                  <a:cxn ang="0">
                    <a:pos x="connsiteX2" y="connsiteY2"/>
                  </a:cxn>
                </a:cxnLst>
                <a:rect l="l" t="t" r="r" b="b"/>
                <a:pathLst>
                  <a:path w="3810" h="2857">
                    <a:moveTo>
                      <a:pt x="3810" y="2858"/>
                    </a:moveTo>
                    <a:lnTo>
                      <a:pt x="0" y="2858"/>
                    </a:lnTo>
                    <a:lnTo>
                      <a:pt x="1905" y="0"/>
                    </a:lnTo>
                    <a:close/>
                  </a:path>
                </a:pathLst>
              </a:custGeom>
              <a:solidFill>
                <a:srgbClr val="C46F3C">
                  <a:alpha val="50000"/>
                </a:srgbClr>
              </a:solidFill>
              <a:ln w="9525" cap="flat">
                <a:noFill/>
                <a:prstDash val="solid"/>
                <a:miter/>
              </a:ln>
            </p:spPr>
            <p:txBody>
              <a:bodyPr rtlCol="0" anchor="ctr"/>
              <a:lstStyle/>
              <a:p>
                <a:endParaRPr lang="en-US" sz="2400"/>
              </a:p>
            </p:txBody>
          </p:sp>
          <p:sp>
            <p:nvSpPr>
              <p:cNvPr id="33" name="Freeform 32">
                <a:extLst>
                  <a:ext uri="{FF2B5EF4-FFF2-40B4-BE49-F238E27FC236}">
                    <a16:creationId xmlns:a16="http://schemas.microsoft.com/office/drawing/2014/main" id="{197616D2-3C4B-EA4E-A858-1CCAC5662E24}"/>
                  </a:ext>
                </a:extLst>
              </p:cNvPr>
              <p:cNvSpPr/>
              <p:nvPr/>
            </p:nvSpPr>
            <p:spPr>
              <a:xfrm>
                <a:off x="8291512" y="153352"/>
                <a:ext cx="952" cy="952"/>
              </a:xfrm>
              <a:custGeom>
                <a:avLst/>
                <a:gdLst>
                  <a:gd name="connsiteX0" fmla="*/ 952 w 952"/>
                  <a:gd name="connsiteY0" fmla="*/ 0 h 952"/>
                  <a:gd name="connsiteX1" fmla="*/ 0 w 952"/>
                  <a:gd name="connsiteY1" fmla="*/ 953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2" y="0"/>
                    </a:moveTo>
                    <a:lnTo>
                      <a:pt x="0" y="953"/>
                    </a:lnTo>
                    <a:lnTo>
                      <a:pt x="0" y="0"/>
                    </a:lnTo>
                    <a:close/>
                  </a:path>
                </a:pathLst>
              </a:custGeom>
              <a:solidFill>
                <a:srgbClr val="DB833A">
                  <a:alpha val="50000"/>
                </a:srgbClr>
              </a:solidFill>
              <a:ln w="9525" cap="flat">
                <a:noFill/>
                <a:prstDash val="solid"/>
                <a:miter/>
              </a:ln>
            </p:spPr>
            <p:txBody>
              <a:bodyPr rtlCol="0" anchor="ctr"/>
              <a:lstStyle/>
              <a:p>
                <a:endParaRPr lang="en-US" sz="2400"/>
              </a:p>
            </p:txBody>
          </p:sp>
        </p:grpSp>
        <p:grpSp>
          <p:nvGrpSpPr>
            <p:cNvPr id="13" name="Graphic 6">
              <a:extLst>
                <a:ext uri="{FF2B5EF4-FFF2-40B4-BE49-F238E27FC236}">
                  <a16:creationId xmlns:a16="http://schemas.microsoft.com/office/drawing/2014/main" id="{996818BC-24B8-844F-B81B-2DF46AF8B85B}"/>
                </a:ext>
              </a:extLst>
            </p:cNvPr>
            <p:cNvGrpSpPr/>
            <p:nvPr/>
          </p:nvGrpSpPr>
          <p:grpSpPr>
            <a:xfrm>
              <a:off x="0" y="0"/>
              <a:ext cx="9142094" cy="5143500"/>
              <a:chOff x="0" y="0"/>
              <a:chExt cx="9142094" cy="5143500"/>
            </a:xfrm>
          </p:grpSpPr>
          <p:grpSp>
            <p:nvGrpSpPr>
              <p:cNvPr id="14" name="Graphic 6">
                <a:extLst>
                  <a:ext uri="{FF2B5EF4-FFF2-40B4-BE49-F238E27FC236}">
                    <a16:creationId xmlns:a16="http://schemas.microsoft.com/office/drawing/2014/main" id="{C21D3D61-5C1C-244A-8FFB-AA5BA51B33D8}"/>
                  </a:ext>
                </a:extLst>
              </p:cNvPr>
              <p:cNvGrpSpPr/>
              <p:nvPr/>
            </p:nvGrpSpPr>
            <p:grpSpPr>
              <a:xfrm>
                <a:off x="0" y="3219450"/>
                <a:ext cx="1532572" cy="1924050"/>
                <a:chOff x="0" y="3219450"/>
                <a:chExt cx="1532572" cy="1924050"/>
              </a:xfrm>
            </p:grpSpPr>
            <p:sp>
              <p:nvSpPr>
                <p:cNvPr id="26" name="Freeform 25">
                  <a:extLst>
                    <a:ext uri="{FF2B5EF4-FFF2-40B4-BE49-F238E27FC236}">
                      <a16:creationId xmlns:a16="http://schemas.microsoft.com/office/drawing/2014/main" id="{C141A85B-68FC-5943-B352-55B405D5DF51}"/>
                    </a:ext>
                  </a:extLst>
                </p:cNvPr>
                <p:cNvSpPr/>
                <p:nvPr/>
              </p:nvSpPr>
              <p:spPr>
                <a:xfrm>
                  <a:off x="212407" y="4362450"/>
                  <a:ext cx="989647" cy="571500"/>
                </a:xfrm>
                <a:custGeom>
                  <a:avLst/>
                  <a:gdLst>
                    <a:gd name="connsiteX0" fmla="*/ 989648 w 989647"/>
                    <a:gd name="connsiteY0" fmla="*/ 0 h 571500"/>
                    <a:gd name="connsiteX1" fmla="*/ 660083 w 989647"/>
                    <a:gd name="connsiteY1" fmla="*/ 571500 h 571500"/>
                    <a:gd name="connsiteX2" fmla="*/ 0 w 989647"/>
                    <a:gd name="connsiteY2" fmla="*/ 571500 h 571500"/>
                    <a:gd name="connsiteX3" fmla="*/ 329565 w 989647"/>
                    <a:gd name="connsiteY3" fmla="*/ 0 h 571500"/>
                  </a:gdLst>
                  <a:ahLst/>
                  <a:cxnLst>
                    <a:cxn ang="0">
                      <a:pos x="connsiteX0" y="connsiteY0"/>
                    </a:cxn>
                    <a:cxn ang="0">
                      <a:pos x="connsiteX1" y="connsiteY1"/>
                    </a:cxn>
                    <a:cxn ang="0">
                      <a:pos x="connsiteX2" y="connsiteY2"/>
                    </a:cxn>
                    <a:cxn ang="0">
                      <a:pos x="connsiteX3" y="connsiteY3"/>
                    </a:cxn>
                  </a:cxnLst>
                  <a:rect l="l" t="t" r="r" b="b"/>
                  <a:pathLst>
                    <a:path w="989647" h="571500">
                      <a:moveTo>
                        <a:pt x="989648" y="0"/>
                      </a:moveTo>
                      <a:lnTo>
                        <a:pt x="660083" y="571500"/>
                      </a:lnTo>
                      <a:lnTo>
                        <a:pt x="0" y="571500"/>
                      </a:lnTo>
                      <a:lnTo>
                        <a:pt x="329565" y="0"/>
                      </a:lnTo>
                      <a:close/>
                    </a:path>
                  </a:pathLst>
                </a:custGeom>
                <a:solidFill>
                  <a:srgbClr val="89E5D1">
                    <a:alpha val="50000"/>
                  </a:srgbClr>
                </a:solidFill>
                <a:ln w="9525" cap="flat">
                  <a:noFill/>
                  <a:prstDash val="solid"/>
                  <a:miter/>
                </a:ln>
              </p:spPr>
              <p:txBody>
                <a:bodyPr rtlCol="0" anchor="ctr"/>
                <a:lstStyle/>
                <a:p>
                  <a:endParaRPr lang="en-US" sz="2400"/>
                </a:p>
              </p:txBody>
            </p:sp>
            <p:sp>
              <p:nvSpPr>
                <p:cNvPr id="27" name="Freeform 26">
                  <a:extLst>
                    <a:ext uri="{FF2B5EF4-FFF2-40B4-BE49-F238E27FC236}">
                      <a16:creationId xmlns:a16="http://schemas.microsoft.com/office/drawing/2014/main" id="{998386D3-80EE-1642-B1EF-EE6D880BDAF1}"/>
                    </a:ext>
                  </a:extLst>
                </p:cNvPr>
                <p:cNvSpPr/>
                <p:nvPr/>
              </p:nvSpPr>
              <p:spPr>
                <a:xfrm>
                  <a:off x="0" y="3790950"/>
                  <a:ext cx="212407" cy="367665"/>
                </a:xfrm>
                <a:custGeom>
                  <a:avLst/>
                  <a:gdLst>
                    <a:gd name="connsiteX0" fmla="*/ 0 w 212407"/>
                    <a:gd name="connsiteY0" fmla="*/ 0 h 367665"/>
                    <a:gd name="connsiteX1" fmla="*/ 212408 w 212407"/>
                    <a:gd name="connsiteY1" fmla="*/ 0 h 367665"/>
                    <a:gd name="connsiteX2" fmla="*/ 0 w 212407"/>
                    <a:gd name="connsiteY2" fmla="*/ 367665 h 367665"/>
                  </a:gdLst>
                  <a:ahLst/>
                  <a:cxnLst>
                    <a:cxn ang="0">
                      <a:pos x="connsiteX0" y="connsiteY0"/>
                    </a:cxn>
                    <a:cxn ang="0">
                      <a:pos x="connsiteX1" y="connsiteY1"/>
                    </a:cxn>
                    <a:cxn ang="0">
                      <a:pos x="connsiteX2" y="connsiteY2"/>
                    </a:cxn>
                  </a:cxnLst>
                  <a:rect l="l" t="t" r="r" b="b"/>
                  <a:pathLst>
                    <a:path w="212407" h="367665">
                      <a:moveTo>
                        <a:pt x="0" y="0"/>
                      </a:moveTo>
                      <a:lnTo>
                        <a:pt x="212408" y="0"/>
                      </a:lnTo>
                      <a:lnTo>
                        <a:pt x="0" y="367665"/>
                      </a:lnTo>
                      <a:close/>
                    </a:path>
                  </a:pathLst>
                </a:custGeom>
                <a:solidFill>
                  <a:srgbClr val="1D7F5C">
                    <a:alpha val="50000"/>
                  </a:srgbClr>
                </a:solidFill>
                <a:ln w="9525" cap="flat">
                  <a:noFill/>
                  <a:prstDash val="solid"/>
                  <a:miter/>
                </a:ln>
              </p:spPr>
              <p:txBody>
                <a:bodyPr rtlCol="0" anchor="ctr"/>
                <a:lstStyle/>
                <a:p>
                  <a:endParaRPr lang="en-US" sz="2400"/>
                </a:p>
              </p:txBody>
            </p:sp>
            <p:sp>
              <p:nvSpPr>
                <p:cNvPr id="28" name="Freeform 27">
                  <a:extLst>
                    <a:ext uri="{FF2B5EF4-FFF2-40B4-BE49-F238E27FC236}">
                      <a16:creationId xmlns:a16="http://schemas.microsoft.com/office/drawing/2014/main" id="{DB082D5A-FDD8-AD46-861A-576E7F7B540D}"/>
                    </a:ext>
                  </a:extLst>
                </p:cNvPr>
                <p:cNvSpPr/>
                <p:nvPr/>
              </p:nvSpPr>
              <p:spPr>
                <a:xfrm>
                  <a:off x="0" y="3790950"/>
                  <a:ext cx="541972" cy="1143000"/>
                </a:xfrm>
                <a:custGeom>
                  <a:avLst/>
                  <a:gdLst>
                    <a:gd name="connsiteX0" fmla="*/ 0 w 541972"/>
                    <a:gd name="connsiteY0" fmla="*/ 367665 h 1143000"/>
                    <a:gd name="connsiteX1" fmla="*/ 212408 w 541972"/>
                    <a:gd name="connsiteY1" fmla="*/ 0 h 1143000"/>
                    <a:gd name="connsiteX2" fmla="*/ 541973 w 541972"/>
                    <a:gd name="connsiteY2" fmla="*/ 571500 h 1143000"/>
                    <a:gd name="connsiteX3" fmla="*/ 212408 w 541972"/>
                    <a:gd name="connsiteY3" fmla="*/ 1143000 h 1143000"/>
                    <a:gd name="connsiteX4" fmla="*/ 0 w 541972"/>
                    <a:gd name="connsiteY4" fmla="*/ 775335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1972" h="1143000">
                      <a:moveTo>
                        <a:pt x="0" y="367665"/>
                      </a:moveTo>
                      <a:lnTo>
                        <a:pt x="212408" y="0"/>
                      </a:lnTo>
                      <a:lnTo>
                        <a:pt x="541973" y="571500"/>
                      </a:lnTo>
                      <a:lnTo>
                        <a:pt x="212408" y="1143000"/>
                      </a:lnTo>
                      <a:lnTo>
                        <a:pt x="0" y="775335"/>
                      </a:lnTo>
                      <a:close/>
                    </a:path>
                  </a:pathLst>
                </a:custGeom>
                <a:solidFill>
                  <a:srgbClr val="5AC3AC">
                    <a:alpha val="50000"/>
                  </a:srgbClr>
                </a:solidFill>
                <a:ln w="9525" cap="flat">
                  <a:noFill/>
                  <a:prstDash val="solid"/>
                  <a:miter/>
                </a:ln>
              </p:spPr>
              <p:txBody>
                <a:bodyPr rtlCol="0" anchor="ctr"/>
                <a:lstStyle/>
                <a:p>
                  <a:endParaRPr lang="en-US" sz="2400"/>
                </a:p>
              </p:txBody>
            </p:sp>
            <p:sp>
              <p:nvSpPr>
                <p:cNvPr id="29" name="Freeform 28">
                  <a:extLst>
                    <a:ext uri="{FF2B5EF4-FFF2-40B4-BE49-F238E27FC236}">
                      <a16:creationId xmlns:a16="http://schemas.microsoft.com/office/drawing/2014/main" id="{007A1AA6-A396-E240-A461-3FD57FB2709C}"/>
                    </a:ext>
                  </a:extLst>
                </p:cNvPr>
                <p:cNvSpPr/>
                <p:nvPr/>
              </p:nvSpPr>
              <p:spPr>
                <a:xfrm>
                  <a:off x="0" y="3219450"/>
                  <a:ext cx="872489" cy="571500"/>
                </a:xfrm>
                <a:custGeom>
                  <a:avLst/>
                  <a:gdLst>
                    <a:gd name="connsiteX0" fmla="*/ 0 w 872489"/>
                    <a:gd name="connsiteY0" fmla="*/ 203835 h 571500"/>
                    <a:gd name="connsiteX1" fmla="*/ 212408 w 872489"/>
                    <a:gd name="connsiteY1" fmla="*/ 571500 h 571500"/>
                    <a:gd name="connsiteX2" fmla="*/ 872490 w 872489"/>
                    <a:gd name="connsiteY2" fmla="*/ 571500 h 571500"/>
                    <a:gd name="connsiteX3" fmla="*/ 541973 w 872489"/>
                    <a:gd name="connsiteY3" fmla="*/ 0 h 571500"/>
                    <a:gd name="connsiteX4" fmla="*/ 541973 w 872489"/>
                    <a:gd name="connsiteY4" fmla="*/ 0 h 571500"/>
                    <a:gd name="connsiteX5" fmla="*/ 0 w 872489"/>
                    <a:gd name="connsiteY5" fmla="*/ 0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72489" h="571500">
                      <a:moveTo>
                        <a:pt x="0" y="203835"/>
                      </a:moveTo>
                      <a:lnTo>
                        <a:pt x="212408" y="571500"/>
                      </a:lnTo>
                      <a:lnTo>
                        <a:pt x="872490" y="571500"/>
                      </a:lnTo>
                      <a:lnTo>
                        <a:pt x="541973" y="0"/>
                      </a:lnTo>
                      <a:lnTo>
                        <a:pt x="541973" y="0"/>
                      </a:lnTo>
                      <a:lnTo>
                        <a:pt x="0" y="0"/>
                      </a:lnTo>
                      <a:close/>
                    </a:path>
                  </a:pathLst>
                </a:custGeom>
                <a:solidFill>
                  <a:srgbClr val="1D7F5C">
                    <a:alpha val="50000"/>
                  </a:srgbClr>
                </a:solidFill>
                <a:ln w="9525" cap="flat">
                  <a:noFill/>
                  <a:prstDash val="solid"/>
                  <a:miter/>
                </a:ln>
              </p:spPr>
              <p:txBody>
                <a:bodyPr rtlCol="0" anchor="ctr"/>
                <a:lstStyle/>
                <a:p>
                  <a:endParaRPr lang="en-US" sz="2400"/>
                </a:p>
              </p:txBody>
            </p:sp>
            <p:sp>
              <p:nvSpPr>
                <p:cNvPr id="30" name="Freeform 29">
                  <a:extLst>
                    <a:ext uri="{FF2B5EF4-FFF2-40B4-BE49-F238E27FC236}">
                      <a16:creationId xmlns:a16="http://schemas.microsoft.com/office/drawing/2014/main" id="{434A7F25-19B5-2744-85B3-4126B89B1CA4}"/>
                    </a:ext>
                  </a:extLst>
                </p:cNvPr>
                <p:cNvSpPr/>
                <p:nvPr/>
              </p:nvSpPr>
              <p:spPr>
                <a:xfrm>
                  <a:off x="0" y="4933950"/>
                  <a:ext cx="212407" cy="209550"/>
                </a:xfrm>
                <a:custGeom>
                  <a:avLst/>
                  <a:gdLst>
                    <a:gd name="connsiteX0" fmla="*/ 212408 w 212407"/>
                    <a:gd name="connsiteY0" fmla="*/ 0 h 209550"/>
                    <a:gd name="connsiteX1" fmla="*/ 91440 w 212407"/>
                    <a:gd name="connsiteY1" fmla="*/ 209550 h 209550"/>
                    <a:gd name="connsiteX2" fmla="*/ 0 w 212407"/>
                    <a:gd name="connsiteY2" fmla="*/ 209550 h 209550"/>
                    <a:gd name="connsiteX3" fmla="*/ 0 w 212407"/>
                    <a:gd name="connsiteY3" fmla="*/ 0 h 209550"/>
                  </a:gdLst>
                  <a:ahLst/>
                  <a:cxnLst>
                    <a:cxn ang="0">
                      <a:pos x="connsiteX0" y="connsiteY0"/>
                    </a:cxn>
                    <a:cxn ang="0">
                      <a:pos x="connsiteX1" y="connsiteY1"/>
                    </a:cxn>
                    <a:cxn ang="0">
                      <a:pos x="connsiteX2" y="connsiteY2"/>
                    </a:cxn>
                    <a:cxn ang="0">
                      <a:pos x="connsiteX3" y="connsiteY3"/>
                    </a:cxn>
                  </a:cxnLst>
                  <a:rect l="l" t="t" r="r" b="b"/>
                  <a:pathLst>
                    <a:path w="212407" h="209550">
                      <a:moveTo>
                        <a:pt x="212408" y="0"/>
                      </a:moveTo>
                      <a:lnTo>
                        <a:pt x="91440" y="209550"/>
                      </a:lnTo>
                      <a:lnTo>
                        <a:pt x="0" y="209550"/>
                      </a:lnTo>
                      <a:lnTo>
                        <a:pt x="0" y="0"/>
                      </a:lnTo>
                      <a:close/>
                    </a:path>
                  </a:pathLst>
                </a:custGeom>
                <a:solidFill>
                  <a:srgbClr val="89E5D1">
                    <a:alpha val="50000"/>
                  </a:srgbClr>
                </a:solidFill>
                <a:ln w="9525" cap="flat">
                  <a:noFill/>
                  <a:prstDash val="solid"/>
                  <a:miter/>
                </a:ln>
              </p:spPr>
              <p:txBody>
                <a:bodyPr rtlCol="0" anchor="ctr"/>
                <a:lstStyle/>
                <a:p>
                  <a:endParaRPr lang="en-US" sz="2400"/>
                </a:p>
              </p:txBody>
            </p:sp>
            <p:sp>
              <p:nvSpPr>
                <p:cNvPr id="31" name="Freeform 30">
                  <a:extLst>
                    <a:ext uri="{FF2B5EF4-FFF2-40B4-BE49-F238E27FC236}">
                      <a16:creationId xmlns:a16="http://schemas.microsoft.com/office/drawing/2014/main" id="{8EA06FA5-9875-254B-9911-7FA0490DB532}"/>
                    </a:ext>
                  </a:extLst>
                </p:cNvPr>
                <p:cNvSpPr/>
                <p:nvPr/>
              </p:nvSpPr>
              <p:spPr>
                <a:xfrm>
                  <a:off x="872489" y="4362450"/>
                  <a:ext cx="660082" cy="781050"/>
                </a:xfrm>
                <a:custGeom>
                  <a:avLst/>
                  <a:gdLst>
                    <a:gd name="connsiteX0" fmla="*/ 538163 w 660082"/>
                    <a:gd name="connsiteY0" fmla="*/ 781050 h 781050"/>
                    <a:gd name="connsiteX1" fmla="*/ 660082 w 660082"/>
                    <a:gd name="connsiteY1" fmla="*/ 571500 h 781050"/>
                    <a:gd name="connsiteX2" fmla="*/ 329565 w 660082"/>
                    <a:gd name="connsiteY2" fmla="*/ 0 h 781050"/>
                    <a:gd name="connsiteX3" fmla="*/ 0 w 660082"/>
                    <a:gd name="connsiteY3" fmla="*/ 571500 h 781050"/>
                    <a:gd name="connsiteX4" fmla="*/ 120968 w 660082"/>
                    <a:gd name="connsiteY4" fmla="*/ 781050 h 781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0082" h="781050">
                      <a:moveTo>
                        <a:pt x="538163" y="781050"/>
                      </a:moveTo>
                      <a:lnTo>
                        <a:pt x="660082" y="571500"/>
                      </a:lnTo>
                      <a:lnTo>
                        <a:pt x="329565" y="0"/>
                      </a:lnTo>
                      <a:lnTo>
                        <a:pt x="0" y="571500"/>
                      </a:lnTo>
                      <a:lnTo>
                        <a:pt x="120968" y="781050"/>
                      </a:lnTo>
                      <a:close/>
                    </a:path>
                  </a:pathLst>
                </a:custGeom>
                <a:solidFill>
                  <a:srgbClr val="1D7F5C">
                    <a:alpha val="50000"/>
                  </a:srgbClr>
                </a:solidFill>
                <a:ln w="9525" cap="flat">
                  <a:noFill/>
                  <a:prstDash val="solid"/>
                  <a:miter/>
                </a:ln>
              </p:spPr>
              <p:txBody>
                <a:bodyPr rtlCol="0" anchor="ctr"/>
                <a:lstStyle/>
                <a:p>
                  <a:endParaRPr lang="en-US" sz="2400"/>
                </a:p>
              </p:txBody>
            </p:sp>
          </p:grpSp>
          <p:grpSp>
            <p:nvGrpSpPr>
              <p:cNvPr id="15" name="Graphic 6">
                <a:extLst>
                  <a:ext uri="{FF2B5EF4-FFF2-40B4-BE49-F238E27FC236}">
                    <a16:creationId xmlns:a16="http://schemas.microsoft.com/office/drawing/2014/main" id="{4F7EFE9A-E388-F744-B2AF-9824AAD08541}"/>
                  </a:ext>
                </a:extLst>
              </p:cNvPr>
              <p:cNvGrpSpPr/>
              <p:nvPr/>
            </p:nvGrpSpPr>
            <p:grpSpPr>
              <a:xfrm>
                <a:off x="7319962" y="0"/>
                <a:ext cx="1822132" cy="3084194"/>
                <a:chOff x="7319962" y="0"/>
                <a:chExt cx="1822132" cy="3084194"/>
              </a:xfrm>
            </p:grpSpPr>
            <p:sp>
              <p:nvSpPr>
                <p:cNvPr id="16" name="Freeform 15">
                  <a:extLst>
                    <a:ext uri="{FF2B5EF4-FFF2-40B4-BE49-F238E27FC236}">
                      <a16:creationId xmlns:a16="http://schemas.microsoft.com/office/drawing/2014/main" id="{6A4CCFDB-B1A8-AA46-A79F-388364D7EBD2}"/>
                    </a:ext>
                  </a:extLst>
                </p:cNvPr>
                <p:cNvSpPr/>
                <p:nvPr/>
              </p:nvSpPr>
              <p:spPr>
                <a:xfrm>
                  <a:off x="8639175" y="222884"/>
                  <a:ext cx="502919" cy="571500"/>
                </a:xfrm>
                <a:custGeom>
                  <a:avLst/>
                  <a:gdLst>
                    <a:gd name="connsiteX0" fmla="*/ 502920 w 502919"/>
                    <a:gd name="connsiteY0" fmla="*/ 571500 h 571500"/>
                    <a:gd name="connsiteX1" fmla="*/ 330518 w 502919"/>
                    <a:gd name="connsiteY1" fmla="*/ 571500 h 571500"/>
                    <a:gd name="connsiteX2" fmla="*/ 0 w 502919"/>
                    <a:gd name="connsiteY2" fmla="*/ 0 h 571500"/>
                    <a:gd name="connsiteX3" fmla="*/ 502920 w 502919"/>
                    <a:gd name="connsiteY3" fmla="*/ 0 h 571500"/>
                  </a:gdLst>
                  <a:ahLst/>
                  <a:cxnLst>
                    <a:cxn ang="0">
                      <a:pos x="connsiteX0" y="connsiteY0"/>
                    </a:cxn>
                    <a:cxn ang="0">
                      <a:pos x="connsiteX1" y="connsiteY1"/>
                    </a:cxn>
                    <a:cxn ang="0">
                      <a:pos x="connsiteX2" y="connsiteY2"/>
                    </a:cxn>
                    <a:cxn ang="0">
                      <a:pos x="connsiteX3" y="connsiteY3"/>
                    </a:cxn>
                  </a:cxnLst>
                  <a:rect l="l" t="t" r="r" b="b"/>
                  <a:pathLst>
                    <a:path w="502919" h="571500">
                      <a:moveTo>
                        <a:pt x="502920" y="571500"/>
                      </a:moveTo>
                      <a:lnTo>
                        <a:pt x="330518" y="571500"/>
                      </a:lnTo>
                      <a:lnTo>
                        <a:pt x="0" y="0"/>
                      </a:lnTo>
                      <a:lnTo>
                        <a:pt x="502920" y="0"/>
                      </a:lnTo>
                      <a:close/>
                    </a:path>
                  </a:pathLst>
                </a:custGeom>
                <a:solidFill>
                  <a:srgbClr val="1D7F5C">
                    <a:alpha val="50000"/>
                  </a:srgbClr>
                </a:solidFill>
                <a:ln w="9525" cap="flat">
                  <a:noFill/>
                  <a:prstDash val="solid"/>
                  <a:miter/>
                </a:ln>
              </p:spPr>
              <p:txBody>
                <a:bodyPr rtlCol="0" anchor="ctr"/>
                <a:lstStyle/>
                <a:p>
                  <a:endParaRPr lang="en-US" sz="2400"/>
                </a:p>
              </p:txBody>
            </p:sp>
            <p:sp>
              <p:nvSpPr>
                <p:cNvPr id="17" name="Freeform 16">
                  <a:extLst>
                    <a:ext uri="{FF2B5EF4-FFF2-40B4-BE49-F238E27FC236}">
                      <a16:creationId xmlns:a16="http://schemas.microsoft.com/office/drawing/2014/main" id="{CF5071FC-4CAA-6E44-A332-D59142FBBB63}"/>
                    </a:ext>
                  </a:extLst>
                </p:cNvPr>
                <p:cNvSpPr/>
                <p:nvPr/>
              </p:nvSpPr>
              <p:spPr>
                <a:xfrm>
                  <a:off x="8307705" y="794385"/>
                  <a:ext cx="3809" cy="2857"/>
                </a:xfrm>
                <a:custGeom>
                  <a:avLst/>
                  <a:gdLst>
                    <a:gd name="connsiteX0" fmla="*/ 3810 w 3809"/>
                    <a:gd name="connsiteY0" fmla="*/ 2857 h 2857"/>
                    <a:gd name="connsiteX1" fmla="*/ 0 w 3809"/>
                    <a:gd name="connsiteY1" fmla="*/ 2857 h 2857"/>
                    <a:gd name="connsiteX2" fmla="*/ 1905 w 3809"/>
                    <a:gd name="connsiteY2" fmla="*/ 0 h 2857"/>
                  </a:gdLst>
                  <a:ahLst/>
                  <a:cxnLst>
                    <a:cxn ang="0">
                      <a:pos x="connsiteX0" y="connsiteY0"/>
                    </a:cxn>
                    <a:cxn ang="0">
                      <a:pos x="connsiteX1" y="connsiteY1"/>
                    </a:cxn>
                    <a:cxn ang="0">
                      <a:pos x="connsiteX2" y="connsiteY2"/>
                    </a:cxn>
                  </a:cxnLst>
                  <a:rect l="l" t="t" r="r" b="b"/>
                  <a:pathLst>
                    <a:path w="3809" h="2857">
                      <a:moveTo>
                        <a:pt x="3810" y="2857"/>
                      </a:moveTo>
                      <a:lnTo>
                        <a:pt x="0" y="2857"/>
                      </a:lnTo>
                      <a:lnTo>
                        <a:pt x="1905" y="0"/>
                      </a:lnTo>
                      <a:close/>
                    </a:path>
                  </a:pathLst>
                </a:custGeom>
                <a:solidFill>
                  <a:srgbClr val="C46F3C">
                    <a:alpha val="50000"/>
                  </a:srgbClr>
                </a:solidFill>
                <a:ln w="9525" cap="flat">
                  <a:noFill/>
                  <a:prstDash val="solid"/>
                  <a:miter/>
                </a:ln>
              </p:spPr>
              <p:txBody>
                <a:bodyPr rtlCol="0" anchor="ctr"/>
                <a:lstStyle/>
                <a:p>
                  <a:endParaRPr lang="en-US" sz="2400"/>
                </a:p>
              </p:txBody>
            </p:sp>
            <p:sp>
              <p:nvSpPr>
                <p:cNvPr id="18" name="Freeform 17">
                  <a:extLst>
                    <a:ext uri="{FF2B5EF4-FFF2-40B4-BE49-F238E27FC236}">
                      <a16:creationId xmlns:a16="http://schemas.microsoft.com/office/drawing/2014/main" id="{DCBFB4DE-F21D-A74D-8CAD-6F950EB75336}"/>
                    </a:ext>
                  </a:extLst>
                </p:cNvPr>
                <p:cNvSpPr/>
                <p:nvPr/>
              </p:nvSpPr>
              <p:spPr>
                <a:xfrm>
                  <a:off x="8309610" y="222884"/>
                  <a:ext cx="660082" cy="1142999"/>
                </a:xfrm>
                <a:custGeom>
                  <a:avLst/>
                  <a:gdLst>
                    <a:gd name="connsiteX0" fmla="*/ 329565 w 660082"/>
                    <a:gd name="connsiteY0" fmla="*/ 0 h 1142999"/>
                    <a:gd name="connsiteX1" fmla="*/ 0 w 660082"/>
                    <a:gd name="connsiteY1" fmla="*/ 571500 h 1142999"/>
                    <a:gd name="connsiteX2" fmla="*/ 329565 w 660082"/>
                    <a:gd name="connsiteY2" fmla="*/ 1143000 h 1142999"/>
                    <a:gd name="connsiteX3" fmla="*/ 660082 w 660082"/>
                    <a:gd name="connsiteY3" fmla="*/ 571500 h 1142999"/>
                  </a:gdLst>
                  <a:ahLst/>
                  <a:cxnLst>
                    <a:cxn ang="0">
                      <a:pos x="connsiteX0" y="connsiteY0"/>
                    </a:cxn>
                    <a:cxn ang="0">
                      <a:pos x="connsiteX1" y="connsiteY1"/>
                    </a:cxn>
                    <a:cxn ang="0">
                      <a:pos x="connsiteX2" y="connsiteY2"/>
                    </a:cxn>
                    <a:cxn ang="0">
                      <a:pos x="connsiteX3" y="connsiteY3"/>
                    </a:cxn>
                  </a:cxnLst>
                  <a:rect l="l" t="t" r="r" b="b"/>
                  <a:pathLst>
                    <a:path w="660082" h="1142999">
                      <a:moveTo>
                        <a:pt x="329565" y="0"/>
                      </a:moveTo>
                      <a:lnTo>
                        <a:pt x="0" y="571500"/>
                      </a:lnTo>
                      <a:lnTo>
                        <a:pt x="329565" y="1143000"/>
                      </a:lnTo>
                      <a:lnTo>
                        <a:pt x="660082" y="571500"/>
                      </a:lnTo>
                      <a:close/>
                    </a:path>
                  </a:pathLst>
                </a:custGeom>
                <a:solidFill>
                  <a:srgbClr val="5AC3AC">
                    <a:alpha val="50000"/>
                  </a:srgbClr>
                </a:solidFill>
                <a:ln w="9525" cap="flat">
                  <a:noFill/>
                  <a:prstDash val="solid"/>
                  <a:miter/>
                </a:ln>
              </p:spPr>
              <p:txBody>
                <a:bodyPr rtlCol="0" anchor="ctr"/>
                <a:lstStyle/>
                <a:p>
                  <a:endParaRPr lang="en-US" sz="2400"/>
                </a:p>
              </p:txBody>
            </p:sp>
            <p:sp>
              <p:nvSpPr>
                <p:cNvPr id="19" name="Freeform 18">
                  <a:extLst>
                    <a:ext uri="{FF2B5EF4-FFF2-40B4-BE49-F238E27FC236}">
                      <a16:creationId xmlns:a16="http://schemas.microsoft.com/office/drawing/2014/main" id="{D1330D97-1F94-0E40-B8BF-04DF0CC41212}"/>
                    </a:ext>
                  </a:extLst>
                </p:cNvPr>
                <p:cNvSpPr/>
                <p:nvPr/>
              </p:nvSpPr>
              <p:spPr>
                <a:xfrm>
                  <a:off x="7649527" y="222884"/>
                  <a:ext cx="989647" cy="571500"/>
                </a:xfrm>
                <a:custGeom>
                  <a:avLst/>
                  <a:gdLst>
                    <a:gd name="connsiteX0" fmla="*/ 989648 w 989647"/>
                    <a:gd name="connsiteY0" fmla="*/ 0 h 571500"/>
                    <a:gd name="connsiteX1" fmla="*/ 330518 w 989647"/>
                    <a:gd name="connsiteY1" fmla="*/ 0 h 571500"/>
                    <a:gd name="connsiteX2" fmla="*/ 0 w 989647"/>
                    <a:gd name="connsiteY2" fmla="*/ 571500 h 571500"/>
                    <a:gd name="connsiteX3" fmla="*/ 660083 w 989647"/>
                    <a:gd name="connsiteY3" fmla="*/ 571500 h 571500"/>
                    <a:gd name="connsiteX4" fmla="*/ 660083 w 989647"/>
                    <a:gd name="connsiteY4" fmla="*/ 571500 h 571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9647" h="571500">
                      <a:moveTo>
                        <a:pt x="989648" y="0"/>
                      </a:moveTo>
                      <a:lnTo>
                        <a:pt x="330518" y="0"/>
                      </a:lnTo>
                      <a:lnTo>
                        <a:pt x="0" y="571500"/>
                      </a:lnTo>
                      <a:lnTo>
                        <a:pt x="660083" y="571500"/>
                      </a:lnTo>
                      <a:lnTo>
                        <a:pt x="660083" y="571500"/>
                      </a:lnTo>
                      <a:close/>
                    </a:path>
                  </a:pathLst>
                </a:custGeom>
                <a:solidFill>
                  <a:srgbClr val="89E5D1">
                    <a:alpha val="50000"/>
                  </a:srgbClr>
                </a:solidFill>
                <a:ln w="9525" cap="flat">
                  <a:noFill/>
                  <a:prstDash val="solid"/>
                  <a:miter/>
                </a:ln>
              </p:spPr>
              <p:txBody>
                <a:bodyPr rtlCol="0" anchor="ctr"/>
                <a:lstStyle/>
                <a:p>
                  <a:endParaRPr lang="en-US" sz="2400"/>
                </a:p>
              </p:txBody>
            </p:sp>
            <p:sp>
              <p:nvSpPr>
                <p:cNvPr id="20" name="Freeform 19">
                  <a:extLst>
                    <a:ext uri="{FF2B5EF4-FFF2-40B4-BE49-F238E27FC236}">
                      <a16:creationId xmlns:a16="http://schemas.microsoft.com/office/drawing/2014/main" id="{CE228227-745B-3A45-8773-067538EF27A8}"/>
                    </a:ext>
                  </a:extLst>
                </p:cNvPr>
                <p:cNvSpPr/>
                <p:nvPr/>
              </p:nvSpPr>
              <p:spPr>
                <a:xfrm>
                  <a:off x="8311514" y="797242"/>
                  <a:ext cx="952" cy="952"/>
                </a:xfrm>
                <a:custGeom>
                  <a:avLst/>
                  <a:gdLst>
                    <a:gd name="connsiteX0" fmla="*/ 953 w 952"/>
                    <a:gd name="connsiteY0" fmla="*/ 0 h 952"/>
                    <a:gd name="connsiteX1" fmla="*/ 0 w 952"/>
                    <a:gd name="connsiteY1" fmla="*/ 953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3" y="0"/>
                      </a:moveTo>
                      <a:lnTo>
                        <a:pt x="0" y="953"/>
                      </a:lnTo>
                      <a:lnTo>
                        <a:pt x="0" y="0"/>
                      </a:lnTo>
                      <a:close/>
                    </a:path>
                  </a:pathLst>
                </a:custGeom>
                <a:solidFill>
                  <a:srgbClr val="DB833A">
                    <a:alpha val="50000"/>
                  </a:srgbClr>
                </a:solidFill>
                <a:ln w="9525" cap="flat">
                  <a:noFill/>
                  <a:prstDash val="solid"/>
                  <a:miter/>
                </a:ln>
              </p:spPr>
              <p:txBody>
                <a:bodyPr rtlCol="0" anchor="ctr"/>
                <a:lstStyle/>
                <a:p>
                  <a:endParaRPr lang="en-US" sz="2400"/>
                </a:p>
              </p:txBody>
            </p:sp>
            <p:sp>
              <p:nvSpPr>
                <p:cNvPr id="21" name="Freeform 20">
                  <a:extLst>
                    <a:ext uri="{FF2B5EF4-FFF2-40B4-BE49-F238E27FC236}">
                      <a16:creationId xmlns:a16="http://schemas.microsoft.com/office/drawing/2014/main" id="{A66F1F93-B850-3F44-8DA7-36B82A9BF601}"/>
                    </a:ext>
                  </a:extLst>
                </p:cNvPr>
                <p:cNvSpPr/>
                <p:nvPr/>
              </p:nvSpPr>
              <p:spPr>
                <a:xfrm>
                  <a:off x="7319962" y="0"/>
                  <a:ext cx="788669" cy="222884"/>
                </a:xfrm>
                <a:custGeom>
                  <a:avLst/>
                  <a:gdLst>
                    <a:gd name="connsiteX0" fmla="*/ 788670 w 788669"/>
                    <a:gd name="connsiteY0" fmla="*/ 0 h 222884"/>
                    <a:gd name="connsiteX1" fmla="*/ 660082 w 788669"/>
                    <a:gd name="connsiteY1" fmla="*/ 222885 h 222884"/>
                    <a:gd name="connsiteX2" fmla="*/ 0 w 788669"/>
                    <a:gd name="connsiteY2" fmla="*/ 222885 h 222884"/>
                    <a:gd name="connsiteX3" fmla="*/ 128588 w 788669"/>
                    <a:gd name="connsiteY3" fmla="*/ 0 h 222884"/>
                  </a:gdLst>
                  <a:ahLst/>
                  <a:cxnLst>
                    <a:cxn ang="0">
                      <a:pos x="connsiteX0" y="connsiteY0"/>
                    </a:cxn>
                    <a:cxn ang="0">
                      <a:pos x="connsiteX1" y="connsiteY1"/>
                    </a:cxn>
                    <a:cxn ang="0">
                      <a:pos x="connsiteX2" y="connsiteY2"/>
                    </a:cxn>
                    <a:cxn ang="0">
                      <a:pos x="connsiteX3" y="connsiteY3"/>
                    </a:cxn>
                  </a:cxnLst>
                  <a:rect l="l" t="t" r="r" b="b"/>
                  <a:pathLst>
                    <a:path w="788669" h="222884">
                      <a:moveTo>
                        <a:pt x="788670" y="0"/>
                      </a:moveTo>
                      <a:lnTo>
                        <a:pt x="660082" y="222885"/>
                      </a:lnTo>
                      <a:lnTo>
                        <a:pt x="0" y="222885"/>
                      </a:lnTo>
                      <a:lnTo>
                        <a:pt x="128588" y="0"/>
                      </a:lnTo>
                      <a:close/>
                    </a:path>
                  </a:pathLst>
                </a:custGeom>
                <a:solidFill>
                  <a:srgbClr val="1D7F5C">
                    <a:alpha val="50000"/>
                  </a:srgbClr>
                </a:solidFill>
                <a:ln w="9525" cap="flat">
                  <a:noFill/>
                  <a:prstDash val="solid"/>
                  <a:miter/>
                </a:ln>
              </p:spPr>
              <p:txBody>
                <a:bodyPr rtlCol="0" anchor="ctr"/>
                <a:lstStyle/>
                <a:p>
                  <a:endParaRPr lang="en-US" sz="2400"/>
                </a:p>
              </p:txBody>
            </p:sp>
            <p:sp>
              <p:nvSpPr>
                <p:cNvPr id="22" name="Freeform 21">
                  <a:extLst>
                    <a:ext uri="{FF2B5EF4-FFF2-40B4-BE49-F238E27FC236}">
                      <a16:creationId xmlns:a16="http://schemas.microsoft.com/office/drawing/2014/main" id="{AF47553D-15B3-6B4B-8FFF-2FDB0E94D0AD}"/>
                    </a:ext>
                  </a:extLst>
                </p:cNvPr>
                <p:cNvSpPr/>
                <p:nvPr/>
              </p:nvSpPr>
              <p:spPr>
                <a:xfrm>
                  <a:off x="8307705" y="3080384"/>
                  <a:ext cx="3809" cy="2857"/>
                </a:xfrm>
                <a:custGeom>
                  <a:avLst/>
                  <a:gdLst>
                    <a:gd name="connsiteX0" fmla="*/ 3810 w 3809"/>
                    <a:gd name="connsiteY0" fmla="*/ 2858 h 2857"/>
                    <a:gd name="connsiteX1" fmla="*/ 0 w 3809"/>
                    <a:gd name="connsiteY1" fmla="*/ 2858 h 2857"/>
                    <a:gd name="connsiteX2" fmla="*/ 1905 w 3809"/>
                    <a:gd name="connsiteY2" fmla="*/ 0 h 2857"/>
                  </a:gdLst>
                  <a:ahLst/>
                  <a:cxnLst>
                    <a:cxn ang="0">
                      <a:pos x="connsiteX0" y="connsiteY0"/>
                    </a:cxn>
                    <a:cxn ang="0">
                      <a:pos x="connsiteX1" y="connsiteY1"/>
                    </a:cxn>
                    <a:cxn ang="0">
                      <a:pos x="connsiteX2" y="connsiteY2"/>
                    </a:cxn>
                  </a:cxnLst>
                  <a:rect l="l" t="t" r="r" b="b"/>
                  <a:pathLst>
                    <a:path w="3809" h="2857">
                      <a:moveTo>
                        <a:pt x="3810" y="2858"/>
                      </a:moveTo>
                      <a:lnTo>
                        <a:pt x="0" y="2858"/>
                      </a:lnTo>
                      <a:lnTo>
                        <a:pt x="1905" y="0"/>
                      </a:lnTo>
                      <a:close/>
                    </a:path>
                  </a:pathLst>
                </a:custGeom>
                <a:solidFill>
                  <a:srgbClr val="C46F3C">
                    <a:alpha val="50000"/>
                  </a:srgbClr>
                </a:solidFill>
                <a:ln w="9525" cap="flat">
                  <a:noFill/>
                  <a:prstDash val="solid"/>
                  <a:miter/>
                </a:ln>
              </p:spPr>
              <p:txBody>
                <a:bodyPr rtlCol="0" anchor="ctr"/>
                <a:lstStyle/>
                <a:p>
                  <a:endParaRPr lang="en-US" sz="2400"/>
                </a:p>
              </p:txBody>
            </p:sp>
            <p:sp>
              <p:nvSpPr>
                <p:cNvPr id="23" name="Freeform 22">
                  <a:extLst>
                    <a:ext uri="{FF2B5EF4-FFF2-40B4-BE49-F238E27FC236}">
                      <a16:creationId xmlns:a16="http://schemas.microsoft.com/office/drawing/2014/main" id="{946351B4-B0B4-224C-B04A-1B3BE17892AA}"/>
                    </a:ext>
                  </a:extLst>
                </p:cNvPr>
                <p:cNvSpPr/>
                <p:nvPr/>
              </p:nvSpPr>
              <p:spPr>
                <a:xfrm>
                  <a:off x="8311514" y="3083242"/>
                  <a:ext cx="952" cy="952"/>
                </a:xfrm>
                <a:custGeom>
                  <a:avLst/>
                  <a:gdLst>
                    <a:gd name="connsiteX0" fmla="*/ 953 w 952"/>
                    <a:gd name="connsiteY0" fmla="*/ 0 h 952"/>
                    <a:gd name="connsiteX1" fmla="*/ 0 w 952"/>
                    <a:gd name="connsiteY1" fmla="*/ 952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3" y="0"/>
                      </a:moveTo>
                      <a:lnTo>
                        <a:pt x="0" y="952"/>
                      </a:lnTo>
                      <a:lnTo>
                        <a:pt x="0" y="0"/>
                      </a:lnTo>
                      <a:close/>
                    </a:path>
                  </a:pathLst>
                </a:custGeom>
                <a:solidFill>
                  <a:srgbClr val="DB833A">
                    <a:alpha val="50000"/>
                  </a:srgbClr>
                </a:solidFill>
                <a:ln w="9525" cap="flat">
                  <a:noFill/>
                  <a:prstDash val="solid"/>
                  <a:miter/>
                </a:ln>
              </p:spPr>
              <p:txBody>
                <a:bodyPr rtlCol="0" anchor="ctr"/>
                <a:lstStyle/>
                <a:p>
                  <a:endParaRPr lang="en-US" sz="2400"/>
                </a:p>
              </p:txBody>
            </p:sp>
            <p:sp>
              <p:nvSpPr>
                <p:cNvPr id="24" name="Freeform 23">
                  <a:extLst>
                    <a:ext uri="{FF2B5EF4-FFF2-40B4-BE49-F238E27FC236}">
                      <a16:creationId xmlns:a16="http://schemas.microsoft.com/office/drawing/2014/main" id="{7291E241-EF3A-F543-9264-639C654C2336}"/>
                    </a:ext>
                  </a:extLst>
                </p:cNvPr>
                <p:cNvSpPr/>
                <p:nvPr/>
              </p:nvSpPr>
              <p:spPr>
                <a:xfrm>
                  <a:off x="8969692" y="1639252"/>
                  <a:ext cx="172402" cy="596264"/>
                </a:xfrm>
                <a:custGeom>
                  <a:avLst/>
                  <a:gdLst>
                    <a:gd name="connsiteX0" fmla="*/ 172402 w 172402"/>
                    <a:gd name="connsiteY0" fmla="*/ 0 h 596264"/>
                    <a:gd name="connsiteX1" fmla="*/ 0 w 172402"/>
                    <a:gd name="connsiteY1" fmla="*/ 298132 h 596264"/>
                    <a:gd name="connsiteX2" fmla="*/ 172402 w 172402"/>
                    <a:gd name="connsiteY2" fmla="*/ 596265 h 596264"/>
                  </a:gdLst>
                  <a:ahLst/>
                  <a:cxnLst>
                    <a:cxn ang="0">
                      <a:pos x="connsiteX0" y="connsiteY0"/>
                    </a:cxn>
                    <a:cxn ang="0">
                      <a:pos x="connsiteX1" y="connsiteY1"/>
                    </a:cxn>
                    <a:cxn ang="0">
                      <a:pos x="connsiteX2" y="connsiteY2"/>
                    </a:cxn>
                  </a:cxnLst>
                  <a:rect l="l" t="t" r="r" b="b"/>
                  <a:pathLst>
                    <a:path w="172402" h="596264">
                      <a:moveTo>
                        <a:pt x="172402" y="0"/>
                      </a:moveTo>
                      <a:lnTo>
                        <a:pt x="0" y="298132"/>
                      </a:lnTo>
                      <a:lnTo>
                        <a:pt x="172402" y="596265"/>
                      </a:lnTo>
                      <a:close/>
                    </a:path>
                  </a:pathLst>
                </a:custGeom>
                <a:solidFill>
                  <a:srgbClr val="5AC3AC">
                    <a:alpha val="50000"/>
                  </a:srgbClr>
                </a:solidFill>
                <a:ln w="9525" cap="flat">
                  <a:noFill/>
                  <a:prstDash val="solid"/>
                  <a:miter/>
                </a:ln>
              </p:spPr>
              <p:txBody>
                <a:bodyPr rtlCol="0" anchor="ctr"/>
                <a:lstStyle/>
                <a:p>
                  <a:endParaRPr lang="en-US" sz="2400"/>
                </a:p>
              </p:txBody>
            </p:sp>
            <p:sp>
              <p:nvSpPr>
                <p:cNvPr id="25" name="Freeform 24">
                  <a:extLst>
                    <a:ext uri="{FF2B5EF4-FFF2-40B4-BE49-F238E27FC236}">
                      <a16:creationId xmlns:a16="http://schemas.microsoft.com/office/drawing/2014/main" id="{AD77FCAA-166C-4143-98F7-504ECB6BFCE1}"/>
                    </a:ext>
                  </a:extLst>
                </p:cNvPr>
                <p:cNvSpPr/>
                <p:nvPr/>
              </p:nvSpPr>
              <p:spPr>
                <a:xfrm>
                  <a:off x="8309610" y="1365884"/>
                  <a:ext cx="832484" cy="571500"/>
                </a:xfrm>
                <a:custGeom>
                  <a:avLst/>
                  <a:gdLst>
                    <a:gd name="connsiteX0" fmla="*/ 832485 w 832484"/>
                    <a:gd name="connsiteY0" fmla="*/ 0 h 571500"/>
                    <a:gd name="connsiteX1" fmla="*/ 329565 w 832484"/>
                    <a:gd name="connsiteY1" fmla="*/ 0 h 571500"/>
                    <a:gd name="connsiteX2" fmla="*/ 0 w 832484"/>
                    <a:gd name="connsiteY2" fmla="*/ 571500 h 571500"/>
                    <a:gd name="connsiteX3" fmla="*/ 660082 w 832484"/>
                    <a:gd name="connsiteY3" fmla="*/ 571500 h 571500"/>
                    <a:gd name="connsiteX4" fmla="*/ 660082 w 832484"/>
                    <a:gd name="connsiteY4" fmla="*/ 571500 h 571500"/>
                    <a:gd name="connsiteX5" fmla="*/ 832485 w 832484"/>
                    <a:gd name="connsiteY5" fmla="*/ 273368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2484" h="571500">
                      <a:moveTo>
                        <a:pt x="832485" y="0"/>
                      </a:moveTo>
                      <a:lnTo>
                        <a:pt x="329565" y="0"/>
                      </a:lnTo>
                      <a:lnTo>
                        <a:pt x="0" y="571500"/>
                      </a:lnTo>
                      <a:lnTo>
                        <a:pt x="660082" y="571500"/>
                      </a:lnTo>
                      <a:lnTo>
                        <a:pt x="660082" y="571500"/>
                      </a:lnTo>
                      <a:lnTo>
                        <a:pt x="832485" y="273368"/>
                      </a:lnTo>
                      <a:close/>
                    </a:path>
                  </a:pathLst>
                </a:custGeom>
                <a:solidFill>
                  <a:srgbClr val="1D7F5C">
                    <a:alpha val="50000"/>
                  </a:srgbClr>
                </a:solidFill>
                <a:ln w="9525" cap="flat">
                  <a:noFill/>
                  <a:prstDash val="solid"/>
                  <a:miter/>
                </a:ln>
              </p:spPr>
              <p:txBody>
                <a:bodyPr rtlCol="0" anchor="ctr"/>
                <a:lstStyle/>
                <a:p>
                  <a:endParaRPr lang="en-US" sz="2400"/>
                </a:p>
              </p:txBody>
            </p:sp>
          </p:grpSp>
        </p:grpSp>
      </p:grpSp>
      <p:sp>
        <p:nvSpPr>
          <p:cNvPr id="10" name="Title 9">
            <a:extLst>
              <a:ext uri="{FF2B5EF4-FFF2-40B4-BE49-F238E27FC236}">
                <a16:creationId xmlns:a16="http://schemas.microsoft.com/office/drawing/2014/main" id="{547D51FD-9C88-A74F-A5C3-21C143DAA952}"/>
              </a:ext>
            </a:extLst>
          </p:cNvPr>
          <p:cNvSpPr>
            <a:spLocks noGrp="1"/>
          </p:cNvSpPr>
          <p:nvPr>
            <p:ph type="title" hasCustomPrompt="1"/>
          </p:nvPr>
        </p:nvSpPr>
        <p:spPr>
          <a:xfrm>
            <a:off x="1685335" y="2302933"/>
            <a:ext cx="8821331" cy="2092880"/>
          </a:xfrm>
          <a:prstGeom prst="rect">
            <a:avLst/>
          </a:prstGeom>
        </p:spPr>
        <p:txBody>
          <a:bodyPr/>
          <a:lstStyle>
            <a:lvl1pPr algn="ctr">
              <a:defRPr sz="4267" b="0" i="0">
                <a:solidFill>
                  <a:schemeClr val="bg1"/>
                </a:solidFill>
                <a:latin typeface="Arial" panose="020B0604020202020204" pitchFamily="34" charset="0"/>
                <a:cs typeface="Arial" panose="020B0604020202020204" pitchFamily="34" charset="0"/>
              </a:defRPr>
            </a:lvl1pPr>
          </a:lstStyle>
          <a:p>
            <a:r>
              <a:rPr lang="en-US"/>
              <a:t>Insert quote here. This is what a quote with a couple of sentences will look like.”</a:t>
            </a:r>
          </a:p>
        </p:txBody>
      </p:sp>
      <p:pic>
        <p:nvPicPr>
          <p:cNvPr id="12" name="Picture 10">
            <a:extLst>
              <a:ext uri="{FF2B5EF4-FFF2-40B4-BE49-F238E27FC236}">
                <a16:creationId xmlns:a16="http://schemas.microsoft.com/office/drawing/2014/main" id="{B6E19DD8-6152-4148-B0EA-F8FC289DF8B0}"/>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10899588" y="6469434"/>
            <a:ext cx="1011805" cy="240543"/>
          </a:xfrm>
          <a:prstGeom prst="rect">
            <a:avLst/>
          </a:prstGeom>
        </p:spPr>
      </p:pic>
      <p:grpSp>
        <p:nvGrpSpPr>
          <p:cNvPr id="2" name="Graphic 7">
            <a:extLst>
              <a:ext uri="{FF2B5EF4-FFF2-40B4-BE49-F238E27FC236}">
                <a16:creationId xmlns:a16="http://schemas.microsoft.com/office/drawing/2014/main" id="{6FDA7BCD-9534-8044-9522-6BC036EE174D}"/>
              </a:ext>
            </a:extLst>
          </p:cNvPr>
          <p:cNvGrpSpPr/>
          <p:nvPr/>
        </p:nvGrpSpPr>
        <p:grpSpPr>
          <a:xfrm>
            <a:off x="5637882" y="1583390"/>
            <a:ext cx="916233" cy="492468"/>
            <a:chOff x="4228411" y="1187542"/>
            <a:chExt cx="687175" cy="369351"/>
          </a:xfrm>
          <a:solidFill>
            <a:srgbClr val="FFFFFF"/>
          </a:solidFill>
        </p:grpSpPr>
        <p:sp>
          <p:nvSpPr>
            <p:cNvPr id="3" name="Freeform 2">
              <a:extLst>
                <a:ext uri="{FF2B5EF4-FFF2-40B4-BE49-F238E27FC236}">
                  <a16:creationId xmlns:a16="http://schemas.microsoft.com/office/drawing/2014/main" id="{F2A293C9-70F2-7642-92F8-55047B87BB81}"/>
                </a:ext>
              </a:extLst>
            </p:cNvPr>
            <p:cNvSpPr/>
            <p:nvPr/>
          </p:nvSpPr>
          <p:spPr>
            <a:xfrm>
              <a:off x="4228411" y="1187542"/>
              <a:ext cx="407774" cy="369351"/>
            </a:xfrm>
            <a:custGeom>
              <a:avLst/>
              <a:gdLst>
                <a:gd name="connsiteX0" fmla="*/ 216473 w 407774"/>
                <a:gd name="connsiteY0" fmla="*/ 369351 h 369351"/>
                <a:gd name="connsiteX1" fmla="*/ 154803 w 407774"/>
                <a:gd name="connsiteY1" fmla="*/ 264535 h 369351"/>
                <a:gd name="connsiteX2" fmla="*/ 0 w 407774"/>
                <a:gd name="connsiteY2" fmla="*/ 0 h 369351"/>
                <a:gd name="connsiteX3" fmla="*/ 191302 w 407774"/>
                <a:gd name="connsiteY3" fmla="*/ 0 h 369351"/>
                <a:gd name="connsiteX4" fmla="*/ 407774 w 407774"/>
                <a:gd name="connsiteY4" fmla="*/ 369351 h 369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74" h="369351">
                  <a:moveTo>
                    <a:pt x="216473" y="369351"/>
                  </a:moveTo>
                  <a:lnTo>
                    <a:pt x="154803" y="264535"/>
                  </a:lnTo>
                  <a:lnTo>
                    <a:pt x="0" y="0"/>
                  </a:lnTo>
                  <a:lnTo>
                    <a:pt x="191302" y="0"/>
                  </a:lnTo>
                  <a:lnTo>
                    <a:pt x="407774" y="369351"/>
                  </a:lnTo>
                  <a:close/>
                </a:path>
              </a:pathLst>
            </a:custGeom>
            <a:solidFill>
              <a:schemeClr val="bg1"/>
            </a:solidFill>
            <a:ln w="12467" cap="flat">
              <a:noFill/>
              <a:prstDash val="solid"/>
              <a:miter/>
            </a:ln>
          </p:spPr>
          <p:txBody>
            <a:bodyPr rtlCol="0" anchor="ctr"/>
            <a:lstStyle/>
            <a:p>
              <a:endParaRPr lang="en-US" sz="2400"/>
            </a:p>
          </p:txBody>
        </p:sp>
        <p:sp>
          <p:nvSpPr>
            <p:cNvPr id="4" name="Freeform 3">
              <a:extLst>
                <a:ext uri="{FF2B5EF4-FFF2-40B4-BE49-F238E27FC236}">
                  <a16:creationId xmlns:a16="http://schemas.microsoft.com/office/drawing/2014/main" id="{53E60521-9292-454A-9C83-A096FC2AC69D}"/>
                </a:ext>
              </a:extLst>
            </p:cNvPr>
            <p:cNvSpPr/>
            <p:nvPr/>
          </p:nvSpPr>
          <p:spPr>
            <a:xfrm>
              <a:off x="4507812" y="1187542"/>
              <a:ext cx="407774" cy="369351"/>
            </a:xfrm>
            <a:custGeom>
              <a:avLst/>
              <a:gdLst>
                <a:gd name="connsiteX0" fmla="*/ 216473 w 407774"/>
                <a:gd name="connsiteY0" fmla="*/ 369351 h 369351"/>
                <a:gd name="connsiteX1" fmla="*/ 154803 w 407774"/>
                <a:gd name="connsiteY1" fmla="*/ 264535 h 369351"/>
                <a:gd name="connsiteX2" fmla="*/ 0 w 407774"/>
                <a:gd name="connsiteY2" fmla="*/ 0 h 369351"/>
                <a:gd name="connsiteX3" fmla="*/ 191302 w 407774"/>
                <a:gd name="connsiteY3" fmla="*/ 0 h 369351"/>
                <a:gd name="connsiteX4" fmla="*/ 407774 w 407774"/>
                <a:gd name="connsiteY4" fmla="*/ 369351 h 369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74" h="369351">
                  <a:moveTo>
                    <a:pt x="216473" y="369351"/>
                  </a:moveTo>
                  <a:lnTo>
                    <a:pt x="154803" y="264535"/>
                  </a:lnTo>
                  <a:lnTo>
                    <a:pt x="0" y="0"/>
                  </a:lnTo>
                  <a:lnTo>
                    <a:pt x="191302" y="0"/>
                  </a:lnTo>
                  <a:lnTo>
                    <a:pt x="407774" y="369351"/>
                  </a:lnTo>
                  <a:close/>
                </a:path>
              </a:pathLst>
            </a:custGeom>
            <a:solidFill>
              <a:schemeClr val="bg1"/>
            </a:solidFill>
            <a:ln w="12467" cap="flat">
              <a:noFill/>
              <a:prstDash val="solid"/>
              <a:miter/>
            </a:ln>
          </p:spPr>
          <p:txBody>
            <a:bodyPr rtlCol="0" anchor="ctr"/>
            <a:lstStyle/>
            <a:p>
              <a:endParaRPr lang="en-US" sz="2400"/>
            </a:p>
          </p:txBody>
        </p:sp>
      </p:grpSp>
    </p:spTree>
    <p:extLst>
      <p:ext uri="{BB962C8B-B14F-4D97-AF65-F5344CB8AC3E}">
        <p14:creationId xmlns:p14="http://schemas.microsoft.com/office/powerpoint/2010/main" val="28602226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42.xml><?xml version="1.0" encoding="utf-8"?>
<p:sldLayout xmlns:a="http://schemas.openxmlformats.org/drawingml/2006/main" xmlns:r="http://schemas.openxmlformats.org/officeDocument/2006/relationships" xmlns:p="http://schemas.openxmlformats.org/presentationml/2006/main" userDrawn="1">
  <p:cSld name="3_Title, Sub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615102" y="392856"/>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615102" y="1113133"/>
            <a:ext cx="10983484" cy="5256323"/>
          </a:xfrm>
          <a:prstGeom prst="rect">
            <a:avLst/>
          </a:prstGeom>
        </p:spPr>
        <p:txBody>
          <a:bodyPr lIns="0" rIns="0"/>
          <a:lstStyle>
            <a:lvl1pPr marL="232817" indent="-232817">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370" indent="-232817">
              <a:buClrTx/>
              <a:buFont typeface="Arial"/>
              <a:buChar char="•"/>
              <a:tabLst/>
              <a:defRPr b="0" i="0">
                <a:solidFill>
                  <a:schemeClr val="bg2"/>
                </a:solidFill>
                <a:latin typeface="Arial" panose="020B0604020202020204" pitchFamily="34" charset="0"/>
                <a:cs typeface="Gotham Book" pitchFamily="2" charset="0"/>
              </a:defRPr>
            </a:lvl2pPr>
            <a:lvl3pPr marL="1449809" indent="-230701">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10" name="TextBox 9">
            <a:extLst>
              <a:ext uri="{FF2B5EF4-FFF2-40B4-BE49-F238E27FC236}">
                <a16:creationId xmlns:a16="http://schemas.microsoft.com/office/drawing/2014/main" id="{699271EA-40A9-8545-B215-72292E96EB69}"/>
              </a:ext>
            </a:extLst>
          </p:cNvPr>
          <p:cNvSpPr txBox="1"/>
          <p:nvPr userDrawn="1"/>
        </p:nvSpPr>
        <p:spPr>
          <a:xfrm>
            <a:off x="79765"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14" name="Text Placeholder 13">
            <a:extLst>
              <a:ext uri="{FF2B5EF4-FFF2-40B4-BE49-F238E27FC236}">
                <a16:creationId xmlns:a16="http://schemas.microsoft.com/office/drawing/2014/main" id="{562F2901-6DCE-0C41-8EA7-1119689C4488}"/>
              </a:ext>
            </a:extLst>
          </p:cNvPr>
          <p:cNvSpPr>
            <a:spLocks noGrp="1"/>
          </p:cNvSpPr>
          <p:nvPr>
            <p:ph type="body" sz="quarter" idx="10"/>
          </p:nvPr>
        </p:nvSpPr>
        <p:spPr>
          <a:xfrm>
            <a:off x="615952" y="742008"/>
            <a:ext cx="10983383" cy="349016"/>
          </a:xfrm>
          <a:prstGeom prst="rect">
            <a:avLst/>
          </a:prstGeom>
        </p:spPr>
        <p:txBody>
          <a:bodyPr lIns="0" rIns="0"/>
          <a:lstStyle>
            <a:lvl1pPr marL="0" indent="0">
              <a:buNone/>
              <a:defRPr sz="1467">
                <a:solidFill>
                  <a:schemeClr val="bg2"/>
                </a:solidFill>
              </a:defRPr>
            </a:lvl1pPr>
          </a:lstStyle>
          <a:p>
            <a:pPr lvl="0"/>
            <a:r>
              <a:rPr lang="en-US"/>
              <a:t>Click to edit Master text styles</a:t>
            </a:r>
          </a:p>
        </p:txBody>
      </p:sp>
    </p:spTree>
    <p:extLst>
      <p:ext uri="{BB962C8B-B14F-4D97-AF65-F5344CB8AC3E}">
        <p14:creationId xmlns:p14="http://schemas.microsoft.com/office/powerpoint/2010/main" val="528505074"/>
      </p:ext>
    </p:extLst>
  </p:cSld>
  <p:clrMapOvr>
    <a:masterClrMapping/>
  </p:clrMapOvr>
  <p:extLst>
    <p:ext uri="{DCECCB84-F9BA-43D5-87BE-67443E8EF086}">
      <p15:sldGuideLst xmlns:p15="http://schemas.microsoft.com/office/powerpoint/2012/main">
        <p15:guide id="2" pos="2160">
          <p15:clr>
            <a:srgbClr val="FBAE40"/>
          </p15:clr>
        </p15:guide>
        <p15:guide id="3" orient="horz" pos="2277">
          <p15:clr>
            <a:srgbClr val="FBAE40"/>
          </p15:clr>
        </p15:guide>
      </p15:sldGuideLst>
    </p:ext>
  </p:extLst>
</p:sldLayout>
</file>

<file path=ppt/slideMasters/_rels/slideMaster1.xml.rels><?xml version="1.0" encoding="UTF-8" standalone="yes"?>
<Relationships xmlns="http://schemas.openxmlformats.org/package/2006/relationships"><Relationship Id="rId117" Type="http://schemas.openxmlformats.org/officeDocument/2006/relationships/slideLayout" Target="../slideLayouts/slideLayout117.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63" Type="http://schemas.openxmlformats.org/officeDocument/2006/relationships/slideLayout" Target="../slideLayouts/slideLayout63.xml"/><Relationship Id="rId84" Type="http://schemas.openxmlformats.org/officeDocument/2006/relationships/slideLayout" Target="../slideLayouts/slideLayout84.xml"/><Relationship Id="rId138" Type="http://schemas.openxmlformats.org/officeDocument/2006/relationships/slideLayout" Target="../slideLayouts/slideLayout138.xml"/><Relationship Id="rId107" Type="http://schemas.openxmlformats.org/officeDocument/2006/relationships/slideLayout" Target="../slideLayouts/slideLayout107.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102" Type="http://schemas.openxmlformats.org/officeDocument/2006/relationships/slideLayout" Target="../slideLayouts/slideLayout102.xml"/><Relationship Id="rId123" Type="http://schemas.openxmlformats.org/officeDocument/2006/relationships/slideLayout" Target="../slideLayouts/slideLayout123.xml"/><Relationship Id="rId128" Type="http://schemas.openxmlformats.org/officeDocument/2006/relationships/slideLayout" Target="../slideLayouts/slideLayout128.xml"/><Relationship Id="rId144" Type="http://schemas.openxmlformats.org/officeDocument/2006/relationships/image" Target="../media/image1.png"/><Relationship Id="rId5" Type="http://schemas.openxmlformats.org/officeDocument/2006/relationships/slideLayout" Target="../slideLayouts/slideLayout5.xml"/><Relationship Id="rId90" Type="http://schemas.openxmlformats.org/officeDocument/2006/relationships/slideLayout" Target="../slideLayouts/slideLayout90.xml"/><Relationship Id="rId95" Type="http://schemas.openxmlformats.org/officeDocument/2006/relationships/slideLayout" Target="../slideLayouts/slideLayout95.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113" Type="http://schemas.openxmlformats.org/officeDocument/2006/relationships/slideLayout" Target="../slideLayouts/slideLayout113.xml"/><Relationship Id="rId118" Type="http://schemas.openxmlformats.org/officeDocument/2006/relationships/slideLayout" Target="../slideLayouts/slideLayout118.xml"/><Relationship Id="rId134" Type="http://schemas.openxmlformats.org/officeDocument/2006/relationships/slideLayout" Target="../slideLayouts/slideLayout134.xml"/><Relationship Id="rId139" Type="http://schemas.openxmlformats.org/officeDocument/2006/relationships/slideLayout" Target="../slideLayouts/slideLayout139.xml"/><Relationship Id="rId80" Type="http://schemas.openxmlformats.org/officeDocument/2006/relationships/slideLayout" Target="../slideLayouts/slideLayout80.xml"/><Relationship Id="rId85" Type="http://schemas.openxmlformats.org/officeDocument/2006/relationships/slideLayout" Target="../slideLayouts/slideLayout85.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59" Type="http://schemas.openxmlformats.org/officeDocument/2006/relationships/slideLayout" Target="../slideLayouts/slideLayout59.xml"/><Relationship Id="rId103" Type="http://schemas.openxmlformats.org/officeDocument/2006/relationships/slideLayout" Target="../slideLayouts/slideLayout103.xml"/><Relationship Id="rId108" Type="http://schemas.openxmlformats.org/officeDocument/2006/relationships/slideLayout" Target="../slideLayouts/slideLayout108.xml"/><Relationship Id="rId124" Type="http://schemas.openxmlformats.org/officeDocument/2006/relationships/slideLayout" Target="../slideLayouts/slideLayout124.xml"/><Relationship Id="rId129" Type="http://schemas.openxmlformats.org/officeDocument/2006/relationships/slideLayout" Target="../slideLayouts/slideLayout129.xml"/><Relationship Id="rId54" Type="http://schemas.openxmlformats.org/officeDocument/2006/relationships/slideLayout" Target="../slideLayouts/slideLayout54.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91" Type="http://schemas.openxmlformats.org/officeDocument/2006/relationships/slideLayout" Target="../slideLayouts/slideLayout91.xml"/><Relationship Id="rId96" Type="http://schemas.openxmlformats.org/officeDocument/2006/relationships/slideLayout" Target="../slideLayouts/slideLayout96.xml"/><Relationship Id="rId140" Type="http://schemas.openxmlformats.org/officeDocument/2006/relationships/slideLayout" Target="../slideLayouts/slideLayout140.xml"/><Relationship Id="rId1" Type="http://schemas.openxmlformats.org/officeDocument/2006/relationships/slideLayout" Target="../slideLayouts/slideLayout1.xml"/><Relationship Id="rId6" Type="http://schemas.openxmlformats.org/officeDocument/2006/relationships/slideLayout" Target="../slideLayouts/slideLayout6.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49" Type="http://schemas.openxmlformats.org/officeDocument/2006/relationships/slideLayout" Target="../slideLayouts/slideLayout49.xml"/><Relationship Id="rId114" Type="http://schemas.openxmlformats.org/officeDocument/2006/relationships/slideLayout" Target="../slideLayouts/slideLayout114.xml"/><Relationship Id="rId119" Type="http://schemas.openxmlformats.org/officeDocument/2006/relationships/slideLayout" Target="../slideLayouts/slideLayout119.xml"/><Relationship Id="rId44" Type="http://schemas.openxmlformats.org/officeDocument/2006/relationships/slideLayout" Target="../slideLayouts/slideLayout44.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81" Type="http://schemas.openxmlformats.org/officeDocument/2006/relationships/slideLayout" Target="../slideLayouts/slideLayout81.xml"/><Relationship Id="rId86" Type="http://schemas.openxmlformats.org/officeDocument/2006/relationships/slideLayout" Target="../slideLayouts/slideLayout86.xml"/><Relationship Id="rId130" Type="http://schemas.openxmlformats.org/officeDocument/2006/relationships/slideLayout" Target="../slideLayouts/slideLayout130.xml"/><Relationship Id="rId135" Type="http://schemas.openxmlformats.org/officeDocument/2006/relationships/slideLayout" Target="../slideLayouts/slideLayout135.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109" Type="http://schemas.openxmlformats.org/officeDocument/2006/relationships/slideLayout" Target="../slideLayouts/slideLayout10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97" Type="http://schemas.openxmlformats.org/officeDocument/2006/relationships/slideLayout" Target="../slideLayouts/slideLayout97.xml"/><Relationship Id="rId104" Type="http://schemas.openxmlformats.org/officeDocument/2006/relationships/slideLayout" Target="../slideLayouts/slideLayout104.xml"/><Relationship Id="rId120" Type="http://schemas.openxmlformats.org/officeDocument/2006/relationships/slideLayout" Target="../slideLayouts/slideLayout120.xml"/><Relationship Id="rId125" Type="http://schemas.openxmlformats.org/officeDocument/2006/relationships/slideLayout" Target="../slideLayouts/slideLayout125.xml"/><Relationship Id="rId141" Type="http://schemas.openxmlformats.org/officeDocument/2006/relationships/slideLayout" Target="../slideLayouts/slideLayout141.xml"/><Relationship Id="rId7" Type="http://schemas.openxmlformats.org/officeDocument/2006/relationships/slideLayout" Target="../slideLayouts/slideLayout7.xml"/><Relationship Id="rId71" Type="http://schemas.openxmlformats.org/officeDocument/2006/relationships/slideLayout" Target="../slideLayouts/slideLayout71.xml"/><Relationship Id="rId92" Type="http://schemas.openxmlformats.org/officeDocument/2006/relationships/slideLayout" Target="../slideLayouts/slideLayout92.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87" Type="http://schemas.openxmlformats.org/officeDocument/2006/relationships/slideLayout" Target="../slideLayouts/slideLayout87.xml"/><Relationship Id="rId110" Type="http://schemas.openxmlformats.org/officeDocument/2006/relationships/slideLayout" Target="../slideLayouts/slideLayout110.xml"/><Relationship Id="rId115" Type="http://schemas.openxmlformats.org/officeDocument/2006/relationships/slideLayout" Target="../slideLayouts/slideLayout115.xml"/><Relationship Id="rId131" Type="http://schemas.openxmlformats.org/officeDocument/2006/relationships/slideLayout" Target="../slideLayouts/slideLayout131.xml"/><Relationship Id="rId136" Type="http://schemas.openxmlformats.org/officeDocument/2006/relationships/slideLayout" Target="../slideLayouts/slideLayout136.xml"/><Relationship Id="rId61" Type="http://schemas.openxmlformats.org/officeDocument/2006/relationships/slideLayout" Target="../slideLayouts/slideLayout61.xml"/><Relationship Id="rId82" Type="http://schemas.openxmlformats.org/officeDocument/2006/relationships/slideLayout" Target="../slideLayouts/slideLayout82.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56" Type="http://schemas.openxmlformats.org/officeDocument/2006/relationships/slideLayout" Target="../slideLayouts/slideLayout56.xml"/><Relationship Id="rId77" Type="http://schemas.openxmlformats.org/officeDocument/2006/relationships/slideLayout" Target="../slideLayouts/slideLayout77.xml"/><Relationship Id="rId100" Type="http://schemas.openxmlformats.org/officeDocument/2006/relationships/slideLayout" Target="../slideLayouts/slideLayout100.xml"/><Relationship Id="rId105" Type="http://schemas.openxmlformats.org/officeDocument/2006/relationships/slideLayout" Target="../slideLayouts/slideLayout105.xml"/><Relationship Id="rId126" Type="http://schemas.openxmlformats.org/officeDocument/2006/relationships/slideLayout" Target="../slideLayouts/slideLayout12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93" Type="http://schemas.openxmlformats.org/officeDocument/2006/relationships/slideLayout" Target="../slideLayouts/slideLayout93.xml"/><Relationship Id="rId98" Type="http://schemas.openxmlformats.org/officeDocument/2006/relationships/slideLayout" Target="../slideLayouts/slideLayout98.xml"/><Relationship Id="rId121" Type="http://schemas.openxmlformats.org/officeDocument/2006/relationships/slideLayout" Target="../slideLayouts/slideLayout121.xml"/><Relationship Id="rId142" Type="http://schemas.openxmlformats.org/officeDocument/2006/relationships/slideLayout" Target="../slideLayouts/slideLayout142.xml"/><Relationship Id="rId3" Type="http://schemas.openxmlformats.org/officeDocument/2006/relationships/slideLayout" Target="../slideLayouts/slideLayout3.xml"/><Relationship Id="rId25" Type="http://schemas.openxmlformats.org/officeDocument/2006/relationships/slideLayout" Target="../slideLayouts/slideLayout25.xml"/><Relationship Id="rId46" Type="http://schemas.openxmlformats.org/officeDocument/2006/relationships/slideLayout" Target="../slideLayouts/slideLayout46.xml"/><Relationship Id="rId67" Type="http://schemas.openxmlformats.org/officeDocument/2006/relationships/slideLayout" Target="../slideLayouts/slideLayout67.xml"/><Relationship Id="rId116" Type="http://schemas.openxmlformats.org/officeDocument/2006/relationships/slideLayout" Target="../slideLayouts/slideLayout116.xml"/><Relationship Id="rId137" Type="http://schemas.openxmlformats.org/officeDocument/2006/relationships/slideLayout" Target="../slideLayouts/slideLayout13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62" Type="http://schemas.openxmlformats.org/officeDocument/2006/relationships/slideLayout" Target="../slideLayouts/slideLayout62.xml"/><Relationship Id="rId83" Type="http://schemas.openxmlformats.org/officeDocument/2006/relationships/slideLayout" Target="../slideLayouts/slideLayout83.xml"/><Relationship Id="rId88" Type="http://schemas.openxmlformats.org/officeDocument/2006/relationships/slideLayout" Target="../slideLayouts/slideLayout88.xml"/><Relationship Id="rId111" Type="http://schemas.openxmlformats.org/officeDocument/2006/relationships/slideLayout" Target="../slideLayouts/slideLayout111.xml"/><Relationship Id="rId132" Type="http://schemas.openxmlformats.org/officeDocument/2006/relationships/slideLayout" Target="../slideLayouts/slideLayout132.xml"/><Relationship Id="rId15" Type="http://schemas.openxmlformats.org/officeDocument/2006/relationships/slideLayout" Target="../slideLayouts/slideLayout15.xml"/><Relationship Id="rId36" Type="http://schemas.openxmlformats.org/officeDocument/2006/relationships/slideLayout" Target="../slideLayouts/slideLayout36.xml"/><Relationship Id="rId57" Type="http://schemas.openxmlformats.org/officeDocument/2006/relationships/slideLayout" Target="../slideLayouts/slideLayout57.xml"/><Relationship Id="rId106" Type="http://schemas.openxmlformats.org/officeDocument/2006/relationships/slideLayout" Target="../slideLayouts/slideLayout106.xml"/><Relationship Id="rId127" Type="http://schemas.openxmlformats.org/officeDocument/2006/relationships/slideLayout" Target="../slideLayouts/slideLayout12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52" Type="http://schemas.openxmlformats.org/officeDocument/2006/relationships/slideLayout" Target="../slideLayouts/slideLayout52.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94" Type="http://schemas.openxmlformats.org/officeDocument/2006/relationships/slideLayout" Target="../slideLayouts/slideLayout94.xml"/><Relationship Id="rId99" Type="http://schemas.openxmlformats.org/officeDocument/2006/relationships/slideLayout" Target="../slideLayouts/slideLayout99.xml"/><Relationship Id="rId101" Type="http://schemas.openxmlformats.org/officeDocument/2006/relationships/slideLayout" Target="../slideLayouts/slideLayout101.xml"/><Relationship Id="rId122" Type="http://schemas.openxmlformats.org/officeDocument/2006/relationships/slideLayout" Target="../slideLayouts/slideLayout122.xml"/><Relationship Id="rId143"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47" Type="http://schemas.openxmlformats.org/officeDocument/2006/relationships/slideLayout" Target="../slideLayouts/slideLayout47.xml"/><Relationship Id="rId68" Type="http://schemas.openxmlformats.org/officeDocument/2006/relationships/slideLayout" Target="../slideLayouts/slideLayout68.xml"/><Relationship Id="rId89" Type="http://schemas.openxmlformats.org/officeDocument/2006/relationships/slideLayout" Target="../slideLayouts/slideLayout89.xml"/><Relationship Id="rId112" Type="http://schemas.openxmlformats.org/officeDocument/2006/relationships/slideLayout" Target="../slideLayouts/slideLayout112.xml"/><Relationship Id="rId133" Type="http://schemas.openxmlformats.org/officeDocument/2006/relationships/slideLayout" Target="../slideLayouts/slideLayout133.xml"/><Relationship Id="rId16"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06ED9E3A-CC5C-AE48-7459-49CB00D337B5}"/>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FB7BBE03-F504-5A87-2B80-2DE3E3B6666F}"/>
              </a:ext>
            </a:extLst>
          </p:cNvPr>
          <p:cNvPicPr>
            <a:picLocks noChangeAspect="1"/>
          </p:cNvPicPr>
          <p:nvPr/>
        </p:nvPicPr>
        <p:blipFill>
          <a:blip r:embed="rId144"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5" name="TextBox 4">
            <a:extLst>
              <a:ext uri="{FF2B5EF4-FFF2-40B4-BE49-F238E27FC236}">
                <a16:creationId xmlns:a16="http://schemas.microsoft.com/office/drawing/2014/main" id="{7E6927F4-12AB-AEDD-EB6B-85E198356F4B}"/>
              </a:ext>
            </a:extLst>
          </p:cNvPr>
          <p:cNvSpPr txBox="1"/>
          <p:nvPr/>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tx2"/>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sp>
        <p:nvSpPr>
          <p:cNvPr id="6" name="TextBox 5">
            <a:extLst>
              <a:ext uri="{FF2B5EF4-FFF2-40B4-BE49-F238E27FC236}">
                <a16:creationId xmlns:a16="http://schemas.microsoft.com/office/drawing/2014/main" id="{C8EC6EB3-4ADD-FE87-F511-7D3D938F3F03}"/>
              </a:ext>
            </a:extLst>
          </p:cNvPr>
          <p:cNvSpPr txBox="1"/>
          <p:nvPr/>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tx2"/>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7" name="Straight Connector 6">
            <a:extLst>
              <a:ext uri="{FF2B5EF4-FFF2-40B4-BE49-F238E27FC236}">
                <a16:creationId xmlns:a16="http://schemas.microsoft.com/office/drawing/2014/main" id="{129D398C-E846-0425-2C12-2C30E6043F1E}"/>
              </a:ext>
            </a:extLst>
          </p:cNvPr>
          <p:cNvCxnSpPr>
            <a:cxnSpLocks/>
          </p:cNvCxnSpPr>
          <p:nvPr/>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0748203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720" r:id="rId60"/>
    <p:sldLayoutId id="2147483721" r:id="rId61"/>
    <p:sldLayoutId id="2147483722" r:id="rId62"/>
    <p:sldLayoutId id="2147483723" r:id="rId63"/>
    <p:sldLayoutId id="2147483724" r:id="rId64"/>
    <p:sldLayoutId id="2147483725" r:id="rId65"/>
    <p:sldLayoutId id="2147483726" r:id="rId66"/>
    <p:sldLayoutId id="2147483727" r:id="rId67"/>
    <p:sldLayoutId id="2147483728" r:id="rId68"/>
    <p:sldLayoutId id="2147483729" r:id="rId69"/>
    <p:sldLayoutId id="2147483730" r:id="rId70"/>
    <p:sldLayoutId id="2147483731" r:id="rId71"/>
    <p:sldLayoutId id="2147483732" r:id="rId72"/>
    <p:sldLayoutId id="2147483733" r:id="rId73"/>
    <p:sldLayoutId id="2147483734" r:id="rId74"/>
    <p:sldLayoutId id="2147483735" r:id="rId75"/>
    <p:sldLayoutId id="2147483736" r:id="rId76"/>
    <p:sldLayoutId id="2147483737" r:id="rId77"/>
    <p:sldLayoutId id="2147483738" r:id="rId78"/>
    <p:sldLayoutId id="2147483739" r:id="rId79"/>
    <p:sldLayoutId id="2147483740" r:id="rId80"/>
    <p:sldLayoutId id="2147483741" r:id="rId81"/>
    <p:sldLayoutId id="2147483742" r:id="rId82"/>
    <p:sldLayoutId id="2147483743" r:id="rId83"/>
    <p:sldLayoutId id="2147483744" r:id="rId84"/>
    <p:sldLayoutId id="2147483745" r:id="rId85"/>
    <p:sldLayoutId id="2147483746" r:id="rId86"/>
    <p:sldLayoutId id="2147483747" r:id="rId87"/>
    <p:sldLayoutId id="2147483748" r:id="rId88"/>
    <p:sldLayoutId id="2147483749" r:id="rId89"/>
    <p:sldLayoutId id="2147483750" r:id="rId90"/>
    <p:sldLayoutId id="2147483751" r:id="rId91"/>
    <p:sldLayoutId id="2147483752" r:id="rId92"/>
    <p:sldLayoutId id="2147483753" r:id="rId93"/>
    <p:sldLayoutId id="2147483754" r:id="rId94"/>
    <p:sldLayoutId id="2147483755" r:id="rId95"/>
    <p:sldLayoutId id="2147483756" r:id="rId96"/>
    <p:sldLayoutId id="2147483757" r:id="rId97"/>
    <p:sldLayoutId id="2147483758" r:id="rId98"/>
    <p:sldLayoutId id="2147483759" r:id="rId99"/>
    <p:sldLayoutId id="2147483760" r:id="rId100"/>
    <p:sldLayoutId id="2147483761" r:id="rId101"/>
    <p:sldLayoutId id="2147483762" r:id="rId102"/>
    <p:sldLayoutId id="2147483763" r:id="rId103"/>
    <p:sldLayoutId id="2147483764" r:id="rId104"/>
    <p:sldLayoutId id="2147483765" r:id="rId105"/>
    <p:sldLayoutId id="2147483766" r:id="rId106"/>
    <p:sldLayoutId id="2147483767" r:id="rId107"/>
    <p:sldLayoutId id="2147483768" r:id="rId108"/>
    <p:sldLayoutId id="2147483769" r:id="rId109"/>
    <p:sldLayoutId id="2147483770" r:id="rId110"/>
    <p:sldLayoutId id="2147483771" r:id="rId111"/>
    <p:sldLayoutId id="2147483772" r:id="rId112"/>
    <p:sldLayoutId id="2147483773" r:id="rId113"/>
    <p:sldLayoutId id="2147483774" r:id="rId114"/>
    <p:sldLayoutId id="2147483775" r:id="rId115"/>
    <p:sldLayoutId id="2147483776" r:id="rId116"/>
    <p:sldLayoutId id="2147483777" r:id="rId117"/>
    <p:sldLayoutId id="2147483778" r:id="rId118"/>
    <p:sldLayoutId id="2147483779" r:id="rId119"/>
    <p:sldLayoutId id="2147483780" r:id="rId120"/>
    <p:sldLayoutId id="2147483781" r:id="rId121"/>
    <p:sldLayoutId id="2147483782" r:id="rId122"/>
    <p:sldLayoutId id="2147483783" r:id="rId123"/>
    <p:sldLayoutId id="2147483784" r:id="rId124"/>
    <p:sldLayoutId id="2147483785" r:id="rId125"/>
    <p:sldLayoutId id="2147483786" r:id="rId126"/>
    <p:sldLayoutId id="2147483787" r:id="rId127"/>
    <p:sldLayoutId id="2147483788" r:id="rId128"/>
    <p:sldLayoutId id="2147483789" r:id="rId129"/>
    <p:sldLayoutId id="2147483790" r:id="rId130"/>
    <p:sldLayoutId id="2147483791" r:id="rId131"/>
    <p:sldLayoutId id="2147483792" r:id="rId132"/>
    <p:sldLayoutId id="2147483793" r:id="rId133"/>
    <p:sldLayoutId id="2147483794" r:id="rId134"/>
    <p:sldLayoutId id="2147483795" r:id="rId135"/>
    <p:sldLayoutId id="2147483796" r:id="rId136"/>
    <p:sldLayoutId id="2147483798" r:id="rId137"/>
    <p:sldLayoutId id="2147483799" r:id="rId138"/>
    <p:sldLayoutId id="2147483800" r:id="rId139"/>
    <p:sldLayoutId id="2147483801" r:id="rId140"/>
    <p:sldLayoutId id="2147483802" r:id="rId141"/>
    <p:sldLayoutId id="2147483804" r:id="rId14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1219170" rtl="0" eaLnBrk="1" latinLnBrk="0" hangingPunct="1">
        <a:spcBef>
          <a:spcPct val="0"/>
        </a:spcBef>
        <a:buNone/>
        <a:defRPr sz="2133" b="1" i="0" kern="1200">
          <a:solidFill>
            <a:schemeClr val="bg2"/>
          </a:solidFill>
          <a:latin typeface="Arial" panose="020B0604020202020204" pitchFamily="34" charset="0"/>
          <a:ea typeface="Verdana" charset="0"/>
          <a:cs typeface="Arial" panose="020B0604020202020204" pitchFamily="34" charset="0"/>
        </a:defRPr>
      </a:lvl1pPr>
    </p:titleStyle>
    <p:bodyStyle>
      <a:lvl1pPr marL="380990" indent="-380990" algn="l" defTabSz="1219170" rtl="0" eaLnBrk="1" latinLnBrk="0" hangingPunct="1">
        <a:spcBef>
          <a:spcPct val="20000"/>
        </a:spcBef>
        <a:buClr>
          <a:schemeClr val="accent1"/>
        </a:buClr>
        <a:buFont typeface="Arial" panose="020B0604020202020204" pitchFamily="34" charset="0"/>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1pPr>
      <a:lvl2pPr marL="990575" indent="-380990" algn="l" defTabSz="1219170" rtl="0" eaLnBrk="1" latinLnBrk="0" hangingPunct="1">
        <a:spcBef>
          <a:spcPct val="20000"/>
        </a:spcBef>
        <a:buClr>
          <a:schemeClr val="tx2"/>
        </a:buClr>
        <a:buFont typeface="Arial"/>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2pPr>
      <a:lvl3pPr marL="1676358" indent="-457189" algn="l" defTabSz="1219170" rtl="0" eaLnBrk="1" latinLnBrk="0" hangingPunct="1">
        <a:spcBef>
          <a:spcPct val="20000"/>
        </a:spcBef>
        <a:buClr>
          <a:schemeClr val="tx2"/>
        </a:buClr>
        <a:buFont typeface="Arial"/>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3pPr>
      <a:lvl4pPr marL="2133547" indent="-304792" algn="l" defTabSz="1219170" rtl="0" eaLnBrk="1" latinLnBrk="0" hangingPunct="1">
        <a:spcBef>
          <a:spcPct val="20000"/>
        </a:spcBef>
        <a:buFont typeface="Arial" pitchFamily="34" charset="0"/>
        <a:buChar char="–"/>
        <a:defRPr sz="2133" kern="1200">
          <a:solidFill>
            <a:schemeClr val="tx1">
              <a:lumMod val="75000"/>
              <a:lumOff val="25000"/>
            </a:schemeClr>
          </a:solidFill>
          <a:latin typeface="Trebuchet MS"/>
          <a:ea typeface="+mn-ea"/>
          <a:cs typeface="Trebuchet MS"/>
        </a:defRPr>
      </a:lvl4pPr>
      <a:lvl5pPr marL="2743131" indent="-304792" algn="l" defTabSz="1219170" rtl="0" eaLnBrk="1" latinLnBrk="0" hangingPunct="1">
        <a:spcBef>
          <a:spcPct val="20000"/>
        </a:spcBef>
        <a:buFont typeface="Arial" pitchFamily="34" charset="0"/>
        <a:buChar char="»"/>
        <a:defRPr sz="2133" kern="1200">
          <a:solidFill>
            <a:schemeClr val="tx1">
              <a:lumMod val="75000"/>
              <a:lumOff val="25000"/>
            </a:schemeClr>
          </a:solidFill>
          <a:latin typeface="Trebuchet MS"/>
          <a:ea typeface="+mn-ea"/>
          <a:cs typeface="Trebuchet M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p15:clr>
            <a:srgbClr val="F26B43"/>
          </p15:clr>
        </p15:guide>
        <p15:guide id="2" pos="2832">
          <p15:clr>
            <a:srgbClr val="F26B43"/>
          </p15:clr>
        </p15:guide>
        <p15:guide id="3" pos="264">
          <p15:clr>
            <a:srgbClr val="F26B43"/>
          </p15:clr>
        </p15:guide>
        <p15:guide id="4" pos="5400">
          <p15:clr>
            <a:srgbClr val="F26B43"/>
          </p15:clr>
        </p15:guide>
        <p15:guide id="5" orient="horz" pos="3036">
          <p15:clr>
            <a:srgbClr val="F26B43"/>
          </p15:clr>
        </p15:guide>
        <p15:guide id="6" pos="1536">
          <p15:clr>
            <a:srgbClr val="F26B43"/>
          </p15:clr>
        </p15:guide>
        <p15:guide id="7" pos="4104">
          <p15:clr>
            <a:srgbClr val="F26B43"/>
          </p15:clr>
        </p15:guide>
        <p15:guide id="8" pos="1968">
          <p15:clr>
            <a:srgbClr val="F26B43"/>
          </p15:clr>
        </p15:guide>
        <p15:guide id="9" pos="369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slide" Target="slide4.xml"/><Relationship Id="rId1" Type="http://schemas.openxmlformats.org/officeDocument/2006/relationships/slideLayout" Target="../slideLayouts/slideLayout29.xml"/><Relationship Id="rId6" Type="http://schemas.openxmlformats.org/officeDocument/2006/relationships/image" Target="../media/image16.jpeg"/><Relationship Id="rId5" Type="http://schemas.openxmlformats.org/officeDocument/2006/relationships/slide" Target="slide15.xml"/><Relationship Id="rId4" Type="http://schemas.openxmlformats.org/officeDocument/2006/relationships/slide" Target="slide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34.xml"/></Relationships>
</file>

<file path=ppt/slides/_rels/slide6.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svg"/><Relationship Id="rId2" Type="http://schemas.openxmlformats.org/officeDocument/2006/relationships/notesSlide" Target="../notesSlides/notesSlide1.xml"/><Relationship Id="rId1" Type="http://schemas.openxmlformats.org/officeDocument/2006/relationships/slideLayout" Target="../slideLayouts/slideLayout14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4.png"/><Relationship Id="rId1" Type="http://schemas.openxmlformats.org/officeDocument/2006/relationships/slideLayout" Target="../slideLayouts/slideLayout34.xml"/><Relationship Id="rId6" Type="http://schemas.openxmlformats.org/officeDocument/2006/relationships/image" Target="../media/image19.png"/><Relationship Id="rId5" Type="http://schemas.openxmlformats.org/officeDocument/2006/relationships/image" Target="../media/image20.png"/><Relationship Id="rId4" Type="http://schemas.openxmlformats.org/officeDocument/2006/relationships/image" Target="../media/image2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4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0.xml"/></Relationships>
</file>

<file path=ppt/slides/_rels/slide1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4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0.xml"/></Relationships>
</file>

<file path=ppt/slides/_rels/slide2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4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0.xml"/></Relationships>
</file>

<file path=ppt/slides/_rels/slide25.xml.rels><?xml version="1.0" encoding="UTF-8" standalone="yes"?>
<Relationships xmlns="http://schemas.openxmlformats.org/package/2006/relationships"><Relationship Id="rId2" Type="http://schemas.openxmlformats.org/officeDocument/2006/relationships/hyperlink" Target="https://help.anaplan.com/b083efca-3856-4e44-bc61-277a01af5cb0" TargetMode="External"/><Relationship Id="rId1" Type="http://schemas.openxmlformats.org/officeDocument/2006/relationships/slideLayout" Target="../slideLayouts/slideLayout14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0.xml"/></Relationships>
</file>

<file path=ppt/slides/_rels/slide29.xml.rels><?xml version="1.0" encoding="UTF-8" standalone="yes"?>
<Relationships xmlns="http://schemas.openxmlformats.org/package/2006/relationships"><Relationship Id="rId2" Type="http://schemas.openxmlformats.org/officeDocument/2006/relationships/hyperlink" Target="https://applications.anaplan.com/territory-and-quota-planning-f03d64d0-7632-4426-b11a-97a98bb2b86c" TargetMode="Externa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351B4D48-8D4A-27B9-157B-FA4B828158B0}"/>
              </a:ext>
            </a:extLst>
          </p:cNvPr>
          <p:cNvSpPr>
            <a:spLocks noGrp="1"/>
          </p:cNvSpPr>
          <p:nvPr>
            <p:ph type="title"/>
          </p:nvPr>
        </p:nvSpPr>
        <p:spPr>
          <a:xfrm>
            <a:off x="1018035" y="1183094"/>
            <a:ext cx="9740161" cy="2003310"/>
          </a:xfrm>
        </p:spPr>
        <p:txBody>
          <a:bodyPr anchor="ctr"/>
          <a:lstStyle/>
          <a:p>
            <a:r>
              <a:rPr lang="en-US" sz="6000"/>
              <a:t>Anaplan </a:t>
            </a:r>
            <a:br>
              <a:rPr lang="en-US" sz="6000"/>
            </a:br>
            <a:r>
              <a:rPr lang="en-US" sz="6000"/>
              <a:t>Go-to-market Planning Applications</a:t>
            </a:r>
          </a:p>
        </p:txBody>
      </p:sp>
      <p:sp>
        <p:nvSpPr>
          <p:cNvPr id="10" name="Subtitle 2">
            <a:extLst>
              <a:ext uri="{FF2B5EF4-FFF2-40B4-BE49-F238E27FC236}">
                <a16:creationId xmlns:a16="http://schemas.microsoft.com/office/drawing/2014/main" id="{07F42822-E08B-2096-3BE3-B3B6E176DC27}"/>
              </a:ext>
            </a:extLst>
          </p:cNvPr>
          <p:cNvSpPr>
            <a:spLocks noGrp="1"/>
          </p:cNvSpPr>
          <p:nvPr>
            <p:ph type="body" sz="quarter" idx="10"/>
          </p:nvPr>
        </p:nvSpPr>
        <p:spPr>
          <a:xfrm>
            <a:off x="1018035" y="3762759"/>
            <a:ext cx="6036456" cy="978576"/>
          </a:xfrm>
        </p:spPr>
        <p:txBody>
          <a:bodyPr vert="horz" lIns="0" tIns="45720" rIns="91440" bIns="45720" rtlCol="0" anchor="ctr">
            <a:normAutofit/>
          </a:bodyPr>
          <a:lstStyle/>
          <a:p>
            <a:pPr>
              <a:lnSpc>
                <a:spcPts val="2500"/>
              </a:lnSpc>
            </a:pPr>
            <a:r>
              <a:rPr lang="en-US" sz="2200">
                <a:latin typeface="Arial"/>
                <a:cs typeface="Arial"/>
              </a:rPr>
              <a:t>Sales Forecast</a:t>
            </a:r>
            <a:endParaRPr lang="en-US"/>
          </a:p>
          <a:p>
            <a:pPr>
              <a:lnSpc>
                <a:spcPts val="2500"/>
              </a:lnSpc>
            </a:pPr>
            <a:r>
              <a:rPr lang="en-US" sz="2200">
                <a:solidFill>
                  <a:schemeClr val="accent1"/>
                </a:solidFill>
                <a:latin typeface="Arial"/>
                <a:cs typeface="Arial"/>
              </a:rPr>
              <a:t>Technical Overview </a:t>
            </a:r>
          </a:p>
        </p:txBody>
      </p:sp>
      <p:sp>
        <p:nvSpPr>
          <p:cNvPr id="20" name="TextBox 19">
            <a:extLst>
              <a:ext uri="{FF2B5EF4-FFF2-40B4-BE49-F238E27FC236}">
                <a16:creationId xmlns:a16="http://schemas.microsoft.com/office/drawing/2014/main" id="{50C3F7BF-7895-C605-605F-64BB9F8A4E91}"/>
              </a:ext>
            </a:extLst>
          </p:cNvPr>
          <p:cNvSpPr txBox="1"/>
          <p:nvPr/>
        </p:nvSpPr>
        <p:spPr>
          <a:xfrm>
            <a:off x="8256642" y="5675849"/>
            <a:ext cx="2982798"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solidFill>
                  <a:schemeClr val="bg2"/>
                </a:solidFill>
                <a:ea typeface="Calibri"/>
                <a:cs typeface="Calibri"/>
              </a:rPr>
              <a:t>Application Version 1.1.0</a:t>
            </a:r>
          </a:p>
          <a:p>
            <a:r>
              <a:rPr lang="en-US" sz="1200">
                <a:solidFill>
                  <a:schemeClr val="bg2"/>
                </a:solidFill>
                <a:ea typeface="Calibri"/>
                <a:cs typeface="Calibri"/>
              </a:rPr>
              <a:t>Last updated February 5, 2026</a:t>
            </a:r>
          </a:p>
        </p:txBody>
      </p:sp>
    </p:spTree>
    <p:extLst>
      <p:ext uri="{BB962C8B-B14F-4D97-AF65-F5344CB8AC3E}">
        <p14:creationId xmlns:p14="http://schemas.microsoft.com/office/powerpoint/2010/main" val="16829089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E3F4C99-60E2-DD21-985A-0098E87714A6}"/>
              </a:ext>
            </a:extLst>
          </p:cNvPr>
          <p:cNvSpPr>
            <a:spLocks noGrp="1"/>
          </p:cNvSpPr>
          <p:nvPr>
            <p:ph type="body" sz="quarter" idx="10"/>
          </p:nvPr>
        </p:nvSpPr>
        <p:spPr/>
        <p:txBody>
          <a:bodyPr lIns="0" tIns="45720" rIns="91440" bIns="45720" anchor="b"/>
          <a:lstStyle/>
          <a:p>
            <a:r>
              <a:rPr lang="en-US">
                <a:latin typeface="Arial"/>
                <a:cs typeface="Arial"/>
              </a:rPr>
              <a:t>Confidentiality notice</a:t>
            </a:r>
            <a:endParaRPr lang="en-US"/>
          </a:p>
        </p:txBody>
      </p:sp>
      <p:sp>
        <p:nvSpPr>
          <p:cNvPr id="4" name="TextBox 3">
            <a:extLst>
              <a:ext uri="{FF2B5EF4-FFF2-40B4-BE49-F238E27FC236}">
                <a16:creationId xmlns:a16="http://schemas.microsoft.com/office/drawing/2014/main" id="{B9897C31-E5AC-1359-7F28-F7D9F2EF5781}"/>
              </a:ext>
            </a:extLst>
          </p:cNvPr>
          <p:cNvSpPr txBox="1"/>
          <p:nvPr/>
        </p:nvSpPr>
        <p:spPr>
          <a:xfrm>
            <a:off x="1018117" y="3568516"/>
            <a:ext cx="8068580" cy="2246769"/>
          </a:xfrm>
          <a:prstGeom prst="rect">
            <a:avLst/>
          </a:prstGeom>
          <a:noFill/>
        </p:spPr>
        <p:txBody>
          <a:bodyPr wrap="square" lIns="0" tIns="45720" rIns="91440" bIns="45720" rtlCol="0" anchor="t">
            <a:spAutoFit/>
          </a:bodyPr>
          <a:lstStyle/>
          <a:p>
            <a:r>
              <a:rPr lang="en-US" sz="1000"/>
              <a:t>This documentation and any related materials are provided solely for the use of authorized Anaplan customers who have purchased the </a:t>
            </a:r>
            <a:r>
              <a:rPr lang="en-US" sz="1000" b="1"/>
              <a:t>Sales Forecast</a:t>
            </a:r>
            <a:r>
              <a:rPr lang="en-US" sz="1000"/>
              <a:t> </a:t>
            </a:r>
            <a:r>
              <a:rPr lang="en-US" sz="1000" i="1"/>
              <a:t>and are considered Anaplan proprietary information</a:t>
            </a:r>
            <a:r>
              <a:rPr lang="en-US" sz="1000"/>
              <a:t>. The information contained herein is intended exclusively for the purpose of implementing the application </a:t>
            </a:r>
            <a:r>
              <a:rPr lang="en-US" sz="1000" i="1"/>
              <a:t>by authorized customers</a:t>
            </a:r>
            <a:r>
              <a:rPr lang="en-US" sz="1000"/>
              <a:t>. </a:t>
            </a:r>
            <a:r>
              <a:rPr lang="en-US" sz="1000" b="1"/>
              <a:t> Any use outside of this intended purpose is strictly prohibited</a:t>
            </a:r>
            <a:r>
              <a:rPr lang="en-US" sz="1000"/>
              <a:t>, including but not limited to: </a:t>
            </a:r>
          </a:p>
          <a:p>
            <a:endParaRPr lang="en-US" sz="1000"/>
          </a:p>
          <a:p>
            <a:pPr marL="742950" lvl="1" indent="-285750">
              <a:buFont typeface="Arial" panose="020B0604020202020204" pitchFamily="34" charset="0"/>
              <a:buChar char="•"/>
            </a:pPr>
            <a:r>
              <a:rPr lang="en-US" sz="1000"/>
              <a:t>Sharing, distributing, or disclosing this content with or to individuals or entities not directly involved in the customer’s authorized implementation. </a:t>
            </a:r>
            <a:endParaRPr lang="en-US" sz="1000">
              <a:cs typeface="Arial"/>
            </a:endParaRPr>
          </a:p>
          <a:p>
            <a:pPr marL="742950" lvl="1" indent="-285750">
              <a:buFont typeface="Arial" panose="020B0604020202020204" pitchFamily="34" charset="0"/>
              <a:buChar char="•"/>
            </a:pPr>
            <a:r>
              <a:rPr lang="en-US" sz="1000"/>
              <a:t>Using the documentation, in whole or in part, to replicate, retrofit, or reverse-engineer the functionality in other models, environments, or platforms. </a:t>
            </a:r>
            <a:endParaRPr lang="en-US" sz="1000">
              <a:cs typeface="Arial"/>
            </a:endParaRPr>
          </a:p>
          <a:p>
            <a:br>
              <a:rPr lang="en-US" sz="1000"/>
            </a:br>
            <a:r>
              <a:rPr lang="en-US" sz="1000"/>
              <a:t>This documentation contains proprietary information of Anaplan and is protected by applicable intellectual property laws. Any unauthorized use, reproduction, or dissemination is a violation of these terms and may result in legal action. </a:t>
            </a:r>
            <a:br>
              <a:rPr lang="en-US" sz="1000"/>
            </a:br>
            <a:endParaRPr lang="en-US" sz="1000"/>
          </a:p>
        </p:txBody>
      </p:sp>
    </p:spTree>
    <p:extLst>
      <p:ext uri="{BB962C8B-B14F-4D97-AF65-F5344CB8AC3E}">
        <p14:creationId xmlns:p14="http://schemas.microsoft.com/office/powerpoint/2010/main" val="18397806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DDEFD1-FD64-2D93-C7C4-071D0B8B6A26}"/>
              </a:ext>
            </a:extLst>
          </p:cNvPr>
          <p:cNvSpPr>
            <a:spLocks noGrp="1"/>
          </p:cNvSpPr>
          <p:nvPr>
            <p:ph type="title"/>
          </p:nvPr>
        </p:nvSpPr>
        <p:spPr/>
        <p:txBody>
          <a:bodyPr/>
          <a:lstStyle/>
          <a:p>
            <a:r>
              <a:rPr lang="en-US"/>
              <a:t>Table of Contents</a:t>
            </a:r>
            <a:br>
              <a:rPr lang="en-US"/>
            </a:br>
            <a:endParaRPr lang="en-US"/>
          </a:p>
        </p:txBody>
      </p:sp>
      <p:grpSp>
        <p:nvGrpSpPr>
          <p:cNvPr id="32" name="Group 31">
            <a:extLst>
              <a:ext uri="{FF2B5EF4-FFF2-40B4-BE49-F238E27FC236}">
                <a16:creationId xmlns:a16="http://schemas.microsoft.com/office/drawing/2014/main" id="{724FA615-28A9-616F-5463-D8E12A6FF96C}"/>
              </a:ext>
            </a:extLst>
          </p:cNvPr>
          <p:cNvGrpSpPr/>
          <p:nvPr/>
        </p:nvGrpSpPr>
        <p:grpSpPr>
          <a:xfrm>
            <a:off x="665018" y="1199408"/>
            <a:ext cx="5989320" cy="617517"/>
            <a:chOff x="665018" y="1199408"/>
            <a:chExt cx="5989320" cy="617517"/>
          </a:xfrm>
        </p:grpSpPr>
        <p:cxnSp>
          <p:nvCxnSpPr>
            <p:cNvPr id="4" name="Straight Connector 3">
              <a:extLst>
                <a:ext uri="{FF2B5EF4-FFF2-40B4-BE49-F238E27FC236}">
                  <a16:creationId xmlns:a16="http://schemas.microsoft.com/office/drawing/2014/main" id="{2A1598FC-EEF7-EFBC-6909-8B7AFF80DD6A}"/>
                </a:ext>
              </a:extLst>
            </p:cNvPr>
            <p:cNvCxnSpPr>
              <a:cxnSpLocks/>
            </p:cNvCxnSpPr>
            <p:nvPr/>
          </p:nvCxnSpPr>
          <p:spPr>
            <a:xfrm flipV="1">
              <a:off x="665018" y="1816924"/>
              <a:ext cx="5989320" cy="1"/>
            </a:xfrm>
            <a:prstGeom prst="line">
              <a:avLst/>
            </a:prstGeom>
            <a:ln w="22225" cap="rnd">
              <a:solidFill>
                <a:schemeClr val="bg1">
                  <a:lumMod val="95000"/>
                </a:schemeClr>
              </a:solidFill>
              <a:headEnd type="none"/>
              <a:tailEnd type="none" w="med" len="med"/>
            </a:ln>
            <a:effectLst/>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1CB26CD3-6190-9285-4115-935DC77D294C}"/>
                </a:ext>
              </a:extLst>
            </p:cNvPr>
            <p:cNvSpPr txBox="1"/>
            <p:nvPr/>
          </p:nvSpPr>
          <p:spPr>
            <a:xfrm>
              <a:off x="665018" y="1199408"/>
              <a:ext cx="531770" cy="523220"/>
            </a:xfrm>
            <a:prstGeom prst="rect">
              <a:avLst/>
            </a:prstGeom>
            <a:noFill/>
          </p:spPr>
          <p:txBody>
            <a:bodyPr wrap="square" lIns="0" rtlCol="0">
              <a:spAutoFit/>
            </a:bodyPr>
            <a:lstStyle/>
            <a:p>
              <a:pPr algn="l">
                <a:buClrTx/>
              </a:pPr>
              <a:r>
                <a:rPr lang="en-US" sz="2800">
                  <a:solidFill>
                    <a:schemeClr val="accent1"/>
                  </a:solidFill>
                  <a:latin typeface="Arial" panose="020B0604020202020204" pitchFamily="34" charset="0"/>
                  <a:ea typeface="Inter Light" panose="02000503000000020004" pitchFamily="2" charset="0"/>
                  <a:cs typeface="Arial" panose="020B0604020202020204" pitchFamily="34" charset="0"/>
                </a:rPr>
                <a:t>1 </a:t>
              </a:r>
            </a:p>
          </p:txBody>
        </p:sp>
        <p:sp>
          <p:nvSpPr>
            <p:cNvPr id="14" name="TextBox 13">
              <a:extLst>
                <a:ext uri="{FF2B5EF4-FFF2-40B4-BE49-F238E27FC236}">
                  <a16:creationId xmlns:a16="http://schemas.microsoft.com/office/drawing/2014/main" id="{A1E28A66-2B0E-25AC-7375-C31483D12C4C}"/>
                </a:ext>
              </a:extLst>
            </p:cNvPr>
            <p:cNvSpPr txBox="1"/>
            <p:nvPr/>
          </p:nvSpPr>
          <p:spPr>
            <a:xfrm>
              <a:off x="1196788" y="1199408"/>
              <a:ext cx="5455522" cy="523220"/>
            </a:xfrm>
            <a:prstGeom prst="rect">
              <a:avLst/>
            </a:prstGeom>
            <a:noFill/>
          </p:spPr>
          <p:txBody>
            <a:bodyPr wrap="square" lIns="0" rtlCol="0">
              <a:spAutoFit/>
            </a:bodyPr>
            <a:lstStyle/>
            <a:p>
              <a:pPr algn="l">
                <a:buClrTx/>
              </a:pPr>
              <a:r>
                <a:rPr lang="en-US" sz="2800">
                  <a:solidFill>
                    <a:schemeClr val="tx2"/>
                  </a:solidFill>
                  <a:latin typeface="Arial" panose="020B0604020202020204" pitchFamily="34" charset="0"/>
                  <a:ea typeface="Inter Light" panose="02000503000000020004" pitchFamily="2" charset="0"/>
                  <a:cs typeface="Arial" panose="020B0604020202020204" pitchFamily="34" charset="0"/>
                  <a:hlinkClick r:id="rId2" action="ppaction://hlinksldjump">
                    <a:extLst>
                      <a:ext uri="{A12FA001-AC4F-418D-AE19-62706E023703}">
                        <ahyp:hlinkClr xmlns:ahyp="http://schemas.microsoft.com/office/drawing/2018/hyperlinkcolor" val="tx"/>
                      </a:ext>
                    </a:extLst>
                  </a:hlinkClick>
                </a:rPr>
                <a:t>Application overview</a:t>
              </a:r>
              <a:endParaRPr lang="en-US" sz="280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grpSp>
      <p:grpSp>
        <p:nvGrpSpPr>
          <p:cNvPr id="33" name="Group 32">
            <a:extLst>
              <a:ext uri="{FF2B5EF4-FFF2-40B4-BE49-F238E27FC236}">
                <a16:creationId xmlns:a16="http://schemas.microsoft.com/office/drawing/2014/main" id="{42E6DE38-EFDB-EC4F-D906-8763EC008C3D}"/>
              </a:ext>
            </a:extLst>
          </p:cNvPr>
          <p:cNvGrpSpPr/>
          <p:nvPr/>
        </p:nvGrpSpPr>
        <p:grpSpPr>
          <a:xfrm>
            <a:off x="665018" y="2582883"/>
            <a:ext cx="5990738" cy="617517"/>
            <a:chOff x="665018" y="2077778"/>
            <a:chExt cx="5990738" cy="617517"/>
          </a:xfrm>
        </p:grpSpPr>
        <p:cxnSp>
          <p:nvCxnSpPr>
            <p:cNvPr id="6" name="Straight Connector 5">
              <a:extLst>
                <a:ext uri="{FF2B5EF4-FFF2-40B4-BE49-F238E27FC236}">
                  <a16:creationId xmlns:a16="http://schemas.microsoft.com/office/drawing/2014/main" id="{B3AA4EC6-3CB6-67BE-E17B-DCFF4D92F03C}"/>
                </a:ext>
              </a:extLst>
            </p:cNvPr>
            <p:cNvCxnSpPr>
              <a:cxnSpLocks/>
            </p:cNvCxnSpPr>
            <p:nvPr/>
          </p:nvCxnSpPr>
          <p:spPr>
            <a:xfrm>
              <a:off x="665018" y="2695295"/>
              <a:ext cx="5990738" cy="0"/>
            </a:xfrm>
            <a:prstGeom prst="line">
              <a:avLst/>
            </a:prstGeom>
            <a:ln w="22225" cap="rnd">
              <a:solidFill>
                <a:schemeClr val="bg1">
                  <a:lumMod val="95000"/>
                </a:schemeClr>
              </a:solidFill>
              <a:headEnd type="none"/>
              <a:tailEnd type="none" w="med" len="med"/>
            </a:ln>
            <a:effectLst/>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B3A6A8A0-2EE1-EC5A-3431-93621FFA47E7}"/>
                </a:ext>
              </a:extLst>
            </p:cNvPr>
            <p:cNvSpPr txBox="1"/>
            <p:nvPr/>
          </p:nvSpPr>
          <p:spPr>
            <a:xfrm>
              <a:off x="665018" y="2077778"/>
              <a:ext cx="531770" cy="523220"/>
            </a:xfrm>
            <a:prstGeom prst="rect">
              <a:avLst/>
            </a:prstGeom>
            <a:noFill/>
          </p:spPr>
          <p:txBody>
            <a:bodyPr wrap="square" lIns="0" rtlCol="0">
              <a:spAutoFit/>
            </a:bodyPr>
            <a:lstStyle/>
            <a:p>
              <a:pPr algn="l">
                <a:buClrTx/>
              </a:pPr>
              <a:r>
                <a:rPr lang="en-US" sz="2800">
                  <a:solidFill>
                    <a:schemeClr val="accent1"/>
                  </a:solidFill>
                  <a:latin typeface="Arial" panose="020B0604020202020204" pitchFamily="34" charset="0"/>
                  <a:ea typeface="Inter Light" panose="02000503000000020004" pitchFamily="2" charset="0"/>
                  <a:cs typeface="Arial" panose="020B0604020202020204" pitchFamily="34" charset="0"/>
                </a:rPr>
                <a:t>2 </a:t>
              </a:r>
            </a:p>
          </p:txBody>
        </p:sp>
        <p:sp>
          <p:nvSpPr>
            <p:cNvPr id="15" name="TextBox 14">
              <a:extLst>
                <a:ext uri="{FF2B5EF4-FFF2-40B4-BE49-F238E27FC236}">
                  <a16:creationId xmlns:a16="http://schemas.microsoft.com/office/drawing/2014/main" id="{2E4E749B-D189-21B3-F2C9-CCE95FE54FFB}"/>
                </a:ext>
              </a:extLst>
            </p:cNvPr>
            <p:cNvSpPr txBox="1"/>
            <p:nvPr/>
          </p:nvSpPr>
          <p:spPr>
            <a:xfrm>
              <a:off x="1196788" y="2077778"/>
              <a:ext cx="5458968" cy="523220"/>
            </a:xfrm>
            <a:prstGeom prst="rect">
              <a:avLst/>
            </a:prstGeom>
            <a:noFill/>
          </p:spPr>
          <p:txBody>
            <a:bodyPr wrap="square" lIns="0" rtlCol="0">
              <a:spAutoFit/>
            </a:bodyPr>
            <a:lstStyle/>
            <a:p>
              <a:pPr algn="l">
                <a:buClrTx/>
              </a:pPr>
              <a:r>
                <a:rPr lang="en-US" sz="2800">
                  <a:solidFill>
                    <a:schemeClr val="tx2"/>
                  </a:solidFill>
                  <a:latin typeface="Arial" panose="020B0604020202020204" pitchFamily="34" charset="0"/>
                  <a:ea typeface="Inter Light" panose="02000503000000020004" pitchFamily="2" charset="0"/>
                  <a:cs typeface="Arial" panose="020B0604020202020204" pitchFamily="34" charset="0"/>
                  <a:hlinkClick r:id="rId3" action="ppaction://hlinksldjump">
                    <a:extLst>
                      <a:ext uri="{A12FA001-AC4F-418D-AE19-62706E023703}">
                        <ahyp:hlinkClr xmlns:ahyp="http://schemas.microsoft.com/office/drawing/2018/hyperlinkcolor" val="tx"/>
                      </a:ext>
                    </a:extLst>
                  </a:hlinkClick>
                </a:rPr>
                <a:t>Process &amp; configurable elements</a:t>
              </a:r>
              <a:endParaRPr lang="en-US" sz="280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grpSp>
      <p:grpSp>
        <p:nvGrpSpPr>
          <p:cNvPr id="34" name="Group 33">
            <a:extLst>
              <a:ext uri="{FF2B5EF4-FFF2-40B4-BE49-F238E27FC236}">
                <a16:creationId xmlns:a16="http://schemas.microsoft.com/office/drawing/2014/main" id="{83DB37FB-9C36-9466-817D-F53F75B7669A}"/>
              </a:ext>
            </a:extLst>
          </p:cNvPr>
          <p:cNvGrpSpPr/>
          <p:nvPr/>
        </p:nvGrpSpPr>
        <p:grpSpPr>
          <a:xfrm>
            <a:off x="660154" y="3966358"/>
            <a:ext cx="5990738" cy="617517"/>
            <a:chOff x="665018" y="3050445"/>
            <a:chExt cx="5990738" cy="617517"/>
          </a:xfrm>
        </p:grpSpPr>
        <p:cxnSp>
          <p:nvCxnSpPr>
            <p:cNvPr id="8" name="Straight Connector 7">
              <a:extLst>
                <a:ext uri="{FF2B5EF4-FFF2-40B4-BE49-F238E27FC236}">
                  <a16:creationId xmlns:a16="http://schemas.microsoft.com/office/drawing/2014/main" id="{F02F77F8-1D01-60A8-6E15-F0CA9C5597FD}"/>
                </a:ext>
              </a:extLst>
            </p:cNvPr>
            <p:cNvCxnSpPr>
              <a:cxnSpLocks/>
            </p:cNvCxnSpPr>
            <p:nvPr/>
          </p:nvCxnSpPr>
          <p:spPr>
            <a:xfrm>
              <a:off x="665018" y="3667962"/>
              <a:ext cx="5989320" cy="0"/>
            </a:xfrm>
            <a:prstGeom prst="line">
              <a:avLst/>
            </a:prstGeom>
            <a:ln w="22225" cap="rnd">
              <a:solidFill>
                <a:schemeClr val="bg1">
                  <a:lumMod val="95000"/>
                </a:schemeClr>
              </a:solidFill>
              <a:headEnd type="none"/>
              <a:tailEnd type="none" w="med" len="med"/>
            </a:ln>
            <a:effectLst/>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AC5BA2E2-2F60-90A1-2702-C1C23C799C62}"/>
                </a:ext>
              </a:extLst>
            </p:cNvPr>
            <p:cNvSpPr txBox="1"/>
            <p:nvPr/>
          </p:nvSpPr>
          <p:spPr>
            <a:xfrm>
              <a:off x="665018" y="3050445"/>
              <a:ext cx="531770" cy="523220"/>
            </a:xfrm>
            <a:prstGeom prst="rect">
              <a:avLst/>
            </a:prstGeom>
            <a:noFill/>
          </p:spPr>
          <p:txBody>
            <a:bodyPr wrap="square" lIns="0" rtlCol="0">
              <a:spAutoFit/>
            </a:bodyPr>
            <a:lstStyle/>
            <a:p>
              <a:pPr algn="l">
                <a:buClrTx/>
              </a:pPr>
              <a:r>
                <a:rPr lang="en-US" sz="2800">
                  <a:solidFill>
                    <a:schemeClr val="accent1"/>
                  </a:solidFill>
                  <a:latin typeface="Arial" panose="020B0604020202020204" pitchFamily="34" charset="0"/>
                  <a:ea typeface="Inter Light" panose="02000503000000020004" pitchFamily="2" charset="0"/>
                  <a:cs typeface="Arial" panose="020B0604020202020204" pitchFamily="34" charset="0"/>
                </a:rPr>
                <a:t>3 </a:t>
              </a:r>
            </a:p>
          </p:txBody>
        </p:sp>
        <p:sp>
          <p:nvSpPr>
            <p:cNvPr id="16" name="TextBox 15">
              <a:extLst>
                <a:ext uri="{FF2B5EF4-FFF2-40B4-BE49-F238E27FC236}">
                  <a16:creationId xmlns:a16="http://schemas.microsoft.com/office/drawing/2014/main" id="{28E29B5F-2F71-752F-D227-727449157AF6}"/>
                </a:ext>
              </a:extLst>
            </p:cNvPr>
            <p:cNvSpPr txBox="1"/>
            <p:nvPr/>
          </p:nvSpPr>
          <p:spPr>
            <a:xfrm>
              <a:off x="1196788" y="3050445"/>
              <a:ext cx="5458968" cy="523220"/>
            </a:xfrm>
            <a:prstGeom prst="rect">
              <a:avLst/>
            </a:prstGeom>
            <a:noFill/>
          </p:spPr>
          <p:txBody>
            <a:bodyPr wrap="square" lIns="0" rtlCol="0">
              <a:spAutoFit/>
            </a:bodyPr>
            <a:lstStyle/>
            <a:p>
              <a:pPr algn="l">
                <a:buClrTx/>
              </a:pPr>
              <a:r>
                <a:rPr lang="en-US" sz="2800">
                  <a:solidFill>
                    <a:schemeClr val="tx2"/>
                  </a:solidFill>
                  <a:latin typeface="Arial" panose="020B0604020202020204" pitchFamily="34" charset="0"/>
                  <a:ea typeface="Inter Light" panose="02000503000000020004" pitchFamily="2" charset="0"/>
                  <a:cs typeface="Arial" panose="020B0604020202020204" pitchFamily="34" charset="0"/>
                  <a:hlinkClick r:id="rId4" action="ppaction://hlinksldjump">
                    <a:extLst>
                      <a:ext uri="{A12FA001-AC4F-418D-AE19-62706E023703}">
                        <ahyp:hlinkClr xmlns:ahyp="http://schemas.microsoft.com/office/drawing/2018/hyperlinkcolor" val="tx"/>
                      </a:ext>
                    </a:extLst>
                  </a:hlinkClick>
                </a:rPr>
                <a:t>Prework &amp; assumptions</a:t>
              </a:r>
              <a:endParaRPr lang="en-US" sz="280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grpSp>
      <p:grpSp>
        <p:nvGrpSpPr>
          <p:cNvPr id="35" name="Group 34">
            <a:extLst>
              <a:ext uri="{FF2B5EF4-FFF2-40B4-BE49-F238E27FC236}">
                <a16:creationId xmlns:a16="http://schemas.microsoft.com/office/drawing/2014/main" id="{095805EB-2CB1-6C64-0235-118BB4994FD5}"/>
              </a:ext>
            </a:extLst>
          </p:cNvPr>
          <p:cNvGrpSpPr/>
          <p:nvPr/>
        </p:nvGrpSpPr>
        <p:grpSpPr>
          <a:xfrm>
            <a:off x="661572" y="5349833"/>
            <a:ext cx="5990738" cy="617517"/>
            <a:chOff x="665018" y="4117409"/>
            <a:chExt cx="5990738" cy="617517"/>
          </a:xfrm>
        </p:grpSpPr>
        <p:cxnSp>
          <p:nvCxnSpPr>
            <p:cNvPr id="10" name="Straight Connector 9">
              <a:extLst>
                <a:ext uri="{FF2B5EF4-FFF2-40B4-BE49-F238E27FC236}">
                  <a16:creationId xmlns:a16="http://schemas.microsoft.com/office/drawing/2014/main" id="{0012160B-C6EA-99EF-1872-FCF02D94776A}"/>
                </a:ext>
              </a:extLst>
            </p:cNvPr>
            <p:cNvCxnSpPr>
              <a:cxnSpLocks/>
            </p:cNvCxnSpPr>
            <p:nvPr/>
          </p:nvCxnSpPr>
          <p:spPr>
            <a:xfrm>
              <a:off x="665018" y="4734926"/>
              <a:ext cx="5989320" cy="0"/>
            </a:xfrm>
            <a:prstGeom prst="line">
              <a:avLst/>
            </a:prstGeom>
            <a:ln w="22225" cap="rnd">
              <a:solidFill>
                <a:schemeClr val="bg1">
                  <a:lumMod val="95000"/>
                </a:schemeClr>
              </a:solidFill>
              <a:headEnd type="none"/>
              <a:tailEnd type="none" w="med" len="med"/>
            </a:ln>
            <a:effectLst/>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C85B7454-C96A-A2CB-DD95-89948C210F67}"/>
                </a:ext>
              </a:extLst>
            </p:cNvPr>
            <p:cNvSpPr txBox="1"/>
            <p:nvPr/>
          </p:nvSpPr>
          <p:spPr>
            <a:xfrm>
              <a:off x="665018" y="4117409"/>
              <a:ext cx="531770" cy="523220"/>
            </a:xfrm>
            <a:prstGeom prst="rect">
              <a:avLst/>
            </a:prstGeom>
            <a:noFill/>
          </p:spPr>
          <p:txBody>
            <a:bodyPr wrap="square" lIns="0" rtlCol="0">
              <a:spAutoFit/>
            </a:bodyPr>
            <a:lstStyle/>
            <a:p>
              <a:pPr algn="l">
                <a:buClrTx/>
              </a:pPr>
              <a:r>
                <a:rPr lang="en-US" sz="2800">
                  <a:solidFill>
                    <a:schemeClr val="accent1"/>
                  </a:solidFill>
                  <a:latin typeface="Arial" panose="020B0604020202020204" pitchFamily="34" charset="0"/>
                  <a:ea typeface="Inter Light" panose="02000503000000020004" pitchFamily="2" charset="0"/>
                  <a:cs typeface="Arial" panose="020B0604020202020204" pitchFamily="34" charset="0"/>
                </a:rPr>
                <a:t>4 </a:t>
              </a:r>
            </a:p>
          </p:txBody>
        </p:sp>
        <p:sp>
          <p:nvSpPr>
            <p:cNvPr id="17" name="TextBox 16">
              <a:extLst>
                <a:ext uri="{FF2B5EF4-FFF2-40B4-BE49-F238E27FC236}">
                  <a16:creationId xmlns:a16="http://schemas.microsoft.com/office/drawing/2014/main" id="{D2BBC799-3138-A521-70AB-CF939E473CFF}"/>
                </a:ext>
              </a:extLst>
            </p:cNvPr>
            <p:cNvSpPr txBox="1"/>
            <p:nvPr/>
          </p:nvSpPr>
          <p:spPr>
            <a:xfrm>
              <a:off x="1196788" y="4117409"/>
              <a:ext cx="5458968" cy="523220"/>
            </a:xfrm>
            <a:prstGeom prst="rect">
              <a:avLst/>
            </a:prstGeom>
            <a:noFill/>
          </p:spPr>
          <p:txBody>
            <a:bodyPr wrap="square" lIns="0" rtlCol="0">
              <a:spAutoFit/>
            </a:bodyPr>
            <a:lstStyle/>
            <a:p>
              <a:pPr algn="l">
                <a:buClrTx/>
              </a:pPr>
              <a:r>
                <a:rPr lang="en-US" sz="2800">
                  <a:solidFill>
                    <a:schemeClr val="tx2"/>
                  </a:solidFill>
                  <a:latin typeface="Arial" panose="020B0604020202020204" pitchFamily="34" charset="0"/>
                  <a:ea typeface="Inter Light" panose="02000503000000020004" pitchFamily="2" charset="0"/>
                  <a:cs typeface="Arial" panose="020B0604020202020204" pitchFamily="34" charset="0"/>
                  <a:hlinkClick r:id="rId5" action="ppaction://hlinksldjump">
                    <a:extLst>
                      <a:ext uri="{A12FA001-AC4F-418D-AE19-62706E023703}">
                        <ahyp:hlinkClr xmlns:ahyp="http://schemas.microsoft.com/office/drawing/2018/hyperlinkcolor" val="tx"/>
                      </a:ext>
                    </a:extLst>
                  </a:hlinkClick>
                </a:rPr>
                <a:t>Implementation model design</a:t>
              </a:r>
              <a:endParaRPr lang="en-US" sz="280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grpSp>
      <p:pic>
        <p:nvPicPr>
          <p:cNvPr id="25" name="Picture Placeholder 8" descr="A person using a computer&#10;&#10;AI-generated content may be incorrect.">
            <a:extLst>
              <a:ext uri="{FF2B5EF4-FFF2-40B4-BE49-F238E27FC236}">
                <a16:creationId xmlns:a16="http://schemas.microsoft.com/office/drawing/2014/main" id="{30C79F12-6C2D-1340-870E-F22390E1D409}"/>
              </a:ext>
            </a:extLst>
          </p:cNvPr>
          <p:cNvPicPr>
            <a:picLocks noChangeAspect="1"/>
          </p:cNvPicPr>
          <p:nvPr/>
        </p:nvPicPr>
        <p:blipFill>
          <a:blip r:embed="rId6"/>
          <a:srcRect l="21853" r="21853"/>
          <a:stretch>
            <a:fillRect/>
          </a:stretch>
        </p:blipFill>
        <p:spPr>
          <a:xfrm>
            <a:off x="7144506" y="872505"/>
            <a:ext cx="4382476" cy="5194824"/>
          </a:xfrm>
          <a:custGeom>
            <a:avLst/>
            <a:gdLst>
              <a:gd name="connsiteX0" fmla="*/ 121309 w 3762727"/>
              <a:gd name="connsiteY0" fmla="*/ 0 h 4460197"/>
              <a:gd name="connsiteX1" fmla="*/ 3641264 w 3762727"/>
              <a:gd name="connsiteY1" fmla="*/ 0 h 4460197"/>
              <a:gd name="connsiteX2" fmla="*/ 3753185 w 3762727"/>
              <a:gd name="connsiteY2" fmla="*/ 74186 h 4460197"/>
              <a:gd name="connsiteX3" fmla="*/ 3762727 w 3762727"/>
              <a:gd name="connsiteY3" fmla="*/ 121451 h 4460197"/>
              <a:gd name="connsiteX4" fmla="*/ 3762727 w 3762727"/>
              <a:gd name="connsiteY4" fmla="*/ 4338746 h 4460197"/>
              <a:gd name="connsiteX5" fmla="*/ 3753185 w 3762727"/>
              <a:gd name="connsiteY5" fmla="*/ 4386011 h 4460197"/>
              <a:gd name="connsiteX6" fmla="*/ 3641264 w 3762727"/>
              <a:gd name="connsiteY6" fmla="*/ 4460197 h 4460197"/>
              <a:gd name="connsiteX7" fmla="*/ 121309 w 3762727"/>
              <a:gd name="connsiteY7" fmla="*/ 4460197 h 4460197"/>
              <a:gd name="connsiteX8" fmla="*/ 9389 w 3762727"/>
              <a:gd name="connsiteY8" fmla="*/ 4386011 h 4460197"/>
              <a:gd name="connsiteX9" fmla="*/ 0 w 3762727"/>
              <a:gd name="connsiteY9" fmla="*/ 4339509 h 4460197"/>
              <a:gd name="connsiteX10" fmla="*/ 0 w 3762727"/>
              <a:gd name="connsiteY10" fmla="*/ 120688 h 4460197"/>
              <a:gd name="connsiteX11" fmla="*/ 9389 w 3762727"/>
              <a:gd name="connsiteY11" fmla="*/ 74186 h 4460197"/>
              <a:gd name="connsiteX12" fmla="*/ 121309 w 3762727"/>
              <a:gd name="connsiteY12" fmla="*/ 0 h 4460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62727" h="4460197">
                <a:moveTo>
                  <a:pt x="121309" y="0"/>
                </a:moveTo>
                <a:lnTo>
                  <a:pt x="3641264" y="0"/>
                </a:lnTo>
                <a:cubicBezTo>
                  <a:pt x="3691577" y="0"/>
                  <a:pt x="3734745" y="30590"/>
                  <a:pt x="3753185" y="74186"/>
                </a:cubicBezTo>
                <a:lnTo>
                  <a:pt x="3762727" y="121451"/>
                </a:lnTo>
                <a:lnTo>
                  <a:pt x="3762727" y="4338746"/>
                </a:lnTo>
                <a:lnTo>
                  <a:pt x="3753185" y="4386011"/>
                </a:lnTo>
                <a:cubicBezTo>
                  <a:pt x="3734745" y="4429607"/>
                  <a:pt x="3691577" y="4460197"/>
                  <a:pt x="3641264" y="4460197"/>
                </a:cubicBezTo>
                <a:lnTo>
                  <a:pt x="121309" y="4460197"/>
                </a:lnTo>
                <a:cubicBezTo>
                  <a:pt x="70996" y="4460197"/>
                  <a:pt x="27828" y="4429607"/>
                  <a:pt x="9389" y="4386011"/>
                </a:cubicBezTo>
                <a:lnTo>
                  <a:pt x="0" y="4339509"/>
                </a:lnTo>
                <a:lnTo>
                  <a:pt x="0" y="120688"/>
                </a:lnTo>
                <a:lnTo>
                  <a:pt x="9389" y="74186"/>
                </a:lnTo>
                <a:cubicBezTo>
                  <a:pt x="27828" y="30590"/>
                  <a:pt x="70996" y="0"/>
                  <a:pt x="121309" y="0"/>
                </a:cubicBezTo>
                <a:close/>
              </a:path>
            </a:pathLst>
          </a:custGeom>
        </p:spPr>
      </p:pic>
    </p:spTree>
    <p:extLst>
      <p:ext uri="{BB962C8B-B14F-4D97-AF65-F5344CB8AC3E}">
        <p14:creationId xmlns:p14="http://schemas.microsoft.com/office/powerpoint/2010/main" val="1818286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C35E6C-9843-7BE3-6861-404C1963B8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E0603E-6946-0A31-A5C1-B35C7CADF0B3}"/>
              </a:ext>
            </a:extLst>
          </p:cNvPr>
          <p:cNvSpPr>
            <a:spLocks noGrp="1"/>
          </p:cNvSpPr>
          <p:nvPr>
            <p:ph type="title"/>
          </p:nvPr>
        </p:nvSpPr>
        <p:spPr/>
        <p:txBody>
          <a:bodyPr/>
          <a:lstStyle/>
          <a:p>
            <a:r>
              <a:rPr lang="en-US"/>
              <a:t>Application overview</a:t>
            </a:r>
          </a:p>
        </p:txBody>
      </p:sp>
      <p:sp>
        <p:nvSpPr>
          <p:cNvPr id="3" name="Text Placeholder 2">
            <a:extLst>
              <a:ext uri="{FF2B5EF4-FFF2-40B4-BE49-F238E27FC236}">
                <a16:creationId xmlns:a16="http://schemas.microsoft.com/office/drawing/2014/main" id="{54036A85-D793-C2BB-0340-613CA0B7B727}"/>
              </a:ext>
            </a:extLst>
          </p:cNvPr>
          <p:cNvSpPr>
            <a:spLocks noGrp="1"/>
          </p:cNvSpPr>
          <p:nvPr>
            <p:ph type="body" sz="quarter" idx="10"/>
          </p:nvPr>
        </p:nvSpPr>
        <p:spPr/>
        <p:txBody>
          <a:bodyPr/>
          <a:lstStyle/>
          <a:p>
            <a:r>
              <a:rPr lang="en-US"/>
              <a:t>Section 1</a:t>
            </a:r>
          </a:p>
        </p:txBody>
      </p:sp>
    </p:spTree>
    <p:extLst>
      <p:ext uri="{BB962C8B-B14F-4D97-AF65-F5344CB8AC3E}">
        <p14:creationId xmlns:p14="http://schemas.microsoft.com/office/powerpoint/2010/main" val="5112007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Rounded Rectangle 4">
            <a:extLst>
              <a:ext uri="{FF2B5EF4-FFF2-40B4-BE49-F238E27FC236}">
                <a16:creationId xmlns:a16="http://schemas.microsoft.com/office/drawing/2014/main" id="{6592B50F-B834-D2CE-8DBC-9FADB3C0E34D}"/>
              </a:ext>
            </a:extLst>
          </p:cNvPr>
          <p:cNvSpPr/>
          <p:nvPr/>
        </p:nvSpPr>
        <p:spPr>
          <a:xfrm>
            <a:off x="365459" y="1080573"/>
            <a:ext cx="5089943" cy="5549042"/>
          </a:xfrm>
          <a:prstGeom prst="roundRect">
            <a:avLst>
              <a:gd name="adj" fmla="val 2075"/>
            </a:avLst>
          </a:prstGeom>
          <a:solidFill>
            <a:srgbClr val="F2F1EE"/>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FFFFFF"/>
                </a:solidFill>
                <a:effectLst/>
                <a:uLnTx/>
                <a:uFillTx/>
                <a:latin typeface="Arial" panose="020B0604020202020204"/>
                <a:ea typeface="+mn-ea"/>
                <a:cs typeface="+mn-cs"/>
              </a:rPr>
              <a:t> </a:t>
            </a:r>
            <a:endParaRPr kumimoji="0" lang="en-US" sz="1600" b="0" i="0" u="none" strike="noStrike" kern="0" cap="none" spc="0" normalizeH="0" baseline="0" noProof="0">
              <a:ln>
                <a:noFill/>
              </a:ln>
              <a:solidFill>
                <a:srgbClr val="FFFFFF"/>
              </a:solidFill>
              <a:effectLst/>
              <a:uLnTx/>
              <a:uFillTx/>
              <a:latin typeface="Arial" panose="020B0604020202020204"/>
              <a:ea typeface="Verdana" charset="0"/>
              <a:cs typeface="Arial" panose="020B0604020202020204" pitchFamily="34" charset="0"/>
            </a:endParaRPr>
          </a:p>
        </p:txBody>
      </p:sp>
      <p:sp>
        <p:nvSpPr>
          <p:cNvPr id="53" name="Title 4">
            <a:extLst>
              <a:ext uri="{FF2B5EF4-FFF2-40B4-BE49-F238E27FC236}">
                <a16:creationId xmlns:a16="http://schemas.microsoft.com/office/drawing/2014/main" id="{5B01AEE4-7E65-79E7-98BC-C37173D04865}"/>
              </a:ext>
            </a:extLst>
          </p:cNvPr>
          <p:cNvSpPr txBox="1">
            <a:spLocks/>
          </p:cNvSpPr>
          <p:nvPr/>
        </p:nvSpPr>
        <p:spPr>
          <a:xfrm>
            <a:off x="365460" y="305908"/>
            <a:ext cx="10871904" cy="451405"/>
          </a:xfrm>
          <a:prstGeom prst="rect">
            <a:avLst/>
          </a:prstGeom>
        </p:spPr>
        <p:txBody>
          <a:bodyPr lIns="0" tIns="60960" rIns="0" bIns="60960" anchor="t"/>
          <a:lstStyle>
            <a:lvl1pPr algn="l" defTabSz="914400" rtl="0" eaLnBrk="1" latinLnBrk="0" hangingPunct="1">
              <a:spcBef>
                <a:spcPct val="0"/>
              </a:spcBef>
              <a:buNone/>
              <a:defRPr sz="1600" b="1" i="0" kern="1200">
                <a:solidFill>
                  <a:schemeClr val="bg2"/>
                </a:solidFill>
                <a:latin typeface="Arial" panose="020B0604020202020204" pitchFamily="34" charset="0"/>
                <a:ea typeface="Verdana" charset="0"/>
                <a:cs typeface="Arial" panose="020B0604020202020204" pitchFamily="34" charset="0"/>
              </a:defRPr>
            </a:lvl1pPr>
          </a:lstStyle>
          <a:p>
            <a:r>
              <a:rPr lang="en-US" sz="1800">
                <a:solidFill>
                  <a:schemeClr val="tx2"/>
                </a:solidFill>
                <a:latin typeface="Arial"/>
                <a:ea typeface="Verdana"/>
                <a:cs typeface="Arial"/>
              </a:rPr>
              <a:t>Sales Forecasting</a:t>
            </a:r>
            <a:endParaRPr lang="en-US" sz="1400" b="0">
              <a:solidFill>
                <a:schemeClr val="tx2"/>
              </a:solidFill>
              <a:latin typeface="Arial"/>
              <a:ea typeface="Verdana"/>
              <a:cs typeface="Arial"/>
            </a:endParaRPr>
          </a:p>
          <a:p>
            <a:r>
              <a:rPr lang="en-US" sz="1400">
                <a:solidFill>
                  <a:schemeClr val="tx2"/>
                </a:solidFill>
                <a:latin typeface="Arial"/>
                <a:ea typeface="Verdana"/>
                <a:cs typeface="Arial"/>
              </a:rPr>
              <a:t>Out-of-the-box functionalities to support forecasting, pipeline, accounts, and insights</a:t>
            </a:r>
          </a:p>
        </p:txBody>
      </p:sp>
      <p:sp>
        <p:nvSpPr>
          <p:cNvPr id="3" name="Text Placeholder 12">
            <a:extLst>
              <a:ext uri="{FF2B5EF4-FFF2-40B4-BE49-F238E27FC236}">
                <a16:creationId xmlns:a16="http://schemas.microsoft.com/office/drawing/2014/main" id="{14DA160E-ADAA-41E0-476C-436ACB8E635D}"/>
              </a:ext>
            </a:extLst>
          </p:cNvPr>
          <p:cNvSpPr txBox="1">
            <a:spLocks/>
          </p:cNvSpPr>
          <p:nvPr/>
        </p:nvSpPr>
        <p:spPr>
          <a:xfrm>
            <a:off x="494426" y="1193978"/>
            <a:ext cx="4828883" cy="4748500"/>
          </a:xfrm>
          <a:prstGeom prst="rect">
            <a:avLst/>
          </a:prstGeom>
        </p:spPr>
        <p:txBody>
          <a:bodyPr lIns="91440" tIns="45720" rIns="91440" bIns="45720" anchor="t"/>
          <a:lstStyle>
            <a:lvl1pPr marL="380990" indent="-380990" algn="l" defTabSz="1219170" rtl="0" eaLnBrk="1" latinLnBrk="0" hangingPunct="1">
              <a:spcBef>
                <a:spcPct val="20000"/>
              </a:spcBef>
              <a:buClr>
                <a:schemeClr val="accent1"/>
              </a:buClr>
              <a:buFont typeface="Arial" panose="020B0604020202020204" pitchFamily="34" charset="0"/>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1pPr>
            <a:lvl2pPr marL="990575" indent="-380990" algn="l" defTabSz="1219170" rtl="0" eaLnBrk="1" latinLnBrk="0" hangingPunct="1">
              <a:spcBef>
                <a:spcPct val="20000"/>
              </a:spcBef>
              <a:buClr>
                <a:schemeClr val="tx2"/>
              </a:buClr>
              <a:buFont typeface="Arial"/>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2pPr>
            <a:lvl3pPr marL="1676358" indent="-457189" algn="l" defTabSz="1219170" rtl="0" eaLnBrk="1" latinLnBrk="0" hangingPunct="1">
              <a:spcBef>
                <a:spcPct val="20000"/>
              </a:spcBef>
              <a:buClr>
                <a:schemeClr val="tx2"/>
              </a:buClr>
              <a:buFont typeface="Arial"/>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3pPr>
            <a:lvl4pPr marL="2133547" indent="-304792" algn="l" defTabSz="1219170" rtl="0" eaLnBrk="1" latinLnBrk="0" hangingPunct="1">
              <a:spcBef>
                <a:spcPct val="20000"/>
              </a:spcBef>
              <a:buFont typeface="Arial" pitchFamily="34" charset="0"/>
              <a:buChar char="–"/>
              <a:defRPr sz="2133" kern="1200">
                <a:solidFill>
                  <a:schemeClr val="tx1">
                    <a:lumMod val="75000"/>
                    <a:lumOff val="25000"/>
                  </a:schemeClr>
                </a:solidFill>
                <a:latin typeface="Trebuchet MS"/>
                <a:ea typeface="+mn-ea"/>
                <a:cs typeface="Trebuchet MS"/>
              </a:defRPr>
            </a:lvl4pPr>
            <a:lvl5pPr marL="2743131" indent="-304792" algn="l" defTabSz="1219170" rtl="0" eaLnBrk="1" latinLnBrk="0" hangingPunct="1">
              <a:spcBef>
                <a:spcPct val="20000"/>
              </a:spcBef>
              <a:buFont typeface="Arial" pitchFamily="34" charset="0"/>
              <a:buChar char="»"/>
              <a:defRPr sz="2133" kern="1200">
                <a:solidFill>
                  <a:schemeClr val="tx1">
                    <a:lumMod val="75000"/>
                    <a:lumOff val="25000"/>
                  </a:schemeClr>
                </a:solidFill>
                <a:latin typeface="Trebuchet MS"/>
                <a:ea typeface="+mn-ea"/>
                <a:cs typeface="Trebuchet M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0" indent="0" fontAlgn="base">
              <a:buNone/>
            </a:pPr>
            <a:r>
              <a:rPr lang="en-US" sz="900" b="1">
                <a:solidFill>
                  <a:srgbClr val="0A2F46"/>
                </a:solidFill>
                <a:latin typeface="Arial"/>
                <a:ea typeface="Verdana"/>
                <a:cs typeface="Arial"/>
              </a:rPr>
              <a:t>Forecast:</a:t>
            </a:r>
            <a:endParaRPr lang="en-US" sz="900">
              <a:solidFill>
                <a:srgbClr val="0A2F46"/>
              </a:solidFill>
              <a:latin typeface="Arial"/>
              <a:ea typeface="Verdana"/>
              <a:cs typeface="Arial"/>
            </a:endParaRPr>
          </a:p>
          <a:p>
            <a:pPr marL="288925" indent="-136525">
              <a:spcBef>
                <a:spcPts val="20"/>
              </a:spcBef>
              <a:buClr>
                <a:schemeClr val="bg2"/>
              </a:buClr>
            </a:pPr>
            <a:r>
              <a:rPr lang="en-US" sz="900">
                <a:solidFill>
                  <a:srgbClr val="0A2F46"/>
                </a:solidFill>
                <a:latin typeface="Arial"/>
                <a:ea typeface="Verdana"/>
                <a:cs typeface="Arial"/>
              </a:rPr>
              <a:t>Forecasting and Performance: Submit and analyze individual and team-level forecasts, tracking performance against quotas and </a:t>
            </a:r>
            <a:r>
              <a:rPr lang="en-US" sz="900" err="1">
                <a:solidFill>
                  <a:srgbClr val="0A2F46"/>
                </a:solidFill>
                <a:latin typeface="Arial"/>
                <a:ea typeface="Verdana"/>
                <a:cs typeface="Arial"/>
              </a:rPr>
              <a:t>historicals</a:t>
            </a:r>
            <a:endParaRPr lang="en-US" sz="900">
              <a:solidFill>
                <a:srgbClr val="0A2F46"/>
              </a:solidFill>
              <a:latin typeface="Arial"/>
              <a:ea typeface="Verdana"/>
              <a:cs typeface="Arial"/>
            </a:endParaRPr>
          </a:p>
          <a:p>
            <a:pPr marL="288925" indent="-136525">
              <a:spcBef>
                <a:spcPts val="20"/>
              </a:spcBef>
              <a:buClr>
                <a:schemeClr val="bg2"/>
              </a:buClr>
            </a:pPr>
            <a:r>
              <a:rPr lang="en-US" sz="900">
                <a:solidFill>
                  <a:srgbClr val="0A2F46"/>
                </a:solidFill>
                <a:latin typeface="Arial"/>
                <a:ea typeface="Verdana"/>
                <a:cs typeface="Arial"/>
              </a:rPr>
              <a:t>Opportunity Management: providing a high-level summary of the sales pipeline and allows users to drill down into the details of individual deals, such as product information, qualification status, and closing plans. </a:t>
            </a:r>
          </a:p>
          <a:p>
            <a:pPr marL="288925" indent="-136525">
              <a:spcBef>
                <a:spcPts val="20"/>
              </a:spcBef>
              <a:buClr>
                <a:schemeClr val="bg2"/>
              </a:buClr>
            </a:pPr>
            <a:r>
              <a:rPr lang="en-US" sz="900">
                <a:solidFill>
                  <a:srgbClr val="0A2F46"/>
                </a:solidFill>
                <a:latin typeface="Arial"/>
                <a:ea typeface="Verdana"/>
                <a:cs typeface="Arial"/>
              </a:rPr>
              <a:t>Scenario Planning: Utilize interactive dashboards to build and compare different forecast scenarios (e.g., "Worst," "Most Likely," and "Best Case") to understand potential outcomes and inform strategic planning.</a:t>
            </a:r>
            <a:endParaRPr lang="en-US">
              <a:latin typeface="Arial"/>
              <a:ea typeface="Verdana"/>
              <a:cs typeface="Arial"/>
            </a:endParaRPr>
          </a:p>
          <a:p>
            <a:pPr marL="0" indent="0" fontAlgn="base">
              <a:buNone/>
            </a:pPr>
            <a:r>
              <a:rPr lang="en-US" sz="900" b="1">
                <a:solidFill>
                  <a:srgbClr val="0A2F46"/>
                </a:solidFill>
                <a:latin typeface="Arial"/>
                <a:ea typeface="Verdana"/>
                <a:cs typeface="Arial"/>
              </a:rPr>
              <a:t>Pipeline:</a:t>
            </a:r>
            <a:endParaRPr lang="en-US" sz="900">
              <a:solidFill>
                <a:srgbClr val="0A2F46"/>
              </a:solidFill>
            </a:endParaRPr>
          </a:p>
          <a:p>
            <a:pPr marL="288925" indent="-136525">
              <a:spcBef>
                <a:spcPts val="20"/>
              </a:spcBef>
              <a:buClr>
                <a:srgbClr val="0A2F46"/>
              </a:buClr>
            </a:pPr>
            <a:r>
              <a:rPr lang="en-US" sz="900">
                <a:solidFill>
                  <a:srgbClr val="0A2F46"/>
                </a:solidFill>
                <a:latin typeface="Arial"/>
                <a:ea typeface="Verdana"/>
                <a:cs typeface="Arial"/>
              </a:rPr>
              <a:t>Pipeline Analysis designed to track the health and progress of the sales pipeline against set targets. Provides multi-quarter view of the pipeline and key metrics for various sales stages. </a:t>
            </a:r>
          </a:p>
          <a:p>
            <a:pPr marL="288925" indent="-136525">
              <a:spcBef>
                <a:spcPts val="20"/>
              </a:spcBef>
              <a:buClr>
                <a:srgbClr val="0A2F46"/>
              </a:buClr>
            </a:pPr>
            <a:r>
              <a:rPr lang="en-US" sz="900">
                <a:solidFill>
                  <a:srgbClr val="0A2F46"/>
                </a:solidFill>
                <a:latin typeface="Arial"/>
                <a:ea typeface="Verdana"/>
                <a:cs typeface="Arial"/>
              </a:rPr>
              <a:t>Pipeline Generation tracks the creation of new sales opportunities against targets. Providing a detailed breakdown of generation momentum allowing users to monitor their performance.</a:t>
            </a:r>
            <a:endParaRPr lang="en-US" sz="900">
              <a:solidFill>
                <a:srgbClr val="0A2F46"/>
              </a:solidFill>
            </a:endParaRPr>
          </a:p>
          <a:p>
            <a:pPr marL="288925" indent="-136525">
              <a:spcBef>
                <a:spcPts val="20"/>
              </a:spcBef>
              <a:buClr>
                <a:srgbClr val="0A2F46"/>
              </a:buClr>
            </a:pPr>
            <a:r>
              <a:rPr lang="en-US" sz="900">
                <a:solidFill>
                  <a:srgbClr val="0A2F46"/>
                </a:solidFill>
                <a:latin typeface="Arial"/>
                <a:ea typeface="Verdana"/>
                <a:cs typeface="Arial"/>
              </a:rPr>
              <a:t>Pipeline Hygiene: identifies sales opportunities that have data quality issues or require immediate action. Allowing sales teams to quickly clean up their pipeline data for more accurate forecasting. </a:t>
            </a:r>
            <a:endParaRPr lang="en-US"/>
          </a:p>
          <a:p>
            <a:pPr marL="288925" indent="-136525">
              <a:spcBef>
                <a:spcPts val="20"/>
              </a:spcBef>
              <a:buClr>
                <a:srgbClr val="0A2F46"/>
              </a:buClr>
            </a:pPr>
            <a:r>
              <a:rPr lang="en-US" sz="900">
                <a:solidFill>
                  <a:srgbClr val="0A2F46"/>
                </a:solidFill>
                <a:latin typeface="Arial"/>
                <a:ea typeface="Verdana"/>
                <a:cs typeface="Arial"/>
              </a:rPr>
              <a:t>Analytics showing the sales pipeline has changing over a specific, user-defined period. Allowing for a deep analysis of pipeline dynamics. </a:t>
            </a:r>
            <a:endParaRPr lang="en-US"/>
          </a:p>
          <a:p>
            <a:pPr marL="0" indent="0" fontAlgn="base">
              <a:buNone/>
            </a:pPr>
            <a:r>
              <a:rPr lang="en-US" sz="900" b="1">
                <a:solidFill>
                  <a:srgbClr val="0A2F46"/>
                </a:solidFill>
                <a:latin typeface="Arial"/>
                <a:ea typeface="Verdana"/>
                <a:cs typeface="Arial"/>
              </a:rPr>
              <a:t>Account:</a:t>
            </a:r>
          </a:p>
          <a:p>
            <a:pPr marL="288925" indent="-136525">
              <a:spcBef>
                <a:spcPts val="20"/>
              </a:spcBef>
              <a:buClr>
                <a:srgbClr val="0A2F46"/>
              </a:buClr>
            </a:pPr>
            <a:r>
              <a:rPr lang="en-US" sz="900">
                <a:solidFill>
                  <a:srgbClr val="0A2F46"/>
                </a:solidFill>
                <a:latin typeface="Arial"/>
                <a:ea typeface="Verdana"/>
                <a:cs typeface="Arial"/>
              </a:rPr>
              <a:t>Growth Opportunity: Identify upsell and cross-sell opportunities by analyzing "white space" (unsold products) and tracking the complete history of all sales and marketing engagement with a customer making it easy to spot and prioritize growth areas within an account.</a:t>
            </a:r>
            <a:endParaRPr lang="en-US" sz="2100">
              <a:latin typeface="Arial"/>
              <a:ea typeface="Verdana"/>
              <a:cs typeface="Arial"/>
            </a:endParaRPr>
          </a:p>
          <a:p>
            <a:pPr marL="0" indent="0">
              <a:buNone/>
            </a:pPr>
            <a:r>
              <a:rPr lang="en-US" sz="900" b="1">
                <a:solidFill>
                  <a:srgbClr val="0A2F46"/>
                </a:solidFill>
                <a:latin typeface="Arial"/>
                <a:ea typeface="Verdana"/>
                <a:cs typeface="Arial"/>
              </a:rPr>
              <a:t>Insights:</a:t>
            </a:r>
          </a:p>
          <a:p>
            <a:pPr marL="323850" indent="-171450">
              <a:spcBef>
                <a:spcPts val="20"/>
              </a:spcBef>
              <a:buClr>
                <a:srgbClr val="0A2F46"/>
              </a:buClr>
            </a:pPr>
            <a:r>
              <a:rPr lang="en-US" sz="900">
                <a:solidFill>
                  <a:srgbClr val="0A2F46"/>
                </a:solidFill>
                <a:latin typeface="Arial"/>
                <a:ea typeface="Verdana"/>
                <a:cs typeface="Arial"/>
              </a:rPr>
              <a:t>Historical Performance: Review historical business performance with dashboards that visualize key trends, win/loss reasons, and pipeline conversion rates, enabling leaders to understand and improve sales outcomes.</a:t>
            </a:r>
          </a:p>
          <a:p>
            <a:pPr marL="0" indent="0">
              <a:buClr>
                <a:srgbClr val="0A2F46"/>
              </a:buClr>
              <a:buNone/>
            </a:pPr>
            <a:r>
              <a:rPr lang="en-US" sz="900" b="1">
                <a:solidFill>
                  <a:srgbClr val="0A2F46"/>
                </a:solidFill>
                <a:latin typeface="Arial"/>
                <a:ea typeface="Verdana"/>
                <a:cs typeface="Arial"/>
              </a:rPr>
              <a:t>Channels:</a:t>
            </a:r>
            <a:endParaRPr lang="en-US" sz="900">
              <a:solidFill>
                <a:srgbClr val="FFFFFF"/>
              </a:solidFill>
              <a:latin typeface="Arial"/>
              <a:ea typeface="Verdana"/>
              <a:cs typeface="Arial"/>
            </a:endParaRPr>
          </a:p>
          <a:p>
            <a:pPr marL="288925" indent="-136525">
              <a:spcBef>
                <a:spcPts val="20"/>
              </a:spcBef>
              <a:buClr>
                <a:srgbClr val="0A2F46"/>
              </a:buClr>
            </a:pPr>
            <a:r>
              <a:rPr lang="en-US" sz="900">
                <a:solidFill>
                  <a:srgbClr val="0A2F46"/>
                </a:solidFill>
                <a:latin typeface="Arial"/>
                <a:ea typeface="Verdana"/>
                <a:cs typeface="Arial"/>
              </a:rPr>
              <a:t>Channel Performance: Monitor and analyze the business performance of sales partners with both high-level overviews and detailed drill-downs into key metrics.</a:t>
            </a:r>
            <a:endParaRPr lang="en-US" sz="2100">
              <a:solidFill>
                <a:srgbClr val="FFFFFF"/>
              </a:solidFill>
            </a:endParaRPr>
          </a:p>
          <a:p>
            <a:pPr marL="288925" indent="-136525">
              <a:spcBef>
                <a:spcPts val="20"/>
              </a:spcBef>
              <a:buClr>
                <a:srgbClr val="0A2F46"/>
              </a:buClr>
            </a:pPr>
            <a:r>
              <a:rPr lang="en-US" sz="900">
                <a:solidFill>
                  <a:srgbClr val="0A2F46"/>
                </a:solidFill>
                <a:latin typeface="Arial"/>
                <a:ea typeface="Verdana"/>
                <a:cs typeface="Arial"/>
              </a:rPr>
              <a:t>Product Performance: Analyze sales from a product-centric perspective, providing overviews across all product families and enabling deep-dives.</a:t>
            </a:r>
            <a:endParaRPr lang="en-US" sz="900">
              <a:solidFill>
                <a:srgbClr val="0A2F46"/>
              </a:solidFill>
            </a:endParaRPr>
          </a:p>
          <a:p>
            <a:pPr marL="152400" lvl="1" indent="0">
              <a:spcBef>
                <a:spcPts val="20"/>
              </a:spcBef>
              <a:buClr>
                <a:srgbClr val="0A2F46"/>
              </a:buClr>
              <a:buNone/>
            </a:pPr>
            <a:endParaRPr lang="en-US" sz="900">
              <a:solidFill>
                <a:srgbClr val="0A2F46"/>
              </a:solidFill>
            </a:endParaRPr>
          </a:p>
        </p:txBody>
      </p:sp>
      <p:pic>
        <p:nvPicPr>
          <p:cNvPr id="6" name="Picture 5" descr="A screenshot of a computer&#10;&#10;AI-generated content may be incorrect.">
            <a:extLst>
              <a:ext uri="{FF2B5EF4-FFF2-40B4-BE49-F238E27FC236}">
                <a16:creationId xmlns:a16="http://schemas.microsoft.com/office/drawing/2014/main" id="{11B98370-84E8-6D26-2F0C-8679186A5195}"/>
              </a:ext>
            </a:extLst>
          </p:cNvPr>
          <p:cNvPicPr>
            <a:picLocks noChangeAspect="1"/>
          </p:cNvPicPr>
          <p:nvPr/>
        </p:nvPicPr>
        <p:blipFill>
          <a:blip r:embed="rId2"/>
          <a:stretch>
            <a:fillRect/>
          </a:stretch>
        </p:blipFill>
        <p:spPr>
          <a:xfrm>
            <a:off x="5843682" y="1408533"/>
            <a:ext cx="4501352" cy="2547212"/>
          </a:xfrm>
          <a:prstGeom prst="rect">
            <a:avLst/>
          </a:prstGeom>
        </p:spPr>
      </p:pic>
      <p:pic>
        <p:nvPicPr>
          <p:cNvPr id="7" name="Picture 6" descr="A screenshot of a computer&#10;&#10;AI-generated content may be incorrect.">
            <a:extLst>
              <a:ext uri="{FF2B5EF4-FFF2-40B4-BE49-F238E27FC236}">
                <a16:creationId xmlns:a16="http://schemas.microsoft.com/office/drawing/2014/main" id="{0A5CD795-FFC0-2247-8E24-0069307D20CA}"/>
              </a:ext>
            </a:extLst>
          </p:cNvPr>
          <p:cNvPicPr>
            <a:picLocks noChangeAspect="1"/>
          </p:cNvPicPr>
          <p:nvPr/>
        </p:nvPicPr>
        <p:blipFill>
          <a:blip r:embed="rId3"/>
          <a:stretch>
            <a:fillRect/>
          </a:stretch>
        </p:blipFill>
        <p:spPr>
          <a:xfrm>
            <a:off x="6326266" y="3350782"/>
            <a:ext cx="4489947" cy="2533273"/>
          </a:xfrm>
          <a:prstGeom prst="rect">
            <a:avLst/>
          </a:prstGeom>
        </p:spPr>
      </p:pic>
    </p:spTree>
    <p:extLst>
      <p:ext uri="{BB962C8B-B14F-4D97-AF65-F5344CB8AC3E}">
        <p14:creationId xmlns:p14="http://schemas.microsoft.com/office/powerpoint/2010/main" val="24371707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9AD62-D23C-BCB9-0BAD-AEB1852267B6}"/>
            </a:ext>
          </a:extLst>
        </p:cNvPr>
        <p:cNvGrpSpPr/>
        <p:nvPr/>
      </p:nvGrpSpPr>
      <p:grpSpPr>
        <a:xfrm>
          <a:off x="0" y="0"/>
          <a:ext cx="0" cy="0"/>
          <a:chOff x="0" y="0"/>
          <a:chExt cx="0" cy="0"/>
        </a:xfrm>
      </p:grpSpPr>
      <p:sp>
        <p:nvSpPr>
          <p:cNvPr id="80" name="Rectangle 79">
            <a:extLst>
              <a:ext uri="{FF2B5EF4-FFF2-40B4-BE49-F238E27FC236}">
                <a16:creationId xmlns:a16="http://schemas.microsoft.com/office/drawing/2014/main" id="{7CFA9DA9-F9EB-E475-7B66-384165D888DC}"/>
              </a:ext>
            </a:extLst>
          </p:cNvPr>
          <p:cNvSpPr/>
          <p:nvPr/>
        </p:nvSpPr>
        <p:spPr>
          <a:xfrm>
            <a:off x="1" y="4865776"/>
            <a:ext cx="12192000" cy="2002097"/>
          </a:xfrm>
          <a:prstGeom prst="rect">
            <a:avLst/>
          </a:prstGeom>
          <a:solidFill>
            <a:srgbClr val="092F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panose="020B0604020202020204" pitchFamily="34" charset="0"/>
              <a:ea typeface="Verdana" charset="0"/>
              <a:cs typeface="Arial" panose="020B0604020202020204" pitchFamily="34" charset="0"/>
            </a:endParaRPr>
          </a:p>
        </p:txBody>
      </p:sp>
      <p:pic>
        <p:nvPicPr>
          <p:cNvPr id="5" name="Picture 4" descr="A screenshot of a computer&#10;&#10;AI-generated content may be incorrect.">
            <a:extLst>
              <a:ext uri="{FF2B5EF4-FFF2-40B4-BE49-F238E27FC236}">
                <a16:creationId xmlns:a16="http://schemas.microsoft.com/office/drawing/2014/main" id="{46E07DC5-C0D6-8ACC-7C11-18E7E612E0D8}"/>
              </a:ext>
            </a:extLst>
          </p:cNvPr>
          <p:cNvPicPr>
            <a:picLocks noChangeAspect="1"/>
          </p:cNvPicPr>
          <p:nvPr/>
        </p:nvPicPr>
        <p:blipFill>
          <a:blip r:embed="rId3"/>
          <a:stretch>
            <a:fillRect/>
          </a:stretch>
        </p:blipFill>
        <p:spPr>
          <a:xfrm>
            <a:off x="9001760" y="5247568"/>
            <a:ext cx="1930400" cy="1219343"/>
          </a:xfrm>
          <a:prstGeom prst="rect">
            <a:avLst/>
          </a:prstGeom>
        </p:spPr>
      </p:pic>
      <p:pic>
        <p:nvPicPr>
          <p:cNvPr id="3" name="Picture 2" descr="A screenshot of a computer&#10;&#10;AI-generated content may be incorrect.">
            <a:extLst>
              <a:ext uri="{FF2B5EF4-FFF2-40B4-BE49-F238E27FC236}">
                <a16:creationId xmlns:a16="http://schemas.microsoft.com/office/drawing/2014/main" id="{283D2EBC-3E1F-9C15-59DD-49DF7EFCFADC}"/>
              </a:ext>
            </a:extLst>
          </p:cNvPr>
          <p:cNvPicPr>
            <a:picLocks noChangeAspect="1"/>
          </p:cNvPicPr>
          <p:nvPr/>
        </p:nvPicPr>
        <p:blipFill>
          <a:blip r:embed="rId4"/>
          <a:stretch>
            <a:fillRect/>
          </a:stretch>
        </p:blipFill>
        <p:spPr>
          <a:xfrm>
            <a:off x="6532880" y="5246995"/>
            <a:ext cx="1879600" cy="1210330"/>
          </a:xfrm>
          <a:prstGeom prst="rect">
            <a:avLst/>
          </a:prstGeom>
        </p:spPr>
      </p:pic>
      <p:pic>
        <p:nvPicPr>
          <p:cNvPr id="4" name="Picture 3" descr="A screenshot of a computer&#10;&#10;AI-generated content may be incorrect.">
            <a:extLst>
              <a:ext uri="{FF2B5EF4-FFF2-40B4-BE49-F238E27FC236}">
                <a16:creationId xmlns:a16="http://schemas.microsoft.com/office/drawing/2014/main" id="{F333E664-7291-BBA2-5B2D-C4C815847C02}"/>
              </a:ext>
            </a:extLst>
          </p:cNvPr>
          <p:cNvPicPr>
            <a:picLocks noChangeAspect="1"/>
          </p:cNvPicPr>
          <p:nvPr/>
        </p:nvPicPr>
        <p:blipFill>
          <a:blip r:embed="rId5"/>
          <a:stretch>
            <a:fillRect/>
          </a:stretch>
        </p:blipFill>
        <p:spPr>
          <a:xfrm>
            <a:off x="4097129" y="5243062"/>
            <a:ext cx="1932611" cy="1231007"/>
          </a:xfrm>
          <a:prstGeom prst="rect">
            <a:avLst/>
          </a:prstGeom>
        </p:spPr>
      </p:pic>
      <p:pic>
        <p:nvPicPr>
          <p:cNvPr id="2" name="Picture 1" descr="A screenshot of a computer&#10;&#10;AI-generated content may be incorrect.">
            <a:extLst>
              <a:ext uri="{FF2B5EF4-FFF2-40B4-BE49-F238E27FC236}">
                <a16:creationId xmlns:a16="http://schemas.microsoft.com/office/drawing/2014/main" id="{B7851E2A-96DB-DF07-EA8A-2D2700F0FDF0}"/>
              </a:ext>
            </a:extLst>
          </p:cNvPr>
          <p:cNvPicPr>
            <a:picLocks noChangeAspect="1"/>
          </p:cNvPicPr>
          <p:nvPr/>
        </p:nvPicPr>
        <p:blipFill>
          <a:blip r:embed="rId6"/>
          <a:stretch>
            <a:fillRect/>
          </a:stretch>
        </p:blipFill>
        <p:spPr>
          <a:xfrm>
            <a:off x="1557130" y="5250871"/>
            <a:ext cx="1932609" cy="1215388"/>
          </a:xfrm>
          <a:prstGeom prst="rect">
            <a:avLst/>
          </a:prstGeom>
        </p:spPr>
      </p:pic>
      <p:sp>
        <p:nvSpPr>
          <p:cNvPr id="34" name="Rectangle 33">
            <a:extLst>
              <a:ext uri="{FF2B5EF4-FFF2-40B4-BE49-F238E27FC236}">
                <a16:creationId xmlns:a16="http://schemas.microsoft.com/office/drawing/2014/main" id="{6580C2B6-DB46-0865-8055-A53ACDD40F55}"/>
              </a:ext>
            </a:extLst>
          </p:cNvPr>
          <p:cNvSpPr/>
          <p:nvPr/>
        </p:nvSpPr>
        <p:spPr>
          <a:xfrm>
            <a:off x="0" y="0"/>
            <a:ext cx="12192001" cy="4856606"/>
          </a:xfrm>
          <a:prstGeom prst="rect">
            <a:avLst/>
          </a:prstGeom>
          <a:solidFill>
            <a:srgbClr val="F3F1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panose="020B0604020202020204" pitchFamily="34" charset="0"/>
              <a:ea typeface="Verdana" charset="0"/>
              <a:cs typeface="Arial" panose="020B0604020202020204" pitchFamily="34" charset="0"/>
            </a:endParaRPr>
          </a:p>
        </p:txBody>
      </p:sp>
      <p:sp>
        <p:nvSpPr>
          <p:cNvPr id="28" name="Title 1">
            <a:extLst>
              <a:ext uri="{FF2B5EF4-FFF2-40B4-BE49-F238E27FC236}">
                <a16:creationId xmlns:a16="http://schemas.microsoft.com/office/drawing/2014/main" id="{1C0582A2-1ED7-EDAC-BA10-554B924F8A11}"/>
              </a:ext>
            </a:extLst>
          </p:cNvPr>
          <p:cNvSpPr>
            <a:spLocks noGrp="1"/>
          </p:cNvSpPr>
          <p:nvPr>
            <p:ph type="title"/>
          </p:nvPr>
        </p:nvSpPr>
        <p:spPr>
          <a:xfrm>
            <a:off x="615103" y="392856"/>
            <a:ext cx="10983484" cy="836947"/>
          </a:xfrm>
        </p:spPr>
        <p:txBody>
          <a:bodyPr lIns="0" tIns="60960" rIns="0" bIns="60960" anchor="t"/>
          <a:lstStyle/>
          <a:p>
            <a:pPr>
              <a:lnSpc>
                <a:spcPct val="110000"/>
              </a:lnSpc>
            </a:pPr>
            <a:r>
              <a:rPr lang="en-US">
                <a:solidFill>
                  <a:srgbClr val="0C314B"/>
                </a:solidFill>
                <a:latin typeface="Arial"/>
                <a:ea typeface="Verdana"/>
                <a:cs typeface="Arial"/>
              </a:rPr>
              <a:t>Guided setup powered by the Anaplan Application Framework</a:t>
            </a:r>
            <a:endParaRPr lang="en-GB" sz="1800" b="0">
              <a:solidFill>
                <a:srgbClr val="0C314B"/>
              </a:solidFill>
              <a:latin typeface="Arial"/>
              <a:ea typeface="Verdana"/>
              <a:cs typeface="Arial"/>
            </a:endParaRPr>
          </a:p>
        </p:txBody>
      </p:sp>
      <p:grpSp>
        <p:nvGrpSpPr>
          <p:cNvPr id="53" name="Group 52">
            <a:extLst>
              <a:ext uri="{FF2B5EF4-FFF2-40B4-BE49-F238E27FC236}">
                <a16:creationId xmlns:a16="http://schemas.microsoft.com/office/drawing/2014/main" id="{FB578C15-5E4D-F113-0F92-DF7DC3601326}"/>
              </a:ext>
            </a:extLst>
          </p:cNvPr>
          <p:cNvGrpSpPr/>
          <p:nvPr/>
        </p:nvGrpSpPr>
        <p:grpSpPr>
          <a:xfrm>
            <a:off x="1404407" y="5083980"/>
            <a:ext cx="302151" cy="302151"/>
            <a:chOff x="4203905" y="3643249"/>
            <a:chExt cx="502920" cy="502920"/>
          </a:xfrm>
        </p:grpSpPr>
        <p:sp>
          <p:nvSpPr>
            <p:cNvPr id="51" name="Oval 50">
              <a:extLst>
                <a:ext uri="{FF2B5EF4-FFF2-40B4-BE49-F238E27FC236}">
                  <a16:creationId xmlns:a16="http://schemas.microsoft.com/office/drawing/2014/main" id="{A17EE74E-0A8A-DA1B-2445-6B21EFA07F83}"/>
                </a:ext>
              </a:extLst>
            </p:cNvPr>
            <p:cNvSpPr>
              <a:spLocks/>
            </p:cNvSpPr>
            <p:nvPr/>
          </p:nvSpPr>
          <p:spPr>
            <a:xfrm>
              <a:off x="4203905" y="3643249"/>
              <a:ext cx="502920" cy="502920"/>
            </a:xfrm>
            <a:prstGeom prst="ellipse">
              <a:avLst/>
            </a:prstGeom>
            <a:solidFill>
              <a:srgbClr val="F3F1EE"/>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panose="020B0604020202020204" pitchFamily="34" charset="0"/>
                <a:ea typeface="Verdana" charset="0"/>
                <a:cs typeface="Arial" panose="020B0604020202020204" pitchFamily="34" charset="0"/>
              </a:endParaRPr>
            </a:p>
          </p:txBody>
        </p:sp>
        <p:sp>
          <p:nvSpPr>
            <p:cNvPr id="52" name="TextBox 51">
              <a:extLst>
                <a:ext uri="{FF2B5EF4-FFF2-40B4-BE49-F238E27FC236}">
                  <a16:creationId xmlns:a16="http://schemas.microsoft.com/office/drawing/2014/main" id="{040DEFD1-B354-018D-E3E1-4223587FF871}"/>
                </a:ext>
              </a:extLst>
            </p:cNvPr>
            <p:cNvSpPr txBox="1"/>
            <p:nvPr/>
          </p:nvSpPr>
          <p:spPr>
            <a:xfrm>
              <a:off x="4237888" y="3686532"/>
              <a:ext cx="438111" cy="435441"/>
            </a:xfrm>
            <a:prstGeom prst="rect">
              <a:avLst/>
            </a:prstGeom>
            <a:noFill/>
            <a:ln>
              <a:noFill/>
            </a:ln>
          </p:spPr>
          <p:txBody>
            <a:bodyPr wrap="none" rtlCol="0">
              <a:spAutoFit/>
            </a:bodyPr>
            <a:lstStyle/>
            <a:p>
              <a:pPr marL="0" marR="0" lvl="0" indent="0" algn="l" defTabSz="914377" rtl="0" eaLnBrk="1" fontAlgn="auto" latinLnBrk="0" hangingPunct="1">
                <a:lnSpc>
                  <a:spcPct val="100000"/>
                </a:lnSpc>
                <a:spcBef>
                  <a:spcPts val="0"/>
                </a:spcBef>
                <a:spcAft>
                  <a:spcPts val="0"/>
                </a:spcAft>
                <a:buClr>
                  <a:srgbClr val="14A687"/>
                </a:buClr>
                <a:buSzTx/>
                <a:buFontTx/>
                <a:buNone/>
                <a:tabLst/>
                <a:defRPr/>
              </a:pPr>
              <a:r>
                <a:rPr kumimoji="0" lang="en-US" sz="1100" b="1" i="0" u="none" strike="noStrike" kern="1200" cap="none" spc="0" normalizeH="0" baseline="0" noProof="0">
                  <a:ln>
                    <a:noFill/>
                  </a:ln>
                  <a:solidFill>
                    <a:srgbClr val="0C314B"/>
                  </a:solidFill>
                  <a:effectLst/>
                  <a:uLnTx/>
                  <a:uFillTx/>
                  <a:latin typeface="Arial" panose="020B0604020202020204" pitchFamily="34" charset="0"/>
                  <a:ea typeface="Verdana" panose="020B0604030504040204" pitchFamily="34" charset="0"/>
                  <a:cs typeface="Arial" panose="020B0604020202020204" pitchFamily="34" charset="0"/>
                </a:rPr>
                <a:t>1</a:t>
              </a:r>
            </a:p>
          </p:txBody>
        </p:sp>
      </p:grpSp>
      <p:sp>
        <p:nvSpPr>
          <p:cNvPr id="89" name="TextBox 88">
            <a:extLst>
              <a:ext uri="{FF2B5EF4-FFF2-40B4-BE49-F238E27FC236}">
                <a16:creationId xmlns:a16="http://schemas.microsoft.com/office/drawing/2014/main" id="{2D6A4687-C7A0-3CEF-BA57-C0C828894859}"/>
              </a:ext>
            </a:extLst>
          </p:cNvPr>
          <p:cNvSpPr txBox="1"/>
          <p:nvPr/>
        </p:nvSpPr>
        <p:spPr>
          <a:xfrm>
            <a:off x="11213749" y="6196903"/>
            <a:ext cx="797013" cy="261610"/>
          </a:xfrm>
          <a:prstGeom prst="rect">
            <a:avLst/>
          </a:prstGeom>
          <a:noFill/>
        </p:spPr>
        <p:txBody>
          <a:bodyPr wrap="none" rtlCol="0">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100" i="0" u="none" strike="noStrike" kern="1200" cap="none" spc="0" normalizeH="0" baseline="0" noProof="0">
                <a:ln>
                  <a:noFill/>
                </a:ln>
                <a:solidFill>
                  <a:srgbClr val="FFFFFF"/>
                </a:solidFill>
                <a:effectLst/>
                <a:uLnTx/>
                <a:uFillTx/>
                <a:latin typeface="Arial" panose="020B0604020202020204"/>
                <a:ea typeface="Verdana" panose="020B0604030504040204" pitchFamily="34" charset="0"/>
                <a:cs typeface="Verdana" panose="020B0604030504040204" pitchFamily="34" charset="0"/>
              </a:rPr>
              <a:t>Deploy…</a:t>
            </a:r>
          </a:p>
        </p:txBody>
      </p:sp>
      <p:sp>
        <p:nvSpPr>
          <p:cNvPr id="93" name="TextBox 92">
            <a:extLst>
              <a:ext uri="{FF2B5EF4-FFF2-40B4-BE49-F238E27FC236}">
                <a16:creationId xmlns:a16="http://schemas.microsoft.com/office/drawing/2014/main" id="{D4350612-41A2-F1CE-B05C-4425D971F327}"/>
              </a:ext>
            </a:extLst>
          </p:cNvPr>
          <p:cNvSpPr txBox="1"/>
          <p:nvPr/>
        </p:nvSpPr>
        <p:spPr>
          <a:xfrm>
            <a:off x="2212727" y="6510529"/>
            <a:ext cx="617477" cy="246221"/>
          </a:xfrm>
          <a:prstGeom prst="rect">
            <a:avLst/>
          </a:prstGeom>
          <a:noFill/>
        </p:spPr>
        <p:txBody>
          <a:bodyPr wrap="none" lIns="91440" tIns="45720" rIns="91440" bIns="45720" rtlCol="0" anchor="t">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1000" b="1">
                <a:solidFill>
                  <a:srgbClr val="FFFFFF"/>
                </a:solidFill>
                <a:latin typeface="Arial" panose="020B0604020202020204"/>
                <a:ea typeface="Verdana"/>
                <a:cs typeface="Verdana" panose="020B0604030504040204" pitchFamily="34" charset="0"/>
              </a:rPr>
              <a:t>Source</a:t>
            </a:r>
            <a:endParaRPr kumimoji="0" lang="en-US" sz="1000" b="1" i="0" u="none" strike="noStrike" kern="1200" cap="none" spc="0" normalizeH="0" baseline="0" noProof="0">
              <a:ln>
                <a:noFill/>
              </a:ln>
              <a:solidFill>
                <a:srgbClr val="FFFFFF"/>
              </a:solidFill>
              <a:effectLst/>
              <a:uLnTx/>
              <a:uFillTx/>
              <a:latin typeface="Arial" panose="020B0604020202020204"/>
              <a:ea typeface="Verdana" panose="020B0604030504040204" pitchFamily="34" charset="0"/>
              <a:cs typeface="Verdana" panose="020B0604030504040204" pitchFamily="34" charset="0"/>
            </a:endParaRPr>
          </a:p>
        </p:txBody>
      </p:sp>
      <p:sp>
        <p:nvSpPr>
          <p:cNvPr id="94" name="TextBox 93">
            <a:extLst>
              <a:ext uri="{FF2B5EF4-FFF2-40B4-BE49-F238E27FC236}">
                <a16:creationId xmlns:a16="http://schemas.microsoft.com/office/drawing/2014/main" id="{E9BFF590-5B51-55CF-B4EE-91C4BFD97C91}"/>
              </a:ext>
            </a:extLst>
          </p:cNvPr>
          <p:cNvSpPr txBox="1"/>
          <p:nvPr/>
        </p:nvSpPr>
        <p:spPr>
          <a:xfrm>
            <a:off x="4674091" y="6509533"/>
            <a:ext cx="652744" cy="246221"/>
          </a:xfrm>
          <a:prstGeom prst="rect">
            <a:avLst/>
          </a:prstGeom>
          <a:noFill/>
        </p:spPr>
        <p:txBody>
          <a:bodyPr wrap="none" lIns="91440" tIns="45720" rIns="91440" bIns="45720" rtlCol="0" anchor="t">
            <a:spAutoFit/>
          </a:bodyPr>
          <a:lstStyle/>
          <a:p>
            <a:pPr marL="0" marR="0" lvl="0" indent="0" algn="ctr" defTabSz="914377">
              <a:lnSpc>
                <a:spcPct val="100000"/>
              </a:lnSpc>
              <a:spcBef>
                <a:spcPts val="0"/>
              </a:spcBef>
              <a:spcAft>
                <a:spcPts val="0"/>
              </a:spcAft>
              <a:buNone/>
              <a:tabLst/>
              <a:defRPr/>
            </a:pPr>
            <a:r>
              <a:rPr lang="en-US" sz="1000" b="1">
                <a:solidFill>
                  <a:srgbClr val="FFFFFF"/>
                </a:solidFill>
                <a:latin typeface="Arial" panose="020B0604020202020204"/>
                <a:ea typeface="Verdana"/>
              </a:rPr>
              <a:t>Version</a:t>
            </a:r>
            <a:endParaRPr lang="en-US"/>
          </a:p>
        </p:txBody>
      </p:sp>
      <p:sp>
        <p:nvSpPr>
          <p:cNvPr id="95" name="TextBox 94">
            <a:extLst>
              <a:ext uri="{FF2B5EF4-FFF2-40B4-BE49-F238E27FC236}">
                <a16:creationId xmlns:a16="http://schemas.microsoft.com/office/drawing/2014/main" id="{888248F7-EECF-FB19-7BEE-3FFE4424CA87}"/>
              </a:ext>
            </a:extLst>
          </p:cNvPr>
          <p:cNvSpPr txBox="1"/>
          <p:nvPr/>
        </p:nvSpPr>
        <p:spPr>
          <a:xfrm>
            <a:off x="6882203" y="6509533"/>
            <a:ext cx="1184941" cy="246221"/>
          </a:xfrm>
          <a:prstGeom prst="rect">
            <a:avLst/>
          </a:prstGeom>
          <a:noFill/>
        </p:spPr>
        <p:txBody>
          <a:bodyPr wrap="none" lIns="91440" tIns="45720" rIns="91440" bIns="45720" rtlCol="0" anchor="t">
            <a:spAutoFit/>
          </a:bodyPr>
          <a:lstStyle/>
          <a:p>
            <a:pPr algn="ctr" defTabSz="914377">
              <a:defRPr/>
            </a:pPr>
            <a:r>
              <a:rPr lang="en-US" sz="1000" b="1">
                <a:solidFill>
                  <a:srgbClr val="FFFFFF"/>
                </a:solidFill>
                <a:latin typeface="Arial" panose="020B0604020202020204"/>
                <a:ea typeface="Verdana"/>
                <a:cs typeface="Verdana" panose="020B0604030504040204" pitchFamily="34" charset="0"/>
              </a:rPr>
              <a:t>Activate Version</a:t>
            </a:r>
            <a:endParaRPr kumimoji="0" lang="en-US" sz="1000" b="1" i="0" u="none" strike="noStrike" kern="1200" cap="none" spc="0" normalizeH="0" baseline="0" noProof="0">
              <a:ln>
                <a:noFill/>
              </a:ln>
              <a:solidFill>
                <a:srgbClr val="FFFFFF"/>
              </a:solidFill>
              <a:effectLst/>
              <a:uLnTx/>
              <a:uFillTx/>
              <a:latin typeface="Arial" panose="020B0604020202020204"/>
              <a:ea typeface="Verdana" panose="020B0604030504040204" pitchFamily="34" charset="0"/>
              <a:cs typeface="Verdana" panose="020B0604030504040204" pitchFamily="34" charset="0"/>
            </a:endParaRPr>
          </a:p>
        </p:txBody>
      </p:sp>
      <p:sp>
        <p:nvSpPr>
          <p:cNvPr id="96" name="TextBox 95">
            <a:extLst>
              <a:ext uri="{FF2B5EF4-FFF2-40B4-BE49-F238E27FC236}">
                <a16:creationId xmlns:a16="http://schemas.microsoft.com/office/drawing/2014/main" id="{53C1FD8F-B3B3-499B-32B6-BB9881EB06E4}"/>
              </a:ext>
            </a:extLst>
          </p:cNvPr>
          <p:cNvSpPr txBox="1"/>
          <p:nvPr/>
        </p:nvSpPr>
        <p:spPr>
          <a:xfrm>
            <a:off x="9733358" y="6510529"/>
            <a:ext cx="737701" cy="246221"/>
          </a:xfrm>
          <a:prstGeom prst="rect">
            <a:avLst/>
          </a:prstGeom>
          <a:noFill/>
        </p:spPr>
        <p:txBody>
          <a:bodyPr wrap="none" lIns="91440" tIns="45720" rIns="91440" bIns="45720" rtlCol="0" anchor="t">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1000" b="1">
                <a:solidFill>
                  <a:srgbClr val="FFFFFF"/>
                </a:solidFill>
                <a:latin typeface="Arial" panose="020B0604020202020204"/>
                <a:ea typeface="Verdana"/>
                <a:cs typeface="Verdana" panose="020B0604030504040204" pitchFamily="34" charset="0"/>
              </a:rPr>
              <a:t>Generate</a:t>
            </a:r>
            <a:endParaRPr kumimoji="0" lang="en-US" sz="1000" b="1" i="0" u="none" strike="noStrike" kern="1200" cap="none" spc="0" normalizeH="0" baseline="0" noProof="0">
              <a:ln>
                <a:noFill/>
              </a:ln>
              <a:solidFill>
                <a:srgbClr val="FFFFFF"/>
              </a:solidFill>
              <a:effectLst/>
              <a:uLnTx/>
              <a:uFillTx/>
              <a:latin typeface="Arial" panose="020B0604020202020204"/>
              <a:ea typeface="Verdana" panose="020B0604030504040204" pitchFamily="34" charset="0"/>
              <a:cs typeface="Verdana" panose="020B0604030504040204" pitchFamily="34" charset="0"/>
            </a:endParaRPr>
          </a:p>
        </p:txBody>
      </p:sp>
      <p:sp>
        <p:nvSpPr>
          <p:cNvPr id="97" name="TextBox 96">
            <a:extLst>
              <a:ext uri="{FF2B5EF4-FFF2-40B4-BE49-F238E27FC236}">
                <a16:creationId xmlns:a16="http://schemas.microsoft.com/office/drawing/2014/main" id="{7C3ED99B-89E3-B654-A9A9-9687ACEA6A56}"/>
              </a:ext>
            </a:extLst>
          </p:cNvPr>
          <p:cNvSpPr txBox="1"/>
          <p:nvPr/>
        </p:nvSpPr>
        <p:spPr>
          <a:xfrm>
            <a:off x="256739" y="5644546"/>
            <a:ext cx="1024639" cy="430887"/>
          </a:xfrm>
          <a:prstGeom prst="rect">
            <a:avLst/>
          </a:prstGeom>
          <a:noFill/>
        </p:spPr>
        <p:txBody>
          <a:bodyPr wrap="none" lIns="91440" tIns="45720" rIns="91440" bIns="45720" rtlCol="0" anchor="t">
            <a:spAutoFit/>
          </a:bodyPr>
          <a:lstStyle/>
          <a:p>
            <a:pPr marL="0" marR="0" lvl="0" indent="0" defTabSz="914377" rtl="0" eaLnBrk="1" fontAlgn="auto" latinLnBrk="0" hangingPunct="1">
              <a:lnSpc>
                <a:spcPct val="100000"/>
              </a:lnSpc>
              <a:spcBef>
                <a:spcPts val="0"/>
              </a:spcBef>
              <a:spcAft>
                <a:spcPts val="0"/>
              </a:spcAft>
              <a:buClrTx/>
              <a:buSzTx/>
              <a:buFontTx/>
              <a:buNone/>
              <a:tabLst/>
              <a:defRPr/>
            </a:pPr>
            <a:r>
              <a:rPr lang="en-US" sz="1100">
                <a:solidFill>
                  <a:srgbClr val="FFFFFF"/>
                </a:solidFill>
                <a:latin typeface="Arial" panose="020B0604020202020204"/>
                <a:ea typeface="Verdana"/>
                <a:cs typeface="Verdana" panose="020B0604030504040204" pitchFamily="34" charset="0"/>
              </a:rPr>
              <a:t>Step-by-step</a:t>
            </a:r>
            <a:endParaRPr kumimoji="0" lang="en-US" sz="1100" i="0" u="none" strike="noStrike" kern="1200" cap="none" spc="0" normalizeH="0" baseline="0" noProof="0">
              <a:ln>
                <a:noFill/>
              </a:ln>
              <a:solidFill>
                <a:srgbClr val="FFFFFF"/>
              </a:solidFill>
              <a:effectLst/>
              <a:uLnTx/>
              <a:uFillTx/>
              <a:latin typeface="Arial" panose="020B0604020202020204"/>
              <a:ea typeface="Verdana" panose="020B0604030504040204" pitchFamily="34" charset="0"/>
              <a:cs typeface="Verdana" panose="020B0604030504040204" pitchFamily="34" charset="0"/>
            </a:endParaRPr>
          </a:p>
          <a:p>
            <a:pPr marL="0" marR="0" lvl="0" indent="0" defTabSz="914377" rtl="0" eaLnBrk="1" fontAlgn="auto" latinLnBrk="0" hangingPunct="1">
              <a:lnSpc>
                <a:spcPct val="100000"/>
              </a:lnSpc>
              <a:spcBef>
                <a:spcPts val="0"/>
              </a:spcBef>
              <a:spcAft>
                <a:spcPts val="0"/>
              </a:spcAft>
              <a:buClrTx/>
              <a:buSzTx/>
              <a:buFontTx/>
              <a:buNone/>
              <a:tabLst/>
              <a:defRPr/>
            </a:pPr>
            <a:r>
              <a:rPr lang="en-US" sz="1100">
                <a:solidFill>
                  <a:srgbClr val="FFFFFF"/>
                </a:solidFill>
                <a:latin typeface="Arial" panose="020B0604020202020204"/>
                <a:ea typeface="Verdana"/>
                <a:cs typeface="Verdana" panose="020B0604030504040204" pitchFamily="34" charset="0"/>
              </a:rPr>
              <a:t>configuration</a:t>
            </a:r>
            <a:endParaRPr lang="en-US" sz="1100" i="0" u="none" strike="noStrike" kern="1200" cap="none" spc="0" normalizeH="0" baseline="0" noProof="0">
              <a:ln>
                <a:noFill/>
              </a:ln>
              <a:solidFill>
                <a:srgbClr val="FFFFFF"/>
              </a:solidFill>
              <a:effectLst/>
              <a:uLnTx/>
              <a:uFillTx/>
              <a:latin typeface="Arial" panose="020B0604020202020204"/>
              <a:ea typeface="Verdana" panose="020B0604030504040204" pitchFamily="34" charset="0"/>
              <a:cs typeface="Verdana" panose="020B0604030504040204" pitchFamily="34" charset="0"/>
            </a:endParaRPr>
          </a:p>
        </p:txBody>
      </p:sp>
      <p:sp>
        <p:nvSpPr>
          <p:cNvPr id="6" name="TextBox 5">
            <a:extLst>
              <a:ext uri="{FF2B5EF4-FFF2-40B4-BE49-F238E27FC236}">
                <a16:creationId xmlns:a16="http://schemas.microsoft.com/office/drawing/2014/main" id="{045078C9-A739-06F9-1A90-9E61C947BD3E}"/>
              </a:ext>
            </a:extLst>
          </p:cNvPr>
          <p:cNvSpPr txBox="1"/>
          <p:nvPr/>
        </p:nvSpPr>
        <p:spPr>
          <a:xfrm>
            <a:off x="788952" y="1417394"/>
            <a:ext cx="4660163" cy="584775"/>
          </a:xfrm>
          <a:prstGeom prst="rect">
            <a:avLst/>
          </a:prstGeom>
          <a:noFill/>
        </p:spPr>
        <p:txBody>
          <a:bodyPr wrap="square">
            <a:spAutoFit/>
          </a:bodyPr>
          <a:lstStyle/>
          <a:p>
            <a:pPr algn="ctr"/>
            <a:r>
              <a:rPr lang="en-US" sz="1600"/>
              <a:t>Designed to get you to value faster with a </a:t>
            </a:r>
            <a:r>
              <a:rPr lang="en-US" sz="1600" b="1"/>
              <a:t>proven, repeatable configuration flow</a:t>
            </a:r>
            <a:r>
              <a:rPr lang="en-US" sz="1600"/>
              <a:t> </a:t>
            </a:r>
          </a:p>
        </p:txBody>
      </p:sp>
      <p:grpSp>
        <p:nvGrpSpPr>
          <p:cNvPr id="12" name="Group 11">
            <a:extLst>
              <a:ext uri="{FF2B5EF4-FFF2-40B4-BE49-F238E27FC236}">
                <a16:creationId xmlns:a16="http://schemas.microsoft.com/office/drawing/2014/main" id="{636D81E5-8C32-C36D-2B5F-7B6E347B77B5}"/>
              </a:ext>
            </a:extLst>
          </p:cNvPr>
          <p:cNvGrpSpPr/>
          <p:nvPr/>
        </p:nvGrpSpPr>
        <p:grpSpPr>
          <a:xfrm>
            <a:off x="3583934" y="5714173"/>
            <a:ext cx="365760" cy="365760"/>
            <a:chOff x="3591683" y="5714173"/>
            <a:chExt cx="365760" cy="365760"/>
          </a:xfrm>
        </p:grpSpPr>
        <p:sp>
          <p:nvSpPr>
            <p:cNvPr id="10" name="Oval 9">
              <a:extLst>
                <a:ext uri="{FF2B5EF4-FFF2-40B4-BE49-F238E27FC236}">
                  <a16:creationId xmlns:a16="http://schemas.microsoft.com/office/drawing/2014/main" id="{32A0988E-9680-7F56-25C0-91F075315506}"/>
                </a:ext>
              </a:extLst>
            </p:cNvPr>
            <p:cNvSpPr/>
            <p:nvPr/>
          </p:nvSpPr>
          <p:spPr>
            <a:xfrm>
              <a:off x="3591683" y="5714173"/>
              <a:ext cx="365760" cy="365760"/>
            </a:xfrm>
            <a:prstGeom prst="ellipse">
              <a:avLst/>
            </a:prstGeom>
            <a:solidFill>
              <a:schemeClr val="accent1"/>
            </a:solidFill>
            <a:ln w="6350" cap="sq"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endParaRPr kumimoji="0" lang="en-US" sz="1200" b="0" i="0" u="none" strike="noStrike" kern="0" cap="none" spc="0" normalizeH="0" baseline="0" noProof="0">
                <a:ln>
                  <a:noFill/>
                </a:ln>
                <a:solidFill>
                  <a:srgbClr val="0A2F46"/>
                </a:solidFill>
                <a:effectLst/>
                <a:uLnTx/>
                <a:uFillTx/>
                <a:latin typeface="Arial" panose="020B0604020202020204"/>
                <a:ea typeface="+mn-ea"/>
                <a:cs typeface="Arial" panose="020B0604020202020204" pitchFamily="34" charset="0"/>
              </a:endParaRPr>
            </a:p>
          </p:txBody>
        </p:sp>
        <p:pic>
          <p:nvPicPr>
            <p:cNvPr id="11" name="Graphic 10">
              <a:extLst>
                <a:ext uri="{FF2B5EF4-FFF2-40B4-BE49-F238E27FC236}">
                  <a16:creationId xmlns:a16="http://schemas.microsoft.com/office/drawing/2014/main" id="{7EB41D08-2345-AFC8-962B-3607D2429CC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611670" y="5718231"/>
              <a:ext cx="332989" cy="357644"/>
            </a:xfrm>
            <a:prstGeom prst="rect">
              <a:avLst/>
            </a:prstGeom>
          </p:spPr>
        </p:pic>
      </p:grpSp>
      <p:grpSp>
        <p:nvGrpSpPr>
          <p:cNvPr id="14" name="Group 13">
            <a:extLst>
              <a:ext uri="{FF2B5EF4-FFF2-40B4-BE49-F238E27FC236}">
                <a16:creationId xmlns:a16="http://schemas.microsoft.com/office/drawing/2014/main" id="{10D07C74-0C5E-C106-FAB9-BBAA0547D094}"/>
              </a:ext>
            </a:extLst>
          </p:cNvPr>
          <p:cNvGrpSpPr/>
          <p:nvPr/>
        </p:nvGrpSpPr>
        <p:grpSpPr>
          <a:xfrm>
            <a:off x="6055913" y="5714173"/>
            <a:ext cx="365760" cy="365760"/>
            <a:chOff x="3591683" y="5714173"/>
            <a:chExt cx="365760" cy="365760"/>
          </a:xfrm>
        </p:grpSpPr>
        <p:sp>
          <p:nvSpPr>
            <p:cNvPr id="15" name="Oval 14">
              <a:extLst>
                <a:ext uri="{FF2B5EF4-FFF2-40B4-BE49-F238E27FC236}">
                  <a16:creationId xmlns:a16="http://schemas.microsoft.com/office/drawing/2014/main" id="{88D467C5-98E8-82E6-44D4-529A1F26D7A1}"/>
                </a:ext>
              </a:extLst>
            </p:cNvPr>
            <p:cNvSpPr/>
            <p:nvPr/>
          </p:nvSpPr>
          <p:spPr>
            <a:xfrm>
              <a:off x="3591683" y="5714173"/>
              <a:ext cx="365760" cy="365760"/>
            </a:xfrm>
            <a:prstGeom prst="ellipse">
              <a:avLst/>
            </a:prstGeom>
            <a:solidFill>
              <a:schemeClr val="accent1"/>
            </a:solidFill>
            <a:ln w="6350" cap="sq"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endParaRPr kumimoji="0" lang="en-US" sz="1200" b="0" i="0" u="none" strike="noStrike" kern="0" cap="none" spc="0" normalizeH="0" baseline="0" noProof="0">
                <a:ln>
                  <a:noFill/>
                </a:ln>
                <a:solidFill>
                  <a:srgbClr val="0A2F46"/>
                </a:solidFill>
                <a:effectLst/>
                <a:uLnTx/>
                <a:uFillTx/>
                <a:latin typeface="Arial" panose="020B0604020202020204"/>
                <a:ea typeface="+mn-ea"/>
                <a:cs typeface="Arial" panose="020B0604020202020204" pitchFamily="34" charset="0"/>
              </a:endParaRPr>
            </a:p>
          </p:txBody>
        </p:sp>
        <p:pic>
          <p:nvPicPr>
            <p:cNvPr id="16" name="Graphic 15">
              <a:extLst>
                <a:ext uri="{FF2B5EF4-FFF2-40B4-BE49-F238E27FC236}">
                  <a16:creationId xmlns:a16="http://schemas.microsoft.com/office/drawing/2014/main" id="{2814C2C8-46B0-9630-35CA-A98408673E6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611670" y="5718231"/>
              <a:ext cx="332989" cy="357644"/>
            </a:xfrm>
            <a:prstGeom prst="rect">
              <a:avLst/>
            </a:prstGeom>
          </p:spPr>
        </p:pic>
      </p:grpSp>
      <p:grpSp>
        <p:nvGrpSpPr>
          <p:cNvPr id="17" name="Group 16">
            <a:extLst>
              <a:ext uri="{FF2B5EF4-FFF2-40B4-BE49-F238E27FC236}">
                <a16:creationId xmlns:a16="http://schemas.microsoft.com/office/drawing/2014/main" id="{5025B07D-DE92-484B-1D86-CEFF8D58C180}"/>
              </a:ext>
            </a:extLst>
          </p:cNvPr>
          <p:cNvGrpSpPr/>
          <p:nvPr/>
        </p:nvGrpSpPr>
        <p:grpSpPr>
          <a:xfrm>
            <a:off x="8535642" y="5714173"/>
            <a:ext cx="365760" cy="365760"/>
            <a:chOff x="3591683" y="5714173"/>
            <a:chExt cx="365760" cy="365760"/>
          </a:xfrm>
        </p:grpSpPr>
        <p:sp>
          <p:nvSpPr>
            <p:cNvPr id="18" name="Oval 17">
              <a:extLst>
                <a:ext uri="{FF2B5EF4-FFF2-40B4-BE49-F238E27FC236}">
                  <a16:creationId xmlns:a16="http://schemas.microsoft.com/office/drawing/2014/main" id="{4D658884-D7A9-65CB-4055-A92CB16204B3}"/>
                </a:ext>
              </a:extLst>
            </p:cNvPr>
            <p:cNvSpPr/>
            <p:nvPr/>
          </p:nvSpPr>
          <p:spPr>
            <a:xfrm>
              <a:off x="3591683" y="5714173"/>
              <a:ext cx="365760" cy="365760"/>
            </a:xfrm>
            <a:prstGeom prst="ellipse">
              <a:avLst/>
            </a:prstGeom>
            <a:solidFill>
              <a:schemeClr val="accent1"/>
            </a:solidFill>
            <a:ln w="6350" cap="sq"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endParaRPr kumimoji="0" lang="en-US" sz="1200" b="0" i="0" u="none" strike="noStrike" kern="0" cap="none" spc="0" normalizeH="0" baseline="0" noProof="0">
                <a:ln>
                  <a:noFill/>
                </a:ln>
                <a:solidFill>
                  <a:srgbClr val="0A2F46"/>
                </a:solidFill>
                <a:effectLst/>
                <a:uLnTx/>
                <a:uFillTx/>
                <a:latin typeface="Arial" panose="020B0604020202020204"/>
                <a:ea typeface="+mn-ea"/>
                <a:cs typeface="Arial" panose="020B0604020202020204" pitchFamily="34" charset="0"/>
              </a:endParaRPr>
            </a:p>
          </p:txBody>
        </p:sp>
        <p:pic>
          <p:nvPicPr>
            <p:cNvPr id="19" name="Graphic 18">
              <a:extLst>
                <a:ext uri="{FF2B5EF4-FFF2-40B4-BE49-F238E27FC236}">
                  <a16:creationId xmlns:a16="http://schemas.microsoft.com/office/drawing/2014/main" id="{28F54DB5-D9A1-A188-3743-DA3B903336D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611670" y="5718231"/>
              <a:ext cx="332989" cy="357644"/>
            </a:xfrm>
            <a:prstGeom prst="rect">
              <a:avLst/>
            </a:prstGeom>
          </p:spPr>
        </p:pic>
      </p:grpSp>
      <p:grpSp>
        <p:nvGrpSpPr>
          <p:cNvPr id="20" name="Group 19">
            <a:extLst>
              <a:ext uri="{FF2B5EF4-FFF2-40B4-BE49-F238E27FC236}">
                <a16:creationId xmlns:a16="http://schemas.microsoft.com/office/drawing/2014/main" id="{AE18B8CA-2A44-8B76-F405-B3822C1E0927}"/>
              </a:ext>
            </a:extLst>
          </p:cNvPr>
          <p:cNvGrpSpPr/>
          <p:nvPr/>
        </p:nvGrpSpPr>
        <p:grpSpPr>
          <a:xfrm>
            <a:off x="11030869" y="5714173"/>
            <a:ext cx="365760" cy="365760"/>
            <a:chOff x="3591683" y="5714173"/>
            <a:chExt cx="365760" cy="365760"/>
          </a:xfrm>
        </p:grpSpPr>
        <p:sp>
          <p:nvSpPr>
            <p:cNvPr id="21" name="Oval 20">
              <a:extLst>
                <a:ext uri="{FF2B5EF4-FFF2-40B4-BE49-F238E27FC236}">
                  <a16:creationId xmlns:a16="http://schemas.microsoft.com/office/drawing/2014/main" id="{1CA4CE54-F82E-6309-945B-186CE4332ADA}"/>
                </a:ext>
              </a:extLst>
            </p:cNvPr>
            <p:cNvSpPr/>
            <p:nvPr/>
          </p:nvSpPr>
          <p:spPr>
            <a:xfrm>
              <a:off x="3591683" y="5714173"/>
              <a:ext cx="365760" cy="365760"/>
            </a:xfrm>
            <a:prstGeom prst="ellipse">
              <a:avLst/>
            </a:prstGeom>
            <a:solidFill>
              <a:schemeClr val="accent1"/>
            </a:solidFill>
            <a:ln w="6350" cap="sq"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endParaRPr kumimoji="0" lang="en-US" sz="1200" b="0" i="0" u="none" strike="noStrike" kern="0" cap="none" spc="0" normalizeH="0" baseline="0" noProof="0">
                <a:ln>
                  <a:noFill/>
                </a:ln>
                <a:solidFill>
                  <a:srgbClr val="0A2F46"/>
                </a:solidFill>
                <a:effectLst/>
                <a:uLnTx/>
                <a:uFillTx/>
                <a:latin typeface="Arial" panose="020B0604020202020204"/>
                <a:ea typeface="+mn-ea"/>
                <a:cs typeface="Arial" panose="020B0604020202020204" pitchFamily="34" charset="0"/>
              </a:endParaRPr>
            </a:p>
          </p:txBody>
        </p:sp>
        <p:pic>
          <p:nvPicPr>
            <p:cNvPr id="22" name="Graphic 21">
              <a:extLst>
                <a:ext uri="{FF2B5EF4-FFF2-40B4-BE49-F238E27FC236}">
                  <a16:creationId xmlns:a16="http://schemas.microsoft.com/office/drawing/2014/main" id="{4E0A6CF3-0C17-720B-E60E-41AFC8683A4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611670" y="5718231"/>
              <a:ext cx="332989" cy="357644"/>
            </a:xfrm>
            <a:prstGeom prst="rect">
              <a:avLst/>
            </a:prstGeom>
          </p:spPr>
        </p:pic>
      </p:grpSp>
      <p:grpSp>
        <p:nvGrpSpPr>
          <p:cNvPr id="35" name="Group 34">
            <a:extLst>
              <a:ext uri="{FF2B5EF4-FFF2-40B4-BE49-F238E27FC236}">
                <a16:creationId xmlns:a16="http://schemas.microsoft.com/office/drawing/2014/main" id="{F2CA4C9C-6DF7-85BE-FCD2-4971F57B0AB6}"/>
              </a:ext>
            </a:extLst>
          </p:cNvPr>
          <p:cNvGrpSpPr/>
          <p:nvPr/>
        </p:nvGrpSpPr>
        <p:grpSpPr>
          <a:xfrm>
            <a:off x="612183" y="2604624"/>
            <a:ext cx="5013702" cy="1895934"/>
            <a:chOff x="6342870" y="1785875"/>
            <a:chExt cx="5013702" cy="1895934"/>
          </a:xfrm>
        </p:grpSpPr>
        <p:sp>
          <p:nvSpPr>
            <p:cNvPr id="36" name="TextBox 35">
              <a:extLst>
                <a:ext uri="{FF2B5EF4-FFF2-40B4-BE49-F238E27FC236}">
                  <a16:creationId xmlns:a16="http://schemas.microsoft.com/office/drawing/2014/main" id="{10CF0B25-E446-0578-F498-FF9330C0C635}"/>
                </a:ext>
              </a:extLst>
            </p:cNvPr>
            <p:cNvSpPr txBox="1"/>
            <p:nvPr/>
          </p:nvSpPr>
          <p:spPr>
            <a:xfrm>
              <a:off x="11017374" y="2412109"/>
              <a:ext cx="241300" cy="451342"/>
            </a:xfrm>
            <a:prstGeom prst="rect">
              <a:avLst/>
            </a:prstGeom>
            <a:noFill/>
          </p:spPr>
          <p:txBody>
            <a:bodyPr rot="0" spcFirstLastPara="0" vertOverflow="overflow" horzOverflow="overflow" vert="horz" wrap="square" lIns="121920" tIns="60960" rIns="121920" bIns="60960" numCol="1" spcCol="0" rtlCol="0" fromWordArt="0" anchor="t" anchorCtr="0" forceAA="0" compatLnSpc="1">
              <a:prstTxWarp prst="textNoShape">
                <a:avLst/>
              </a:prstTxWarp>
              <a:spAutoFit/>
            </a:bodyPr>
            <a:lstStyle/>
            <a:p>
              <a:pPr marL="380981" marR="0" lvl="0" indent="-380981" algn="l" defTabSz="914354"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133" b="0" i="0" u="none" strike="noStrike" kern="1200" cap="none" spc="0" normalizeH="0" baseline="0" noProof="0">
                <a:ln>
                  <a:noFill/>
                </a:ln>
                <a:solidFill>
                  <a:srgbClr val="1C2345"/>
                </a:solidFill>
                <a:effectLst/>
                <a:uLnTx/>
                <a:uFillTx/>
                <a:latin typeface="Arial" panose="020B0604020202020204" pitchFamily="34" charset="0"/>
                <a:ea typeface="Verdana" charset="0"/>
                <a:cs typeface="Arial" panose="020B0604020202020204" pitchFamily="34" charset="0"/>
              </a:endParaRPr>
            </a:p>
          </p:txBody>
        </p:sp>
        <p:sp>
          <p:nvSpPr>
            <p:cNvPr id="37" name="Rounded Rectangle 36">
              <a:extLst>
                <a:ext uri="{FF2B5EF4-FFF2-40B4-BE49-F238E27FC236}">
                  <a16:creationId xmlns:a16="http://schemas.microsoft.com/office/drawing/2014/main" id="{8472CEFB-8CE8-F549-6A19-8022212CAEE7}"/>
                </a:ext>
              </a:extLst>
            </p:cNvPr>
            <p:cNvSpPr/>
            <p:nvPr/>
          </p:nvSpPr>
          <p:spPr>
            <a:xfrm>
              <a:off x="6342870" y="1785875"/>
              <a:ext cx="5013702" cy="1895934"/>
            </a:xfrm>
            <a:prstGeom prst="roundRect">
              <a:avLst>
                <a:gd name="adj" fmla="val 4905"/>
              </a:avLst>
            </a:prstGeom>
            <a:solidFill>
              <a:schemeClr val="bg1"/>
            </a:solidFill>
            <a:ln w="9525">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panose="020B0604020202020204" pitchFamily="34" charset="0"/>
                <a:ea typeface="Verdana" charset="0"/>
                <a:cs typeface="Arial" panose="020B0604020202020204" pitchFamily="34" charset="0"/>
              </a:endParaRPr>
            </a:p>
          </p:txBody>
        </p:sp>
        <p:sp>
          <p:nvSpPr>
            <p:cNvPr id="43" name="TextBox 42">
              <a:extLst>
                <a:ext uri="{FF2B5EF4-FFF2-40B4-BE49-F238E27FC236}">
                  <a16:creationId xmlns:a16="http://schemas.microsoft.com/office/drawing/2014/main" id="{7EC4706E-5018-0AFD-AE41-136023256EB6}"/>
                </a:ext>
              </a:extLst>
            </p:cNvPr>
            <p:cNvSpPr txBox="1"/>
            <p:nvPr/>
          </p:nvSpPr>
          <p:spPr>
            <a:xfrm>
              <a:off x="6617560" y="2125002"/>
              <a:ext cx="4399813" cy="1247008"/>
            </a:xfrm>
            <a:prstGeom prst="rect">
              <a:avLst/>
            </a:prstGeom>
            <a:noFill/>
          </p:spPr>
          <p:txBody>
            <a:bodyPr wrap="square" rtlCol="0">
              <a:spAutoFit/>
            </a:bodyPr>
            <a:lstStyle/>
            <a:p>
              <a:pPr lvl="0" algn="ctr" defTabSz="914377">
                <a:lnSpc>
                  <a:spcPct val="120000"/>
                </a:lnSpc>
                <a:defRPr/>
              </a:pPr>
              <a:r>
                <a:rPr lang="en-US" sz="1600">
                  <a:solidFill>
                    <a:srgbClr val="0C314B"/>
                  </a:solidFill>
                </a:rPr>
                <a:t>Quickly configure your application by answering structured questions about your business model, GTM structure, and planning needs. No blank canvas required. </a:t>
              </a:r>
              <a:endParaRPr kumimoji="0" lang="en-US" sz="1600" b="0" u="none" strike="noStrike" kern="1200" cap="none" spc="0" normalizeH="0" baseline="0" noProof="0">
                <a:ln>
                  <a:noFill/>
                </a:ln>
                <a:solidFill>
                  <a:srgbClr val="0C314B"/>
                </a:solidFill>
                <a:effectLst/>
                <a:uLnTx/>
                <a:uFillTx/>
                <a:latin typeface="Arial" panose="020B0604020202020204"/>
                <a:ea typeface="Verdana" panose="020B0604030504040204" pitchFamily="34" charset="0"/>
                <a:cs typeface="Verdana" panose="020B0604030504040204" pitchFamily="34" charset="0"/>
              </a:endParaRPr>
            </a:p>
          </p:txBody>
        </p:sp>
      </p:grpSp>
      <p:sp>
        <p:nvSpPr>
          <p:cNvPr id="45" name="Rounded Rectangle 44">
            <a:extLst>
              <a:ext uri="{FF2B5EF4-FFF2-40B4-BE49-F238E27FC236}">
                <a16:creationId xmlns:a16="http://schemas.microsoft.com/office/drawing/2014/main" id="{5E3EBD6D-3991-0D12-ADA7-41D012E05446}"/>
              </a:ext>
            </a:extLst>
          </p:cNvPr>
          <p:cNvSpPr/>
          <p:nvPr/>
        </p:nvSpPr>
        <p:spPr>
          <a:xfrm>
            <a:off x="2337535" y="2386739"/>
            <a:ext cx="1756950" cy="419446"/>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lvl="0" algn="ctr" defTabSz="1219050">
              <a:spcBef>
                <a:spcPct val="0"/>
              </a:spcBef>
              <a:buClr>
                <a:srgbClr val="3C67EA"/>
              </a:buClr>
              <a:defRPr/>
            </a:pPr>
            <a:r>
              <a:rPr lang="en-GB" sz="1400">
                <a:solidFill>
                  <a:srgbClr val="FFFFFF"/>
                </a:solidFill>
                <a:ea typeface="Verdana"/>
                <a:cs typeface="Verdana" panose="020B0604030504040204" pitchFamily="34" charset="0"/>
              </a:rPr>
              <a:t>Guided Setup</a:t>
            </a:r>
            <a:endParaRPr lang="en-GB" sz="1400">
              <a:solidFill>
                <a:srgbClr val="FFFFFF"/>
              </a:solidFill>
              <a:ea typeface="Verdana" panose="020B0604030504040204" pitchFamily="34" charset="0"/>
              <a:cs typeface="Verdana" panose="020B0604030504040204" pitchFamily="34" charset="0"/>
            </a:endParaRPr>
          </a:p>
        </p:txBody>
      </p:sp>
      <p:grpSp>
        <p:nvGrpSpPr>
          <p:cNvPr id="46" name="Group 45">
            <a:extLst>
              <a:ext uri="{FF2B5EF4-FFF2-40B4-BE49-F238E27FC236}">
                <a16:creationId xmlns:a16="http://schemas.microsoft.com/office/drawing/2014/main" id="{CB79F39E-2D99-60A1-0D8B-DA46AE68C061}"/>
              </a:ext>
            </a:extLst>
          </p:cNvPr>
          <p:cNvGrpSpPr/>
          <p:nvPr/>
        </p:nvGrpSpPr>
        <p:grpSpPr>
          <a:xfrm>
            <a:off x="3870711" y="5083980"/>
            <a:ext cx="302151" cy="302151"/>
            <a:chOff x="4203905" y="3643249"/>
            <a:chExt cx="502920" cy="502920"/>
          </a:xfrm>
        </p:grpSpPr>
        <p:sp>
          <p:nvSpPr>
            <p:cNvPr id="47" name="Oval 46">
              <a:extLst>
                <a:ext uri="{FF2B5EF4-FFF2-40B4-BE49-F238E27FC236}">
                  <a16:creationId xmlns:a16="http://schemas.microsoft.com/office/drawing/2014/main" id="{B008B2DF-09FD-C076-0D0E-D152A5B246C7}"/>
                </a:ext>
              </a:extLst>
            </p:cNvPr>
            <p:cNvSpPr>
              <a:spLocks/>
            </p:cNvSpPr>
            <p:nvPr/>
          </p:nvSpPr>
          <p:spPr>
            <a:xfrm>
              <a:off x="4203905" y="3643249"/>
              <a:ext cx="502920" cy="502920"/>
            </a:xfrm>
            <a:prstGeom prst="ellipse">
              <a:avLst/>
            </a:prstGeom>
            <a:solidFill>
              <a:srgbClr val="F3F1EE"/>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panose="020B0604020202020204" pitchFamily="34" charset="0"/>
                <a:ea typeface="Verdana" charset="0"/>
                <a:cs typeface="Arial" panose="020B0604020202020204" pitchFamily="34" charset="0"/>
              </a:endParaRPr>
            </a:p>
          </p:txBody>
        </p:sp>
        <p:sp>
          <p:nvSpPr>
            <p:cNvPr id="48" name="TextBox 47">
              <a:extLst>
                <a:ext uri="{FF2B5EF4-FFF2-40B4-BE49-F238E27FC236}">
                  <a16:creationId xmlns:a16="http://schemas.microsoft.com/office/drawing/2014/main" id="{B5D71653-44DD-346A-47A2-3F0954F0248C}"/>
                </a:ext>
              </a:extLst>
            </p:cNvPr>
            <p:cNvSpPr txBox="1"/>
            <p:nvPr/>
          </p:nvSpPr>
          <p:spPr>
            <a:xfrm>
              <a:off x="4237888" y="3686532"/>
              <a:ext cx="438111" cy="435441"/>
            </a:xfrm>
            <a:prstGeom prst="rect">
              <a:avLst/>
            </a:prstGeom>
            <a:noFill/>
            <a:ln>
              <a:noFill/>
            </a:ln>
          </p:spPr>
          <p:txBody>
            <a:bodyPr wrap="none" rtlCol="0">
              <a:spAutoFit/>
            </a:bodyPr>
            <a:lstStyle/>
            <a:p>
              <a:pPr marL="0" marR="0" lvl="0" indent="0" algn="l" defTabSz="914377" rtl="0" eaLnBrk="1" fontAlgn="auto" latinLnBrk="0" hangingPunct="1">
                <a:lnSpc>
                  <a:spcPct val="100000"/>
                </a:lnSpc>
                <a:spcBef>
                  <a:spcPts val="0"/>
                </a:spcBef>
                <a:spcAft>
                  <a:spcPts val="0"/>
                </a:spcAft>
                <a:buClr>
                  <a:srgbClr val="14A687"/>
                </a:buClr>
                <a:buSzTx/>
                <a:buFontTx/>
                <a:buNone/>
                <a:tabLst/>
                <a:defRPr/>
              </a:pPr>
              <a:r>
                <a:rPr lang="en-US" sz="1100" b="1">
                  <a:solidFill>
                    <a:srgbClr val="0C314B"/>
                  </a:solidFill>
                  <a:latin typeface="Arial" panose="020B0604020202020204" pitchFamily="34" charset="0"/>
                  <a:ea typeface="Verdana" panose="020B0604030504040204" pitchFamily="34" charset="0"/>
                  <a:cs typeface="Arial" panose="020B0604020202020204" pitchFamily="34" charset="0"/>
                </a:rPr>
                <a:t>2</a:t>
              </a:r>
              <a:endParaRPr kumimoji="0" lang="en-US" sz="1100" b="1" i="0" u="none" strike="noStrike" kern="1200" cap="none" spc="0" normalizeH="0" baseline="0" noProof="0">
                <a:ln>
                  <a:noFill/>
                </a:ln>
                <a:solidFill>
                  <a:srgbClr val="0C314B"/>
                </a:solidFill>
                <a:effectLst/>
                <a:uLnTx/>
                <a:uFillTx/>
                <a:latin typeface="Arial" panose="020B0604020202020204" pitchFamily="34" charset="0"/>
                <a:ea typeface="Verdana" panose="020B0604030504040204" pitchFamily="34" charset="0"/>
                <a:cs typeface="Arial" panose="020B0604020202020204" pitchFamily="34" charset="0"/>
              </a:endParaRPr>
            </a:p>
          </p:txBody>
        </p:sp>
      </p:grpSp>
      <p:grpSp>
        <p:nvGrpSpPr>
          <p:cNvPr id="49" name="Group 48">
            <a:extLst>
              <a:ext uri="{FF2B5EF4-FFF2-40B4-BE49-F238E27FC236}">
                <a16:creationId xmlns:a16="http://schemas.microsoft.com/office/drawing/2014/main" id="{5277D035-B233-4670-279F-2F3D4177413A}"/>
              </a:ext>
            </a:extLst>
          </p:cNvPr>
          <p:cNvGrpSpPr/>
          <p:nvPr/>
        </p:nvGrpSpPr>
        <p:grpSpPr>
          <a:xfrm>
            <a:off x="6356333" y="5083980"/>
            <a:ext cx="302151" cy="302151"/>
            <a:chOff x="4203905" y="3643249"/>
            <a:chExt cx="502920" cy="502920"/>
          </a:xfrm>
        </p:grpSpPr>
        <p:sp>
          <p:nvSpPr>
            <p:cNvPr id="50" name="Oval 49">
              <a:extLst>
                <a:ext uri="{FF2B5EF4-FFF2-40B4-BE49-F238E27FC236}">
                  <a16:creationId xmlns:a16="http://schemas.microsoft.com/office/drawing/2014/main" id="{000598A0-88DF-8A11-32E6-F77F7E9630E2}"/>
                </a:ext>
              </a:extLst>
            </p:cNvPr>
            <p:cNvSpPr>
              <a:spLocks/>
            </p:cNvSpPr>
            <p:nvPr/>
          </p:nvSpPr>
          <p:spPr>
            <a:xfrm>
              <a:off x="4203905" y="3643249"/>
              <a:ext cx="502920" cy="502920"/>
            </a:xfrm>
            <a:prstGeom prst="ellipse">
              <a:avLst/>
            </a:prstGeom>
            <a:solidFill>
              <a:srgbClr val="F3F1EE"/>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panose="020B0604020202020204" pitchFamily="34" charset="0"/>
                <a:ea typeface="Verdana" charset="0"/>
                <a:cs typeface="Arial" panose="020B0604020202020204" pitchFamily="34" charset="0"/>
              </a:endParaRPr>
            </a:p>
          </p:txBody>
        </p:sp>
        <p:sp>
          <p:nvSpPr>
            <p:cNvPr id="57" name="TextBox 56">
              <a:extLst>
                <a:ext uri="{FF2B5EF4-FFF2-40B4-BE49-F238E27FC236}">
                  <a16:creationId xmlns:a16="http://schemas.microsoft.com/office/drawing/2014/main" id="{3DDA612E-3437-2A7B-398C-D4C3654BFC51}"/>
                </a:ext>
              </a:extLst>
            </p:cNvPr>
            <p:cNvSpPr txBox="1"/>
            <p:nvPr/>
          </p:nvSpPr>
          <p:spPr>
            <a:xfrm>
              <a:off x="4237888" y="3686532"/>
              <a:ext cx="438111" cy="435441"/>
            </a:xfrm>
            <a:prstGeom prst="rect">
              <a:avLst/>
            </a:prstGeom>
            <a:noFill/>
            <a:ln>
              <a:noFill/>
            </a:ln>
          </p:spPr>
          <p:txBody>
            <a:bodyPr wrap="none" rtlCol="0">
              <a:spAutoFit/>
            </a:bodyPr>
            <a:lstStyle/>
            <a:p>
              <a:pPr marL="0" marR="0" lvl="0" indent="0" algn="l" defTabSz="914377" rtl="0" eaLnBrk="1" fontAlgn="auto" latinLnBrk="0" hangingPunct="1">
                <a:lnSpc>
                  <a:spcPct val="100000"/>
                </a:lnSpc>
                <a:spcBef>
                  <a:spcPts val="0"/>
                </a:spcBef>
                <a:spcAft>
                  <a:spcPts val="0"/>
                </a:spcAft>
                <a:buClr>
                  <a:srgbClr val="14A687"/>
                </a:buClr>
                <a:buSzTx/>
                <a:buFontTx/>
                <a:buNone/>
                <a:tabLst/>
                <a:defRPr/>
              </a:pPr>
              <a:r>
                <a:rPr lang="en-US" sz="1100" b="1">
                  <a:solidFill>
                    <a:srgbClr val="0C314B"/>
                  </a:solidFill>
                  <a:latin typeface="Arial" panose="020B0604020202020204" pitchFamily="34" charset="0"/>
                  <a:ea typeface="Verdana" panose="020B0604030504040204" pitchFamily="34" charset="0"/>
                  <a:cs typeface="Arial" panose="020B0604020202020204" pitchFamily="34" charset="0"/>
                </a:rPr>
                <a:t>3</a:t>
              </a:r>
              <a:endParaRPr kumimoji="0" lang="en-US" sz="1100" b="1" i="0" u="none" strike="noStrike" kern="1200" cap="none" spc="0" normalizeH="0" baseline="0" noProof="0">
                <a:ln>
                  <a:noFill/>
                </a:ln>
                <a:solidFill>
                  <a:srgbClr val="0C314B"/>
                </a:solidFill>
                <a:effectLst/>
                <a:uLnTx/>
                <a:uFillTx/>
                <a:latin typeface="Arial" panose="020B0604020202020204" pitchFamily="34" charset="0"/>
                <a:ea typeface="Verdana" panose="020B0604030504040204" pitchFamily="34" charset="0"/>
                <a:cs typeface="Arial" panose="020B0604020202020204" pitchFamily="34" charset="0"/>
              </a:endParaRPr>
            </a:p>
          </p:txBody>
        </p:sp>
      </p:grpSp>
      <p:grpSp>
        <p:nvGrpSpPr>
          <p:cNvPr id="58" name="Group 57">
            <a:extLst>
              <a:ext uri="{FF2B5EF4-FFF2-40B4-BE49-F238E27FC236}">
                <a16:creationId xmlns:a16="http://schemas.microsoft.com/office/drawing/2014/main" id="{39F7EFA7-5B01-BE35-0F2D-07AD4A6E0367}"/>
              </a:ext>
            </a:extLst>
          </p:cNvPr>
          <p:cNvGrpSpPr/>
          <p:nvPr/>
        </p:nvGrpSpPr>
        <p:grpSpPr>
          <a:xfrm>
            <a:off x="8848395" y="5083980"/>
            <a:ext cx="302151" cy="302151"/>
            <a:chOff x="4203905" y="3643249"/>
            <a:chExt cx="502920" cy="502920"/>
          </a:xfrm>
        </p:grpSpPr>
        <p:sp>
          <p:nvSpPr>
            <p:cNvPr id="59" name="Oval 58">
              <a:extLst>
                <a:ext uri="{FF2B5EF4-FFF2-40B4-BE49-F238E27FC236}">
                  <a16:creationId xmlns:a16="http://schemas.microsoft.com/office/drawing/2014/main" id="{D315268C-F399-886D-C096-71D264AD6236}"/>
                </a:ext>
              </a:extLst>
            </p:cNvPr>
            <p:cNvSpPr>
              <a:spLocks/>
            </p:cNvSpPr>
            <p:nvPr/>
          </p:nvSpPr>
          <p:spPr>
            <a:xfrm>
              <a:off x="4203905" y="3643249"/>
              <a:ext cx="502920" cy="502920"/>
            </a:xfrm>
            <a:prstGeom prst="ellipse">
              <a:avLst/>
            </a:prstGeom>
            <a:solidFill>
              <a:srgbClr val="F3F1EE"/>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panose="020B0604020202020204" pitchFamily="34" charset="0"/>
                <a:ea typeface="Verdana" charset="0"/>
                <a:cs typeface="Arial" panose="020B0604020202020204" pitchFamily="34" charset="0"/>
              </a:endParaRPr>
            </a:p>
          </p:txBody>
        </p:sp>
        <p:sp>
          <p:nvSpPr>
            <p:cNvPr id="60" name="TextBox 59">
              <a:extLst>
                <a:ext uri="{FF2B5EF4-FFF2-40B4-BE49-F238E27FC236}">
                  <a16:creationId xmlns:a16="http://schemas.microsoft.com/office/drawing/2014/main" id="{09AD4C91-1A3C-48BC-03D2-D3E3EA59B344}"/>
                </a:ext>
              </a:extLst>
            </p:cNvPr>
            <p:cNvSpPr txBox="1"/>
            <p:nvPr/>
          </p:nvSpPr>
          <p:spPr>
            <a:xfrm>
              <a:off x="4237888" y="3686532"/>
              <a:ext cx="438111" cy="435441"/>
            </a:xfrm>
            <a:prstGeom prst="rect">
              <a:avLst/>
            </a:prstGeom>
            <a:noFill/>
            <a:ln>
              <a:noFill/>
            </a:ln>
          </p:spPr>
          <p:txBody>
            <a:bodyPr wrap="none" rtlCol="0">
              <a:spAutoFit/>
            </a:bodyPr>
            <a:lstStyle/>
            <a:p>
              <a:pPr marL="0" marR="0" lvl="0" indent="0" algn="l" defTabSz="914377" rtl="0" eaLnBrk="1" fontAlgn="auto" latinLnBrk="0" hangingPunct="1">
                <a:lnSpc>
                  <a:spcPct val="100000"/>
                </a:lnSpc>
                <a:spcBef>
                  <a:spcPts val="0"/>
                </a:spcBef>
                <a:spcAft>
                  <a:spcPts val="0"/>
                </a:spcAft>
                <a:buClr>
                  <a:srgbClr val="14A687"/>
                </a:buClr>
                <a:buSzTx/>
                <a:buFontTx/>
                <a:buNone/>
                <a:tabLst/>
                <a:defRPr/>
              </a:pPr>
              <a:r>
                <a:rPr lang="en-US" sz="1100" b="1">
                  <a:solidFill>
                    <a:srgbClr val="0C314B"/>
                  </a:solidFill>
                  <a:latin typeface="Arial" panose="020B0604020202020204" pitchFamily="34" charset="0"/>
                  <a:ea typeface="Verdana" panose="020B0604030504040204" pitchFamily="34" charset="0"/>
                  <a:cs typeface="Arial" panose="020B0604020202020204" pitchFamily="34" charset="0"/>
                </a:rPr>
                <a:t>4</a:t>
              </a:r>
              <a:endParaRPr kumimoji="0" lang="en-US" sz="1100" b="1" i="0" u="none" strike="noStrike" kern="1200" cap="none" spc="0" normalizeH="0" baseline="0" noProof="0">
                <a:ln>
                  <a:noFill/>
                </a:ln>
                <a:solidFill>
                  <a:srgbClr val="0C314B"/>
                </a:solidFill>
                <a:effectLst/>
                <a:uLnTx/>
                <a:uFillTx/>
                <a:latin typeface="Arial" panose="020B0604020202020204" pitchFamily="34" charset="0"/>
                <a:ea typeface="Verdana" panose="020B0604030504040204" pitchFamily="34" charset="0"/>
                <a:cs typeface="Arial" panose="020B0604020202020204" pitchFamily="34" charset="0"/>
              </a:endParaRPr>
            </a:p>
          </p:txBody>
        </p:sp>
      </p:grpSp>
      <p:pic>
        <p:nvPicPr>
          <p:cNvPr id="7" name="Picture 6" descr="A screenshot of a computer&#10;&#10;AI-generated content may be incorrect.">
            <a:extLst>
              <a:ext uri="{FF2B5EF4-FFF2-40B4-BE49-F238E27FC236}">
                <a16:creationId xmlns:a16="http://schemas.microsoft.com/office/drawing/2014/main" id="{21C01BDC-0366-EA68-D657-611B487335BE}"/>
              </a:ext>
            </a:extLst>
          </p:cNvPr>
          <p:cNvPicPr>
            <a:picLocks noChangeAspect="1"/>
          </p:cNvPicPr>
          <p:nvPr/>
        </p:nvPicPr>
        <p:blipFill>
          <a:blip r:embed="rId8"/>
          <a:stretch>
            <a:fillRect/>
          </a:stretch>
        </p:blipFill>
        <p:spPr>
          <a:xfrm>
            <a:off x="5862320" y="1419409"/>
            <a:ext cx="6085840" cy="3043822"/>
          </a:xfrm>
          <a:prstGeom prst="rect">
            <a:avLst/>
          </a:prstGeom>
        </p:spPr>
      </p:pic>
    </p:spTree>
    <p:extLst>
      <p:ext uri="{BB962C8B-B14F-4D97-AF65-F5344CB8AC3E}">
        <p14:creationId xmlns:p14="http://schemas.microsoft.com/office/powerpoint/2010/main" val="3006395161"/>
      </p:ext>
    </p:extLst>
  </p:cSld>
  <p:clrMapOvr>
    <a:masterClrMapping/>
  </p:clrMapOvr>
  <mc:AlternateContent xmlns:mc="http://schemas.openxmlformats.org/markup-compatibility/2006" xmlns:p14="http://schemas.microsoft.com/office/powerpoint/2010/main">
    <mc:Choice Requires="p14">
      <p:transition spd="med" p14:dur="700" advClick="0" advTm="15000">
        <p:fade/>
      </p:transition>
    </mc:Choice>
    <mc:Fallback xmlns="">
      <p:transition spd="med" advClick="0" advTm="1500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ED1BAA9-833C-5057-147E-610C09CE8970}"/>
              </a:ext>
            </a:extLst>
          </p:cNvPr>
          <p:cNvSpPr/>
          <p:nvPr/>
        </p:nvSpPr>
        <p:spPr>
          <a:xfrm>
            <a:off x="0" y="-1"/>
            <a:ext cx="5891753" cy="68580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a:solidFill>
                <a:schemeClr val="bg1"/>
              </a:solidFill>
              <a:latin typeface="Inter" panose="02000503000000020004" pitchFamily="2" charset="0"/>
              <a:ea typeface="Verdana" charset="0"/>
              <a:cs typeface="Arial" panose="020B0604020202020204" pitchFamily="34" charset="0"/>
            </a:endParaRPr>
          </a:p>
        </p:txBody>
      </p:sp>
      <p:sp>
        <p:nvSpPr>
          <p:cNvPr id="3" name="Title 1">
            <a:extLst>
              <a:ext uri="{FF2B5EF4-FFF2-40B4-BE49-F238E27FC236}">
                <a16:creationId xmlns:a16="http://schemas.microsoft.com/office/drawing/2014/main" id="{363ABCBB-F757-19DC-D8EE-536949116C55}"/>
              </a:ext>
            </a:extLst>
          </p:cNvPr>
          <p:cNvSpPr txBox="1">
            <a:spLocks/>
          </p:cNvSpPr>
          <p:nvPr/>
        </p:nvSpPr>
        <p:spPr>
          <a:xfrm>
            <a:off x="558800" y="392853"/>
            <a:ext cx="5749010" cy="451405"/>
          </a:xfrm>
          <a:prstGeom prst="rect">
            <a:avLst/>
          </a:prstGeom>
        </p:spPr>
        <p:txBody>
          <a:bodyPr lIns="0" tIns="60960" rIns="0" bIns="60960" anchor="t"/>
          <a:lstStyle>
            <a:lvl1pPr algn="l" defTabSz="1219170" rtl="0" eaLnBrk="1" latinLnBrk="0" hangingPunct="1">
              <a:spcBef>
                <a:spcPct val="0"/>
              </a:spcBef>
              <a:buNone/>
              <a:defRPr sz="2400" b="0" i="0" kern="120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pPr marL="0" marR="0" lvl="0" indent="0" algn="l" defTabSz="1219170" rtl="0" eaLnBrk="1" fontAlgn="auto" latinLnBrk="0" hangingPunct="1">
              <a:lnSpc>
                <a:spcPct val="100000"/>
              </a:lnSpc>
              <a:spcBef>
                <a:spcPct val="0"/>
              </a:spcBef>
              <a:spcAft>
                <a:spcPts val="0"/>
              </a:spcAft>
              <a:buClrTx/>
              <a:buSzTx/>
              <a:buFontTx/>
              <a:buNone/>
              <a:tabLst/>
              <a:defRPr/>
            </a:pPr>
            <a:r>
              <a:rPr kumimoji="0" lang="en-US" sz="2000" b="1" i="0" u="none" strike="noStrike" kern="1200" cap="none" spc="0" normalizeH="0" baseline="0" noProof="0">
                <a:ln>
                  <a:noFill/>
                </a:ln>
                <a:solidFill>
                  <a:srgbClr val="0A2F46"/>
                </a:solidFill>
                <a:effectLst/>
                <a:uLnTx/>
                <a:uFillTx/>
                <a:latin typeface="Arial" panose="020B0604020202020204" pitchFamily="34" charset="0"/>
                <a:ea typeface="Inter Medium" panose="02000503000000020004" pitchFamily="2" charset="0"/>
                <a:cs typeface="Arial" panose="020B0604020202020204" pitchFamily="34" charset="0"/>
              </a:rPr>
              <a:t>Anaplan </a:t>
            </a:r>
            <a:r>
              <a:rPr kumimoji="0" lang="en-GB" sz="2000" b="1" i="0" u="none" strike="noStrike" kern="1200" cap="none" spc="0" normalizeH="0" baseline="0" noProof="0">
                <a:ln>
                  <a:noFill/>
                </a:ln>
                <a:solidFill>
                  <a:srgbClr val="0A2F46"/>
                </a:solidFill>
                <a:effectLst/>
                <a:uLnTx/>
                <a:uFillTx/>
                <a:latin typeface="Arial" panose="020B0604020202020204" pitchFamily="34" charset="0"/>
                <a:ea typeface="Verdana"/>
                <a:cs typeface="Arial" panose="020B0604020202020204" pitchFamily="34" charset="0"/>
              </a:rPr>
              <a:t>Go-to-Market Planning</a:t>
            </a:r>
            <a:br>
              <a:rPr kumimoji="0" lang="en-GB" sz="2000" b="1" i="0" u="none" strike="noStrike" kern="1200" cap="none" spc="0" normalizeH="0" baseline="0" noProof="0">
                <a:ln>
                  <a:noFill/>
                </a:ln>
                <a:solidFill>
                  <a:srgbClr val="0A2F46"/>
                </a:solidFill>
                <a:effectLst/>
                <a:uLnTx/>
                <a:uFillTx/>
                <a:latin typeface="Arial" panose="020B0604020202020204" pitchFamily="34" charset="0"/>
                <a:ea typeface="Verdana"/>
                <a:cs typeface="Arial" panose="020B0604020202020204" pitchFamily="34" charset="0"/>
              </a:rPr>
            </a:br>
            <a:r>
              <a:rPr kumimoji="0" lang="en-GB" sz="2000" b="1" i="0" u="none" strike="noStrike" kern="1200" cap="none" spc="0" normalizeH="0" baseline="0" noProof="0">
                <a:ln>
                  <a:noFill/>
                </a:ln>
                <a:solidFill>
                  <a:srgbClr val="0A2F46"/>
                </a:solidFill>
                <a:effectLst/>
                <a:uLnTx/>
                <a:uFillTx/>
                <a:latin typeface="Arial" panose="020B0604020202020204" pitchFamily="34" charset="0"/>
                <a:ea typeface="Verdana"/>
                <a:cs typeface="Arial" panose="020B0604020202020204" pitchFamily="34" charset="0"/>
              </a:rPr>
              <a:t>Application Implementations</a:t>
            </a:r>
            <a:br>
              <a:rPr kumimoji="0" lang="en-GB" sz="2400" b="0" i="0" u="none" strike="noStrike" kern="1200" cap="none" spc="0" normalizeH="0" baseline="0" noProof="0">
                <a:ln>
                  <a:noFill/>
                </a:ln>
                <a:solidFill>
                  <a:srgbClr val="0A2F46"/>
                </a:solidFill>
                <a:effectLst/>
                <a:uLnTx/>
                <a:uFillTx/>
                <a:latin typeface="Arial" panose="020B0604020202020204" pitchFamily="34" charset="0"/>
                <a:ea typeface="Verdana" panose="020B0604030504040204" pitchFamily="34" charset="0"/>
                <a:cs typeface="Arial" panose="020B0604020202020204" pitchFamily="34" charset="0"/>
              </a:rPr>
            </a:br>
            <a:r>
              <a:rPr kumimoji="0" lang="en-US" sz="1600" b="0" i="0" u="none" strike="noStrike" kern="1200" cap="none" spc="0" normalizeH="0" baseline="0" noProof="0">
                <a:ln>
                  <a:noFill/>
                </a:ln>
                <a:solidFill>
                  <a:schemeClr val="accent1"/>
                </a:solidFill>
                <a:effectLst/>
                <a:uLnTx/>
                <a:uFillTx/>
                <a:latin typeface="Arial" panose="020B0604020202020204" pitchFamily="34" charset="0"/>
                <a:ea typeface="Verdana"/>
                <a:cs typeface="Arial" panose="020B0604020202020204" pitchFamily="34" charset="0"/>
              </a:rPr>
              <a:t>3-step implementation: Configure. Extend. Deploy.</a:t>
            </a:r>
            <a:endParaRPr kumimoji="0" lang="en-GB" sz="1600" b="0" i="0" u="none" strike="noStrike" kern="1200" cap="none" spc="0" normalizeH="0" baseline="0" noProof="0">
              <a:ln>
                <a:noFill/>
              </a:ln>
              <a:solidFill>
                <a:schemeClr val="accent1"/>
              </a:solidFill>
              <a:effectLst/>
              <a:uLnTx/>
              <a:uFillTx/>
              <a:latin typeface="Arial" panose="020B0604020202020204" pitchFamily="34" charset="0"/>
              <a:ea typeface="Verdana" panose="020B0604030504040204" pitchFamily="34" charset="0"/>
              <a:cs typeface="Arial" panose="020B0604020202020204" pitchFamily="34" charset="0"/>
            </a:endParaRPr>
          </a:p>
        </p:txBody>
      </p:sp>
      <p:sp>
        <p:nvSpPr>
          <p:cNvPr id="4" name="Rounded Rectangle 3">
            <a:extLst>
              <a:ext uri="{FF2B5EF4-FFF2-40B4-BE49-F238E27FC236}">
                <a16:creationId xmlns:a16="http://schemas.microsoft.com/office/drawing/2014/main" id="{D0814B5B-2B20-1BE4-00C5-C62135F2C0F7}"/>
              </a:ext>
            </a:extLst>
          </p:cNvPr>
          <p:cNvSpPr/>
          <p:nvPr/>
        </p:nvSpPr>
        <p:spPr>
          <a:xfrm>
            <a:off x="506981" y="2111297"/>
            <a:ext cx="1515848" cy="451405"/>
          </a:xfrm>
          <a:prstGeom prst="roundRect">
            <a:avLst/>
          </a:prstGeom>
          <a:solidFill>
            <a:srgbClr val="FFFFFF"/>
          </a:solidFill>
          <a:ln w="12700" cap="flat" cmpd="sng" algn="ctr">
            <a:solidFill>
              <a:srgbClr val="0C314B"/>
            </a:solidFill>
            <a:prstDash val="solid"/>
          </a:ln>
          <a:effectLst/>
        </p:spPr>
        <p:txBody>
          <a:bodyPr rtlCol="0" anchor="ctr"/>
          <a:lstStyle/>
          <a:p>
            <a:pPr marL="0" marR="0" lvl="0" indent="0" algn="ctr" defTabSz="121914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Arial" panose="020B0604020202020204"/>
                <a:ea typeface="Verdana" panose="020B0604030504040204" pitchFamily="34" charset="0"/>
                <a:cs typeface="Arial" panose="020B0604020202020204" pitchFamily="34" charset="0"/>
              </a:rPr>
              <a:t>Configure</a:t>
            </a:r>
          </a:p>
        </p:txBody>
      </p:sp>
      <p:sp>
        <p:nvSpPr>
          <p:cNvPr id="5" name="Rounded Rectangle 4">
            <a:extLst>
              <a:ext uri="{FF2B5EF4-FFF2-40B4-BE49-F238E27FC236}">
                <a16:creationId xmlns:a16="http://schemas.microsoft.com/office/drawing/2014/main" id="{001FEF9C-B216-908D-7C92-38FF793A2EB1}"/>
              </a:ext>
            </a:extLst>
          </p:cNvPr>
          <p:cNvSpPr/>
          <p:nvPr/>
        </p:nvSpPr>
        <p:spPr>
          <a:xfrm>
            <a:off x="495031" y="3498953"/>
            <a:ext cx="1515848" cy="451405"/>
          </a:xfrm>
          <a:prstGeom prst="roundRect">
            <a:avLst/>
          </a:prstGeom>
          <a:solidFill>
            <a:srgbClr val="FFFFFF"/>
          </a:solidFill>
          <a:ln w="12700" cap="flat" cmpd="sng" algn="ctr">
            <a:solidFill>
              <a:srgbClr val="0C314B"/>
            </a:solidFill>
            <a:prstDash val="solid"/>
          </a:ln>
          <a:effectLst/>
        </p:spPr>
        <p:txBody>
          <a:bodyPr rtlCol="0" anchor="ctr"/>
          <a:lstStyle/>
          <a:p>
            <a:pPr marL="0" marR="0" lvl="0" indent="0" algn="ctr" defTabSz="121914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Arial" panose="020B0604020202020204"/>
                <a:ea typeface="Verdana" panose="020B0604030504040204" pitchFamily="34" charset="0"/>
                <a:cs typeface="Arial" panose="020B0604020202020204" pitchFamily="34" charset="0"/>
              </a:rPr>
              <a:t>Extend</a:t>
            </a:r>
          </a:p>
        </p:txBody>
      </p:sp>
      <p:sp>
        <p:nvSpPr>
          <p:cNvPr id="6" name="Rounded Rectangle 5">
            <a:extLst>
              <a:ext uri="{FF2B5EF4-FFF2-40B4-BE49-F238E27FC236}">
                <a16:creationId xmlns:a16="http://schemas.microsoft.com/office/drawing/2014/main" id="{9B6B784A-C1FE-4A73-8EEF-60F52E1C02D4}"/>
              </a:ext>
            </a:extLst>
          </p:cNvPr>
          <p:cNvSpPr/>
          <p:nvPr/>
        </p:nvSpPr>
        <p:spPr>
          <a:xfrm>
            <a:off x="492267" y="4895019"/>
            <a:ext cx="1515848" cy="451405"/>
          </a:xfrm>
          <a:prstGeom prst="roundRect">
            <a:avLst/>
          </a:prstGeom>
          <a:solidFill>
            <a:srgbClr val="FFFFFF"/>
          </a:solidFill>
          <a:ln w="12700" cap="flat" cmpd="sng" algn="ctr">
            <a:solidFill>
              <a:srgbClr val="0C314B"/>
            </a:solidFill>
            <a:prstDash val="solid"/>
          </a:ln>
          <a:effectLst/>
        </p:spPr>
        <p:txBody>
          <a:bodyPr rtlCol="0" anchor="ctr"/>
          <a:lstStyle/>
          <a:p>
            <a:pPr marL="0" marR="0" lvl="0" indent="0" algn="ctr" defTabSz="121914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Arial" panose="020B0604020202020204"/>
                <a:ea typeface="Verdana" panose="020B0604030504040204" pitchFamily="34" charset="0"/>
                <a:cs typeface="Arial" panose="020B0604020202020204" pitchFamily="34" charset="0"/>
              </a:rPr>
              <a:t>Deploy</a:t>
            </a:r>
          </a:p>
        </p:txBody>
      </p:sp>
      <p:sp>
        <p:nvSpPr>
          <p:cNvPr id="7" name="TextBox 6">
            <a:extLst>
              <a:ext uri="{FF2B5EF4-FFF2-40B4-BE49-F238E27FC236}">
                <a16:creationId xmlns:a16="http://schemas.microsoft.com/office/drawing/2014/main" id="{D193EA40-960C-E837-D26B-FE79324964A7}"/>
              </a:ext>
            </a:extLst>
          </p:cNvPr>
          <p:cNvSpPr txBox="1"/>
          <p:nvPr/>
        </p:nvSpPr>
        <p:spPr>
          <a:xfrm>
            <a:off x="2173972" y="1859101"/>
            <a:ext cx="3320596" cy="1275093"/>
          </a:xfrm>
          <a:prstGeom prst="rect">
            <a:avLst/>
          </a:prstGeom>
          <a:noFill/>
        </p:spPr>
        <p:txBody>
          <a:bodyPr wrap="square">
            <a:spAutoFit/>
          </a:bodyPr>
          <a:lstStyle/>
          <a:p>
            <a:pPr>
              <a:defRPr/>
            </a:pPr>
            <a:br>
              <a:rPr lang="en-US" sz="1093">
                <a:solidFill>
                  <a:srgbClr val="0A2F46"/>
                </a:solidFill>
                <a:cs typeface="Arial" panose="020B0604020202020204" pitchFamily="34" charset="0"/>
              </a:rPr>
            </a:br>
            <a:r>
              <a:rPr lang="en-US" sz="1100">
                <a:solidFill>
                  <a:srgbClr val="0A2F46"/>
                </a:solidFill>
                <a:cs typeface="Arial" panose="020B0604020202020204" pitchFamily="34" charset="0"/>
              </a:rPr>
              <a:t>Start with a guided setup that builds your model and UX automatically, based on structured inputs about your hierarchies, data, naming conventions, and GTM logic. Your planning foundation is purpose-built from day one. </a:t>
            </a:r>
            <a:br>
              <a:rPr lang="en-US" sz="1093">
                <a:solidFill>
                  <a:srgbClr val="0A2F46"/>
                </a:solidFill>
                <a:cs typeface="Arial" panose="020B0604020202020204" pitchFamily="34" charset="0"/>
              </a:rPr>
            </a:br>
            <a:endParaRPr lang="en-US" sz="1093">
              <a:solidFill>
                <a:srgbClr val="0A2F46"/>
              </a:solidFill>
              <a:cs typeface="Arial" panose="020B0604020202020204" pitchFamily="34" charset="0"/>
            </a:endParaRPr>
          </a:p>
        </p:txBody>
      </p:sp>
      <p:sp>
        <p:nvSpPr>
          <p:cNvPr id="8" name="TextBox 7">
            <a:extLst>
              <a:ext uri="{FF2B5EF4-FFF2-40B4-BE49-F238E27FC236}">
                <a16:creationId xmlns:a16="http://schemas.microsoft.com/office/drawing/2014/main" id="{57FFB5E8-4871-5B37-DF3C-98E8B47FAA0C}"/>
              </a:ext>
            </a:extLst>
          </p:cNvPr>
          <p:cNvSpPr txBox="1"/>
          <p:nvPr/>
        </p:nvSpPr>
        <p:spPr>
          <a:xfrm>
            <a:off x="2173972" y="3428999"/>
            <a:ext cx="3320596" cy="767261"/>
          </a:xfrm>
          <a:prstGeom prst="rect">
            <a:avLst/>
          </a:prstGeom>
          <a:noFill/>
        </p:spPr>
        <p:txBody>
          <a:bodyPr wrap="square">
            <a:spAutoFit/>
          </a:bodyPr>
          <a:lstStyle/>
          <a:p>
            <a:pPr>
              <a:defRPr/>
            </a:pPr>
            <a:r>
              <a:rPr lang="en-US" sz="1100">
                <a:solidFill>
                  <a:srgbClr val="0A2F46"/>
                </a:solidFill>
                <a:cs typeface="Arial" panose="020B0604020202020204" pitchFamily="34" charset="0"/>
              </a:rPr>
              <a:t>Adapt and expand the application to reflect your business’s unique needs.</a:t>
            </a:r>
            <a:r>
              <a:rPr lang="en-US" sz="1093">
                <a:solidFill>
                  <a:srgbClr val="0A2F46"/>
                </a:solidFill>
                <a:cs typeface="Arial" panose="020B0604020202020204" pitchFamily="34" charset="0"/>
              </a:rPr>
              <a:t> Leverage the power of Anaplan’s flexible modeling platform to make the</a:t>
            </a:r>
            <a:br>
              <a:rPr lang="en-US" sz="1093">
                <a:solidFill>
                  <a:srgbClr val="0A2F46"/>
                </a:solidFill>
                <a:cs typeface="Arial" panose="020B0604020202020204" pitchFamily="34" charset="0"/>
              </a:rPr>
            </a:br>
            <a:r>
              <a:rPr lang="en-US" sz="1093">
                <a:solidFill>
                  <a:srgbClr val="0A2F46"/>
                </a:solidFill>
                <a:cs typeface="Arial" panose="020B0604020202020204" pitchFamily="34" charset="0"/>
              </a:rPr>
              <a:t>app your own, without starting from scratch.</a:t>
            </a:r>
          </a:p>
        </p:txBody>
      </p:sp>
      <p:sp>
        <p:nvSpPr>
          <p:cNvPr id="9" name="TextBox 8">
            <a:extLst>
              <a:ext uri="{FF2B5EF4-FFF2-40B4-BE49-F238E27FC236}">
                <a16:creationId xmlns:a16="http://schemas.microsoft.com/office/drawing/2014/main" id="{013217C6-A987-6FE1-01FC-178A4A7182EB}"/>
              </a:ext>
            </a:extLst>
          </p:cNvPr>
          <p:cNvSpPr txBox="1"/>
          <p:nvPr/>
        </p:nvSpPr>
        <p:spPr>
          <a:xfrm>
            <a:off x="2173972" y="4876877"/>
            <a:ext cx="3320596" cy="1275093"/>
          </a:xfrm>
          <a:prstGeom prst="rect">
            <a:avLst/>
          </a:prstGeom>
          <a:noFill/>
        </p:spPr>
        <p:txBody>
          <a:bodyPr wrap="square">
            <a:spAutoFit/>
          </a:bodyPr>
          <a:lstStyle/>
          <a:p>
            <a:pPr>
              <a:defRPr/>
            </a:pPr>
            <a:r>
              <a:rPr lang="en-US" sz="1100">
                <a:solidFill>
                  <a:srgbClr val="0A2F46"/>
                </a:solidFill>
                <a:cs typeface="Arial" panose="020B0604020202020204" pitchFamily="34" charset="0"/>
              </a:rPr>
              <a:t>Move quickly into testing and rollout. This accelerated path to deployment helps you capture value sooner, with built-in best practices and a launchpad for future expansion across your business, </a:t>
            </a:r>
            <a:r>
              <a:rPr lang="en-US" sz="1093">
                <a:solidFill>
                  <a:srgbClr val="0A2F46"/>
                </a:solidFill>
                <a:cs typeface="Arial" panose="020B0604020202020204" pitchFamily="34" charset="0"/>
              </a:rPr>
              <a:t>ready to evolve alongside your business with additional Anaplan applications or purpose-built extensions.</a:t>
            </a:r>
          </a:p>
        </p:txBody>
      </p:sp>
      <p:cxnSp>
        <p:nvCxnSpPr>
          <p:cNvPr id="10" name="Straight Arrow Connector 9">
            <a:extLst>
              <a:ext uri="{FF2B5EF4-FFF2-40B4-BE49-F238E27FC236}">
                <a16:creationId xmlns:a16="http://schemas.microsoft.com/office/drawing/2014/main" id="{36C1D865-D56C-E824-FE45-098FF1702A49}"/>
              </a:ext>
            </a:extLst>
          </p:cNvPr>
          <p:cNvCxnSpPr>
            <a:cxnSpLocks/>
          </p:cNvCxnSpPr>
          <p:nvPr/>
        </p:nvCxnSpPr>
        <p:spPr>
          <a:xfrm>
            <a:off x="1249003" y="2727137"/>
            <a:ext cx="0" cy="575661"/>
          </a:xfrm>
          <a:prstGeom prst="straightConnector1">
            <a:avLst/>
          </a:prstGeom>
          <a:noFill/>
          <a:ln w="25400" cap="rnd" cmpd="sng" algn="ctr">
            <a:gradFill>
              <a:gsLst>
                <a:gs pos="0">
                  <a:srgbClr val="FF6100"/>
                </a:gs>
                <a:gs pos="100000">
                  <a:srgbClr val="FF6100"/>
                </a:gs>
              </a:gsLst>
              <a:lin ang="0" scaled="0"/>
            </a:gradFill>
            <a:prstDash val="solid"/>
            <a:headEnd type="none"/>
            <a:tailEnd type="triangle"/>
          </a:ln>
          <a:effectLst/>
        </p:spPr>
      </p:cxnSp>
      <p:cxnSp>
        <p:nvCxnSpPr>
          <p:cNvPr id="21" name="Straight Arrow Connector 20">
            <a:extLst>
              <a:ext uri="{FF2B5EF4-FFF2-40B4-BE49-F238E27FC236}">
                <a16:creationId xmlns:a16="http://schemas.microsoft.com/office/drawing/2014/main" id="{6F086640-7764-7169-5B2E-8ABD5B7D6F0B}"/>
              </a:ext>
            </a:extLst>
          </p:cNvPr>
          <p:cNvCxnSpPr>
            <a:cxnSpLocks/>
          </p:cNvCxnSpPr>
          <p:nvPr/>
        </p:nvCxnSpPr>
        <p:spPr>
          <a:xfrm>
            <a:off x="1249003" y="4146513"/>
            <a:ext cx="0" cy="575661"/>
          </a:xfrm>
          <a:prstGeom prst="straightConnector1">
            <a:avLst/>
          </a:prstGeom>
          <a:noFill/>
          <a:ln w="25400" cap="rnd" cmpd="sng" algn="ctr">
            <a:gradFill>
              <a:gsLst>
                <a:gs pos="0">
                  <a:srgbClr val="FF6100"/>
                </a:gs>
                <a:gs pos="100000">
                  <a:srgbClr val="FF6100"/>
                </a:gs>
              </a:gsLst>
              <a:lin ang="0" scaled="0"/>
            </a:gradFill>
            <a:prstDash val="solid"/>
            <a:headEnd type="none"/>
            <a:tailEnd type="triangle"/>
          </a:ln>
          <a:effectLst/>
        </p:spPr>
      </p:cxnSp>
      <p:pic>
        <p:nvPicPr>
          <p:cNvPr id="36" name="Picture 35" descr="A screenshot of a computer&#10;&#10;AI-generated content may be incorrect.">
            <a:extLst>
              <a:ext uri="{FF2B5EF4-FFF2-40B4-BE49-F238E27FC236}">
                <a16:creationId xmlns:a16="http://schemas.microsoft.com/office/drawing/2014/main" id="{2B34808C-DC43-C330-403B-E50D81B242D3}"/>
              </a:ext>
            </a:extLst>
          </p:cNvPr>
          <p:cNvPicPr>
            <a:picLocks noChangeAspect="1"/>
          </p:cNvPicPr>
          <p:nvPr/>
        </p:nvPicPr>
        <p:blipFill>
          <a:blip r:embed="rId2"/>
          <a:stretch>
            <a:fillRect/>
          </a:stretch>
        </p:blipFill>
        <p:spPr>
          <a:xfrm>
            <a:off x="6604000" y="159569"/>
            <a:ext cx="4805680" cy="2342782"/>
          </a:xfrm>
          <a:prstGeom prst="rect">
            <a:avLst/>
          </a:prstGeom>
        </p:spPr>
      </p:pic>
      <p:pic>
        <p:nvPicPr>
          <p:cNvPr id="38" name="Picture 37" descr="A screenshot of a computer&#10;&#10;AI-generated content may be incorrect.">
            <a:extLst>
              <a:ext uri="{FF2B5EF4-FFF2-40B4-BE49-F238E27FC236}">
                <a16:creationId xmlns:a16="http://schemas.microsoft.com/office/drawing/2014/main" id="{3D76777B-B0BD-EB4C-5BEF-C320B90F32D1}"/>
              </a:ext>
            </a:extLst>
          </p:cNvPr>
          <p:cNvPicPr>
            <a:picLocks noChangeAspect="1"/>
          </p:cNvPicPr>
          <p:nvPr/>
        </p:nvPicPr>
        <p:blipFill>
          <a:blip r:embed="rId3"/>
          <a:stretch>
            <a:fillRect/>
          </a:stretch>
        </p:blipFill>
        <p:spPr>
          <a:xfrm>
            <a:off x="6098650" y="2660071"/>
            <a:ext cx="2694609" cy="1682748"/>
          </a:xfrm>
          <a:prstGeom prst="rect">
            <a:avLst/>
          </a:prstGeom>
        </p:spPr>
      </p:pic>
      <p:pic>
        <p:nvPicPr>
          <p:cNvPr id="40" name="Picture 39" descr="A screenshot of a computer&#10;&#10;AI-generated content may be incorrect.">
            <a:extLst>
              <a:ext uri="{FF2B5EF4-FFF2-40B4-BE49-F238E27FC236}">
                <a16:creationId xmlns:a16="http://schemas.microsoft.com/office/drawing/2014/main" id="{757139E6-F169-9798-8BA2-56ADD59FF295}"/>
              </a:ext>
            </a:extLst>
          </p:cNvPr>
          <p:cNvPicPr>
            <a:picLocks noChangeAspect="1"/>
          </p:cNvPicPr>
          <p:nvPr/>
        </p:nvPicPr>
        <p:blipFill>
          <a:blip r:embed="rId4"/>
          <a:stretch>
            <a:fillRect/>
          </a:stretch>
        </p:blipFill>
        <p:spPr>
          <a:xfrm>
            <a:off x="9004409" y="2713222"/>
            <a:ext cx="2704771" cy="1667887"/>
          </a:xfrm>
          <a:prstGeom prst="rect">
            <a:avLst/>
          </a:prstGeom>
        </p:spPr>
      </p:pic>
      <p:pic>
        <p:nvPicPr>
          <p:cNvPr id="42" name="Picture 41" descr="A screenshot of a computer&#10;&#10;AI-generated content may be incorrect.">
            <a:extLst>
              <a:ext uri="{FF2B5EF4-FFF2-40B4-BE49-F238E27FC236}">
                <a16:creationId xmlns:a16="http://schemas.microsoft.com/office/drawing/2014/main" id="{FE7E5AFC-277E-3E92-86F5-D1C7DB2DE302}"/>
              </a:ext>
            </a:extLst>
          </p:cNvPr>
          <p:cNvPicPr>
            <a:picLocks noChangeAspect="1"/>
          </p:cNvPicPr>
          <p:nvPr/>
        </p:nvPicPr>
        <p:blipFill>
          <a:blip r:embed="rId5"/>
          <a:stretch>
            <a:fillRect/>
          </a:stretch>
        </p:blipFill>
        <p:spPr>
          <a:xfrm>
            <a:off x="6096000" y="4627235"/>
            <a:ext cx="2692400" cy="1769130"/>
          </a:xfrm>
          <a:prstGeom prst="rect">
            <a:avLst/>
          </a:prstGeom>
        </p:spPr>
      </p:pic>
      <p:pic>
        <p:nvPicPr>
          <p:cNvPr id="44" name="Picture 43" descr="A screenshot of a computer&#10;&#10;AI-generated content may be incorrect.">
            <a:extLst>
              <a:ext uri="{FF2B5EF4-FFF2-40B4-BE49-F238E27FC236}">
                <a16:creationId xmlns:a16="http://schemas.microsoft.com/office/drawing/2014/main" id="{F6E3211D-2868-679B-E444-2D187383B7E5}"/>
              </a:ext>
            </a:extLst>
          </p:cNvPr>
          <p:cNvPicPr>
            <a:picLocks noChangeAspect="1"/>
          </p:cNvPicPr>
          <p:nvPr/>
        </p:nvPicPr>
        <p:blipFill>
          <a:blip r:embed="rId6"/>
          <a:stretch>
            <a:fillRect/>
          </a:stretch>
        </p:blipFill>
        <p:spPr>
          <a:xfrm>
            <a:off x="9001760" y="4627808"/>
            <a:ext cx="2702560" cy="1767983"/>
          </a:xfrm>
          <a:prstGeom prst="rect">
            <a:avLst/>
          </a:prstGeom>
        </p:spPr>
      </p:pic>
    </p:spTree>
    <p:extLst>
      <p:ext uri="{BB962C8B-B14F-4D97-AF65-F5344CB8AC3E}">
        <p14:creationId xmlns:p14="http://schemas.microsoft.com/office/powerpoint/2010/main" val="34542937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5C9800-2F87-EFE4-FCBE-CB6EB07096FC}"/>
              </a:ext>
            </a:extLst>
          </p:cNvPr>
          <p:cNvSpPr>
            <a:spLocks noGrp="1"/>
          </p:cNvSpPr>
          <p:nvPr>
            <p:ph type="title"/>
          </p:nvPr>
        </p:nvSpPr>
        <p:spPr>
          <a:xfrm>
            <a:off x="1018036" y="3536015"/>
            <a:ext cx="6277814" cy="2117424"/>
          </a:xfrm>
        </p:spPr>
        <p:txBody>
          <a:bodyPr lIns="0" tIns="45720" rIns="0" bIns="45720" anchor="t"/>
          <a:lstStyle/>
          <a:p>
            <a:r>
              <a:rPr lang="en-US" sz="4250">
                <a:latin typeface="Arial"/>
                <a:cs typeface="Arial"/>
              </a:rPr>
              <a:t>Process and </a:t>
            </a:r>
            <a:br>
              <a:rPr lang="en-US" sz="4250">
                <a:latin typeface="Arial"/>
                <a:cs typeface="Arial"/>
              </a:rPr>
            </a:br>
            <a:r>
              <a:rPr lang="en-US" sz="4250">
                <a:latin typeface="Arial"/>
                <a:cs typeface="Arial"/>
              </a:rPr>
              <a:t>configurable elements</a:t>
            </a:r>
          </a:p>
        </p:txBody>
      </p:sp>
      <p:sp>
        <p:nvSpPr>
          <p:cNvPr id="3" name="Text Placeholder 2">
            <a:extLst>
              <a:ext uri="{FF2B5EF4-FFF2-40B4-BE49-F238E27FC236}">
                <a16:creationId xmlns:a16="http://schemas.microsoft.com/office/drawing/2014/main" id="{C61AB046-3307-7487-01E9-CAEC127AEE52}"/>
              </a:ext>
            </a:extLst>
          </p:cNvPr>
          <p:cNvSpPr>
            <a:spLocks noGrp="1"/>
          </p:cNvSpPr>
          <p:nvPr>
            <p:ph type="body" sz="quarter" idx="10"/>
          </p:nvPr>
        </p:nvSpPr>
        <p:spPr/>
        <p:txBody>
          <a:bodyPr lIns="0" tIns="45720" rIns="91440" bIns="45720" anchor="b"/>
          <a:lstStyle/>
          <a:p>
            <a:r>
              <a:rPr lang="en-US">
                <a:latin typeface="Arial"/>
                <a:cs typeface="Arial"/>
              </a:rPr>
              <a:t>Section 2</a:t>
            </a:r>
            <a:endParaRPr lang="en-US"/>
          </a:p>
        </p:txBody>
      </p:sp>
    </p:spTree>
    <p:extLst>
      <p:ext uri="{BB962C8B-B14F-4D97-AF65-F5344CB8AC3E}">
        <p14:creationId xmlns:p14="http://schemas.microsoft.com/office/powerpoint/2010/main" val="29199535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8" name="Rectangle: Rounded Corners 27">
            <a:extLst>
              <a:ext uri="{FF2B5EF4-FFF2-40B4-BE49-F238E27FC236}">
                <a16:creationId xmlns:a16="http://schemas.microsoft.com/office/drawing/2014/main" id="{A6477DC6-8108-049F-A2B7-CFE19038069B}"/>
              </a:ext>
            </a:extLst>
          </p:cNvPr>
          <p:cNvSpPr/>
          <p:nvPr/>
        </p:nvSpPr>
        <p:spPr>
          <a:xfrm>
            <a:off x="3725486" y="616418"/>
            <a:ext cx="8014696" cy="6038241"/>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rgbClr val="F2F1EE"/>
              </a:solidFill>
              <a:latin typeface="Arial" panose="020B0604020202020204" pitchFamily="34" charset="0"/>
              <a:ea typeface="Verdana" charset="0"/>
              <a:cs typeface="Arial" panose="020B0604020202020204" pitchFamily="34" charset="0"/>
            </a:endParaRPr>
          </a:p>
        </p:txBody>
      </p:sp>
      <p:sp>
        <p:nvSpPr>
          <p:cNvPr id="16" name="Title 1">
            <a:extLst>
              <a:ext uri="{FF2B5EF4-FFF2-40B4-BE49-F238E27FC236}">
                <a16:creationId xmlns:a16="http://schemas.microsoft.com/office/drawing/2014/main" id="{CF9DEFDA-FE17-95FF-4519-97D784ED15B3}"/>
              </a:ext>
            </a:extLst>
          </p:cNvPr>
          <p:cNvSpPr txBox="1">
            <a:spLocks/>
          </p:cNvSpPr>
          <p:nvPr/>
        </p:nvSpPr>
        <p:spPr>
          <a:xfrm>
            <a:off x="339215" y="193585"/>
            <a:ext cx="10983484" cy="836947"/>
          </a:xfrm>
          <a:prstGeom prst="rect">
            <a:avLst/>
          </a:prstGeom>
        </p:spPr>
        <p:txBody>
          <a:bodyPr lIns="0" tIns="60960" rIns="0" bIns="60960" anchor="t"/>
          <a:lstStyle>
            <a:lvl1pPr algn="l" defTabSz="1219170" rtl="0" eaLnBrk="1" latinLnBrk="0" hangingPunct="1">
              <a:spcBef>
                <a:spcPct val="0"/>
              </a:spcBef>
              <a:buNone/>
              <a:defRPr sz="2400" b="1" i="0" kern="1200">
                <a:solidFill>
                  <a:schemeClr val="bg2"/>
                </a:solidFill>
                <a:latin typeface="Arial" panose="020B0604020202020204" pitchFamily="34" charset="0"/>
                <a:ea typeface="Verdana" charset="0"/>
                <a:cs typeface="Arial" panose="020B0604020202020204" pitchFamily="34" charset="0"/>
              </a:defRPr>
            </a:lvl1pPr>
          </a:lstStyle>
          <a:p>
            <a:r>
              <a:rPr lang="en-GB" b="0">
                <a:solidFill>
                  <a:schemeClr val="tx2"/>
                </a:solidFill>
                <a:latin typeface="Arial"/>
                <a:ea typeface="Verdana"/>
                <a:cs typeface="Arial"/>
              </a:rPr>
              <a:t>Sales Forecast Planning framework</a:t>
            </a:r>
            <a:endParaRPr lang="en-GB">
              <a:solidFill>
                <a:schemeClr val="tx2"/>
              </a:solidFill>
              <a:ea typeface="Verdana"/>
            </a:endParaRPr>
          </a:p>
        </p:txBody>
      </p:sp>
      <p:sp>
        <p:nvSpPr>
          <p:cNvPr id="2" name="Cylinder 1">
            <a:extLst>
              <a:ext uri="{FF2B5EF4-FFF2-40B4-BE49-F238E27FC236}">
                <a16:creationId xmlns:a16="http://schemas.microsoft.com/office/drawing/2014/main" id="{98316B92-7CE3-BC7D-08F8-C16CDEE3C2BA}"/>
              </a:ext>
            </a:extLst>
          </p:cNvPr>
          <p:cNvSpPr/>
          <p:nvPr/>
        </p:nvSpPr>
        <p:spPr>
          <a:xfrm rot="5400000">
            <a:off x="2351879" y="2242625"/>
            <a:ext cx="857534" cy="1079673"/>
          </a:xfrm>
          <a:prstGeom prst="can">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bg1"/>
              </a:solidFill>
              <a:latin typeface="Arial" panose="020B0604020202020204" pitchFamily="34" charset="0"/>
              <a:ea typeface="Verdana" charset="0"/>
              <a:cs typeface="Arial" panose="020B0604020202020204" pitchFamily="34" charset="0"/>
            </a:endParaRPr>
          </a:p>
        </p:txBody>
      </p:sp>
      <p:sp>
        <p:nvSpPr>
          <p:cNvPr id="10" name="TextBox 9">
            <a:extLst>
              <a:ext uri="{FF2B5EF4-FFF2-40B4-BE49-F238E27FC236}">
                <a16:creationId xmlns:a16="http://schemas.microsoft.com/office/drawing/2014/main" id="{A8EC90F2-E482-65AC-7BD4-089FCFA96CA7}"/>
              </a:ext>
            </a:extLst>
          </p:cNvPr>
          <p:cNvSpPr txBox="1"/>
          <p:nvPr/>
        </p:nvSpPr>
        <p:spPr>
          <a:xfrm>
            <a:off x="2402204" y="2616974"/>
            <a:ext cx="784086" cy="307777"/>
          </a:xfrm>
          <a:prstGeom prst="rect">
            <a:avLst/>
          </a:prstGeom>
          <a:noFill/>
        </p:spPr>
        <p:txBody>
          <a:bodyPr rot="0" spcFirstLastPara="0" vertOverflow="overflow" horzOverflow="overflow" vert="horz" wrap="square" lIns="0" tIns="45720" rIns="91440" bIns="45720" numCol="1" spcCol="0" rtlCol="0" fromWordArt="0" anchor="t" anchorCtr="0" forceAA="0" compatLnSpc="1">
            <a:prstTxWarp prst="textNoShape">
              <a:avLst/>
            </a:prstTxWarp>
            <a:spAutoFit/>
          </a:bodyPr>
          <a:lstStyle/>
          <a:p>
            <a:pPr algn="l">
              <a:buClrTx/>
            </a:pPr>
            <a:r>
              <a:rPr lang="en-US" sz="1400" b="1">
                <a:solidFill>
                  <a:schemeClr val="tx2"/>
                </a:solidFill>
                <a:latin typeface="Arial"/>
                <a:ea typeface="Inter Light" panose="02000503000000020004" pitchFamily="2" charset="0"/>
                <a:cs typeface="Arial"/>
              </a:rPr>
              <a:t>ADO</a:t>
            </a:r>
          </a:p>
        </p:txBody>
      </p:sp>
      <p:sp>
        <p:nvSpPr>
          <p:cNvPr id="15" name="Rectangle: Rounded Corners 14">
            <a:extLst>
              <a:ext uri="{FF2B5EF4-FFF2-40B4-BE49-F238E27FC236}">
                <a16:creationId xmlns:a16="http://schemas.microsoft.com/office/drawing/2014/main" id="{52E8B2CC-88E2-D6A2-5F46-CAA014224213}"/>
              </a:ext>
            </a:extLst>
          </p:cNvPr>
          <p:cNvSpPr/>
          <p:nvPr/>
        </p:nvSpPr>
        <p:spPr>
          <a:xfrm>
            <a:off x="3947767" y="1015723"/>
            <a:ext cx="2417638" cy="4437711"/>
          </a:xfrm>
          <a:prstGeom prst="roundRect">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bg1"/>
              </a:solidFill>
              <a:latin typeface="Arial" panose="020B0604020202020204" pitchFamily="34" charset="0"/>
              <a:ea typeface="Verdana" charset="0"/>
              <a:cs typeface="Arial" panose="020B0604020202020204" pitchFamily="34" charset="0"/>
            </a:endParaRPr>
          </a:p>
        </p:txBody>
      </p:sp>
      <p:sp>
        <p:nvSpPr>
          <p:cNvPr id="17" name="Rectangle: Rounded Corners 16">
            <a:extLst>
              <a:ext uri="{FF2B5EF4-FFF2-40B4-BE49-F238E27FC236}">
                <a16:creationId xmlns:a16="http://schemas.microsoft.com/office/drawing/2014/main" id="{B24BFC3E-4C82-A53C-D934-E196A0EA9DE1}"/>
              </a:ext>
            </a:extLst>
          </p:cNvPr>
          <p:cNvSpPr/>
          <p:nvPr/>
        </p:nvSpPr>
        <p:spPr>
          <a:xfrm>
            <a:off x="6620289" y="1037810"/>
            <a:ext cx="2417638" cy="4437711"/>
          </a:xfrm>
          <a:prstGeom prst="roundRect">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bg1"/>
              </a:solidFill>
              <a:latin typeface="Arial" panose="020B0604020202020204" pitchFamily="34" charset="0"/>
              <a:ea typeface="Verdana" charset="0"/>
              <a:cs typeface="Arial" panose="020B0604020202020204" pitchFamily="34" charset="0"/>
            </a:endParaRPr>
          </a:p>
        </p:txBody>
      </p:sp>
      <p:sp>
        <p:nvSpPr>
          <p:cNvPr id="18" name="Rectangle: Rounded Corners 17">
            <a:extLst>
              <a:ext uri="{FF2B5EF4-FFF2-40B4-BE49-F238E27FC236}">
                <a16:creationId xmlns:a16="http://schemas.microsoft.com/office/drawing/2014/main" id="{40BB0DD7-AFDD-CBE3-ED12-814BA890364B}"/>
              </a:ext>
            </a:extLst>
          </p:cNvPr>
          <p:cNvSpPr/>
          <p:nvPr/>
        </p:nvSpPr>
        <p:spPr>
          <a:xfrm>
            <a:off x="9226551" y="1037810"/>
            <a:ext cx="2417638" cy="4437711"/>
          </a:xfrm>
          <a:prstGeom prst="roundRect">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bg1"/>
              </a:solidFill>
              <a:latin typeface="Arial" panose="020B0604020202020204" pitchFamily="34" charset="0"/>
              <a:ea typeface="Verdana" charset="0"/>
              <a:cs typeface="Arial" panose="020B0604020202020204" pitchFamily="34" charset="0"/>
            </a:endParaRPr>
          </a:p>
        </p:txBody>
      </p:sp>
      <p:sp>
        <p:nvSpPr>
          <p:cNvPr id="22" name="TextBox 21">
            <a:extLst>
              <a:ext uri="{FF2B5EF4-FFF2-40B4-BE49-F238E27FC236}">
                <a16:creationId xmlns:a16="http://schemas.microsoft.com/office/drawing/2014/main" id="{581A8BF5-1228-7AD9-26F4-30AE6E0FF553}"/>
              </a:ext>
            </a:extLst>
          </p:cNvPr>
          <p:cNvSpPr txBox="1"/>
          <p:nvPr/>
        </p:nvSpPr>
        <p:spPr>
          <a:xfrm>
            <a:off x="6780696" y="1314173"/>
            <a:ext cx="2079266" cy="307777"/>
          </a:xfrm>
          <a:prstGeom prst="rect">
            <a:avLst/>
          </a:prstGeom>
          <a:noFill/>
        </p:spPr>
        <p:txBody>
          <a:bodyPr rot="0" spcFirstLastPara="0" vertOverflow="overflow" horzOverflow="overflow" vert="horz" wrap="square" lIns="0" tIns="45720" rIns="91440" bIns="45720" numCol="1" spcCol="0" rtlCol="0" fromWordArt="0" anchor="t" anchorCtr="0" forceAA="0" compatLnSpc="1">
            <a:prstTxWarp prst="textNoShape">
              <a:avLst/>
            </a:prstTxWarp>
            <a:spAutoFit/>
          </a:bodyPr>
          <a:lstStyle/>
          <a:p>
            <a:pPr algn="ctr"/>
            <a:r>
              <a:rPr lang="en-US" sz="1400" b="1">
                <a:solidFill>
                  <a:schemeClr val="tx2"/>
                </a:solidFill>
                <a:latin typeface="Arial"/>
                <a:ea typeface="Inter Light" panose="02000503000000020004" pitchFamily="2" charset="0"/>
                <a:cs typeface="Arial"/>
              </a:rPr>
              <a:t>2. Pipeline</a:t>
            </a:r>
            <a:endParaRPr lang="en-US" sz="1400" b="1">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sp>
        <p:nvSpPr>
          <p:cNvPr id="23" name="TextBox 22">
            <a:extLst>
              <a:ext uri="{FF2B5EF4-FFF2-40B4-BE49-F238E27FC236}">
                <a16:creationId xmlns:a16="http://schemas.microsoft.com/office/drawing/2014/main" id="{C2808200-B0C5-AAC6-9FA5-95D732CB57B0}"/>
              </a:ext>
            </a:extLst>
          </p:cNvPr>
          <p:cNvSpPr txBox="1"/>
          <p:nvPr/>
        </p:nvSpPr>
        <p:spPr>
          <a:xfrm>
            <a:off x="9386955" y="1314173"/>
            <a:ext cx="2079266" cy="307777"/>
          </a:xfrm>
          <a:prstGeom prst="rect">
            <a:avLst/>
          </a:prstGeom>
          <a:noFill/>
        </p:spPr>
        <p:txBody>
          <a:bodyPr rot="0" spcFirstLastPara="0" vertOverflow="overflow" horzOverflow="overflow" vert="horz" wrap="square" lIns="0" tIns="45720" rIns="91440" bIns="45720" numCol="1" spcCol="0" rtlCol="0" fromWordArt="0" anchor="t" anchorCtr="0" forceAA="0" compatLnSpc="1">
            <a:prstTxWarp prst="textNoShape">
              <a:avLst/>
            </a:prstTxWarp>
            <a:spAutoFit/>
          </a:bodyPr>
          <a:lstStyle/>
          <a:p>
            <a:pPr algn="ctr"/>
            <a:r>
              <a:rPr lang="en-US" sz="1400" b="1">
                <a:solidFill>
                  <a:schemeClr val="tx2"/>
                </a:solidFill>
                <a:latin typeface="Arial"/>
                <a:ea typeface="Inter Light" panose="02000503000000020004" pitchFamily="2" charset="0"/>
                <a:cs typeface="Arial"/>
              </a:rPr>
              <a:t>3. Account + Insights</a:t>
            </a:r>
            <a:endParaRPr lang="en-US" sz="1400" b="1">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sp>
        <p:nvSpPr>
          <p:cNvPr id="24" name="Rectangle: Rounded Corners 23">
            <a:extLst>
              <a:ext uri="{FF2B5EF4-FFF2-40B4-BE49-F238E27FC236}">
                <a16:creationId xmlns:a16="http://schemas.microsoft.com/office/drawing/2014/main" id="{7AF7A24D-EAFD-B1E7-7C34-1F00264AD1EA}"/>
              </a:ext>
            </a:extLst>
          </p:cNvPr>
          <p:cNvSpPr/>
          <p:nvPr/>
        </p:nvSpPr>
        <p:spPr>
          <a:xfrm>
            <a:off x="4257087" y="5715080"/>
            <a:ext cx="1842051" cy="759791"/>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solidFill>
                <a:ea typeface="Verdana"/>
                <a:cs typeface="Arial"/>
              </a:rPr>
              <a:t>T&amp;Q Model</a:t>
            </a:r>
          </a:p>
        </p:txBody>
      </p:sp>
      <p:sp>
        <p:nvSpPr>
          <p:cNvPr id="25" name="Rectangle: Rounded Corners 24">
            <a:extLst>
              <a:ext uri="{FF2B5EF4-FFF2-40B4-BE49-F238E27FC236}">
                <a16:creationId xmlns:a16="http://schemas.microsoft.com/office/drawing/2014/main" id="{02B569EE-C8A8-F9CC-121B-83D03801CF62}"/>
              </a:ext>
            </a:extLst>
          </p:cNvPr>
          <p:cNvSpPr/>
          <p:nvPr/>
        </p:nvSpPr>
        <p:spPr>
          <a:xfrm>
            <a:off x="6931092" y="5715080"/>
            <a:ext cx="1842051" cy="759791"/>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a:solidFill>
                  <a:schemeClr val="tx1"/>
                </a:solidFill>
                <a:ea typeface="Verdana"/>
                <a:cs typeface="Arial"/>
              </a:rPr>
              <a:t>Segmentation Model</a:t>
            </a:r>
            <a:endParaRPr lang="en-US" sz="1400">
              <a:solidFill>
                <a:schemeClr val="tx1"/>
              </a:solidFill>
              <a:cs typeface="Arial"/>
            </a:endParaRPr>
          </a:p>
        </p:txBody>
      </p:sp>
      <p:sp>
        <p:nvSpPr>
          <p:cNvPr id="26" name="Rectangle: Rounded Corners 25">
            <a:extLst>
              <a:ext uri="{FF2B5EF4-FFF2-40B4-BE49-F238E27FC236}">
                <a16:creationId xmlns:a16="http://schemas.microsoft.com/office/drawing/2014/main" id="{9185DF0F-EBB3-7667-5370-8BB20767F9CA}"/>
              </a:ext>
            </a:extLst>
          </p:cNvPr>
          <p:cNvSpPr/>
          <p:nvPr/>
        </p:nvSpPr>
        <p:spPr>
          <a:xfrm>
            <a:off x="9482301" y="5715080"/>
            <a:ext cx="1842051" cy="759791"/>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a:solidFill>
                  <a:schemeClr val="tx1"/>
                </a:solidFill>
                <a:ea typeface="+mn-lt"/>
                <a:cs typeface="+mn-lt"/>
              </a:rPr>
              <a:t>Subscription Revenue Planning</a:t>
            </a:r>
            <a:endParaRPr lang="en-US" sz="1400">
              <a:solidFill>
                <a:schemeClr val="tx1"/>
              </a:solidFill>
              <a:cs typeface="Arial"/>
            </a:endParaRPr>
          </a:p>
        </p:txBody>
      </p:sp>
      <p:sp>
        <p:nvSpPr>
          <p:cNvPr id="27" name="Rectangle: Rounded Corners 26">
            <a:extLst>
              <a:ext uri="{FF2B5EF4-FFF2-40B4-BE49-F238E27FC236}">
                <a16:creationId xmlns:a16="http://schemas.microsoft.com/office/drawing/2014/main" id="{9F6549B0-FCA3-93AB-1CE6-59FBB5B1E293}"/>
              </a:ext>
            </a:extLst>
          </p:cNvPr>
          <p:cNvSpPr/>
          <p:nvPr/>
        </p:nvSpPr>
        <p:spPr>
          <a:xfrm>
            <a:off x="70125" y="1533385"/>
            <a:ext cx="1599095" cy="627271"/>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b="1">
                <a:solidFill>
                  <a:schemeClr val="tx1"/>
                </a:solidFill>
                <a:ea typeface="Verdana"/>
                <a:cs typeface="Arial"/>
              </a:rPr>
              <a:t>CRM System</a:t>
            </a:r>
            <a:endParaRPr lang="en-US" sz="1600" b="1">
              <a:solidFill>
                <a:schemeClr val="tx1"/>
              </a:solidFill>
              <a:cs typeface="Arial"/>
            </a:endParaRPr>
          </a:p>
        </p:txBody>
      </p:sp>
      <p:sp>
        <p:nvSpPr>
          <p:cNvPr id="29" name="Rectangle: Rounded Corners 28">
            <a:extLst>
              <a:ext uri="{FF2B5EF4-FFF2-40B4-BE49-F238E27FC236}">
                <a16:creationId xmlns:a16="http://schemas.microsoft.com/office/drawing/2014/main" id="{413DE613-4BBA-C73F-33FC-6B16C3CAE6D0}"/>
              </a:ext>
            </a:extLst>
          </p:cNvPr>
          <p:cNvSpPr/>
          <p:nvPr/>
        </p:nvSpPr>
        <p:spPr>
          <a:xfrm>
            <a:off x="70125" y="3432864"/>
            <a:ext cx="1599095" cy="627270"/>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b="1">
                <a:solidFill>
                  <a:schemeClr val="tx1"/>
                </a:solidFill>
                <a:ea typeface="Verdana"/>
                <a:cs typeface="Arial"/>
              </a:rPr>
              <a:t>Booking System</a:t>
            </a:r>
            <a:endParaRPr lang="en-US" sz="1600" b="1">
              <a:solidFill>
                <a:schemeClr val="tx1"/>
              </a:solidFill>
              <a:cs typeface="Arial"/>
            </a:endParaRPr>
          </a:p>
        </p:txBody>
      </p:sp>
      <p:cxnSp>
        <p:nvCxnSpPr>
          <p:cNvPr id="31" name="Connector: Elbow 30">
            <a:extLst>
              <a:ext uri="{FF2B5EF4-FFF2-40B4-BE49-F238E27FC236}">
                <a16:creationId xmlns:a16="http://schemas.microsoft.com/office/drawing/2014/main" id="{E71D3B5B-EE95-704C-7CD6-B9E7F2A7B4D7}"/>
              </a:ext>
            </a:extLst>
          </p:cNvPr>
          <p:cNvCxnSpPr/>
          <p:nvPr/>
        </p:nvCxnSpPr>
        <p:spPr>
          <a:xfrm>
            <a:off x="1669361" y="1851577"/>
            <a:ext cx="572051" cy="982307"/>
          </a:xfrm>
          <a:prstGeom prst="bentConnector3">
            <a:avLst/>
          </a:prstGeom>
          <a:ln w="25400" cap="rnd">
            <a:solidFill>
              <a:schemeClr val="tx2"/>
            </a:solidFill>
            <a:headEnd type="none"/>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2" name="Connector: Elbow 31">
            <a:extLst>
              <a:ext uri="{FF2B5EF4-FFF2-40B4-BE49-F238E27FC236}">
                <a16:creationId xmlns:a16="http://schemas.microsoft.com/office/drawing/2014/main" id="{A68160A7-252D-D371-06E0-A76661F6CA27}"/>
              </a:ext>
            </a:extLst>
          </p:cNvPr>
          <p:cNvCxnSpPr>
            <a:cxnSpLocks/>
          </p:cNvCxnSpPr>
          <p:nvPr/>
        </p:nvCxnSpPr>
        <p:spPr>
          <a:xfrm flipV="1">
            <a:off x="1669361" y="2844599"/>
            <a:ext cx="572051" cy="894424"/>
          </a:xfrm>
          <a:prstGeom prst="bentConnector3">
            <a:avLst/>
          </a:prstGeom>
          <a:ln w="25400" cap="rnd">
            <a:solidFill>
              <a:schemeClr val="tx2"/>
            </a:solidFill>
            <a:headEnd type="none"/>
            <a:tailEnd type="none" w="med" len="med"/>
          </a:ln>
          <a:effectLst/>
        </p:spPr>
        <p:style>
          <a:lnRef idx="2">
            <a:schemeClr val="accent1"/>
          </a:lnRef>
          <a:fillRef idx="0">
            <a:schemeClr val="accent1"/>
          </a:fillRef>
          <a:effectRef idx="1">
            <a:schemeClr val="accent1"/>
          </a:effectRef>
          <a:fontRef idx="minor">
            <a:schemeClr val="tx1"/>
          </a:fontRef>
        </p:style>
      </p:cxnSp>
      <p:sp>
        <p:nvSpPr>
          <p:cNvPr id="44" name="Rectangle: Rounded Corners 43">
            <a:extLst>
              <a:ext uri="{FF2B5EF4-FFF2-40B4-BE49-F238E27FC236}">
                <a16:creationId xmlns:a16="http://schemas.microsoft.com/office/drawing/2014/main" id="{54517DF6-1E46-BA7F-DCFE-D7AE54B33A5F}"/>
              </a:ext>
            </a:extLst>
          </p:cNvPr>
          <p:cNvSpPr/>
          <p:nvPr/>
        </p:nvSpPr>
        <p:spPr>
          <a:xfrm>
            <a:off x="4177474" y="1713707"/>
            <a:ext cx="1842051" cy="759791"/>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a:solidFill>
                  <a:schemeClr val="tx1"/>
                </a:solidFill>
                <a:ea typeface="Verdana"/>
                <a:cs typeface="Arial"/>
              </a:rPr>
              <a:t>1.1 Review &amp; adjust individual forecast and team forecasts</a:t>
            </a:r>
            <a:endParaRPr lang="en-US" sz="1200">
              <a:solidFill>
                <a:schemeClr val="tx1"/>
              </a:solidFill>
              <a:cs typeface="Arial"/>
            </a:endParaRPr>
          </a:p>
        </p:txBody>
      </p:sp>
      <p:sp>
        <p:nvSpPr>
          <p:cNvPr id="45" name="Rectangle: Rounded Corners 44">
            <a:extLst>
              <a:ext uri="{FF2B5EF4-FFF2-40B4-BE49-F238E27FC236}">
                <a16:creationId xmlns:a16="http://schemas.microsoft.com/office/drawing/2014/main" id="{2A9BB622-CCE5-EB45-C6DC-E535266B7291}"/>
              </a:ext>
            </a:extLst>
          </p:cNvPr>
          <p:cNvSpPr/>
          <p:nvPr/>
        </p:nvSpPr>
        <p:spPr>
          <a:xfrm>
            <a:off x="4187635" y="2619464"/>
            <a:ext cx="1842051" cy="759791"/>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a:solidFill>
                  <a:schemeClr val="tx1"/>
                </a:solidFill>
                <a:ea typeface="Verdana"/>
                <a:cs typeface="Arial"/>
              </a:rPr>
              <a:t>1.2 Review and enter Opportunity details</a:t>
            </a:r>
          </a:p>
        </p:txBody>
      </p:sp>
      <p:sp>
        <p:nvSpPr>
          <p:cNvPr id="46" name="TextBox 45">
            <a:extLst>
              <a:ext uri="{FF2B5EF4-FFF2-40B4-BE49-F238E27FC236}">
                <a16:creationId xmlns:a16="http://schemas.microsoft.com/office/drawing/2014/main" id="{01C6A6C8-3E33-AC28-9A3C-0C79A53A8D5B}"/>
              </a:ext>
            </a:extLst>
          </p:cNvPr>
          <p:cNvSpPr txBox="1"/>
          <p:nvPr/>
        </p:nvSpPr>
        <p:spPr>
          <a:xfrm>
            <a:off x="4108009" y="1314173"/>
            <a:ext cx="2079266" cy="307777"/>
          </a:xfrm>
          <a:prstGeom prst="rect">
            <a:avLst/>
          </a:prstGeom>
          <a:noFill/>
        </p:spPr>
        <p:txBody>
          <a:bodyPr rot="0" spcFirstLastPara="0" vertOverflow="overflow" horzOverflow="overflow" vert="horz" wrap="square" lIns="0" tIns="45720" rIns="91440" bIns="45720" numCol="1" spcCol="0" rtlCol="0" fromWordArt="0" anchor="t" anchorCtr="0" forceAA="0" compatLnSpc="1">
            <a:prstTxWarp prst="textNoShape">
              <a:avLst/>
            </a:prstTxWarp>
            <a:spAutoFit/>
          </a:bodyPr>
          <a:lstStyle/>
          <a:p>
            <a:pPr algn="ctr"/>
            <a:r>
              <a:rPr lang="en-US" sz="1400" b="1">
                <a:solidFill>
                  <a:schemeClr val="tx2"/>
                </a:solidFill>
                <a:latin typeface="Arial"/>
                <a:ea typeface="Inter Light" panose="02000503000000020004" pitchFamily="2" charset="0"/>
                <a:cs typeface="Arial"/>
              </a:rPr>
              <a:t>1. Forecast</a:t>
            </a:r>
            <a:endParaRPr lang="en-US" sz="1400" b="1">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sp>
        <p:nvSpPr>
          <p:cNvPr id="3" name="Rectangle: Rounded Corners 2">
            <a:extLst>
              <a:ext uri="{FF2B5EF4-FFF2-40B4-BE49-F238E27FC236}">
                <a16:creationId xmlns:a16="http://schemas.microsoft.com/office/drawing/2014/main" id="{9D0FC406-97C6-A396-2ECE-62CE9928E2A5}"/>
              </a:ext>
            </a:extLst>
          </p:cNvPr>
          <p:cNvSpPr/>
          <p:nvPr/>
        </p:nvSpPr>
        <p:spPr>
          <a:xfrm>
            <a:off x="4197795" y="3544024"/>
            <a:ext cx="1842051" cy="759791"/>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a:solidFill>
                  <a:schemeClr val="tx1"/>
                </a:solidFill>
                <a:ea typeface="Verdana"/>
                <a:cs typeface="Arial"/>
              </a:rPr>
              <a:t>1.3 Opportunity level scenario planning</a:t>
            </a:r>
          </a:p>
        </p:txBody>
      </p:sp>
      <p:sp>
        <p:nvSpPr>
          <p:cNvPr id="4" name="Rectangle: Rounded Corners 3">
            <a:extLst>
              <a:ext uri="{FF2B5EF4-FFF2-40B4-BE49-F238E27FC236}">
                <a16:creationId xmlns:a16="http://schemas.microsoft.com/office/drawing/2014/main" id="{2BC8218F-60EC-B60B-5C11-55F980038263}"/>
              </a:ext>
            </a:extLst>
          </p:cNvPr>
          <p:cNvSpPr/>
          <p:nvPr/>
        </p:nvSpPr>
        <p:spPr>
          <a:xfrm>
            <a:off x="4197795" y="4468584"/>
            <a:ext cx="1842051" cy="759791"/>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a:solidFill>
                  <a:schemeClr val="tx1"/>
                </a:solidFill>
                <a:ea typeface="Verdana"/>
                <a:cs typeface="Arial"/>
              </a:rPr>
              <a:t>1.4, 1.5 Anaplan vs Manual Forecast comparison</a:t>
            </a:r>
          </a:p>
        </p:txBody>
      </p:sp>
      <p:sp>
        <p:nvSpPr>
          <p:cNvPr id="5" name="Rectangle: Rounded Corners 4">
            <a:extLst>
              <a:ext uri="{FF2B5EF4-FFF2-40B4-BE49-F238E27FC236}">
                <a16:creationId xmlns:a16="http://schemas.microsoft.com/office/drawing/2014/main" id="{EA80EEB0-2060-5AA3-0B1E-D1138E23DA24}"/>
              </a:ext>
            </a:extLst>
          </p:cNvPr>
          <p:cNvSpPr/>
          <p:nvPr/>
        </p:nvSpPr>
        <p:spPr>
          <a:xfrm>
            <a:off x="6900353" y="1713707"/>
            <a:ext cx="1842051" cy="759791"/>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a:solidFill>
                  <a:schemeClr val="tx1"/>
                </a:solidFill>
                <a:ea typeface="Verdana"/>
                <a:cs typeface="Arial"/>
              </a:rPr>
              <a:t>2.1, 2.2 Track current pipeline status and gap to target</a:t>
            </a:r>
            <a:endParaRPr lang="en-US" sz="1200">
              <a:solidFill>
                <a:schemeClr val="tx1"/>
              </a:solidFill>
              <a:cs typeface="Arial"/>
            </a:endParaRPr>
          </a:p>
        </p:txBody>
      </p:sp>
      <p:sp>
        <p:nvSpPr>
          <p:cNvPr id="7" name="Rectangle: Rounded Corners 6">
            <a:extLst>
              <a:ext uri="{FF2B5EF4-FFF2-40B4-BE49-F238E27FC236}">
                <a16:creationId xmlns:a16="http://schemas.microsoft.com/office/drawing/2014/main" id="{5B095A65-4C00-901F-EDDE-A16D2E61425A}"/>
              </a:ext>
            </a:extLst>
          </p:cNvPr>
          <p:cNvSpPr/>
          <p:nvPr/>
        </p:nvSpPr>
        <p:spPr>
          <a:xfrm>
            <a:off x="6900353" y="2617947"/>
            <a:ext cx="1842051" cy="759791"/>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a:solidFill>
                  <a:schemeClr val="tx1"/>
                </a:solidFill>
                <a:ea typeface="Verdana"/>
                <a:cs typeface="Arial"/>
              </a:rPr>
              <a:t>2.3, 2.4 Monitor pipelines hygiene and changes over-time</a:t>
            </a:r>
          </a:p>
        </p:txBody>
      </p:sp>
      <p:sp>
        <p:nvSpPr>
          <p:cNvPr id="8" name="Rectangle: Rounded Corners 7">
            <a:extLst>
              <a:ext uri="{FF2B5EF4-FFF2-40B4-BE49-F238E27FC236}">
                <a16:creationId xmlns:a16="http://schemas.microsoft.com/office/drawing/2014/main" id="{61F035C0-4BCE-410B-AA82-2C89431D739E}"/>
              </a:ext>
            </a:extLst>
          </p:cNvPr>
          <p:cNvSpPr/>
          <p:nvPr/>
        </p:nvSpPr>
        <p:spPr>
          <a:xfrm>
            <a:off x="9480992" y="1713707"/>
            <a:ext cx="1842051" cy="759791"/>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a:solidFill>
                  <a:schemeClr val="tx1"/>
                </a:solidFill>
                <a:ea typeface="Verdana"/>
                <a:cs typeface="Arial"/>
              </a:rPr>
              <a:t>3.1 Identify account upsell and cross-sell opportunities</a:t>
            </a:r>
          </a:p>
        </p:txBody>
      </p:sp>
      <p:sp>
        <p:nvSpPr>
          <p:cNvPr id="9" name="Rectangle: Rounded Corners 8">
            <a:extLst>
              <a:ext uri="{FF2B5EF4-FFF2-40B4-BE49-F238E27FC236}">
                <a16:creationId xmlns:a16="http://schemas.microsoft.com/office/drawing/2014/main" id="{F651BE80-F4E7-B16F-00BB-C76FC26AEF1B}"/>
              </a:ext>
            </a:extLst>
          </p:cNvPr>
          <p:cNvSpPr/>
          <p:nvPr/>
        </p:nvSpPr>
        <p:spPr>
          <a:xfrm>
            <a:off x="9480991" y="2628107"/>
            <a:ext cx="1842051" cy="759791"/>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a:solidFill>
                  <a:schemeClr val="tx1"/>
                </a:solidFill>
                <a:ea typeface="Verdana"/>
                <a:cs typeface="Arial"/>
              </a:rPr>
              <a:t>3.2 Review historical business trends and leading performers</a:t>
            </a:r>
          </a:p>
        </p:txBody>
      </p:sp>
      <p:cxnSp>
        <p:nvCxnSpPr>
          <p:cNvPr id="57" name="Straight Arrow Connector 56">
            <a:extLst>
              <a:ext uri="{FF2B5EF4-FFF2-40B4-BE49-F238E27FC236}">
                <a16:creationId xmlns:a16="http://schemas.microsoft.com/office/drawing/2014/main" id="{FA567C58-2604-B360-2195-B98316E9028E}"/>
              </a:ext>
            </a:extLst>
          </p:cNvPr>
          <p:cNvCxnSpPr/>
          <p:nvPr/>
        </p:nvCxnSpPr>
        <p:spPr>
          <a:xfrm>
            <a:off x="5164455" y="5464175"/>
            <a:ext cx="0" cy="243840"/>
          </a:xfrm>
          <a:prstGeom prst="straightConnector1">
            <a:avLst/>
          </a:prstGeom>
          <a:ln w="25400" cap="rnd">
            <a:solidFill>
              <a:schemeClr val="tx2"/>
            </a:solidFill>
            <a:headEnd type="none"/>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58" name="Straight Arrow Connector 57">
            <a:extLst>
              <a:ext uri="{FF2B5EF4-FFF2-40B4-BE49-F238E27FC236}">
                <a16:creationId xmlns:a16="http://schemas.microsoft.com/office/drawing/2014/main" id="{E0F4FDBD-1CCE-FD86-D0CD-07FFA55E86A0}"/>
              </a:ext>
            </a:extLst>
          </p:cNvPr>
          <p:cNvCxnSpPr/>
          <p:nvPr/>
        </p:nvCxnSpPr>
        <p:spPr>
          <a:xfrm>
            <a:off x="5164602" y="5576568"/>
            <a:ext cx="5283200" cy="10160"/>
          </a:xfrm>
          <a:prstGeom prst="straightConnector1">
            <a:avLst/>
          </a:prstGeom>
          <a:ln w="25400" cap="rnd">
            <a:solidFill>
              <a:schemeClr val="tx2"/>
            </a:solidFill>
            <a:headEnd type="none"/>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59" name="Straight Arrow Connector 58">
            <a:extLst>
              <a:ext uri="{FF2B5EF4-FFF2-40B4-BE49-F238E27FC236}">
                <a16:creationId xmlns:a16="http://schemas.microsoft.com/office/drawing/2014/main" id="{179B66A3-4B18-30E1-918E-B6C3B0D2C217}"/>
              </a:ext>
            </a:extLst>
          </p:cNvPr>
          <p:cNvCxnSpPr>
            <a:cxnSpLocks/>
          </p:cNvCxnSpPr>
          <p:nvPr/>
        </p:nvCxnSpPr>
        <p:spPr>
          <a:xfrm>
            <a:off x="7846694" y="5586095"/>
            <a:ext cx="0" cy="111760"/>
          </a:xfrm>
          <a:prstGeom prst="straightConnector1">
            <a:avLst/>
          </a:prstGeom>
          <a:ln w="25400" cap="rnd">
            <a:solidFill>
              <a:schemeClr val="tx2"/>
            </a:solidFill>
            <a:headEnd type="none"/>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60" name="Straight Arrow Connector 59">
            <a:extLst>
              <a:ext uri="{FF2B5EF4-FFF2-40B4-BE49-F238E27FC236}">
                <a16:creationId xmlns:a16="http://schemas.microsoft.com/office/drawing/2014/main" id="{318734C3-6A5F-1109-13CD-632FB44AC5CD}"/>
              </a:ext>
            </a:extLst>
          </p:cNvPr>
          <p:cNvCxnSpPr>
            <a:cxnSpLocks/>
          </p:cNvCxnSpPr>
          <p:nvPr/>
        </p:nvCxnSpPr>
        <p:spPr>
          <a:xfrm>
            <a:off x="10447653" y="5586095"/>
            <a:ext cx="0" cy="111760"/>
          </a:xfrm>
          <a:prstGeom prst="straightConnector1">
            <a:avLst/>
          </a:prstGeom>
          <a:ln w="25400" cap="rnd">
            <a:solidFill>
              <a:schemeClr val="tx2"/>
            </a:solidFill>
            <a:headEnd type="none"/>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61" name="Straight Arrow Connector 60">
            <a:extLst>
              <a:ext uri="{FF2B5EF4-FFF2-40B4-BE49-F238E27FC236}">
                <a16:creationId xmlns:a16="http://schemas.microsoft.com/office/drawing/2014/main" id="{6165BACD-C4BB-8D00-3862-9136E43D9572}"/>
              </a:ext>
            </a:extLst>
          </p:cNvPr>
          <p:cNvCxnSpPr/>
          <p:nvPr/>
        </p:nvCxnSpPr>
        <p:spPr>
          <a:xfrm>
            <a:off x="3336925" y="2823844"/>
            <a:ext cx="375920" cy="0"/>
          </a:xfrm>
          <a:prstGeom prst="straightConnector1">
            <a:avLst/>
          </a:prstGeom>
          <a:ln w="25400" cap="rnd">
            <a:solidFill>
              <a:schemeClr val="tx2"/>
            </a:solidFill>
            <a:headEnd type="none"/>
            <a:tailEnd type="triangl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35696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5C9800-2F87-EFE4-FCBE-CB6EB07096FC}"/>
              </a:ext>
            </a:extLst>
          </p:cNvPr>
          <p:cNvSpPr>
            <a:spLocks noGrp="1"/>
          </p:cNvSpPr>
          <p:nvPr>
            <p:ph type="title"/>
          </p:nvPr>
        </p:nvSpPr>
        <p:spPr>
          <a:xfrm>
            <a:off x="1018036" y="3066667"/>
            <a:ext cx="5946510" cy="2117424"/>
          </a:xfrm>
        </p:spPr>
        <p:txBody>
          <a:bodyPr lIns="91440" tIns="45720" rIns="91440" bIns="45720" anchor="ctr" anchorCtr="0"/>
          <a:lstStyle/>
          <a:p>
            <a:r>
              <a:rPr lang="en-US" sz="4250">
                <a:latin typeface="Arial"/>
                <a:ea typeface="Verdana"/>
                <a:cs typeface="Arial"/>
              </a:rPr>
              <a:t>Prework and assumptions</a:t>
            </a:r>
            <a:endParaRPr lang="en-US"/>
          </a:p>
        </p:txBody>
      </p:sp>
      <p:sp>
        <p:nvSpPr>
          <p:cNvPr id="4" name="Text Placeholder 3">
            <a:extLst>
              <a:ext uri="{FF2B5EF4-FFF2-40B4-BE49-F238E27FC236}">
                <a16:creationId xmlns:a16="http://schemas.microsoft.com/office/drawing/2014/main" id="{CCB98553-BB1A-17E2-F835-738F7477271C}"/>
              </a:ext>
            </a:extLst>
          </p:cNvPr>
          <p:cNvSpPr>
            <a:spLocks noGrp="1"/>
          </p:cNvSpPr>
          <p:nvPr>
            <p:ph type="body" sz="quarter" idx="10"/>
          </p:nvPr>
        </p:nvSpPr>
        <p:spPr/>
        <p:txBody>
          <a:bodyPr lIns="0" tIns="45720" rIns="91440" bIns="45720" anchor="b"/>
          <a:lstStyle/>
          <a:p>
            <a:r>
              <a:rPr lang="en-US">
                <a:latin typeface="Arial"/>
                <a:cs typeface="Arial"/>
              </a:rPr>
              <a:t>Section 3</a:t>
            </a:r>
          </a:p>
        </p:txBody>
      </p:sp>
    </p:spTree>
    <p:extLst>
      <p:ext uri="{BB962C8B-B14F-4D97-AF65-F5344CB8AC3E}">
        <p14:creationId xmlns:p14="http://schemas.microsoft.com/office/powerpoint/2010/main" val="38004316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283154B-0AE2-9420-4E14-487642E1B704}"/>
              </a:ext>
            </a:extLst>
          </p:cNvPr>
          <p:cNvSpPr/>
          <p:nvPr/>
        </p:nvSpPr>
        <p:spPr>
          <a:xfrm>
            <a:off x="489116" y="2118826"/>
            <a:ext cx="10755264" cy="262536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bg1"/>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832BAB17-B830-AFF7-0AFC-7BC751C3DD0C}"/>
              </a:ext>
            </a:extLst>
          </p:cNvPr>
          <p:cNvSpPr>
            <a:spLocks noGrp="1"/>
          </p:cNvSpPr>
          <p:nvPr>
            <p:ph type="title"/>
          </p:nvPr>
        </p:nvSpPr>
        <p:spPr/>
        <p:txBody>
          <a:bodyPr lIns="0" tIns="60960" rIns="0" bIns="60960" anchor="t"/>
          <a:lstStyle/>
          <a:p>
            <a:r>
              <a:rPr lang="en-GB">
                <a:solidFill>
                  <a:schemeClr val="tx2"/>
                </a:solidFill>
                <a:latin typeface="Arial"/>
                <a:ea typeface="Verdana"/>
                <a:cs typeface="Arial"/>
              </a:rPr>
              <a:t>Assumptions</a:t>
            </a:r>
            <a:r>
              <a:rPr lang="en-GB">
                <a:latin typeface="Arial"/>
                <a:ea typeface="Verdana"/>
                <a:cs typeface="Arial"/>
              </a:rPr>
              <a:t> </a:t>
            </a:r>
            <a:endParaRPr lang="en-GB"/>
          </a:p>
        </p:txBody>
      </p:sp>
      <p:sp>
        <p:nvSpPr>
          <p:cNvPr id="5" name="TextBox 4">
            <a:extLst>
              <a:ext uri="{FF2B5EF4-FFF2-40B4-BE49-F238E27FC236}">
                <a16:creationId xmlns:a16="http://schemas.microsoft.com/office/drawing/2014/main" id="{4661C2E2-B526-ADC9-BC75-FB727256AEA4}"/>
              </a:ext>
            </a:extLst>
          </p:cNvPr>
          <p:cNvSpPr txBox="1"/>
          <p:nvPr/>
        </p:nvSpPr>
        <p:spPr>
          <a:xfrm>
            <a:off x="952666" y="1111078"/>
            <a:ext cx="9833868" cy="3994876"/>
          </a:xfrm>
          <a:prstGeom prst="rect">
            <a:avLst/>
          </a:prstGeom>
          <a:noFill/>
        </p:spPr>
        <p:txBody>
          <a:bodyPr wrap="square" lIns="91440" tIns="45720" rIns="91440" bIns="45720" rtlCol="0" anchor="t">
            <a:spAutoFit/>
          </a:bodyPr>
          <a:lstStyle/>
          <a:p>
            <a:r>
              <a:rPr lang="en-US" sz="1600" b="1"/>
              <a:t>To successfully implement this application as designed, the planning process must meet the following assumptions.</a:t>
            </a:r>
          </a:p>
          <a:p>
            <a:br>
              <a:rPr lang="en-US" sz="1600"/>
            </a:br>
            <a:endParaRPr lang="en-US" sz="1600" b="1"/>
          </a:p>
          <a:p>
            <a:pPr>
              <a:lnSpc>
                <a:spcPct val="150000"/>
              </a:lnSpc>
            </a:pPr>
            <a:r>
              <a:rPr lang="en-US" sz="1600" b="1"/>
              <a:t>Assumptions:</a:t>
            </a:r>
            <a:endParaRPr lang="en-US" sz="1600" b="1">
              <a:cs typeface="Arial"/>
            </a:endParaRPr>
          </a:p>
          <a:p>
            <a:pPr marL="285750" indent="-285750">
              <a:lnSpc>
                <a:spcPct val="150000"/>
              </a:lnSpc>
              <a:buFont typeface="Arial" pitchFamily="2" charset="2"/>
              <a:buChar char="•"/>
            </a:pPr>
            <a:r>
              <a:rPr lang="en-US" sz="1600"/>
              <a:t>Your planning process includes a </a:t>
            </a:r>
            <a:r>
              <a:rPr lang="en-US" sz="1600" b="1"/>
              <a:t>sales hierarchy.</a:t>
            </a:r>
            <a:endParaRPr lang="en-US" sz="1600" b="1">
              <a:cs typeface="Arial"/>
            </a:endParaRPr>
          </a:p>
          <a:p>
            <a:pPr marL="285750" indent="-285750">
              <a:lnSpc>
                <a:spcPct val="150000"/>
              </a:lnSpc>
              <a:buFont typeface="Arial" pitchFamily="2" charset="2"/>
              <a:buChar char="•"/>
            </a:pPr>
            <a:r>
              <a:rPr lang="en-US" sz="1600"/>
              <a:t>You </a:t>
            </a:r>
            <a:r>
              <a:rPr lang="en-US" sz="1600" i="1"/>
              <a:t>must</a:t>
            </a:r>
            <a:r>
              <a:rPr lang="en-US" sz="1600"/>
              <a:t> have </a:t>
            </a:r>
            <a:r>
              <a:rPr lang="en-US" sz="1600" b="1"/>
              <a:t>employees as the lowest level of your sales hierarchy.</a:t>
            </a:r>
            <a:endParaRPr lang="en-US" sz="1600" b="1">
              <a:cs typeface="Arial"/>
            </a:endParaRPr>
          </a:p>
          <a:p>
            <a:r>
              <a:rPr lang="en-US" sz="1600"/>
              <a:t> </a:t>
            </a:r>
            <a:br>
              <a:rPr lang="en-US" sz="1600"/>
            </a:br>
            <a:r>
              <a:rPr lang="en-US" sz="1400"/>
              <a:t>If these are not true today, there are two options: </a:t>
            </a:r>
            <a:br>
              <a:rPr lang="en-US" sz="1400"/>
            </a:br>
            <a:endParaRPr lang="en-US" sz="1400"/>
          </a:p>
          <a:p>
            <a:pPr marL="285750" indent="-285750">
              <a:buFont typeface="Arial"/>
              <a:buChar char="•"/>
            </a:pPr>
            <a:r>
              <a:rPr lang="en-US" sz="1400" b="1">
                <a:solidFill>
                  <a:schemeClr val="accent1"/>
                </a:solidFill>
              </a:rPr>
              <a:t>Modify or extend the application</a:t>
            </a:r>
            <a:r>
              <a:rPr lang="en-US" sz="1400">
                <a:solidFill>
                  <a:schemeClr val="accent1"/>
                </a:solidFill>
              </a:rPr>
              <a:t> </a:t>
            </a:r>
            <a:r>
              <a:rPr lang="en-US" sz="1400"/>
              <a:t>to accommodate the existing planning model.</a:t>
            </a:r>
            <a:br>
              <a:rPr lang="en-US" sz="1400"/>
            </a:br>
            <a:endParaRPr lang="en-US" sz="1400">
              <a:cs typeface="Arial"/>
            </a:endParaRPr>
          </a:p>
          <a:p>
            <a:pPr marL="285750" indent="-285750">
              <a:buFont typeface="Arial"/>
              <a:buChar char="•"/>
            </a:pPr>
            <a:r>
              <a:rPr lang="en-US" sz="1400" b="1">
                <a:solidFill>
                  <a:schemeClr val="accent1"/>
                </a:solidFill>
              </a:rPr>
              <a:t>Adjust the planning process</a:t>
            </a:r>
            <a:r>
              <a:rPr lang="en-US" sz="1400">
                <a:solidFill>
                  <a:schemeClr val="accent1"/>
                </a:solidFill>
              </a:rPr>
              <a:t> </a:t>
            </a:r>
            <a:r>
              <a:rPr lang="en-US" sz="1400"/>
              <a:t>to align with supported methodologies and industry best practices.</a:t>
            </a:r>
            <a:endParaRPr lang="en-US" sz="1400">
              <a:cs typeface="Arial"/>
            </a:endParaRPr>
          </a:p>
          <a:p>
            <a:endParaRPr lang="en-US" sz="1333">
              <a:solidFill>
                <a:srgbClr val="1C2345"/>
              </a:solidFill>
              <a:latin typeface="Arial" panose="020B0604020202020204" pitchFamily="34" charset="0"/>
              <a:ea typeface="Verdana" charset="0"/>
              <a:cs typeface="Arial" panose="020B0604020202020204" pitchFamily="34" charset="0"/>
            </a:endParaRPr>
          </a:p>
          <a:p>
            <a:pPr defTabSz="1219170">
              <a:lnSpc>
                <a:spcPct val="110000"/>
              </a:lnSpc>
            </a:pPr>
            <a:endParaRPr lang="en-US" kern="100">
              <a:solidFill>
                <a:srgbClr val="1D1C1D"/>
              </a:solidFill>
              <a:latin typeface="Arial" panose="020B0604020202020204" pitchFamily="34" charset="0"/>
              <a:ea typeface="Verdana" charset="0"/>
              <a:cs typeface="Times New Roman"/>
            </a:endParaRPr>
          </a:p>
        </p:txBody>
      </p:sp>
    </p:spTree>
    <p:extLst>
      <p:ext uri="{BB962C8B-B14F-4D97-AF65-F5344CB8AC3E}">
        <p14:creationId xmlns:p14="http://schemas.microsoft.com/office/powerpoint/2010/main" val="2087919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2BAB17-B830-AFF7-0AFC-7BC751C3DD0C}"/>
              </a:ext>
            </a:extLst>
          </p:cNvPr>
          <p:cNvSpPr>
            <a:spLocks noGrp="1"/>
          </p:cNvSpPr>
          <p:nvPr>
            <p:ph type="title"/>
          </p:nvPr>
        </p:nvSpPr>
        <p:spPr/>
        <p:txBody>
          <a:bodyPr lIns="0" tIns="60960" rIns="0" bIns="60960" anchor="t"/>
          <a:lstStyle/>
          <a:p>
            <a:r>
              <a:rPr lang="en-GB">
                <a:solidFill>
                  <a:schemeClr val="tx2"/>
                </a:solidFill>
                <a:latin typeface="Arial"/>
                <a:ea typeface="Verdana"/>
                <a:cs typeface="Arial"/>
              </a:rPr>
              <a:t>Sales Forecasting Data Requirements and Description</a:t>
            </a:r>
            <a:endParaRPr lang="en-US">
              <a:solidFill>
                <a:schemeClr val="tx2"/>
              </a:solidFill>
            </a:endParaRPr>
          </a:p>
        </p:txBody>
      </p:sp>
      <p:graphicFrame>
        <p:nvGraphicFramePr>
          <p:cNvPr id="7" name="Table 6">
            <a:extLst>
              <a:ext uri="{FF2B5EF4-FFF2-40B4-BE49-F238E27FC236}">
                <a16:creationId xmlns:a16="http://schemas.microsoft.com/office/drawing/2014/main" id="{CED2003E-17BB-D070-4312-E23A7B54ED6C}"/>
              </a:ext>
            </a:extLst>
          </p:cNvPr>
          <p:cNvGraphicFramePr>
            <a:graphicFrameLocks noGrp="1"/>
          </p:cNvGraphicFramePr>
          <p:nvPr>
            <p:extLst>
              <p:ext uri="{D42A27DB-BD31-4B8C-83A1-F6EECF244321}">
                <p14:modId xmlns:p14="http://schemas.microsoft.com/office/powerpoint/2010/main" val="1452121261"/>
              </p:ext>
            </p:extLst>
          </p:nvPr>
        </p:nvGraphicFramePr>
        <p:xfrm>
          <a:off x="612388" y="954734"/>
          <a:ext cx="10969634" cy="5265117"/>
        </p:xfrm>
        <a:graphic>
          <a:graphicData uri="http://schemas.openxmlformats.org/drawingml/2006/table">
            <a:tbl>
              <a:tblPr firstRow="1" bandRow="1">
                <a:tableStyleId>{793D81CF-94F2-401A-BA57-92F5A7B2D0C5}</a:tableStyleId>
              </a:tblPr>
              <a:tblGrid>
                <a:gridCol w="1719848">
                  <a:extLst>
                    <a:ext uri="{9D8B030D-6E8A-4147-A177-3AD203B41FA5}">
                      <a16:colId xmlns:a16="http://schemas.microsoft.com/office/drawing/2014/main" val="3697837074"/>
                    </a:ext>
                  </a:extLst>
                </a:gridCol>
                <a:gridCol w="4190055">
                  <a:extLst>
                    <a:ext uri="{9D8B030D-6E8A-4147-A177-3AD203B41FA5}">
                      <a16:colId xmlns:a16="http://schemas.microsoft.com/office/drawing/2014/main" val="2947779872"/>
                    </a:ext>
                  </a:extLst>
                </a:gridCol>
                <a:gridCol w="5059731">
                  <a:extLst>
                    <a:ext uri="{9D8B030D-6E8A-4147-A177-3AD203B41FA5}">
                      <a16:colId xmlns:a16="http://schemas.microsoft.com/office/drawing/2014/main" val="3748911495"/>
                    </a:ext>
                  </a:extLst>
                </a:gridCol>
              </a:tblGrid>
              <a:tr h="650585">
                <a:tc>
                  <a:txBody>
                    <a:bodyPr/>
                    <a:lstStyle/>
                    <a:p>
                      <a:pPr rtl="0" fontAlgn="base"/>
                      <a:r>
                        <a:rPr lang="en-US" sz="1600">
                          <a:solidFill>
                            <a:schemeClr val="bg2"/>
                          </a:solidFill>
                          <a:effectLst/>
                        </a:rPr>
                        <a:t>Data</a:t>
                      </a:r>
                      <a:endParaRPr lang="en-US">
                        <a:solidFill>
                          <a:schemeClr val="bg2"/>
                        </a:solidFill>
                        <a:effectLst/>
                      </a:endParaRPr>
                    </a:p>
                  </a:txBody>
                  <a:tcPr anchor="ctr"/>
                </a:tc>
                <a:tc>
                  <a:txBody>
                    <a:bodyPr/>
                    <a:lstStyle/>
                    <a:p>
                      <a:pPr lvl="0">
                        <a:buNone/>
                      </a:pPr>
                      <a:r>
                        <a:rPr lang="en-US" sz="1600">
                          <a:solidFill>
                            <a:schemeClr val="bg2"/>
                          </a:solidFill>
                          <a:effectLst/>
                        </a:rPr>
                        <a:t>Description</a:t>
                      </a:r>
                    </a:p>
                  </a:txBody>
                  <a:tcPr anchor="ctr"/>
                </a:tc>
                <a:tc>
                  <a:txBody>
                    <a:bodyPr/>
                    <a:lstStyle/>
                    <a:p>
                      <a:pPr rtl="0" fontAlgn="base"/>
                      <a:r>
                        <a:rPr lang="en-US" sz="1600">
                          <a:solidFill>
                            <a:schemeClr val="bg2"/>
                          </a:solidFill>
                          <a:effectLst/>
                        </a:rPr>
                        <a:t>Mandatory Attributes​</a:t>
                      </a:r>
                      <a:endParaRPr lang="en-US">
                        <a:solidFill>
                          <a:schemeClr val="bg2"/>
                        </a:solidFill>
                        <a:effectLst/>
                      </a:endParaRPr>
                    </a:p>
                  </a:txBody>
                  <a:tcPr anchor="ctr"/>
                </a:tc>
                <a:extLst>
                  <a:ext uri="{0D108BD9-81ED-4DB2-BD59-A6C34878D82A}">
                    <a16:rowId xmlns:a16="http://schemas.microsoft.com/office/drawing/2014/main" val="737408206"/>
                  </a:ext>
                </a:extLst>
              </a:tr>
              <a:tr h="1495524">
                <a:tc>
                  <a:txBody>
                    <a:bodyPr/>
                    <a:lstStyle/>
                    <a:p>
                      <a:pPr marL="0" marR="0" lvl="0" indent="0" algn="l" defTabSz="1219170" rtl="0" eaLnBrk="1" latinLnBrk="0" hangingPunct="1">
                        <a:lnSpc>
                          <a:spcPct val="110000"/>
                        </a:lnSpc>
                        <a:spcBef>
                          <a:spcPts val="0"/>
                        </a:spcBef>
                        <a:spcAft>
                          <a:spcPts val="0"/>
                        </a:spcAft>
                        <a:buClr>
                          <a:srgbClr val="000000"/>
                        </a:buClr>
                        <a:buNone/>
                      </a:pPr>
                      <a:r>
                        <a:rPr lang="en-US" sz="1400" b="1" u="none" strike="noStrike" noProof="0">
                          <a:solidFill>
                            <a:srgbClr val="0C314B"/>
                          </a:solidFill>
                          <a:effectLst/>
                        </a:rPr>
                        <a:t>Actuals</a:t>
                      </a:r>
                      <a:r>
                        <a:rPr lang="en-US" sz="1800" b="1" u="none" strike="noStrike" noProof="0">
                          <a:solidFill>
                            <a:srgbClr val="0C314B"/>
                          </a:solidFill>
                          <a:effectLst/>
                        </a:rPr>
                        <a:t> </a:t>
                      </a:r>
                      <a:endParaRPr lang="en-US" sz="1800" b="1" u="none" strike="noStrike">
                        <a:solidFill>
                          <a:srgbClr val="0C314B"/>
                        </a:solidFill>
                        <a:effectLst/>
                      </a:endParaRPr>
                    </a:p>
                    <a:p>
                      <a:pPr marL="0" marR="0" lvl="0" indent="0" algn="l" rtl="0" eaLnBrk="1" latinLnBrk="0" hangingPunct="1">
                        <a:lnSpc>
                          <a:spcPct val="110000"/>
                        </a:lnSpc>
                        <a:spcBef>
                          <a:spcPts val="0"/>
                        </a:spcBef>
                        <a:spcAft>
                          <a:spcPts val="0"/>
                        </a:spcAft>
                        <a:buFont typeface="Arial,Sans-Serif"/>
                        <a:buNone/>
                      </a:pPr>
                      <a:r>
                        <a:rPr lang="en-US" sz="1100" b="0" u="none" strike="noStrike" noProof="0">
                          <a:solidFill>
                            <a:srgbClr val="0C314B"/>
                          </a:solidFill>
                          <a:effectLst/>
                        </a:rPr>
                        <a:t>(</a:t>
                      </a:r>
                      <a:r>
                        <a:rPr lang="en-US" sz="1100" b="0" u="none" strike="noStrike" noProof="0" err="1">
                          <a:solidFill>
                            <a:srgbClr val="0C314B"/>
                          </a:solidFill>
                          <a:effectLst/>
                        </a:rPr>
                        <a:t>ie</a:t>
                      </a:r>
                      <a:r>
                        <a:rPr lang="en-US" sz="1100" b="0" u="none" strike="noStrike" noProof="0">
                          <a:solidFill>
                            <a:srgbClr val="0C314B"/>
                          </a:solidFill>
                          <a:effectLst/>
                        </a:rPr>
                        <a:t>. Orders)</a:t>
                      </a:r>
                    </a:p>
                  </a:txBody>
                  <a:tcPr anchor="ctr"/>
                </a:tc>
                <a:tc>
                  <a:txBody>
                    <a:bodyPr/>
                    <a:lstStyle/>
                    <a:p>
                      <a:pPr marL="0" marR="0" lvl="0" indent="-151765" algn="l">
                        <a:lnSpc>
                          <a:spcPct val="110000"/>
                        </a:lnSpc>
                        <a:spcBef>
                          <a:spcPts val="0"/>
                        </a:spcBef>
                        <a:spcAft>
                          <a:spcPts val="0"/>
                        </a:spcAft>
                        <a:buClr>
                          <a:srgbClr val="000000"/>
                        </a:buClr>
                        <a:buNone/>
                      </a:pPr>
                      <a:r>
                        <a:rPr lang="en-US" sz="1200" u="none" strike="noStrike" kern="1200" noProof="0">
                          <a:solidFill>
                            <a:srgbClr val="0C324B"/>
                          </a:solidFill>
                          <a:effectLst/>
                          <a:latin typeface="+mn-lt"/>
                          <a:ea typeface="+mn-ea"/>
                          <a:cs typeface="+mn-cs"/>
                        </a:rPr>
                        <a:t>This should contain two data files where the second is a more detailed line-item level (i.e., Orders and order details where the order details contain details by products).</a:t>
                      </a:r>
                    </a:p>
                    <a:p>
                      <a:pPr lvl="0">
                        <a:buNone/>
                      </a:pPr>
                      <a:endParaRPr lang="en-US" sz="1600">
                        <a:effectLst/>
                      </a:endParaRPr>
                    </a:p>
                  </a:txBody>
                  <a:tcPr anchor="ctr"/>
                </a:tc>
                <a:tc>
                  <a:txBody>
                    <a:bodyPr/>
                    <a:lstStyle/>
                    <a:p>
                      <a:pPr lvl="0" algn="l">
                        <a:lnSpc>
                          <a:spcPct val="100000"/>
                        </a:lnSpc>
                        <a:spcBef>
                          <a:spcPts val="0"/>
                        </a:spcBef>
                        <a:spcAft>
                          <a:spcPts val="0"/>
                        </a:spcAft>
                        <a:buNone/>
                      </a:pPr>
                      <a:r>
                        <a:rPr lang="en-US" sz="1200" u="none" strike="noStrike" kern="1200" noProof="0">
                          <a:solidFill>
                            <a:srgbClr val="0C324B"/>
                          </a:solidFill>
                          <a:effectLst/>
                          <a:latin typeface="+mn-lt"/>
                          <a:ea typeface="+mn-ea"/>
                          <a:cs typeface="+mn-cs"/>
                        </a:rPr>
                        <a:t>ID, name, account, product, date, amount, opportunity, employee</a:t>
                      </a:r>
                    </a:p>
                    <a:p>
                      <a:pPr lvl="0" algn="l">
                        <a:lnSpc>
                          <a:spcPct val="100000"/>
                        </a:lnSpc>
                        <a:spcBef>
                          <a:spcPts val="0"/>
                        </a:spcBef>
                        <a:spcAft>
                          <a:spcPts val="0"/>
                        </a:spcAft>
                        <a:buNone/>
                      </a:pPr>
                      <a:endParaRPr lang="en-US" sz="1200" u="none" strike="noStrike" kern="1200" noProof="0">
                        <a:solidFill>
                          <a:srgbClr val="0C324B"/>
                        </a:solidFill>
                        <a:effectLst/>
                        <a:latin typeface="+mn-lt"/>
                        <a:ea typeface="+mn-ea"/>
                        <a:cs typeface="+mn-cs"/>
                      </a:endParaRPr>
                    </a:p>
                    <a:p>
                      <a:pPr lvl="0" algn="l">
                        <a:lnSpc>
                          <a:spcPct val="100000"/>
                        </a:lnSpc>
                        <a:spcBef>
                          <a:spcPts val="0"/>
                        </a:spcBef>
                        <a:spcAft>
                          <a:spcPts val="0"/>
                        </a:spcAft>
                        <a:buNone/>
                      </a:pPr>
                      <a:r>
                        <a:rPr lang="en-US" sz="1200" u="none" strike="noStrike" kern="1200" noProof="0">
                          <a:solidFill>
                            <a:srgbClr val="0C324B"/>
                          </a:solidFill>
                          <a:effectLst/>
                          <a:latin typeface="+mn-lt"/>
                          <a:ea typeface="+mn-ea"/>
                          <a:cs typeface="+mn-cs"/>
                        </a:rPr>
                        <a:t>If using the detailed data file, have an ID to link to the initial file</a:t>
                      </a:r>
                    </a:p>
                    <a:p>
                      <a:pPr lvl="0" algn="l">
                        <a:lnSpc>
                          <a:spcPct val="100000"/>
                        </a:lnSpc>
                        <a:spcBef>
                          <a:spcPts val="0"/>
                        </a:spcBef>
                        <a:spcAft>
                          <a:spcPts val="0"/>
                        </a:spcAft>
                        <a:buNone/>
                      </a:pPr>
                      <a:endParaRPr lang="en-US" sz="1200" u="none" strike="noStrike" kern="1200" noProof="0">
                        <a:solidFill>
                          <a:srgbClr val="0C324B"/>
                        </a:solidFill>
                        <a:effectLst/>
                        <a:latin typeface="+mn-lt"/>
                        <a:ea typeface="+mn-ea"/>
                        <a:cs typeface="+mn-cs"/>
                      </a:endParaRPr>
                    </a:p>
                    <a:p>
                      <a:pPr lvl="0">
                        <a:buNone/>
                      </a:pPr>
                      <a:r>
                        <a:rPr lang="en-US" sz="1200" u="none" strike="noStrike" kern="1200">
                          <a:solidFill>
                            <a:srgbClr val="0C324B"/>
                          </a:solidFill>
                          <a:effectLst/>
                          <a:latin typeface="+mn-lt"/>
                          <a:ea typeface="+mn-ea"/>
                          <a:cs typeface="+mn-cs"/>
                        </a:rPr>
                        <a:t>The mandatory attributes must be present between the two data files</a:t>
                      </a:r>
                    </a:p>
                  </a:txBody>
                  <a:tcPr anchor="ctr"/>
                </a:tc>
                <a:extLst>
                  <a:ext uri="{0D108BD9-81ED-4DB2-BD59-A6C34878D82A}">
                    <a16:rowId xmlns:a16="http://schemas.microsoft.com/office/drawing/2014/main" val="1534925166"/>
                  </a:ext>
                </a:extLst>
              </a:tr>
              <a:tr h="1559504">
                <a:tc>
                  <a:txBody>
                    <a:bodyPr/>
                    <a:lstStyle/>
                    <a:p>
                      <a:pPr marL="0" marR="0" lvl="0" indent="0" algn="l" defTabSz="1219170" rtl="0" eaLnBrk="1" latinLnBrk="0" hangingPunct="1">
                        <a:lnSpc>
                          <a:spcPct val="100000"/>
                        </a:lnSpc>
                        <a:spcBef>
                          <a:spcPts val="0"/>
                        </a:spcBef>
                        <a:spcAft>
                          <a:spcPts val="0"/>
                        </a:spcAft>
                        <a:buClr>
                          <a:srgbClr val="000000"/>
                        </a:buClr>
                        <a:buNone/>
                      </a:pPr>
                      <a:r>
                        <a:rPr lang="en-US" sz="1400" b="1" u="none" strike="noStrike" noProof="0">
                          <a:solidFill>
                            <a:srgbClr val="0C324B"/>
                          </a:solidFill>
                          <a:effectLst/>
                        </a:rPr>
                        <a:t>Forecast </a:t>
                      </a:r>
                      <a:endParaRPr lang="en-US" b="1">
                        <a:solidFill>
                          <a:srgbClr val="0C324B"/>
                        </a:solidFill>
                      </a:endParaRPr>
                    </a:p>
                    <a:p>
                      <a:pPr marL="0" marR="0" lvl="0" indent="0" algn="l" defTabSz="1219170" rtl="0" eaLnBrk="1" latinLnBrk="0" hangingPunct="1">
                        <a:lnSpc>
                          <a:spcPct val="100000"/>
                        </a:lnSpc>
                        <a:spcBef>
                          <a:spcPts val="0"/>
                        </a:spcBef>
                        <a:spcAft>
                          <a:spcPts val="0"/>
                        </a:spcAft>
                        <a:buClr>
                          <a:srgbClr val="000000"/>
                        </a:buClr>
                        <a:buNone/>
                      </a:pPr>
                      <a:r>
                        <a:rPr lang="en-US" sz="1100" u="none" strike="noStrike" noProof="0">
                          <a:solidFill>
                            <a:srgbClr val="0C324B"/>
                          </a:solidFill>
                          <a:effectLst/>
                        </a:rPr>
                        <a:t>(</a:t>
                      </a:r>
                      <a:r>
                        <a:rPr lang="en-US" sz="1100" u="none" strike="noStrike" noProof="0" err="1">
                          <a:solidFill>
                            <a:srgbClr val="0C324B"/>
                          </a:solidFill>
                          <a:effectLst/>
                        </a:rPr>
                        <a:t>ie</a:t>
                      </a:r>
                      <a:r>
                        <a:rPr lang="en-US" sz="1100" u="none" strike="noStrike" noProof="0">
                          <a:solidFill>
                            <a:srgbClr val="0C324B"/>
                          </a:solidFill>
                          <a:effectLst/>
                        </a:rPr>
                        <a:t>. Opportunities)</a:t>
                      </a:r>
                    </a:p>
                    <a:p>
                      <a:pPr lvl="0">
                        <a:buNone/>
                      </a:pPr>
                      <a:endParaRPr lang="en-US" sz="1600">
                        <a:effectLst/>
                      </a:endParaRPr>
                    </a:p>
                  </a:txBody>
                  <a:tcPr anchor="ctr"/>
                </a:tc>
                <a:tc>
                  <a:txBody>
                    <a:bodyPr/>
                    <a:lstStyle/>
                    <a:p>
                      <a:pPr lvl="0" algn="l">
                        <a:lnSpc>
                          <a:spcPct val="100000"/>
                        </a:lnSpc>
                        <a:spcBef>
                          <a:spcPts val="0"/>
                        </a:spcBef>
                        <a:spcAft>
                          <a:spcPts val="0"/>
                        </a:spcAft>
                        <a:buNone/>
                      </a:pPr>
                      <a:r>
                        <a:rPr lang="en-US" sz="1200" u="none" strike="noStrike" noProof="0">
                          <a:solidFill>
                            <a:srgbClr val="0C324B"/>
                          </a:solidFill>
                          <a:effectLst/>
                        </a:rPr>
                        <a:t>This can be either one data file or can be loaded with two data files where the second is a more detailed line-item level (i.e., Opportunities and opportunity details where the lines contain details by products).</a:t>
                      </a:r>
                      <a:endParaRPr lang="en-US" sz="1200">
                        <a:solidFill>
                          <a:srgbClr val="0C324B"/>
                        </a:solidFill>
                      </a:endParaRPr>
                    </a:p>
                  </a:txBody>
                  <a:tcPr anchor="ctr"/>
                </a:tc>
                <a:tc>
                  <a:txBody>
                    <a:bodyPr/>
                    <a:lstStyle/>
                    <a:p>
                      <a:pPr marL="0" lvl="0" algn="l" defTabSz="1219170" rtl="0" eaLnBrk="1" latinLnBrk="0" hangingPunct="1">
                        <a:lnSpc>
                          <a:spcPct val="100000"/>
                        </a:lnSpc>
                        <a:spcBef>
                          <a:spcPts val="0"/>
                        </a:spcBef>
                        <a:spcAft>
                          <a:spcPts val="0"/>
                        </a:spcAft>
                        <a:buNone/>
                      </a:pPr>
                      <a:r>
                        <a:rPr lang="en-US" sz="1200" u="none" strike="noStrike" kern="1200" noProof="0">
                          <a:solidFill>
                            <a:srgbClr val="0C324B"/>
                          </a:solidFill>
                          <a:effectLst/>
                          <a:latin typeface="+mn-lt"/>
                          <a:ea typeface="+mn-ea"/>
                          <a:cs typeface="+mn-cs"/>
                        </a:rPr>
                        <a:t>ID, name, account, planning measure, product, date, amount, attribute to filter likely deals  (such as forecast category or deal stage)</a:t>
                      </a:r>
                      <a:endParaRPr lang="en-US" sz="1200" u="none" strike="noStrike" kern="1200">
                        <a:solidFill>
                          <a:srgbClr val="0C324B"/>
                        </a:solidFill>
                        <a:effectLst/>
                        <a:latin typeface="+mn-lt"/>
                        <a:ea typeface="+mn-ea"/>
                        <a:cs typeface="+mn-cs"/>
                      </a:endParaRPr>
                    </a:p>
                    <a:p>
                      <a:pPr marL="0" lvl="0" algn="l" defTabSz="1219170" rtl="0" eaLnBrk="1" latinLnBrk="0" hangingPunct="1">
                        <a:lnSpc>
                          <a:spcPct val="100000"/>
                        </a:lnSpc>
                        <a:spcBef>
                          <a:spcPts val="0"/>
                        </a:spcBef>
                        <a:spcAft>
                          <a:spcPts val="0"/>
                        </a:spcAft>
                        <a:buNone/>
                      </a:pPr>
                      <a:endParaRPr lang="en-US" sz="1200" u="none" strike="noStrike" kern="1200" noProof="0">
                        <a:solidFill>
                          <a:srgbClr val="0C324B"/>
                        </a:solidFill>
                        <a:effectLst/>
                        <a:latin typeface="+mn-lt"/>
                        <a:ea typeface="+mn-ea"/>
                        <a:cs typeface="+mn-cs"/>
                      </a:endParaRPr>
                    </a:p>
                    <a:p>
                      <a:pPr marL="0" lvl="0" algn="l" defTabSz="1219170" rtl="0" eaLnBrk="1" latinLnBrk="0" hangingPunct="1">
                        <a:lnSpc>
                          <a:spcPct val="100000"/>
                        </a:lnSpc>
                        <a:spcBef>
                          <a:spcPts val="0"/>
                        </a:spcBef>
                        <a:spcAft>
                          <a:spcPts val="0"/>
                        </a:spcAft>
                        <a:buNone/>
                      </a:pPr>
                      <a:r>
                        <a:rPr lang="en-US" sz="1200" u="none" strike="noStrike" kern="1200" noProof="0">
                          <a:solidFill>
                            <a:srgbClr val="0C324B"/>
                          </a:solidFill>
                          <a:effectLst/>
                          <a:latin typeface="+mn-lt"/>
                          <a:ea typeface="+mn-ea"/>
                          <a:cs typeface="+mn-cs"/>
                        </a:rPr>
                        <a:t>If using the detailed data file, have an ID to link to the initial file</a:t>
                      </a:r>
                    </a:p>
                    <a:p>
                      <a:pPr marL="0" lvl="0" algn="l" defTabSz="1219170" rtl="0" eaLnBrk="1" latinLnBrk="0" hangingPunct="1">
                        <a:lnSpc>
                          <a:spcPct val="100000"/>
                        </a:lnSpc>
                        <a:spcBef>
                          <a:spcPts val="0"/>
                        </a:spcBef>
                        <a:spcAft>
                          <a:spcPts val="0"/>
                        </a:spcAft>
                        <a:buNone/>
                      </a:pPr>
                      <a:endParaRPr lang="en-US" sz="1200" u="none" strike="noStrike" kern="1200" noProof="0">
                        <a:solidFill>
                          <a:srgbClr val="0C324B"/>
                        </a:solidFill>
                        <a:effectLst/>
                        <a:latin typeface="+mn-lt"/>
                        <a:ea typeface="+mn-ea"/>
                        <a:cs typeface="+mn-cs"/>
                      </a:endParaRPr>
                    </a:p>
                    <a:p>
                      <a:pPr marL="0" lvl="0" algn="l" defTabSz="1219170" rtl="0" eaLnBrk="1" latinLnBrk="0" hangingPunct="1">
                        <a:lnSpc>
                          <a:spcPct val="100000"/>
                        </a:lnSpc>
                        <a:spcBef>
                          <a:spcPts val="0"/>
                        </a:spcBef>
                        <a:spcAft>
                          <a:spcPts val="0"/>
                        </a:spcAft>
                        <a:buNone/>
                      </a:pPr>
                      <a:r>
                        <a:rPr lang="en-US" sz="1200" u="none" strike="noStrike" kern="1200" noProof="0">
                          <a:solidFill>
                            <a:srgbClr val="0C324B"/>
                          </a:solidFill>
                          <a:effectLst/>
                          <a:latin typeface="+mn-lt"/>
                          <a:ea typeface="+mn-ea"/>
                          <a:cs typeface="+mn-cs"/>
                        </a:rPr>
                        <a:t>The mandatory attributes must be present between the two data files</a:t>
                      </a:r>
                    </a:p>
                  </a:txBody>
                  <a:tcPr anchor="ctr"/>
                </a:tc>
                <a:extLst>
                  <a:ext uri="{0D108BD9-81ED-4DB2-BD59-A6C34878D82A}">
                    <a16:rowId xmlns:a16="http://schemas.microsoft.com/office/drawing/2014/main" val="3431287782"/>
                  </a:ext>
                </a:extLst>
              </a:tr>
              <a:tr h="1559504">
                <a:tc>
                  <a:txBody>
                    <a:bodyPr/>
                    <a:lstStyle/>
                    <a:p>
                      <a:pPr marL="0" marR="0" lvl="0" indent="0" algn="l">
                        <a:lnSpc>
                          <a:spcPct val="110000"/>
                        </a:lnSpc>
                        <a:spcBef>
                          <a:spcPts val="0"/>
                        </a:spcBef>
                        <a:spcAft>
                          <a:spcPts val="0"/>
                        </a:spcAft>
                        <a:buNone/>
                      </a:pPr>
                      <a:r>
                        <a:rPr lang="en-US" sz="1400" b="1" i="0" u="none" strike="noStrike" noProof="0">
                          <a:solidFill>
                            <a:srgbClr val="0C314B"/>
                          </a:solidFill>
                          <a:effectLst/>
                          <a:latin typeface="Arial"/>
                        </a:rPr>
                        <a:t>Targets</a:t>
                      </a:r>
                      <a:endParaRPr lang="en-US" sz="1800" b="1" i="0" u="none" strike="noStrike" noProof="0">
                        <a:solidFill>
                          <a:srgbClr val="0C314B"/>
                        </a:solidFill>
                        <a:effectLst/>
                        <a:latin typeface="Arial"/>
                      </a:endParaRPr>
                    </a:p>
                    <a:p>
                      <a:pPr marL="0" marR="0" lvl="0" indent="0" algn="l">
                        <a:lnSpc>
                          <a:spcPct val="110000"/>
                        </a:lnSpc>
                        <a:spcBef>
                          <a:spcPts val="0"/>
                        </a:spcBef>
                        <a:spcAft>
                          <a:spcPts val="0"/>
                        </a:spcAft>
                        <a:buNone/>
                      </a:pPr>
                      <a:r>
                        <a:rPr lang="en-US" sz="1100" b="0" i="0" u="none" strike="noStrike" noProof="0">
                          <a:solidFill>
                            <a:srgbClr val="0C314B"/>
                          </a:solidFill>
                          <a:effectLst/>
                          <a:latin typeface="Arial"/>
                        </a:rPr>
                        <a:t>(</a:t>
                      </a:r>
                      <a:r>
                        <a:rPr lang="en-US" sz="1100" b="0" i="0" u="none" strike="noStrike" noProof="0" err="1">
                          <a:solidFill>
                            <a:srgbClr val="0C314B"/>
                          </a:solidFill>
                          <a:effectLst/>
                          <a:latin typeface="Arial"/>
                        </a:rPr>
                        <a:t>ie</a:t>
                      </a:r>
                      <a:r>
                        <a:rPr lang="en-US" sz="1100" b="0" i="0" u="none" strike="noStrike" noProof="0">
                          <a:solidFill>
                            <a:srgbClr val="0C314B"/>
                          </a:solidFill>
                          <a:effectLst/>
                          <a:latin typeface="Arial"/>
                        </a:rPr>
                        <a:t>. NNACV, Source &amp; Opportunity Type, Meetings)</a:t>
                      </a:r>
                      <a:endParaRPr lang="en-US"/>
                    </a:p>
                  </a:txBody>
                  <a:tcPr anchor="ctr"/>
                </a:tc>
                <a:tc>
                  <a:txBody>
                    <a:bodyPr/>
                    <a:lstStyle/>
                    <a:p>
                      <a:pPr lvl="0" algn="l">
                        <a:lnSpc>
                          <a:spcPct val="100000"/>
                        </a:lnSpc>
                        <a:spcBef>
                          <a:spcPts val="0"/>
                        </a:spcBef>
                        <a:spcAft>
                          <a:spcPts val="0"/>
                        </a:spcAft>
                        <a:buNone/>
                      </a:pPr>
                      <a:r>
                        <a:rPr lang="en-US" sz="1200" b="0" i="0" u="none" strike="noStrike" noProof="0">
                          <a:solidFill>
                            <a:srgbClr val="0C324B"/>
                          </a:solidFill>
                          <a:effectLst/>
                          <a:latin typeface="Arial"/>
                        </a:rPr>
                        <a:t>This can be either one data file or can be loaded with three data files. Where the 1st data file is all NNACV targets, the second is the targets by Source and Opportunity Type, and the third is Meeting targets.</a:t>
                      </a:r>
                    </a:p>
                  </a:txBody>
                  <a:tcPr anchor="ctr"/>
                </a:tc>
                <a:tc>
                  <a:txBody>
                    <a:bodyPr/>
                    <a:lstStyle/>
                    <a:p>
                      <a:pPr lvl="0" algn="l">
                        <a:lnSpc>
                          <a:spcPct val="100000"/>
                        </a:lnSpc>
                        <a:spcBef>
                          <a:spcPts val="0"/>
                        </a:spcBef>
                        <a:spcAft>
                          <a:spcPts val="0"/>
                        </a:spcAft>
                        <a:buNone/>
                      </a:pPr>
                      <a:r>
                        <a:rPr lang="en-US" sz="1200" u="none" strike="noStrike" kern="1200" noProof="0">
                          <a:solidFill>
                            <a:srgbClr val="0C324B"/>
                          </a:solidFill>
                          <a:effectLst/>
                          <a:latin typeface="+mn-lt"/>
                          <a:ea typeface="+mn-ea"/>
                          <a:cs typeface="+mn-cs"/>
                        </a:rPr>
                        <a:t>All data fields within the DAT: NNACV Target and Pipeline Target module are required.</a:t>
                      </a:r>
                    </a:p>
                  </a:txBody>
                  <a:tcPr anchor="ctr"/>
                </a:tc>
                <a:extLst>
                  <a:ext uri="{0D108BD9-81ED-4DB2-BD59-A6C34878D82A}">
                    <a16:rowId xmlns:a16="http://schemas.microsoft.com/office/drawing/2014/main" val="3803888836"/>
                  </a:ext>
                </a:extLst>
              </a:tr>
            </a:tbl>
          </a:graphicData>
        </a:graphic>
      </p:graphicFrame>
      <p:sp>
        <p:nvSpPr>
          <p:cNvPr id="9" name="TextBox 8">
            <a:extLst>
              <a:ext uri="{FF2B5EF4-FFF2-40B4-BE49-F238E27FC236}">
                <a16:creationId xmlns:a16="http://schemas.microsoft.com/office/drawing/2014/main" id="{076DAF24-F629-FBD1-65C0-86D7CCCD5BEB}"/>
              </a:ext>
            </a:extLst>
          </p:cNvPr>
          <p:cNvSpPr txBox="1"/>
          <p:nvPr/>
        </p:nvSpPr>
        <p:spPr>
          <a:xfrm>
            <a:off x="610056" y="6215811"/>
            <a:ext cx="9797142"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900">
                <a:solidFill>
                  <a:srgbClr val="7F7F7F"/>
                </a:solidFill>
                <a:latin typeface="Arial"/>
                <a:ea typeface="Verdana"/>
                <a:cs typeface="Arial"/>
              </a:rPr>
              <a:t>Note: CSV files must be a flat view with the attribute fields in columns and items in rows. The files can include additional attribute fields. Additional data files are also prohibited.</a:t>
            </a:r>
            <a:endParaRPr lang="en-US" sz="900">
              <a:solidFill>
                <a:srgbClr val="7F7F7F"/>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28746249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2BAB17-B830-AFF7-0AFC-7BC751C3DD0C}"/>
              </a:ext>
            </a:extLst>
          </p:cNvPr>
          <p:cNvSpPr>
            <a:spLocks noGrp="1"/>
          </p:cNvSpPr>
          <p:nvPr>
            <p:ph type="title"/>
          </p:nvPr>
        </p:nvSpPr>
        <p:spPr>
          <a:xfrm>
            <a:off x="391582" y="179495"/>
            <a:ext cx="10983484" cy="451405"/>
          </a:xfrm>
        </p:spPr>
        <p:txBody>
          <a:bodyPr lIns="0" tIns="60960" rIns="0" bIns="60960" anchor="t"/>
          <a:lstStyle/>
          <a:p>
            <a:r>
              <a:rPr lang="en-GB">
                <a:solidFill>
                  <a:schemeClr val="tx2"/>
                </a:solidFill>
                <a:latin typeface="Arial"/>
                <a:ea typeface="Verdana"/>
                <a:cs typeface="Arial"/>
              </a:rPr>
              <a:t>Metadata requirements and description </a:t>
            </a:r>
            <a:endParaRPr lang="en-US">
              <a:solidFill>
                <a:schemeClr val="tx2"/>
              </a:solidFill>
            </a:endParaRPr>
          </a:p>
        </p:txBody>
      </p:sp>
      <p:graphicFrame>
        <p:nvGraphicFramePr>
          <p:cNvPr id="3" name="Table 2">
            <a:extLst>
              <a:ext uri="{FF2B5EF4-FFF2-40B4-BE49-F238E27FC236}">
                <a16:creationId xmlns:a16="http://schemas.microsoft.com/office/drawing/2014/main" id="{1EEB7865-534A-EC35-EC6F-EE409591E758}"/>
              </a:ext>
            </a:extLst>
          </p:cNvPr>
          <p:cNvGraphicFramePr>
            <a:graphicFrameLocks noGrp="1"/>
          </p:cNvGraphicFramePr>
          <p:nvPr>
            <p:extLst>
              <p:ext uri="{D42A27DB-BD31-4B8C-83A1-F6EECF244321}">
                <p14:modId xmlns:p14="http://schemas.microsoft.com/office/powerpoint/2010/main" val="1449696638"/>
              </p:ext>
            </p:extLst>
          </p:nvPr>
        </p:nvGraphicFramePr>
        <p:xfrm>
          <a:off x="390518" y="885442"/>
          <a:ext cx="10955485" cy="4660873"/>
        </p:xfrm>
        <a:graphic>
          <a:graphicData uri="http://schemas.openxmlformats.org/drawingml/2006/table">
            <a:tbl>
              <a:tblPr firstRow="1" bandRow="1">
                <a:tableStyleId>{793D81CF-94F2-401A-BA57-92F5A7B2D0C5}</a:tableStyleId>
              </a:tblPr>
              <a:tblGrid>
                <a:gridCol w="2827420">
                  <a:extLst>
                    <a:ext uri="{9D8B030D-6E8A-4147-A177-3AD203B41FA5}">
                      <a16:colId xmlns:a16="http://schemas.microsoft.com/office/drawing/2014/main" val="1536700407"/>
                    </a:ext>
                  </a:extLst>
                </a:gridCol>
                <a:gridCol w="4030942">
                  <a:extLst>
                    <a:ext uri="{9D8B030D-6E8A-4147-A177-3AD203B41FA5}">
                      <a16:colId xmlns:a16="http://schemas.microsoft.com/office/drawing/2014/main" val="1882405905"/>
                    </a:ext>
                  </a:extLst>
                </a:gridCol>
                <a:gridCol w="1860162">
                  <a:extLst>
                    <a:ext uri="{9D8B030D-6E8A-4147-A177-3AD203B41FA5}">
                      <a16:colId xmlns:a16="http://schemas.microsoft.com/office/drawing/2014/main" val="1929866753"/>
                    </a:ext>
                  </a:extLst>
                </a:gridCol>
                <a:gridCol w="2236961">
                  <a:extLst>
                    <a:ext uri="{9D8B030D-6E8A-4147-A177-3AD203B41FA5}">
                      <a16:colId xmlns:a16="http://schemas.microsoft.com/office/drawing/2014/main" val="4158803595"/>
                    </a:ext>
                  </a:extLst>
                </a:gridCol>
              </a:tblGrid>
              <a:tr h="433430">
                <a:tc>
                  <a:txBody>
                    <a:bodyPr/>
                    <a:lstStyle/>
                    <a:p>
                      <a:pPr algn="ctr"/>
                      <a:r>
                        <a:rPr lang="en-US" sz="1600">
                          <a:solidFill>
                            <a:schemeClr val="bg1"/>
                          </a:solidFill>
                        </a:rPr>
                        <a:t>Dimensions</a:t>
                      </a:r>
                    </a:p>
                  </a:txBody>
                  <a:tcPr anchor="ctr">
                    <a:solidFill>
                      <a:srgbClr val="0C314B"/>
                    </a:solidFill>
                  </a:tcPr>
                </a:tc>
                <a:tc>
                  <a:txBody>
                    <a:bodyPr/>
                    <a:lstStyle/>
                    <a:p>
                      <a:pPr lvl="0" algn="ctr">
                        <a:buNone/>
                      </a:pPr>
                      <a:r>
                        <a:rPr lang="en-US" sz="1600">
                          <a:solidFill>
                            <a:schemeClr val="bg1"/>
                          </a:solidFill>
                        </a:rPr>
                        <a:t>Description</a:t>
                      </a:r>
                    </a:p>
                  </a:txBody>
                  <a:tcPr anchor="ctr">
                    <a:solidFill>
                      <a:srgbClr val="0C314B"/>
                    </a:solidFill>
                  </a:tcPr>
                </a:tc>
                <a:tc gridSpan="2">
                  <a:txBody>
                    <a:bodyPr/>
                    <a:lstStyle/>
                    <a:p>
                      <a:pPr algn="ctr"/>
                      <a:r>
                        <a:rPr lang="en-US" sz="1600">
                          <a:solidFill>
                            <a:schemeClr val="bg1"/>
                          </a:solidFill>
                        </a:rPr>
                        <a:t>Mandatory attributes</a:t>
                      </a:r>
                    </a:p>
                  </a:txBody>
                  <a:tcPr anchor="ctr">
                    <a:solidFill>
                      <a:srgbClr val="0C314B"/>
                    </a:solidFill>
                  </a:tcPr>
                </a:tc>
                <a:tc hMerge="1">
                  <a:txBody>
                    <a:bodyPr/>
                    <a:lstStyle/>
                    <a:p>
                      <a:pPr algn="ctr"/>
                      <a:endParaRPr lang="en-US" sz="1600">
                        <a:solidFill>
                          <a:schemeClr val="bg1"/>
                        </a:solidFill>
                      </a:endParaRPr>
                    </a:p>
                  </a:txBody>
                  <a:tcPr anchor="ctr">
                    <a:solidFill>
                      <a:srgbClr val="0C314B"/>
                    </a:solidFill>
                  </a:tcPr>
                </a:tc>
                <a:extLst>
                  <a:ext uri="{0D108BD9-81ED-4DB2-BD59-A6C34878D82A}">
                    <a16:rowId xmlns:a16="http://schemas.microsoft.com/office/drawing/2014/main" val="2060222883"/>
                  </a:ext>
                </a:extLst>
              </a:tr>
              <a:tr h="661428">
                <a:tc>
                  <a:txBody>
                    <a:bodyPr/>
                    <a:lstStyle/>
                    <a:p>
                      <a:pPr marL="0" marR="0" lvl="0" indent="0" algn="l">
                        <a:lnSpc>
                          <a:spcPct val="110000"/>
                        </a:lnSpc>
                        <a:spcBef>
                          <a:spcPts val="0"/>
                        </a:spcBef>
                        <a:spcAft>
                          <a:spcPts val="0"/>
                        </a:spcAft>
                        <a:buClr>
                          <a:srgbClr val="000000"/>
                        </a:buClr>
                        <a:buNone/>
                      </a:pPr>
                      <a:r>
                        <a:rPr lang="en-US" sz="1400" b="1" u="none" strike="noStrike" noProof="0">
                          <a:solidFill>
                            <a:srgbClr val="0C314B"/>
                          </a:solidFill>
                        </a:rPr>
                        <a:t>Accounts </a:t>
                      </a:r>
                      <a:endParaRPr lang="en-US" sz="1400" b="1">
                        <a:solidFill>
                          <a:srgbClr val="0C314B"/>
                        </a:solidFill>
                      </a:endParaRPr>
                    </a:p>
                    <a:p>
                      <a:pPr marL="0" marR="0" lvl="0" indent="0" algn="l">
                        <a:lnSpc>
                          <a:spcPct val="110000"/>
                        </a:lnSpc>
                        <a:spcBef>
                          <a:spcPts val="0"/>
                        </a:spcBef>
                        <a:spcAft>
                          <a:spcPts val="0"/>
                        </a:spcAft>
                        <a:buNone/>
                      </a:pPr>
                      <a:r>
                        <a:rPr lang="en-US" sz="1100" b="0" u="none" strike="noStrike" noProof="0">
                          <a:solidFill>
                            <a:srgbClr val="0C314B"/>
                          </a:solidFill>
                        </a:rPr>
                        <a:t>(could also be clients, customers, etc.) </a:t>
                      </a:r>
                    </a:p>
                  </a:txBody>
                  <a:tcPr anchor="ctr">
                    <a:solidFill>
                      <a:srgbClr val="F3F1EE"/>
                    </a:solidFill>
                  </a:tcPr>
                </a:tc>
                <a:tc>
                  <a:txBody>
                    <a:bodyPr/>
                    <a:lstStyle/>
                    <a:p>
                      <a:pPr marL="0" lvl="0" indent="0" algn="l">
                        <a:lnSpc>
                          <a:spcPct val="100000"/>
                        </a:lnSpc>
                        <a:spcBef>
                          <a:spcPts val="0"/>
                        </a:spcBef>
                        <a:spcAft>
                          <a:spcPts val="0"/>
                        </a:spcAft>
                        <a:buNone/>
                      </a:pPr>
                      <a:r>
                        <a:rPr lang="en-US" sz="1200" u="none" strike="noStrike" noProof="0">
                          <a:solidFill>
                            <a:srgbClr val="0C314B"/>
                          </a:solidFill>
                        </a:rPr>
                        <a:t>Account data provides a complete, real-time view of each customer, enabling sales teams to prioritize opportunities effectively through data-driven scoring and predictive analytics.</a:t>
                      </a:r>
                    </a:p>
                  </a:txBody>
                  <a:tcPr anchor="ctr">
                    <a:solidFill>
                      <a:srgbClr val="F3F1EE"/>
                    </a:solidFill>
                  </a:tcPr>
                </a:tc>
                <a:tc>
                  <a:txBody>
                    <a:bodyPr/>
                    <a:lstStyle/>
                    <a:p>
                      <a:pPr marL="171450" lvl="0" indent="-171450" algn="l">
                        <a:lnSpc>
                          <a:spcPct val="100000"/>
                        </a:lnSpc>
                        <a:spcBef>
                          <a:spcPts val="0"/>
                        </a:spcBef>
                        <a:spcAft>
                          <a:spcPts val="0"/>
                        </a:spcAft>
                        <a:buFont typeface="Arial"/>
                        <a:buChar char="•"/>
                      </a:pPr>
                      <a:r>
                        <a:rPr lang="en-US" sz="1200" b="0" i="0" u="none" strike="noStrike" noProof="0">
                          <a:solidFill>
                            <a:srgbClr val="0C314B"/>
                          </a:solidFill>
                          <a:latin typeface="Arial"/>
                        </a:rPr>
                        <a:t>Account Owner</a:t>
                      </a:r>
                      <a:endParaRPr lang="en-US" sz="1200" u="none" strike="noStrike" noProof="0">
                        <a:solidFill>
                          <a:srgbClr val="0C314B"/>
                        </a:solidFill>
                      </a:endParaRPr>
                    </a:p>
                    <a:p>
                      <a:pPr marL="171450" lvl="0" indent="-171450" algn="l">
                        <a:lnSpc>
                          <a:spcPct val="100000"/>
                        </a:lnSpc>
                        <a:spcBef>
                          <a:spcPts val="0"/>
                        </a:spcBef>
                        <a:spcAft>
                          <a:spcPts val="0"/>
                        </a:spcAft>
                        <a:buFont typeface="Arial"/>
                        <a:buChar char="•"/>
                      </a:pPr>
                      <a:r>
                        <a:rPr lang="en-US" sz="1200" b="0" i="0" u="none" strike="noStrike" noProof="0">
                          <a:solidFill>
                            <a:srgbClr val="0C314B"/>
                          </a:solidFill>
                          <a:latin typeface="Arial"/>
                        </a:rPr>
                        <a:t>Territory</a:t>
                      </a:r>
                      <a:endParaRPr lang="en-US"/>
                    </a:p>
                    <a:p>
                      <a:pPr marL="171450" lvl="0" indent="-171450" algn="l">
                        <a:lnSpc>
                          <a:spcPct val="100000"/>
                        </a:lnSpc>
                        <a:spcBef>
                          <a:spcPts val="0"/>
                        </a:spcBef>
                        <a:spcAft>
                          <a:spcPts val="0"/>
                        </a:spcAft>
                        <a:buFont typeface="Arial"/>
                        <a:buChar char="•"/>
                      </a:pPr>
                      <a:r>
                        <a:rPr lang="en-US" sz="1200" b="0" i="0" u="none" strike="noStrike" noProof="0">
                          <a:solidFill>
                            <a:srgbClr val="0C314B"/>
                          </a:solidFill>
                          <a:latin typeface="Arial"/>
                        </a:rPr>
                        <a:t>Account Segment</a:t>
                      </a:r>
                      <a:endParaRPr lang="en-US"/>
                    </a:p>
                    <a:p>
                      <a:pPr marL="171450" lvl="0" indent="-171450" algn="l">
                        <a:lnSpc>
                          <a:spcPct val="100000"/>
                        </a:lnSpc>
                        <a:spcBef>
                          <a:spcPts val="0"/>
                        </a:spcBef>
                        <a:spcAft>
                          <a:spcPts val="0"/>
                        </a:spcAft>
                        <a:buFont typeface="Arial"/>
                        <a:buChar char="•"/>
                      </a:pPr>
                      <a:r>
                        <a:rPr lang="en-US" sz="1200" b="0" i="0" u="none" strike="noStrike" noProof="0">
                          <a:solidFill>
                            <a:srgbClr val="0C314B"/>
                          </a:solidFill>
                          <a:latin typeface="Arial"/>
                        </a:rPr>
                        <a:t>NAICS Industry</a:t>
                      </a:r>
                      <a:endParaRPr lang="en-US"/>
                    </a:p>
                    <a:p>
                      <a:pPr marL="171450" lvl="0" indent="-171450" algn="l">
                        <a:lnSpc>
                          <a:spcPct val="100000"/>
                        </a:lnSpc>
                        <a:spcBef>
                          <a:spcPts val="0"/>
                        </a:spcBef>
                        <a:spcAft>
                          <a:spcPts val="0"/>
                        </a:spcAft>
                        <a:buFont typeface="Arial"/>
                        <a:buChar char="•"/>
                      </a:pPr>
                      <a:r>
                        <a:rPr lang="en-US" sz="1200" b="0" i="0" u="none" strike="noStrike" noProof="0">
                          <a:solidFill>
                            <a:srgbClr val="0C314B"/>
                          </a:solidFill>
                          <a:latin typeface="Arial"/>
                        </a:rPr>
                        <a:t>ARR $k</a:t>
                      </a:r>
                      <a:endParaRPr lang="en-US"/>
                    </a:p>
                    <a:p>
                      <a:pPr marL="171450" lvl="0" indent="-171450" algn="l">
                        <a:lnSpc>
                          <a:spcPct val="100000"/>
                        </a:lnSpc>
                        <a:spcBef>
                          <a:spcPts val="0"/>
                        </a:spcBef>
                        <a:spcAft>
                          <a:spcPts val="0"/>
                        </a:spcAft>
                        <a:buClr>
                          <a:srgbClr val="0A2F46"/>
                        </a:buClr>
                        <a:buFont typeface="Arial"/>
                        <a:buChar char="•"/>
                      </a:pPr>
                      <a:r>
                        <a:rPr lang="en-US" sz="1200" b="0" i="0" u="none" strike="noStrike" noProof="0">
                          <a:solidFill>
                            <a:srgbClr val="0C314B"/>
                          </a:solidFill>
                          <a:latin typeface="Arial"/>
                        </a:rPr>
                        <a:t>Account Wallet Size</a:t>
                      </a:r>
                    </a:p>
                    <a:p>
                      <a:pPr marL="171450" lvl="0" indent="-171450" algn="l">
                        <a:lnSpc>
                          <a:spcPct val="100000"/>
                        </a:lnSpc>
                        <a:spcBef>
                          <a:spcPts val="0"/>
                        </a:spcBef>
                        <a:spcAft>
                          <a:spcPts val="0"/>
                        </a:spcAft>
                        <a:buClr>
                          <a:srgbClr val="0A2F46"/>
                        </a:buClr>
                        <a:buFont typeface="Arial"/>
                        <a:buChar char="•"/>
                      </a:pPr>
                      <a:r>
                        <a:rPr lang="en-US" sz="1200" b="0" i="0" u="none" strike="noStrike" noProof="0">
                          <a:solidFill>
                            <a:srgbClr val="0C314B"/>
                          </a:solidFill>
                          <a:latin typeface="Arial"/>
                        </a:rPr>
                        <a:t>Intent Score</a:t>
                      </a:r>
                    </a:p>
                  </a:txBody>
                  <a:tcPr>
                    <a:lnR w="12700">
                      <a:solidFill>
                        <a:srgbClr val="F2F1EE"/>
                      </a:solidFill>
                    </a:lnR>
                    <a:solidFill>
                      <a:srgbClr val="F3F1EE"/>
                    </a:solidFill>
                  </a:tcPr>
                </a:tc>
                <a:tc>
                  <a:txBody>
                    <a:bodyPr/>
                    <a:lstStyle/>
                    <a:p>
                      <a:pPr marL="171450" lvl="0" indent="-171450" algn="l">
                        <a:lnSpc>
                          <a:spcPct val="100000"/>
                        </a:lnSpc>
                        <a:spcBef>
                          <a:spcPts val="0"/>
                        </a:spcBef>
                        <a:spcAft>
                          <a:spcPts val="0"/>
                        </a:spcAft>
                        <a:buFont typeface="Arial"/>
                        <a:buChar char="•"/>
                      </a:pPr>
                      <a:r>
                        <a:rPr lang="en-US" sz="1200" b="0" i="0" u="none" strike="noStrike" noProof="0">
                          <a:solidFill>
                            <a:srgbClr val="0C314B"/>
                          </a:solidFill>
                          <a:latin typeface="Arial"/>
                        </a:rPr>
                        <a:t>Engagement Score</a:t>
                      </a:r>
                      <a:endParaRPr lang="en-US" sz="1200" b="0" i="0" u="none" strike="noStrike" noProof="0">
                        <a:solidFill>
                          <a:srgbClr val="0A2F46"/>
                        </a:solidFill>
                        <a:latin typeface="Arial"/>
                      </a:endParaRPr>
                    </a:p>
                    <a:p>
                      <a:pPr marL="171450" lvl="0" indent="-171450" algn="l">
                        <a:lnSpc>
                          <a:spcPct val="100000"/>
                        </a:lnSpc>
                        <a:spcBef>
                          <a:spcPts val="0"/>
                        </a:spcBef>
                        <a:spcAft>
                          <a:spcPts val="0"/>
                        </a:spcAft>
                        <a:buClr>
                          <a:srgbClr val="0A2F46"/>
                        </a:buClr>
                        <a:buFont typeface="Arial"/>
                        <a:buChar char="•"/>
                      </a:pPr>
                      <a:r>
                        <a:rPr lang="en-US" sz="1200" b="0" i="0" u="none" strike="noStrike" noProof="0">
                          <a:solidFill>
                            <a:srgbClr val="0C314B"/>
                          </a:solidFill>
                          <a:latin typeface="Arial"/>
                        </a:rPr>
                        <a:t>Note</a:t>
                      </a:r>
                      <a:endParaRPr lang="en-US" sz="1200" b="0" i="0" u="none" strike="noStrike" noProof="0">
                        <a:solidFill>
                          <a:srgbClr val="0A2F46"/>
                        </a:solidFill>
                        <a:latin typeface="Arial"/>
                      </a:endParaRPr>
                    </a:p>
                    <a:p>
                      <a:pPr marL="171450" lvl="0" indent="-171450" algn="l">
                        <a:lnSpc>
                          <a:spcPct val="100000"/>
                        </a:lnSpc>
                        <a:spcBef>
                          <a:spcPts val="0"/>
                        </a:spcBef>
                        <a:spcAft>
                          <a:spcPts val="0"/>
                        </a:spcAft>
                        <a:buClr>
                          <a:srgbClr val="0A2F46"/>
                        </a:buClr>
                        <a:buFont typeface="Arial"/>
                        <a:buChar char="•"/>
                      </a:pPr>
                      <a:r>
                        <a:rPr lang="en-US" sz="1200" b="0" i="0" u="none" strike="noStrike" noProof="0">
                          <a:solidFill>
                            <a:srgbClr val="0C314B"/>
                          </a:solidFill>
                          <a:latin typeface="Arial"/>
                        </a:rPr>
                        <a:t>Partner</a:t>
                      </a:r>
                      <a:endParaRPr lang="en-US" sz="1200" b="0" i="0" u="none" strike="noStrike" noProof="0">
                        <a:solidFill>
                          <a:srgbClr val="0A2F46"/>
                        </a:solidFill>
                        <a:latin typeface="Arial"/>
                      </a:endParaRPr>
                    </a:p>
                    <a:p>
                      <a:pPr marL="171450" lvl="0" indent="-171450" algn="l">
                        <a:lnSpc>
                          <a:spcPct val="100000"/>
                        </a:lnSpc>
                        <a:spcBef>
                          <a:spcPts val="0"/>
                        </a:spcBef>
                        <a:spcAft>
                          <a:spcPts val="0"/>
                        </a:spcAft>
                        <a:buClr>
                          <a:srgbClr val="0A2F46"/>
                        </a:buClr>
                        <a:buFont typeface="Arial"/>
                        <a:buChar char="•"/>
                      </a:pPr>
                      <a:r>
                        <a:rPr lang="en-US" sz="1200" b="0" i="0" u="none" strike="noStrike" noProof="0">
                          <a:solidFill>
                            <a:srgbClr val="0C314B"/>
                          </a:solidFill>
                          <a:latin typeface="Arial"/>
                        </a:rPr>
                        <a:t>No. Employees</a:t>
                      </a:r>
                      <a:endParaRPr lang="en-US" sz="1200" b="0" i="0" u="none" strike="noStrike" noProof="0">
                        <a:solidFill>
                          <a:srgbClr val="0A2F46"/>
                        </a:solidFill>
                        <a:latin typeface="Arial"/>
                      </a:endParaRPr>
                    </a:p>
                    <a:p>
                      <a:pPr marL="171450" lvl="0" indent="-171450" algn="l">
                        <a:lnSpc>
                          <a:spcPct val="100000"/>
                        </a:lnSpc>
                        <a:spcBef>
                          <a:spcPts val="0"/>
                        </a:spcBef>
                        <a:spcAft>
                          <a:spcPts val="0"/>
                        </a:spcAft>
                        <a:buClr>
                          <a:srgbClr val="0A2F46"/>
                        </a:buClr>
                        <a:buFont typeface="Arial"/>
                        <a:buChar char="•"/>
                      </a:pPr>
                      <a:r>
                        <a:rPr lang="en-US" sz="1200" b="0" i="0" u="none" strike="noStrike" noProof="0">
                          <a:solidFill>
                            <a:srgbClr val="0C314B"/>
                          </a:solidFill>
                          <a:latin typeface="Arial"/>
                        </a:rPr>
                        <a:t>Annual Revenue</a:t>
                      </a:r>
                      <a:endParaRPr lang="en-US" sz="1200" b="0" i="0" u="none" strike="noStrike" noProof="0">
                        <a:solidFill>
                          <a:srgbClr val="0A2F46"/>
                        </a:solidFill>
                        <a:latin typeface="Arial"/>
                      </a:endParaRPr>
                    </a:p>
                    <a:p>
                      <a:pPr marL="171450" lvl="0" indent="-171450" algn="l">
                        <a:lnSpc>
                          <a:spcPct val="100000"/>
                        </a:lnSpc>
                        <a:spcBef>
                          <a:spcPts val="0"/>
                        </a:spcBef>
                        <a:spcAft>
                          <a:spcPts val="0"/>
                        </a:spcAft>
                        <a:buClr>
                          <a:srgbClr val="0A2F46"/>
                        </a:buClr>
                        <a:buFont typeface="Arial"/>
                        <a:buChar char="•"/>
                      </a:pPr>
                      <a:r>
                        <a:rPr lang="en-US" sz="1200" b="0" i="0" u="none" strike="noStrike" noProof="0">
                          <a:solidFill>
                            <a:srgbClr val="0C314B"/>
                          </a:solidFill>
                          <a:latin typeface="Arial"/>
                        </a:rPr>
                        <a:t>Website URL</a:t>
                      </a:r>
                      <a:endParaRPr lang="en-US"/>
                    </a:p>
                  </a:txBody>
                  <a:tcPr>
                    <a:lnL w="12700">
                      <a:solidFill>
                        <a:srgbClr val="F2F1EE"/>
                      </a:solidFill>
                    </a:lnL>
                    <a:lnR w="12700" cap="flat" cmpd="sng" algn="ctr">
                      <a:solidFill>
                        <a:srgbClr val="F2F1EE"/>
                      </a:solidFill>
                      <a:prstDash val="solid"/>
                      <a:round/>
                      <a:headEnd type="none" w="med" len="med"/>
                      <a:tailEnd type="none" w="med" len="med"/>
                    </a:lnR>
                    <a:solidFill>
                      <a:srgbClr val="F3F1EE"/>
                    </a:solidFill>
                  </a:tcPr>
                </a:tc>
                <a:extLst>
                  <a:ext uri="{0D108BD9-81ED-4DB2-BD59-A6C34878D82A}">
                    <a16:rowId xmlns:a16="http://schemas.microsoft.com/office/drawing/2014/main" val="1998209985"/>
                  </a:ext>
                </a:extLst>
              </a:tr>
              <a:tr h="530086">
                <a:tc>
                  <a:txBody>
                    <a:bodyPr/>
                    <a:lstStyle/>
                    <a:p>
                      <a:pPr marL="0" marR="0" lvl="1" indent="0" algn="l">
                        <a:lnSpc>
                          <a:spcPct val="110000"/>
                        </a:lnSpc>
                        <a:spcBef>
                          <a:spcPts val="0"/>
                        </a:spcBef>
                        <a:spcAft>
                          <a:spcPts val="0"/>
                        </a:spcAft>
                        <a:buClr>
                          <a:srgbClr val="000000"/>
                        </a:buClr>
                        <a:buNone/>
                      </a:pPr>
                      <a:r>
                        <a:rPr lang="en-US" sz="1400" b="1" u="none" strike="noStrike" noProof="0">
                          <a:solidFill>
                            <a:srgbClr val="0C314B"/>
                          </a:solidFill>
                        </a:rPr>
                        <a:t>Product </a:t>
                      </a:r>
                      <a:endParaRPr lang="en-US" sz="1400" b="1">
                        <a:solidFill>
                          <a:srgbClr val="0C314B"/>
                        </a:solidFill>
                      </a:endParaRPr>
                    </a:p>
                    <a:p>
                      <a:pPr marL="0" marR="0" lvl="1" indent="0" algn="l">
                        <a:lnSpc>
                          <a:spcPct val="110000"/>
                        </a:lnSpc>
                        <a:spcBef>
                          <a:spcPts val="0"/>
                        </a:spcBef>
                        <a:spcAft>
                          <a:spcPts val="0"/>
                        </a:spcAft>
                        <a:buNone/>
                      </a:pPr>
                      <a:r>
                        <a:rPr lang="en-US" sz="1100" b="0" u="none" strike="noStrike" noProof="0">
                          <a:solidFill>
                            <a:srgbClr val="0C314B"/>
                          </a:solidFill>
                        </a:rPr>
                        <a:t>(could also be offerings, services, etc.) </a:t>
                      </a:r>
                      <a:endParaRPr lang="en-US" sz="1100" b="0">
                        <a:solidFill>
                          <a:srgbClr val="0C314B"/>
                        </a:solidFill>
                      </a:endParaRPr>
                    </a:p>
                  </a:txBody>
                  <a:tcPr anchor="ctr">
                    <a:solidFill>
                      <a:schemeClr val="bg1"/>
                    </a:solidFill>
                  </a:tcPr>
                </a:tc>
                <a:tc>
                  <a:txBody>
                    <a:bodyPr/>
                    <a:lstStyle/>
                    <a:p>
                      <a:pPr marL="0" lvl="0" indent="0" algn="l">
                        <a:lnSpc>
                          <a:spcPct val="100000"/>
                        </a:lnSpc>
                        <a:spcBef>
                          <a:spcPts val="0"/>
                        </a:spcBef>
                        <a:spcAft>
                          <a:spcPts val="0"/>
                        </a:spcAft>
                        <a:buNone/>
                      </a:pPr>
                      <a:r>
                        <a:rPr lang="en-US" sz="1200">
                          <a:solidFill>
                            <a:srgbClr val="0C314B"/>
                          </a:solidFill>
                        </a:rPr>
                        <a:t>Product data provides the granular detail needed to predict sales for individual products. By analyzing product attributes and historical performance, businesses can identify specific trends</a:t>
                      </a:r>
                    </a:p>
                  </a:txBody>
                  <a:tcPr anchor="ctr">
                    <a:solidFill>
                      <a:schemeClr val="bg1"/>
                    </a:solidFill>
                  </a:tcPr>
                </a:tc>
                <a:tc gridSpan="2">
                  <a:txBody>
                    <a:bodyPr/>
                    <a:lstStyle/>
                    <a:p>
                      <a:pPr marL="171450" lvl="0" indent="-171450" algn="l">
                        <a:lnSpc>
                          <a:spcPct val="100000"/>
                        </a:lnSpc>
                        <a:spcBef>
                          <a:spcPts val="0"/>
                        </a:spcBef>
                        <a:spcAft>
                          <a:spcPts val="0"/>
                        </a:spcAft>
                        <a:buFont typeface="Arial"/>
                        <a:buChar char="•"/>
                      </a:pPr>
                      <a:r>
                        <a:rPr lang="en-US" sz="1200" u="none" strike="noStrike" noProof="0">
                          <a:solidFill>
                            <a:srgbClr val="0C314B"/>
                          </a:solidFill>
                        </a:rPr>
                        <a:t>Name</a:t>
                      </a:r>
                      <a:endParaRPr lang="en-US"/>
                    </a:p>
                    <a:p>
                      <a:pPr marL="171450" lvl="0" indent="-171450" algn="l">
                        <a:lnSpc>
                          <a:spcPct val="100000"/>
                        </a:lnSpc>
                        <a:spcBef>
                          <a:spcPts val="0"/>
                        </a:spcBef>
                        <a:spcAft>
                          <a:spcPts val="0"/>
                        </a:spcAft>
                        <a:buFont typeface="Arial"/>
                        <a:buChar char="•"/>
                      </a:pPr>
                      <a:r>
                        <a:rPr lang="en-US" sz="1200" u="none" strike="noStrike" noProof="0">
                          <a:solidFill>
                            <a:srgbClr val="0C314B"/>
                          </a:solidFill>
                        </a:rPr>
                        <a:t>ID</a:t>
                      </a:r>
                    </a:p>
                    <a:p>
                      <a:pPr marL="171450" lvl="0" indent="-171450" algn="l">
                        <a:lnSpc>
                          <a:spcPct val="100000"/>
                        </a:lnSpc>
                        <a:spcBef>
                          <a:spcPts val="0"/>
                        </a:spcBef>
                        <a:spcAft>
                          <a:spcPts val="0"/>
                        </a:spcAft>
                        <a:buFont typeface="Arial"/>
                        <a:buChar char="•"/>
                      </a:pPr>
                      <a:r>
                        <a:rPr lang="en-US" sz="1200" b="0" i="0" u="none" strike="noStrike" noProof="0">
                          <a:solidFill>
                            <a:srgbClr val="0C314B"/>
                          </a:solidFill>
                          <a:latin typeface="Arial"/>
                        </a:rPr>
                        <a:t>Parent</a:t>
                      </a:r>
                      <a:endParaRPr lang="en-US" sz="1200" u="none" strike="noStrike" noProof="0">
                        <a:solidFill>
                          <a:srgbClr val="0C314B"/>
                        </a:solidFill>
                      </a:endParaRPr>
                    </a:p>
                  </a:txBody>
                  <a:tcPr anchor="ctr">
                    <a:solidFill>
                      <a:schemeClr val="bg1"/>
                    </a:solidFill>
                  </a:tcPr>
                </a:tc>
                <a:tc hMerge="1">
                  <a:txBody>
                    <a:bodyPr/>
                    <a:lstStyle/>
                    <a:p>
                      <a:pPr lvl="0" algn="l">
                        <a:lnSpc>
                          <a:spcPct val="100000"/>
                        </a:lnSpc>
                        <a:spcBef>
                          <a:spcPts val="0"/>
                        </a:spcBef>
                        <a:spcAft>
                          <a:spcPts val="0"/>
                        </a:spcAft>
                        <a:buNone/>
                      </a:pPr>
                      <a:endParaRPr lang="en-US" sz="1200" u="none" strike="noStrike" noProof="0">
                        <a:solidFill>
                          <a:srgbClr val="0C314B"/>
                        </a:solidFill>
                      </a:endParaRPr>
                    </a:p>
                  </a:txBody>
                  <a:tcPr anchor="ctr">
                    <a:solidFill>
                      <a:schemeClr val="bg1"/>
                    </a:solidFill>
                  </a:tcPr>
                </a:tc>
                <a:extLst>
                  <a:ext uri="{0D108BD9-81ED-4DB2-BD59-A6C34878D82A}">
                    <a16:rowId xmlns:a16="http://schemas.microsoft.com/office/drawing/2014/main" val="2213606848"/>
                  </a:ext>
                </a:extLst>
              </a:tr>
              <a:tr h="1027043">
                <a:tc>
                  <a:txBody>
                    <a:bodyPr/>
                    <a:lstStyle/>
                    <a:p>
                      <a:pPr lvl="0">
                        <a:buNone/>
                      </a:pPr>
                      <a:r>
                        <a:rPr lang="en-US" sz="1400" b="1" u="none" strike="noStrike" noProof="0">
                          <a:solidFill>
                            <a:srgbClr val="0C314B"/>
                          </a:solidFill>
                        </a:rPr>
                        <a:t>Employee </a:t>
                      </a:r>
                      <a:endParaRPr lang="en-US" sz="1400" b="1">
                        <a:solidFill>
                          <a:srgbClr val="0C314B"/>
                        </a:solidFill>
                      </a:endParaRPr>
                    </a:p>
                    <a:p>
                      <a:pPr lvl="0">
                        <a:buNone/>
                      </a:pPr>
                      <a:r>
                        <a:rPr lang="en-US" sz="1100" b="0" u="none" strike="noStrike" noProof="0">
                          <a:solidFill>
                            <a:srgbClr val="0C314B"/>
                          </a:solidFill>
                        </a:rPr>
                        <a:t>(could also be sales reps, sellers, etc.)</a:t>
                      </a:r>
                      <a:endParaRPr lang="en-US" sz="1100" b="0">
                        <a:solidFill>
                          <a:srgbClr val="0C314B"/>
                        </a:solidFill>
                      </a:endParaRPr>
                    </a:p>
                  </a:txBody>
                  <a:tcPr anchor="ctr">
                    <a:solidFill>
                      <a:schemeClr val="bg2"/>
                    </a:solidFill>
                  </a:tcPr>
                </a:tc>
                <a:tc>
                  <a:txBody>
                    <a:bodyPr/>
                    <a:lstStyle/>
                    <a:p>
                      <a:pPr marL="0" lvl="0" indent="0" algn="l">
                        <a:lnSpc>
                          <a:spcPct val="100000"/>
                        </a:lnSpc>
                        <a:buNone/>
                      </a:pPr>
                      <a:r>
                        <a:rPr lang="en-US" sz="1200" b="0" i="0" u="none" strike="noStrike" baseline="0" noProof="0">
                          <a:solidFill>
                            <a:srgbClr val="0C314B"/>
                          </a:solidFill>
                          <a:latin typeface="Arial"/>
                        </a:rPr>
                        <a:t>Employee data links the sales plan to the people executing it ensuring that forecasts are grounded in the actual capabilities of the sales force. Allowing for a more realistic and reliable forecast by aligning its sales resources with market opportunities.</a:t>
                      </a:r>
                      <a:endParaRPr lang="en-US" sz="1200"/>
                    </a:p>
                  </a:txBody>
                  <a:tcPr anchor="ctr">
                    <a:solidFill>
                      <a:schemeClr val="bg2"/>
                    </a:solidFill>
                  </a:tcPr>
                </a:tc>
                <a:tc>
                  <a:txBody>
                    <a:bodyPr/>
                    <a:lstStyle/>
                    <a:p>
                      <a:pPr marL="171450" lvl="0" indent="-171450" algn="l" defTabSz="1219170" rtl="0" eaLnBrk="1" latinLnBrk="0" hangingPunct="1">
                        <a:lnSpc>
                          <a:spcPct val="100000"/>
                        </a:lnSpc>
                        <a:spcBef>
                          <a:spcPts val="0"/>
                        </a:spcBef>
                        <a:spcAft>
                          <a:spcPts val="0"/>
                        </a:spcAft>
                        <a:buClr>
                          <a:srgbClr val="0A2F46"/>
                        </a:buClr>
                        <a:buFont typeface="Arial"/>
                        <a:buChar char="•"/>
                      </a:pPr>
                      <a:r>
                        <a:rPr lang="en-US" sz="1200" b="0" i="0" u="none" strike="noStrike" kern="1200" noProof="0">
                          <a:solidFill>
                            <a:srgbClr val="0C314B"/>
                          </a:solidFill>
                          <a:latin typeface="Arial"/>
                          <a:ea typeface="+mn-ea"/>
                          <a:cs typeface="+mn-cs"/>
                        </a:rPr>
                        <a:t>Name</a:t>
                      </a:r>
                    </a:p>
                    <a:p>
                      <a:pPr marL="171450" lvl="0" indent="-171450" algn="l" defTabSz="1219170" rtl="0" eaLnBrk="1" latinLnBrk="0" hangingPunct="1">
                        <a:lnSpc>
                          <a:spcPct val="100000"/>
                        </a:lnSpc>
                        <a:spcBef>
                          <a:spcPts val="0"/>
                        </a:spcBef>
                        <a:spcAft>
                          <a:spcPts val="0"/>
                        </a:spcAft>
                        <a:buClr>
                          <a:srgbClr val="0A2F46"/>
                        </a:buClr>
                        <a:buFont typeface="Arial"/>
                        <a:buChar char="•"/>
                      </a:pPr>
                      <a:r>
                        <a:rPr lang="en-US" sz="1200" b="0" i="0" u="none" strike="noStrike" kern="1200" noProof="0">
                          <a:solidFill>
                            <a:srgbClr val="0C314B"/>
                          </a:solidFill>
                          <a:latin typeface="Arial"/>
                          <a:ea typeface="+mn-ea"/>
                          <a:cs typeface="+mn-cs"/>
                        </a:rPr>
                        <a:t>ID</a:t>
                      </a:r>
                    </a:p>
                    <a:p>
                      <a:pPr marL="171450" lvl="0" indent="-171450" algn="l" defTabSz="1219170" rtl="0" eaLnBrk="1" latinLnBrk="0" hangingPunct="1">
                        <a:lnSpc>
                          <a:spcPct val="100000"/>
                        </a:lnSpc>
                        <a:spcBef>
                          <a:spcPts val="0"/>
                        </a:spcBef>
                        <a:spcAft>
                          <a:spcPts val="0"/>
                        </a:spcAft>
                        <a:buClr>
                          <a:srgbClr val="0A2F46"/>
                        </a:buClr>
                        <a:buFont typeface="Arial"/>
                        <a:buChar char="•"/>
                      </a:pPr>
                      <a:r>
                        <a:rPr lang="en-US" sz="1200" b="0" i="0" u="none" strike="noStrike" kern="1200" noProof="0">
                          <a:solidFill>
                            <a:srgbClr val="0C314B"/>
                          </a:solidFill>
                          <a:latin typeface="Arial"/>
                          <a:ea typeface="+mn-ea"/>
                          <a:cs typeface="+mn-cs"/>
                        </a:rPr>
                        <a:t>Parent</a:t>
                      </a:r>
                    </a:p>
                    <a:p>
                      <a:pPr marL="171450" lvl="0" indent="-171450" algn="l" defTabSz="1219170" rtl="0" eaLnBrk="1" latinLnBrk="0" hangingPunct="1">
                        <a:lnSpc>
                          <a:spcPct val="100000"/>
                        </a:lnSpc>
                        <a:spcBef>
                          <a:spcPts val="0"/>
                        </a:spcBef>
                        <a:spcAft>
                          <a:spcPts val="0"/>
                        </a:spcAft>
                        <a:buClr>
                          <a:srgbClr val="0A2F46"/>
                        </a:buClr>
                        <a:buFont typeface="Arial"/>
                        <a:buChar char="•"/>
                      </a:pPr>
                      <a:r>
                        <a:rPr lang="en-US" sz="1200" b="0" i="0" u="none" strike="noStrike" kern="1200" noProof="0">
                          <a:solidFill>
                            <a:srgbClr val="0C314B"/>
                          </a:solidFill>
                          <a:latin typeface="Arial"/>
                          <a:ea typeface="+mn-ea"/>
                          <a:cs typeface="+mn-cs"/>
                        </a:rPr>
                        <a:t>Photo URL</a:t>
                      </a:r>
                    </a:p>
                  </a:txBody>
                  <a:tcPr>
                    <a:lnR w="12700">
                      <a:solidFill>
                        <a:srgbClr val="F2F1EE"/>
                      </a:solidFill>
                    </a:lnR>
                    <a:solidFill>
                      <a:schemeClr val="bg2"/>
                    </a:solidFill>
                  </a:tcPr>
                </a:tc>
                <a:tc>
                  <a:txBody>
                    <a:bodyPr/>
                    <a:lstStyle/>
                    <a:p>
                      <a:pPr marL="171450" lvl="0" indent="-171450" algn="l" defTabSz="1219170" rtl="0" eaLnBrk="1" latinLnBrk="0" hangingPunct="1">
                        <a:lnSpc>
                          <a:spcPct val="100000"/>
                        </a:lnSpc>
                        <a:spcBef>
                          <a:spcPts val="0"/>
                        </a:spcBef>
                        <a:spcAft>
                          <a:spcPts val="0"/>
                        </a:spcAft>
                        <a:buClr>
                          <a:srgbClr val="0A2F46"/>
                        </a:buClr>
                        <a:buFont typeface="Arial"/>
                        <a:buChar char="•"/>
                      </a:pPr>
                      <a:r>
                        <a:rPr lang="en-US" sz="1200" b="0" i="0" u="none" strike="noStrike" kern="1200" noProof="0">
                          <a:solidFill>
                            <a:srgbClr val="0C314B"/>
                          </a:solidFill>
                          <a:latin typeface="Arial"/>
                          <a:ea typeface="+mn-ea"/>
                          <a:cs typeface="+mn-cs"/>
                        </a:rPr>
                        <a:t>Hire Date</a:t>
                      </a:r>
                    </a:p>
                    <a:p>
                      <a:pPr marL="171450" lvl="0" indent="-171450" algn="l" defTabSz="1219170" rtl="0" eaLnBrk="1" latinLnBrk="0" hangingPunct="1">
                        <a:lnSpc>
                          <a:spcPct val="100000"/>
                        </a:lnSpc>
                        <a:spcBef>
                          <a:spcPts val="0"/>
                        </a:spcBef>
                        <a:spcAft>
                          <a:spcPts val="0"/>
                        </a:spcAft>
                        <a:buClr>
                          <a:srgbClr val="0A2F46"/>
                        </a:buClr>
                        <a:buFont typeface="Arial"/>
                        <a:buChar char="•"/>
                      </a:pPr>
                      <a:r>
                        <a:rPr lang="en-US" sz="1200" b="0" i="0" u="none" strike="noStrike" kern="1200" noProof="0">
                          <a:solidFill>
                            <a:srgbClr val="0C314B"/>
                          </a:solidFill>
                          <a:latin typeface="Arial"/>
                          <a:ea typeface="+mn-ea"/>
                          <a:cs typeface="+mn-cs"/>
                        </a:rPr>
                        <a:t>User Name</a:t>
                      </a:r>
                    </a:p>
                    <a:p>
                      <a:pPr marL="171450" lvl="0" indent="-171450" algn="l" defTabSz="1219170" rtl="0" eaLnBrk="1" latinLnBrk="0" hangingPunct="1">
                        <a:lnSpc>
                          <a:spcPct val="100000"/>
                        </a:lnSpc>
                        <a:spcBef>
                          <a:spcPts val="0"/>
                        </a:spcBef>
                        <a:spcAft>
                          <a:spcPts val="0"/>
                        </a:spcAft>
                        <a:buClr>
                          <a:srgbClr val="0A2F46"/>
                        </a:buClr>
                        <a:buFont typeface="Arial"/>
                        <a:buChar char="•"/>
                      </a:pPr>
                      <a:r>
                        <a:rPr lang="en-US" sz="1200" b="0" i="0" u="none" strike="noStrike" kern="1200" noProof="0">
                          <a:solidFill>
                            <a:srgbClr val="0C314B"/>
                          </a:solidFill>
                          <a:latin typeface="Arial"/>
                          <a:ea typeface="+mn-ea"/>
                          <a:cs typeface="+mn-cs"/>
                        </a:rPr>
                        <a:t>Email</a:t>
                      </a:r>
                    </a:p>
                    <a:p>
                      <a:pPr marL="171450" lvl="0" indent="-171450" algn="l" defTabSz="1219170" rtl="0" eaLnBrk="1" latinLnBrk="0" hangingPunct="1">
                        <a:lnSpc>
                          <a:spcPct val="100000"/>
                        </a:lnSpc>
                        <a:spcBef>
                          <a:spcPts val="0"/>
                        </a:spcBef>
                        <a:spcAft>
                          <a:spcPts val="0"/>
                        </a:spcAft>
                        <a:buClr>
                          <a:srgbClr val="0A2F46"/>
                        </a:buClr>
                        <a:buFont typeface="Arial"/>
                        <a:buChar char="•"/>
                      </a:pPr>
                      <a:r>
                        <a:rPr lang="en-US" sz="1200" b="0" i="0" u="none" strike="noStrike" kern="1200" noProof="0">
                          <a:solidFill>
                            <a:srgbClr val="0C314B"/>
                          </a:solidFill>
                          <a:latin typeface="Arial"/>
                          <a:ea typeface="+mn-ea"/>
                          <a:cs typeface="+mn-cs"/>
                        </a:rPr>
                        <a:t>Territory</a:t>
                      </a:r>
                      <a:endParaRPr lang="en-US" sz="1200" b="0" i="0" u="none" strike="noStrike" kern="1200">
                        <a:solidFill>
                          <a:srgbClr val="0C314B"/>
                        </a:solidFill>
                        <a:latin typeface="Arial"/>
                        <a:ea typeface="+mn-ea"/>
                        <a:cs typeface="+mn-cs"/>
                      </a:endParaRPr>
                    </a:p>
                  </a:txBody>
                  <a:tcPr>
                    <a:lnL w="12700">
                      <a:solidFill>
                        <a:srgbClr val="F2F1EE"/>
                      </a:solidFill>
                    </a:lnL>
                    <a:lnR w="12700" cap="flat" cmpd="sng" algn="ctr">
                      <a:solidFill>
                        <a:srgbClr val="F2F1EE"/>
                      </a:solidFill>
                      <a:prstDash val="solid"/>
                      <a:round/>
                      <a:headEnd type="none" w="med" len="med"/>
                      <a:tailEnd type="none" w="med" len="med"/>
                    </a:lnR>
                    <a:solidFill>
                      <a:schemeClr val="bg2"/>
                    </a:solidFill>
                  </a:tcPr>
                </a:tc>
                <a:extLst>
                  <a:ext uri="{0D108BD9-81ED-4DB2-BD59-A6C34878D82A}">
                    <a16:rowId xmlns:a16="http://schemas.microsoft.com/office/drawing/2014/main" val="733539446"/>
                  </a:ext>
                </a:extLst>
              </a:tr>
              <a:tr h="464959">
                <a:tc>
                  <a:txBody>
                    <a:bodyPr/>
                    <a:lstStyle/>
                    <a:p>
                      <a:pPr marL="0" marR="0" lvl="0" indent="0" algn="l">
                        <a:lnSpc>
                          <a:spcPct val="110000"/>
                        </a:lnSpc>
                        <a:spcBef>
                          <a:spcPts val="0"/>
                        </a:spcBef>
                        <a:spcAft>
                          <a:spcPts val="0"/>
                        </a:spcAft>
                        <a:buClr>
                          <a:srgbClr val="000000"/>
                        </a:buClr>
                        <a:buNone/>
                      </a:pPr>
                      <a:r>
                        <a:rPr lang="en-US" sz="1400" b="1" u="none" strike="noStrike" noProof="0">
                          <a:solidFill>
                            <a:srgbClr val="0C314B"/>
                          </a:solidFill>
                        </a:rPr>
                        <a:t>Territory</a:t>
                      </a:r>
                    </a:p>
                  </a:txBody>
                  <a:tcPr anchor="ctr">
                    <a:solidFill>
                      <a:schemeClr val="bg1"/>
                    </a:solidFill>
                  </a:tcPr>
                </a:tc>
                <a:tc>
                  <a:txBody>
                    <a:bodyPr/>
                    <a:lstStyle/>
                    <a:p>
                      <a:pPr marL="0" lvl="0" indent="0" algn="l">
                        <a:lnSpc>
                          <a:spcPct val="100000"/>
                        </a:lnSpc>
                        <a:spcBef>
                          <a:spcPts val="0"/>
                        </a:spcBef>
                        <a:spcAft>
                          <a:spcPts val="0"/>
                        </a:spcAft>
                        <a:buNone/>
                      </a:pPr>
                      <a:r>
                        <a:rPr lang="en-US" sz="1200" u="none" strike="noStrike" noProof="0">
                          <a:solidFill>
                            <a:srgbClr val="0C314B"/>
                          </a:solidFill>
                        </a:rPr>
                        <a:t>Territory data provides the geographic structure needed to organize sales efforts and analyze performance. By establishing a clear hierarchy, we can roll up forecasts from the individual rep to a regional or national level, providing a clear, data-driven view of performance.</a:t>
                      </a:r>
                    </a:p>
                  </a:txBody>
                  <a:tcPr anchor="ctr">
                    <a:solidFill>
                      <a:schemeClr val="bg1"/>
                    </a:solidFill>
                  </a:tcPr>
                </a:tc>
                <a:tc gridSpan="2">
                  <a:txBody>
                    <a:bodyPr/>
                    <a:lstStyle/>
                    <a:p>
                      <a:pPr marL="171450" lvl="0" indent="-171450" algn="l">
                        <a:lnSpc>
                          <a:spcPct val="100000"/>
                        </a:lnSpc>
                        <a:spcBef>
                          <a:spcPts val="0"/>
                        </a:spcBef>
                        <a:spcAft>
                          <a:spcPts val="0"/>
                        </a:spcAft>
                        <a:buFont typeface="Arial"/>
                        <a:buChar char="•"/>
                      </a:pPr>
                      <a:r>
                        <a:rPr lang="en-US" sz="1200" u="none" strike="noStrike" noProof="0">
                          <a:solidFill>
                            <a:srgbClr val="0C314B"/>
                          </a:solidFill>
                        </a:rPr>
                        <a:t>Name</a:t>
                      </a:r>
                      <a:endParaRPr lang="en-US"/>
                    </a:p>
                    <a:p>
                      <a:pPr marL="171450" lvl="0" indent="-171450" algn="l">
                        <a:lnSpc>
                          <a:spcPct val="100000"/>
                        </a:lnSpc>
                        <a:spcBef>
                          <a:spcPts val="0"/>
                        </a:spcBef>
                        <a:spcAft>
                          <a:spcPts val="0"/>
                        </a:spcAft>
                        <a:buFont typeface="Arial"/>
                        <a:buChar char="•"/>
                      </a:pPr>
                      <a:r>
                        <a:rPr lang="en-US" sz="1200" u="none" strike="noStrike" noProof="0">
                          <a:solidFill>
                            <a:srgbClr val="0C314B"/>
                          </a:solidFill>
                        </a:rPr>
                        <a:t>ID</a:t>
                      </a:r>
                    </a:p>
                    <a:p>
                      <a:pPr marL="171450" lvl="0" indent="-171450" algn="l">
                        <a:lnSpc>
                          <a:spcPct val="100000"/>
                        </a:lnSpc>
                        <a:spcBef>
                          <a:spcPts val="0"/>
                        </a:spcBef>
                        <a:spcAft>
                          <a:spcPts val="0"/>
                        </a:spcAft>
                        <a:buClr>
                          <a:srgbClr val="0A2F46"/>
                        </a:buClr>
                        <a:buFont typeface="Arial,Sans-Serif"/>
                        <a:buChar char="•"/>
                      </a:pPr>
                      <a:r>
                        <a:rPr lang="en-US" sz="1200" b="0" i="0" u="none" strike="noStrike" noProof="0">
                          <a:solidFill>
                            <a:srgbClr val="0C314B"/>
                          </a:solidFill>
                          <a:latin typeface="Arial"/>
                        </a:rPr>
                        <a:t>Parent</a:t>
                      </a:r>
                      <a:endParaRPr lang="en-US" sz="1200" b="0" i="0" u="none" strike="noStrike" noProof="0">
                        <a:solidFill>
                          <a:srgbClr val="0A2F46"/>
                        </a:solidFill>
                        <a:latin typeface="Arial"/>
                      </a:endParaRPr>
                    </a:p>
                    <a:p>
                      <a:pPr marL="171450" lvl="0" indent="-171450" algn="l">
                        <a:lnSpc>
                          <a:spcPct val="100000"/>
                        </a:lnSpc>
                        <a:spcBef>
                          <a:spcPts val="0"/>
                        </a:spcBef>
                        <a:spcAft>
                          <a:spcPts val="0"/>
                        </a:spcAft>
                        <a:buClr>
                          <a:srgbClr val="0A2F46"/>
                        </a:buClr>
                        <a:buFont typeface="Arial,Sans-Serif"/>
                        <a:buChar char="•"/>
                      </a:pPr>
                      <a:r>
                        <a:rPr lang="en-US" sz="1200" b="0" i="0" u="none" strike="noStrike" noProof="0">
                          <a:solidFill>
                            <a:srgbClr val="0C314B"/>
                          </a:solidFill>
                          <a:latin typeface="Arial"/>
                        </a:rPr>
                        <a:t>Territory manager</a:t>
                      </a:r>
                      <a:endParaRPr lang="en-US"/>
                    </a:p>
                  </a:txBody>
                  <a:tcPr anchor="ctr">
                    <a:solidFill>
                      <a:schemeClr val="bg1"/>
                    </a:solidFill>
                  </a:tcPr>
                </a:tc>
                <a:tc hMerge="1">
                  <a:txBody>
                    <a:bodyPr/>
                    <a:lstStyle/>
                    <a:p>
                      <a:pPr lvl="0" algn="l">
                        <a:lnSpc>
                          <a:spcPct val="100000"/>
                        </a:lnSpc>
                        <a:spcBef>
                          <a:spcPts val="0"/>
                        </a:spcBef>
                        <a:spcAft>
                          <a:spcPts val="0"/>
                        </a:spcAft>
                        <a:buNone/>
                      </a:pPr>
                      <a:endParaRPr lang="en-US" sz="1200" u="none" strike="noStrike" noProof="0">
                        <a:solidFill>
                          <a:srgbClr val="0C314B"/>
                        </a:solidFill>
                      </a:endParaRPr>
                    </a:p>
                  </a:txBody>
                  <a:tcPr anchor="ctr">
                    <a:solidFill>
                      <a:schemeClr val="bg1"/>
                    </a:solidFill>
                  </a:tcPr>
                </a:tc>
                <a:extLst>
                  <a:ext uri="{0D108BD9-81ED-4DB2-BD59-A6C34878D82A}">
                    <a16:rowId xmlns:a16="http://schemas.microsoft.com/office/drawing/2014/main" val="819309534"/>
                  </a:ext>
                </a:extLst>
              </a:tr>
            </a:tbl>
          </a:graphicData>
        </a:graphic>
      </p:graphicFrame>
      <p:sp>
        <p:nvSpPr>
          <p:cNvPr id="7" name="TextBox 6">
            <a:extLst>
              <a:ext uri="{FF2B5EF4-FFF2-40B4-BE49-F238E27FC236}">
                <a16:creationId xmlns:a16="http://schemas.microsoft.com/office/drawing/2014/main" id="{4178F6A4-EB68-7E93-CCED-0933EAE263E7}"/>
              </a:ext>
            </a:extLst>
          </p:cNvPr>
          <p:cNvSpPr txBox="1"/>
          <p:nvPr/>
        </p:nvSpPr>
        <p:spPr>
          <a:xfrm>
            <a:off x="387110" y="5717858"/>
            <a:ext cx="5437935" cy="10618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Sans-Serif" panose="020B0604020202020204" pitchFamily="34" charset="0"/>
              <a:buChar char="•"/>
            </a:pPr>
            <a:r>
              <a:rPr lang="en-US" sz="900">
                <a:solidFill>
                  <a:srgbClr val="7F7F7F"/>
                </a:solidFill>
                <a:latin typeface="Arial"/>
                <a:ea typeface="Verdana"/>
                <a:cs typeface="Arial"/>
              </a:rPr>
              <a:t>CSV files should be a flat view with the attribute fields in columns and dimension items in rows.</a:t>
            </a:r>
            <a:endParaRPr lang="en-US" sz="900">
              <a:solidFill>
                <a:srgbClr val="7F7F7F"/>
              </a:solidFill>
              <a:latin typeface="Arial" panose="020B0604020202020204" pitchFamily="34" charset="0"/>
              <a:ea typeface="Verdana" charset="0"/>
              <a:cs typeface="Arial" panose="020B0604020202020204" pitchFamily="34" charset="0"/>
            </a:endParaRPr>
          </a:p>
          <a:p>
            <a:pPr marL="285750" indent="-285750">
              <a:buFont typeface="Arial,Sans-Serif" panose="020B0604020202020204" pitchFamily="34" charset="0"/>
              <a:buChar char="•"/>
            </a:pPr>
            <a:r>
              <a:rPr lang="en-US" sz="900">
                <a:solidFill>
                  <a:srgbClr val="7F7F7F"/>
                </a:solidFill>
                <a:latin typeface="Arial"/>
                <a:ea typeface="Verdana"/>
                <a:cs typeface="Arial"/>
              </a:rPr>
              <a:t>Files can include additional attribute fields and can bring additional dimensions and hierarchies in as needed.</a:t>
            </a:r>
          </a:p>
          <a:p>
            <a:pPr marL="285750" indent="-285750">
              <a:buFont typeface="Arial,Sans-Serif" panose="020B0604020202020204" pitchFamily="34" charset="0"/>
              <a:buChar char="•"/>
            </a:pPr>
            <a:r>
              <a:rPr lang="en-US" sz="900">
                <a:solidFill>
                  <a:srgbClr val="7F7F7F"/>
                </a:solidFill>
                <a:latin typeface="Arial"/>
                <a:ea typeface="Verdana"/>
                <a:cs typeface="Arial"/>
              </a:rPr>
              <a:t>Where numbered lists are referenced the value loaded to that field should be the code, not the name</a:t>
            </a:r>
          </a:p>
          <a:p>
            <a:pPr marL="285750" indent="-285750">
              <a:buFont typeface="Arial,Sans-Serif" panose="020B0604020202020204" pitchFamily="34" charset="0"/>
              <a:buChar char="•"/>
            </a:pPr>
            <a:r>
              <a:rPr lang="en-US" sz="900">
                <a:solidFill>
                  <a:srgbClr val="7F7F7F"/>
                </a:solidFill>
                <a:latin typeface="Arial"/>
                <a:ea typeface="Verdana"/>
                <a:cs typeface="Arial"/>
              </a:rPr>
              <a:t>For files that contain hierarchies, these must be in parent child format. There is no need to include a parent for the first level of the hierarchy.</a:t>
            </a:r>
            <a:endParaRPr lang="en-US" sz="900">
              <a:solidFill>
                <a:srgbClr val="7F7F7F"/>
              </a:solidFill>
            </a:endParaRPr>
          </a:p>
        </p:txBody>
      </p:sp>
    </p:spTree>
    <p:extLst>
      <p:ext uri="{BB962C8B-B14F-4D97-AF65-F5344CB8AC3E}">
        <p14:creationId xmlns:p14="http://schemas.microsoft.com/office/powerpoint/2010/main" val="4307517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622FF9-4166-98F2-8F4F-1C2B1C7880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59563F-F761-E79B-AFB2-DFA9860E71A9}"/>
              </a:ext>
            </a:extLst>
          </p:cNvPr>
          <p:cNvSpPr>
            <a:spLocks noGrp="1"/>
          </p:cNvSpPr>
          <p:nvPr>
            <p:ph type="title"/>
          </p:nvPr>
        </p:nvSpPr>
        <p:spPr>
          <a:xfrm>
            <a:off x="615102" y="443655"/>
            <a:ext cx="10983484" cy="451405"/>
          </a:xfrm>
        </p:spPr>
        <p:txBody>
          <a:bodyPr lIns="0" tIns="60960" rIns="0" bIns="60960" anchor="t"/>
          <a:lstStyle/>
          <a:p>
            <a:r>
              <a:rPr lang="en-GB">
                <a:solidFill>
                  <a:schemeClr val="tx2"/>
                </a:solidFill>
                <a:latin typeface="Arial"/>
                <a:ea typeface="Verdana"/>
                <a:cs typeface="Arial"/>
              </a:rPr>
              <a:t>Metadata requirements and description </a:t>
            </a:r>
            <a:endParaRPr lang="en-US">
              <a:solidFill>
                <a:schemeClr val="tx2"/>
              </a:solidFill>
            </a:endParaRPr>
          </a:p>
        </p:txBody>
      </p:sp>
      <p:graphicFrame>
        <p:nvGraphicFramePr>
          <p:cNvPr id="3" name="Table 2">
            <a:extLst>
              <a:ext uri="{FF2B5EF4-FFF2-40B4-BE49-F238E27FC236}">
                <a16:creationId xmlns:a16="http://schemas.microsoft.com/office/drawing/2014/main" id="{838DBE66-DA94-407B-3D99-A1304AE2A6FF}"/>
              </a:ext>
            </a:extLst>
          </p:cNvPr>
          <p:cNvGraphicFramePr>
            <a:graphicFrameLocks noGrp="1"/>
          </p:cNvGraphicFramePr>
          <p:nvPr>
            <p:extLst>
              <p:ext uri="{D42A27DB-BD31-4B8C-83A1-F6EECF244321}">
                <p14:modId xmlns:p14="http://schemas.microsoft.com/office/powerpoint/2010/main" val="3225161962"/>
              </p:ext>
            </p:extLst>
          </p:nvPr>
        </p:nvGraphicFramePr>
        <p:xfrm>
          <a:off x="614038" y="1149602"/>
          <a:ext cx="10955484" cy="2993750"/>
        </p:xfrm>
        <a:graphic>
          <a:graphicData uri="http://schemas.openxmlformats.org/drawingml/2006/table">
            <a:tbl>
              <a:tblPr firstRow="1" bandRow="1">
                <a:tableStyleId>{793D81CF-94F2-401A-BA57-92F5A7B2D0C5}</a:tableStyleId>
              </a:tblPr>
              <a:tblGrid>
                <a:gridCol w="2827420">
                  <a:extLst>
                    <a:ext uri="{9D8B030D-6E8A-4147-A177-3AD203B41FA5}">
                      <a16:colId xmlns:a16="http://schemas.microsoft.com/office/drawing/2014/main" val="1536700407"/>
                    </a:ext>
                  </a:extLst>
                </a:gridCol>
                <a:gridCol w="4030942">
                  <a:extLst>
                    <a:ext uri="{9D8B030D-6E8A-4147-A177-3AD203B41FA5}">
                      <a16:colId xmlns:a16="http://schemas.microsoft.com/office/drawing/2014/main" val="1882405905"/>
                    </a:ext>
                  </a:extLst>
                </a:gridCol>
                <a:gridCol w="4097122">
                  <a:extLst>
                    <a:ext uri="{9D8B030D-6E8A-4147-A177-3AD203B41FA5}">
                      <a16:colId xmlns:a16="http://schemas.microsoft.com/office/drawing/2014/main" val="1929866753"/>
                    </a:ext>
                  </a:extLst>
                </a:gridCol>
              </a:tblGrid>
              <a:tr h="433430">
                <a:tc>
                  <a:txBody>
                    <a:bodyPr/>
                    <a:lstStyle/>
                    <a:p>
                      <a:pPr algn="ctr"/>
                      <a:r>
                        <a:rPr lang="en-US" sz="1600">
                          <a:solidFill>
                            <a:schemeClr val="bg1"/>
                          </a:solidFill>
                        </a:rPr>
                        <a:t>Dimensions</a:t>
                      </a:r>
                    </a:p>
                  </a:txBody>
                  <a:tcPr anchor="ctr">
                    <a:solidFill>
                      <a:srgbClr val="0C314B"/>
                    </a:solidFill>
                  </a:tcPr>
                </a:tc>
                <a:tc>
                  <a:txBody>
                    <a:bodyPr/>
                    <a:lstStyle/>
                    <a:p>
                      <a:pPr lvl="0" algn="ctr">
                        <a:buNone/>
                      </a:pPr>
                      <a:r>
                        <a:rPr lang="en-US" sz="1600">
                          <a:solidFill>
                            <a:schemeClr val="bg1"/>
                          </a:solidFill>
                        </a:rPr>
                        <a:t>Description</a:t>
                      </a:r>
                    </a:p>
                  </a:txBody>
                  <a:tcPr anchor="ctr">
                    <a:solidFill>
                      <a:srgbClr val="0C314B"/>
                    </a:solidFill>
                  </a:tcPr>
                </a:tc>
                <a:tc>
                  <a:txBody>
                    <a:bodyPr/>
                    <a:lstStyle/>
                    <a:p>
                      <a:pPr algn="ctr"/>
                      <a:r>
                        <a:rPr lang="en-US" sz="1600">
                          <a:solidFill>
                            <a:schemeClr val="bg1"/>
                          </a:solidFill>
                        </a:rPr>
                        <a:t>Mandatory attributes</a:t>
                      </a:r>
                    </a:p>
                  </a:txBody>
                  <a:tcPr anchor="ctr">
                    <a:solidFill>
                      <a:srgbClr val="0C314B"/>
                    </a:solidFill>
                  </a:tcPr>
                </a:tc>
                <a:extLst>
                  <a:ext uri="{0D108BD9-81ED-4DB2-BD59-A6C34878D82A}">
                    <a16:rowId xmlns:a16="http://schemas.microsoft.com/office/drawing/2014/main" val="2060222883"/>
                  </a:ext>
                </a:extLst>
              </a:tr>
              <a:tr h="464959">
                <a:tc>
                  <a:txBody>
                    <a:bodyPr/>
                    <a:lstStyle/>
                    <a:p>
                      <a:pPr marL="0" marR="0" lvl="0" indent="0" algn="l">
                        <a:lnSpc>
                          <a:spcPct val="110000"/>
                        </a:lnSpc>
                        <a:spcBef>
                          <a:spcPts val="0"/>
                        </a:spcBef>
                        <a:spcAft>
                          <a:spcPts val="0"/>
                        </a:spcAft>
                        <a:buClr>
                          <a:srgbClr val="000000"/>
                        </a:buClr>
                        <a:buNone/>
                      </a:pPr>
                      <a:r>
                        <a:rPr lang="en-US" sz="1400" b="1" u="none" strike="noStrike" noProof="0">
                          <a:solidFill>
                            <a:srgbClr val="0C314B"/>
                          </a:solidFill>
                        </a:rPr>
                        <a:t>Sales Hierarchy</a:t>
                      </a:r>
                    </a:p>
                  </a:txBody>
                  <a:tcPr anchor="ctr">
                    <a:solidFill>
                      <a:srgbClr val="F3F1EE"/>
                    </a:solidFill>
                  </a:tcPr>
                </a:tc>
                <a:tc>
                  <a:txBody>
                    <a:bodyPr/>
                    <a:lstStyle/>
                    <a:p>
                      <a:pPr marL="0" lvl="0" indent="0" algn="l">
                        <a:lnSpc>
                          <a:spcPct val="100000"/>
                        </a:lnSpc>
                        <a:spcBef>
                          <a:spcPts val="0"/>
                        </a:spcBef>
                        <a:spcAft>
                          <a:spcPts val="0"/>
                        </a:spcAft>
                        <a:buNone/>
                      </a:pPr>
                      <a:r>
                        <a:rPr lang="en-US" sz="1200">
                          <a:solidFill>
                            <a:srgbClr val="0C314B"/>
                          </a:solidFill>
                        </a:rPr>
                        <a:t>Sales hierarchy data provides the essential structure for the forecasting process, allowing individual forecasts to be aggregated or "rolled up" from sales reps to managers and executive leaders. This framework creates clear lines of accountability, as each level of the hierarchy is responsible for the forecast of the teams below it. </a:t>
                      </a:r>
                    </a:p>
                  </a:txBody>
                  <a:tcPr anchor="ctr">
                    <a:solidFill>
                      <a:srgbClr val="F3F1EE"/>
                    </a:solidFill>
                  </a:tcPr>
                </a:tc>
                <a:tc>
                  <a:txBody>
                    <a:bodyPr/>
                    <a:lstStyle/>
                    <a:p>
                      <a:pPr marL="171450" lvl="0" indent="-171450" algn="l">
                        <a:lnSpc>
                          <a:spcPct val="100000"/>
                        </a:lnSpc>
                        <a:spcBef>
                          <a:spcPts val="0"/>
                        </a:spcBef>
                        <a:spcAft>
                          <a:spcPts val="0"/>
                        </a:spcAft>
                        <a:buClr>
                          <a:srgbClr val="0A2F46"/>
                        </a:buClr>
                        <a:buFont typeface="Arial,Sans-Serif"/>
                        <a:buChar char="•"/>
                      </a:pPr>
                      <a:r>
                        <a:rPr lang="en-US" sz="1200" b="0" i="0" u="none" strike="noStrike" noProof="0">
                          <a:solidFill>
                            <a:srgbClr val="0C314B"/>
                          </a:solidFill>
                          <a:latin typeface="Arial"/>
                        </a:rPr>
                        <a:t>Name</a:t>
                      </a:r>
                      <a:endParaRPr lang="en-US" sz="1200" b="0" i="0" u="none" strike="noStrike" noProof="0">
                        <a:solidFill>
                          <a:srgbClr val="0A2F46"/>
                        </a:solidFill>
                        <a:latin typeface="Arial"/>
                      </a:endParaRPr>
                    </a:p>
                    <a:p>
                      <a:pPr marL="171450" lvl="0" indent="-171450" algn="l">
                        <a:lnSpc>
                          <a:spcPct val="100000"/>
                        </a:lnSpc>
                        <a:spcBef>
                          <a:spcPts val="0"/>
                        </a:spcBef>
                        <a:spcAft>
                          <a:spcPts val="0"/>
                        </a:spcAft>
                        <a:buClr>
                          <a:srgbClr val="0A2F46"/>
                        </a:buClr>
                        <a:buFont typeface="Arial,Sans-Serif"/>
                        <a:buChar char="•"/>
                      </a:pPr>
                      <a:r>
                        <a:rPr lang="en-US" sz="1200" b="0" i="0" u="none" strike="noStrike" noProof="0">
                          <a:solidFill>
                            <a:srgbClr val="0C314B"/>
                          </a:solidFill>
                          <a:latin typeface="Arial"/>
                        </a:rPr>
                        <a:t>ID</a:t>
                      </a:r>
                    </a:p>
                    <a:p>
                      <a:pPr marL="171450" lvl="0" indent="-171450" algn="l">
                        <a:lnSpc>
                          <a:spcPct val="100000"/>
                        </a:lnSpc>
                        <a:spcBef>
                          <a:spcPts val="0"/>
                        </a:spcBef>
                        <a:spcAft>
                          <a:spcPts val="0"/>
                        </a:spcAft>
                        <a:buClr>
                          <a:srgbClr val="0A2F46"/>
                        </a:buClr>
                        <a:buFont typeface="Arial,Sans-Serif"/>
                        <a:buChar char="•"/>
                      </a:pPr>
                      <a:r>
                        <a:rPr lang="en-US" sz="1200" b="0" i="0" u="none" strike="noStrike" noProof="0">
                          <a:solidFill>
                            <a:srgbClr val="0C314B"/>
                          </a:solidFill>
                          <a:latin typeface="Arial"/>
                        </a:rPr>
                        <a:t>Parent</a:t>
                      </a:r>
                    </a:p>
                  </a:txBody>
                  <a:tcPr anchor="ctr">
                    <a:solidFill>
                      <a:srgbClr val="F3F1EE"/>
                    </a:solidFill>
                  </a:tcPr>
                </a:tc>
                <a:extLst>
                  <a:ext uri="{0D108BD9-81ED-4DB2-BD59-A6C34878D82A}">
                    <a16:rowId xmlns:a16="http://schemas.microsoft.com/office/drawing/2014/main" val="4043371168"/>
                  </a:ext>
                </a:extLst>
              </a:tr>
              <a:tr h="507999">
                <a:tc>
                  <a:txBody>
                    <a:bodyPr/>
                    <a:lstStyle/>
                    <a:p>
                      <a:pPr marL="0" marR="0" lvl="0" indent="0" algn="l" defTabSz="1219170" rtl="0" eaLnBrk="1" fontAlgn="auto" latinLnBrk="0" hangingPunct="1">
                        <a:lnSpc>
                          <a:spcPct val="110000"/>
                        </a:lnSpc>
                        <a:spcBef>
                          <a:spcPts val="0"/>
                        </a:spcBef>
                        <a:spcAft>
                          <a:spcPts val="0"/>
                        </a:spcAft>
                        <a:buClrTx/>
                        <a:buSzTx/>
                        <a:buFontTx/>
                        <a:buNone/>
                        <a:tabLst/>
                        <a:defRPr/>
                      </a:pPr>
                      <a:r>
                        <a:rPr lang="en-US" sz="1400" b="1" u="none" strike="noStrike" noProof="0">
                          <a:solidFill>
                            <a:srgbClr val="0C314B"/>
                          </a:solidFill>
                        </a:rPr>
                        <a:t>Sales Role </a:t>
                      </a:r>
                      <a:br>
                        <a:rPr lang="en-US" sz="1400" b="1" u="none" strike="noStrike" noProof="0">
                          <a:solidFill>
                            <a:srgbClr val="0C314B"/>
                          </a:solidFill>
                        </a:rPr>
                      </a:br>
                      <a:r>
                        <a:rPr lang="en-US" sz="1100" b="0" u="none" strike="noStrike" noProof="0">
                          <a:solidFill>
                            <a:srgbClr val="0C314B"/>
                          </a:solidFill>
                        </a:rPr>
                        <a:t>(Seller type)</a:t>
                      </a:r>
                      <a:endParaRPr lang="en-US" sz="1100" b="0">
                        <a:solidFill>
                          <a:srgbClr val="0C314B"/>
                        </a:solidFill>
                      </a:endParaRPr>
                    </a:p>
                  </a:txBody>
                  <a:tcPr anchor="ctr"/>
                </a:tc>
                <a:tc>
                  <a:txBody>
                    <a:bodyPr/>
                    <a:lstStyle/>
                    <a:p>
                      <a:pPr marL="0" lvl="0" indent="0" algn="l">
                        <a:lnSpc>
                          <a:spcPct val="100000"/>
                        </a:lnSpc>
                        <a:spcBef>
                          <a:spcPts val="0"/>
                        </a:spcBef>
                        <a:spcAft>
                          <a:spcPts val="0"/>
                        </a:spcAft>
                        <a:buNone/>
                      </a:pPr>
                      <a:r>
                        <a:rPr lang="en-US" sz="1200">
                          <a:solidFill>
                            <a:srgbClr val="0C314B"/>
                          </a:solidFill>
                        </a:rPr>
                        <a:t>Sales role data defines the different personas within the sales organization, such as Sales Representative, Manager, and Sales Ops, each with specific responsibilities and views of the forecast.  It ensures that the forecast aligns with the real-world structure and responsibilities of the sales team.</a:t>
                      </a:r>
                    </a:p>
                  </a:txBody>
                  <a:tcPr anchor="ctr"/>
                </a:tc>
                <a:tc>
                  <a:txBody>
                    <a:bodyPr/>
                    <a:lstStyle/>
                    <a:p>
                      <a:pPr marL="171450" lvl="0" indent="-171450" algn="l">
                        <a:lnSpc>
                          <a:spcPct val="100000"/>
                        </a:lnSpc>
                        <a:spcBef>
                          <a:spcPts val="0"/>
                        </a:spcBef>
                        <a:spcAft>
                          <a:spcPts val="0"/>
                        </a:spcAft>
                        <a:buClr>
                          <a:srgbClr val="0A2F46"/>
                        </a:buClr>
                        <a:buFont typeface="Arial,Sans-Serif"/>
                        <a:buChar char="•"/>
                      </a:pPr>
                      <a:r>
                        <a:rPr lang="en-US" sz="1200" b="0" i="0" u="none" strike="noStrike" noProof="0">
                          <a:solidFill>
                            <a:srgbClr val="0C314B"/>
                          </a:solidFill>
                          <a:latin typeface="Arial"/>
                        </a:rPr>
                        <a:t>Name</a:t>
                      </a:r>
                      <a:endParaRPr lang="en-US" sz="1200" b="0" i="0" u="none" strike="noStrike" noProof="0">
                        <a:solidFill>
                          <a:srgbClr val="0A2F46"/>
                        </a:solidFill>
                        <a:latin typeface="Arial"/>
                      </a:endParaRPr>
                    </a:p>
                    <a:p>
                      <a:pPr marL="171450" lvl="0" indent="-171450" algn="l">
                        <a:lnSpc>
                          <a:spcPct val="100000"/>
                        </a:lnSpc>
                        <a:spcBef>
                          <a:spcPts val="0"/>
                        </a:spcBef>
                        <a:spcAft>
                          <a:spcPts val="0"/>
                        </a:spcAft>
                        <a:buClr>
                          <a:srgbClr val="0A2F46"/>
                        </a:buClr>
                        <a:buFont typeface="Arial,Sans-Serif"/>
                        <a:buChar char="•"/>
                      </a:pPr>
                      <a:r>
                        <a:rPr lang="en-US" sz="1200" b="0" i="0" u="none" strike="noStrike" noProof="0">
                          <a:solidFill>
                            <a:srgbClr val="0C314B"/>
                          </a:solidFill>
                          <a:latin typeface="Arial"/>
                        </a:rPr>
                        <a:t>ID</a:t>
                      </a:r>
                      <a:endParaRPr lang="en-US" sz="1200" b="0" i="0" u="none" strike="noStrike" noProof="0">
                        <a:solidFill>
                          <a:srgbClr val="0A2F46"/>
                        </a:solidFill>
                        <a:latin typeface="Arial"/>
                      </a:endParaRPr>
                    </a:p>
                  </a:txBody>
                  <a:tcPr anchor="ctr"/>
                </a:tc>
                <a:extLst>
                  <a:ext uri="{0D108BD9-81ED-4DB2-BD59-A6C34878D82A}">
                    <a16:rowId xmlns:a16="http://schemas.microsoft.com/office/drawing/2014/main" val="794455313"/>
                  </a:ext>
                </a:extLst>
              </a:tr>
            </a:tbl>
          </a:graphicData>
        </a:graphic>
      </p:graphicFrame>
      <p:sp>
        <p:nvSpPr>
          <p:cNvPr id="7" name="TextBox 6">
            <a:extLst>
              <a:ext uri="{FF2B5EF4-FFF2-40B4-BE49-F238E27FC236}">
                <a16:creationId xmlns:a16="http://schemas.microsoft.com/office/drawing/2014/main" id="{34D9E551-857E-1239-B7EF-1D6560EB99F6}"/>
              </a:ext>
            </a:extLst>
          </p:cNvPr>
          <p:cNvSpPr txBox="1"/>
          <p:nvPr/>
        </p:nvSpPr>
        <p:spPr>
          <a:xfrm>
            <a:off x="614038" y="4331018"/>
            <a:ext cx="5437935" cy="10618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Sans-Serif" panose="020B0604020202020204" pitchFamily="34" charset="0"/>
              <a:buChar char="•"/>
            </a:pPr>
            <a:r>
              <a:rPr lang="en-US" sz="900">
                <a:solidFill>
                  <a:srgbClr val="7F7F7F"/>
                </a:solidFill>
                <a:latin typeface="Arial"/>
                <a:ea typeface="Verdana"/>
                <a:cs typeface="Arial"/>
              </a:rPr>
              <a:t>CSV files should be a flat view with the attribute fields in columns and dimension items in rows.</a:t>
            </a:r>
            <a:endParaRPr lang="en-US" sz="900">
              <a:solidFill>
                <a:srgbClr val="7F7F7F"/>
              </a:solidFill>
              <a:latin typeface="Arial" panose="020B0604020202020204" pitchFamily="34" charset="0"/>
              <a:ea typeface="Verdana" charset="0"/>
              <a:cs typeface="Arial" panose="020B0604020202020204" pitchFamily="34" charset="0"/>
            </a:endParaRPr>
          </a:p>
          <a:p>
            <a:pPr marL="285750" indent="-285750">
              <a:buFont typeface="Arial,Sans-Serif" panose="020B0604020202020204" pitchFamily="34" charset="0"/>
              <a:buChar char="•"/>
            </a:pPr>
            <a:r>
              <a:rPr lang="en-US" sz="900">
                <a:solidFill>
                  <a:srgbClr val="7F7F7F"/>
                </a:solidFill>
                <a:latin typeface="Arial"/>
                <a:ea typeface="Verdana"/>
                <a:cs typeface="Arial"/>
              </a:rPr>
              <a:t>Files can include additional attribute fields and can bring additional dimensions and hierarchies in as needed.</a:t>
            </a:r>
          </a:p>
          <a:p>
            <a:pPr marL="285750" indent="-285750">
              <a:buFont typeface="Arial,Sans-Serif" panose="020B0604020202020204" pitchFamily="34" charset="0"/>
              <a:buChar char="•"/>
            </a:pPr>
            <a:r>
              <a:rPr lang="en-US" sz="900">
                <a:solidFill>
                  <a:srgbClr val="7F7F7F"/>
                </a:solidFill>
                <a:latin typeface="Arial"/>
                <a:ea typeface="Verdana"/>
                <a:cs typeface="Arial"/>
              </a:rPr>
              <a:t>Where numbered lists are referenced the value loaded to that field should be the code, not the name</a:t>
            </a:r>
          </a:p>
          <a:p>
            <a:pPr marL="285750" indent="-285750">
              <a:buFont typeface="Arial,Sans-Serif" panose="020B0604020202020204" pitchFamily="34" charset="0"/>
              <a:buChar char="•"/>
            </a:pPr>
            <a:r>
              <a:rPr lang="en-US" sz="900">
                <a:solidFill>
                  <a:srgbClr val="7F7F7F"/>
                </a:solidFill>
                <a:latin typeface="Arial"/>
                <a:ea typeface="Verdana"/>
                <a:cs typeface="Arial"/>
              </a:rPr>
              <a:t>For files that contain hierarchies, these must be in parent child format. There is no need to include a parent for the first level of the hierarchy.</a:t>
            </a:r>
            <a:endParaRPr lang="en-US" sz="900">
              <a:solidFill>
                <a:srgbClr val="7F7F7F"/>
              </a:solidFill>
            </a:endParaRPr>
          </a:p>
        </p:txBody>
      </p:sp>
    </p:spTree>
    <p:extLst>
      <p:ext uri="{BB962C8B-B14F-4D97-AF65-F5344CB8AC3E}">
        <p14:creationId xmlns:p14="http://schemas.microsoft.com/office/powerpoint/2010/main" val="15777818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5C9800-2F87-EFE4-FCBE-CB6EB07096FC}"/>
              </a:ext>
            </a:extLst>
          </p:cNvPr>
          <p:cNvSpPr>
            <a:spLocks noGrp="1"/>
          </p:cNvSpPr>
          <p:nvPr>
            <p:ph type="title"/>
          </p:nvPr>
        </p:nvSpPr>
        <p:spPr>
          <a:xfrm>
            <a:off x="957297" y="3066667"/>
            <a:ext cx="5681467" cy="1498990"/>
          </a:xfrm>
        </p:spPr>
        <p:txBody>
          <a:bodyPr lIns="91440" tIns="45720" rIns="91440" bIns="45720" anchor="ctr" anchorCtr="0"/>
          <a:lstStyle/>
          <a:p>
            <a:r>
              <a:rPr lang="en-US" sz="4250">
                <a:latin typeface="Arial"/>
                <a:ea typeface="Verdana"/>
                <a:cs typeface="Arial"/>
              </a:rPr>
              <a:t>Model design</a:t>
            </a:r>
            <a:endParaRPr lang="en-US" sz="4250"/>
          </a:p>
        </p:txBody>
      </p:sp>
      <p:sp>
        <p:nvSpPr>
          <p:cNvPr id="3" name="Text Placeholder 2">
            <a:extLst>
              <a:ext uri="{FF2B5EF4-FFF2-40B4-BE49-F238E27FC236}">
                <a16:creationId xmlns:a16="http://schemas.microsoft.com/office/drawing/2014/main" id="{DB069419-D807-693C-D436-A3F667AC0F51}"/>
              </a:ext>
            </a:extLst>
          </p:cNvPr>
          <p:cNvSpPr>
            <a:spLocks noGrp="1"/>
          </p:cNvSpPr>
          <p:nvPr>
            <p:ph type="body" sz="quarter" idx="10"/>
          </p:nvPr>
        </p:nvSpPr>
        <p:spPr/>
        <p:txBody>
          <a:bodyPr lIns="0" tIns="45720" rIns="91440" bIns="45720" anchor="b"/>
          <a:lstStyle/>
          <a:p>
            <a:r>
              <a:rPr lang="en-US">
                <a:latin typeface="Arial"/>
                <a:cs typeface="Arial"/>
              </a:rPr>
              <a:t>Section 4</a:t>
            </a:r>
            <a:endParaRPr lang="en-US"/>
          </a:p>
        </p:txBody>
      </p:sp>
    </p:spTree>
    <p:extLst>
      <p:ext uri="{BB962C8B-B14F-4D97-AF65-F5344CB8AC3E}">
        <p14:creationId xmlns:p14="http://schemas.microsoft.com/office/powerpoint/2010/main" val="1118384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7ACDFB-95D8-AD76-FF7E-6FF69BF48EBC}"/>
              </a:ext>
            </a:extLst>
          </p:cNvPr>
          <p:cNvSpPr>
            <a:spLocks noGrp="1"/>
          </p:cNvSpPr>
          <p:nvPr>
            <p:ph type="title"/>
          </p:nvPr>
        </p:nvSpPr>
        <p:spPr/>
        <p:txBody>
          <a:bodyPr lIns="0" tIns="45720" rIns="0" bIns="45720" anchor="t"/>
          <a:lstStyle/>
          <a:p>
            <a:r>
              <a:rPr lang="en-US">
                <a:solidFill>
                  <a:schemeClr val="tx2"/>
                </a:solidFill>
              </a:rPr>
              <a:t>Model diagram overview</a:t>
            </a:r>
            <a:r>
              <a:rPr lang="en-US" b="0">
                <a:solidFill>
                  <a:schemeClr val="tx2"/>
                </a:solidFill>
              </a:rPr>
              <a:t>​</a:t>
            </a:r>
            <a:endParaRPr lang="en-US">
              <a:solidFill>
                <a:schemeClr val="tx2"/>
              </a:solidFill>
            </a:endParaRPr>
          </a:p>
        </p:txBody>
      </p:sp>
      <p:pic>
        <p:nvPicPr>
          <p:cNvPr id="5" name="Picture 4">
            <a:extLst>
              <a:ext uri="{FF2B5EF4-FFF2-40B4-BE49-F238E27FC236}">
                <a16:creationId xmlns:a16="http://schemas.microsoft.com/office/drawing/2014/main" id="{6F01CC3B-A2D3-0683-7E68-6E22CBADB603}"/>
              </a:ext>
            </a:extLst>
          </p:cNvPr>
          <p:cNvPicPr>
            <a:picLocks noChangeAspect="1"/>
          </p:cNvPicPr>
          <p:nvPr/>
        </p:nvPicPr>
        <p:blipFill>
          <a:blip r:embed="rId2"/>
          <a:stretch>
            <a:fillRect/>
          </a:stretch>
        </p:blipFill>
        <p:spPr>
          <a:xfrm>
            <a:off x="10658" y="815081"/>
            <a:ext cx="11573874" cy="5568872"/>
          </a:xfrm>
          <a:prstGeom prst="rect">
            <a:avLst/>
          </a:prstGeom>
        </p:spPr>
      </p:pic>
    </p:spTree>
    <p:extLst>
      <p:ext uri="{BB962C8B-B14F-4D97-AF65-F5344CB8AC3E}">
        <p14:creationId xmlns:p14="http://schemas.microsoft.com/office/powerpoint/2010/main" val="2127142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1A842-72C4-2953-8E80-7B3DAE037C5F}"/>
              </a:ext>
            </a:extLst>
          </p:cNvPr>
          <p:cNvSpPr>
            <a:spLocks noGrp="1"/>
          </p:cNvSpPr>
          <p:nvPr>
            <p:ph type="title"/>
          </p:nvPr>
        </p:nvSpPr>
        <p:spPr/>
        <p:txBody>
          <a:bodyPr lIns="0" tIns="45720" rIns="0" bIns="45720" anchor="t"/>
          <a:lstStyle/>
          <a:p>
            <a:r>
              <a:rPr lang="en-US">
                <a:solidFill>
                  <a:schemeClr val="tx1"/>
                </a:solidFill>
                <a:latin typeface="Arial"/>
                <a:ea typeface="Verdana"/>
                <a:cs typeface="Arial"/>
              </a:rPr>
              <a:t>Forecast</a:t>
            </a:r>
            <a:endParaRPr lang="en-US">
              <a:solidFill>
                <a:schemeClr val="tx1"/>
              </a:solidFill>
            </a:endParaRPr>
          </a:p>
        </p:txBody>
      </p:sp>
      <p:sp>
        <p:nvSpPr>
          <p:cNvPr id="3" name="Content Placeholder 2">
            <a:extLst>
              <a:ext uri="{FF2B5EF4-FFF2-40B4-BE49-F238E27FC236}">
                <a16:creationId xmlns:a16="http://schemas.microsoft.com/office/drawing/2014/main" id="{705A33E9-AA06-8071-E9FB-5BD1F763CB49}"/>
              </a:ext>
            </a:extLst>
          </p:cNvPr>
          <p:cNvSpPr>
            <a:spLocks noGrp="1"/>
          </p:cNvSpPr>
          <p:nvPr>
            <p:ph idx="1"/>
          </p:nvPr>
        </p:nvSpPr>
        <p:spPr/>
        <p:txBody>
          <a:bodyPr lIns="0" tIns="45720" rIns="0" bIns="45720" anchor="t"/>
          <a:lstStyle/>
          <a:p>
            <a:pPr marL="0" indent="0">
              <a:buNone/>
            </a:pPr>
            <a:r>
              <a:rPr lang="en-US" sz="1200" dirty="0">
                <a:solidFill>
                  <a:srgbClr val="1F1F1F"/>
                </a:solidFill>
                <a:highlight>
                  <a:srgbClr val="FFFFFF"/>
                </a:highlight>
                <a:latin typeface="Arial"/>
                <a:ea typeface="Verdana"/>
                <a:cs typeface="Arial"/>
              </a:rPr>
              <a:t>Objective: To serves as a central hub for sales forecasting and pipeline management. </a:t>
            </a:r>
            <a:br>
              <a:rPr lang="en-US" sz="1200" dirty="0">
                <a:highlight>
                  <a:srgbClr val="FFFFFF"/>
                </a:highlight>
                <a:latin typeface="Arial"/>
                <a:ea typeface="Verdana"/>
                <a:cs typeface="Arial"/>
              </a:rPr>
            </a:br>
            <a:r>
              <a:rPr lang="en-US" sz="1200" dirty="0">
                <a:solidFill>
                  <a:srgbClr val="1F1F1F"/>
                </a:solidFill>
                <a:highlight>
                  <a:srgbClr val="FFFFFF"/>
                </a:highlight>
                <a:latin typeface="Arial"/>
                <a:ea typeface="Verdana"/>
                <a:cs typeface="Arial"/>
              </a:rPr>
              <a:t>Its primary functions allow users to:</a:t>
            </a:r>
            <a:endParaRPr lang="en-US" dirty="0">
              <a:latin typeface="Arial"/>
              <a:ea typeface="Verdana"/>
              <a:cs typeface="Arial"/>
            </a:endParaRPr>
          </a:p>
          <a:p>
            <a:pPr marL="842010" lvl="1" indent="-232410">
              <a:buFont typeface="Courier New" panose="020B0604020202020204" pitchFamily="34" charset="0"/>
              <a:buChar char="o"/>
            </a:pPr>
            <a:r>
              <a:rPr lang="en-US" sz="1200" dirty="0">
                <a:solidFill>
                  <a:srgbClr val="1F1F1F"/>
                </a:solidFill>
                <a:highlight>
                  <a:srgbClr val="FFFFFF"/>
                </a:highlight>
                <a:latin typeface="Arial"/>
                <a:ea typeface="Verdana"/>
                <a:cs typeface="Arial"/>
              </a:rPr>
              <a:t>Analyze Pipeline Summaries: Access a consolidated, high-level overview of the sales pipeline to assess its health and trajectory.</a:t>
            </a:r>
            <a:endParaRPr lang="en-US" dirty="0">
              <a:cs typeface="Arial" panose="020B0604020202020204" pitchFamily="34" charset="0"/>
            </a:endParaRPr>
          </a:p>
          <a:p>
            <a:pPr marL="842010" lvl="1" indent="-232410">
              <a:buFont typeface="Courier New" panose="020B0604020202020204" pitchFamily="34" charset="0"/>
              <a:buChar char="o"/>
            </a:pPr>
            <a:r>
              <a:rPr lang="en-US" sz="1200" dirty="0">
                <a:solidFill>
                  <a:srgbClr val="1F1F1F"/>
                </a:solidFill>
                <a:highlight>
                  <a:srgbClr val="FFFFFF"/>
                </a:highlight>
                <a:latin typeface="Arial"/>
                <a:ea typeface="Verdana"/>
                <a:cs typeface="Arial"/>
              </a:rPr>
              <a:t>Evaluate Forecast Methodologies: Review and compare personal forecast projections derived from multiple analytical models and data sources.</a:t>
            </a:r>
            <a:endParaRPr lang="en-US" dirty="0">
              <a:cs typeface="Arial" panose="020B0604020202020204" pitchFamily="34" charset="0"/>
            </a:endParaRPr>
          </a:p>
          <a:p>
            <a:pPr marL="842010" lvl="1" indent="-232410">
              <a:buFont typeface="Courier New" panose="020B0604020202020204" pitchFamily="34" charset="0"/>
              <a:buChar char="o"/>
            </a:pPr>
            <a:r>
              <a:rPr lang="en-US" sz="1200" dirty="0">
                <a:solidFill>
                  <a:srgbClr val="1F1F1F"/>
                </a:solidFill>
                <a:highlight>
                  <a:srgbClr val="FFFFFF"/>
                </a:highlight>
                <a:latin typeface="Arial"/>
                <a:ea typeface="Verdana"/>
                <a:cs typeface="Arial"/>
              </a:rPr>
              <a:t>Submit Forecast Calls: Formally enter and commit to a forecast for a specific period.</a:t>
            </a:r>
            <a:endParaRPr lang="en-US" dirty="0">
              <a:cs typeface="Arial" panose="020B0604020202020204" pitchFamily="34" charset="0"/>
            </a:endParaRPr>
          </a:p>
          <a:p>
            <a:pPr marL="842010" lvl="1" indent="-232410">
              <a:buFont typeface="Courier New" panose="020B0604020202020204" pitchFamily="34" charset="0"/>
              <a:buChar char="o"/>
            </a:pPr>
            <a:r>
              <a:rPr lang="en-US" sz="1200" dirty="0">
                <a:solidFill>
                  <a:srgbClr val="1F1F1F"/>
                </a:solidFill>
                <a:highlight>
                  <a:srgbClr val="FFFFFF"/>
                </a:highlight>
                <a:latin typeface="Arial"/>
                <a:ea typeface="Verdana"/>
                <a:cs typeface="Arial"/>
              </a:rPr>
              <a:t>Manage Team Forecasts: Enable managers to review their team’s submitted forecasts, make necessary adjustments, and apply overrides to finalize commitments.</a:t>
            </a:r>
            <a:br>
              <a:rPr lang="en-US" sz="1200" dirty="0">
                <a:highlight>
                  <a:srgbClr val="FFFFFF"/>
                </a:highlight>
                <a:latin typeface="Arial"/>
                <a:ea typeface="Verdana"/>
                <a:cs typeface="Arial"/>
              </a:rPr>
            </a:br>
            <a:endParaRPr lang="en-US" sz="1200">
              <a:solidFill>
                <a:srgbClr val="1F1F1F"/>
              </a:solidFill>
              <a:highlight>
                <a:srgbClr val="FFFFFF"/>
              </a:highlight>
              <a:latin typeface="Arial"/>
              <a:ea typeface="Verdana"/>
              <a:cs typeface="Arial"/>
            </a:endParaRPr>
          </a:p>
          <a:p>
            <a:pPr marL="842010" lvl="1" indent="-232410">
              <a:buFont typeface="Courier New" panose="020B0604020202020204" pitchFamily="34" charset="0"/>
              <a:buChar char="o"/>
            </a:pPr>
            <a:endParaRPr lang="en-US" sz="1200">
              <a:solidFill>
                <a:srgbClr val="1F1F1F"/>
              </a:solidFill>
              <a:highlight>
                <a:srgbClr val="FFFFFF"/>
              </a:highlight>
              <a:latin typeface="Arial"/>
              <a:ea typeface="Verdana"/>
              <a:cs typeface="Arial"/>
            </a:endParaRPr>
          </a:p>
          <a:p>
            <a:pPr marL="609600" lvl="1" indent="0">
              <a:buNone/>
            </a:pPr>
            <a:r>
              <a:rPr lang="en-US" sz="1200" dirty="0">
                <a:solidFill>
                  <a:srgbClr val="1F1F1F"/>
                </a:solidFill>
                <a:highlight>
                  <a:srgbClr val="FFFFFF"/>
                </a:highlight>
                <a:latin typeface="Arial"/>
                <a:ea typeface="Verdana"/>
                <a:cs typeface="Arial"/>
              </a:rPr>
              <a:t>The process for forecast submission is a structured, hierarchical workflow designed to ensure accuracy and accountability.</a:t>
            </a:r>
          </a:p>
          <a:p>
            <a:pPr marL="232410" indent="-232410"/>
            <a:endParaRPr lang="en-US" sz="2100"/>
          </a:p>
        </p:txBody>
      </p:sp>
      <p:graphicFrame>
        <p:nvGraphicFramePr>
          <p:cNvPr id="7" name="Table 6">
            <a:extLst>
              <a:ext uri="{FF2B5EF4-FFF2-40B4-BE49-F238E27FC236}">
                <a16:creationId xmlns:a16="http://schemas.microsoft.com/office/drawing/2014/main" id="{A67CA7F6-E72C-7501-AE90-79FF1B51E006}"/>
              </a:ext>
            </a:extLst>
          </p:cNvPr>
          <p:cNvGraphicFramePr>
            <a:graphicFrameLocks noGrp="1"/>
          </p:cNvGraphicFramePr>
          <p:nvPr>
            <p:extLst>
              <p:ext uri="{D42A27DB-BD31-4B8C-83A1-F6EECF244321}">
                <p14:modId xmlns:p14="http://schemas.microsoft.com/office/powerpoint/2010/main" val="1246144935"/>
              </p:ext>
            </p:extLst>
          </p:nvPr>
        </p:nvGraphicFramePr>
        <p:xfrm>
          <a:off x="796743" y="3328096"/>
          <a:ext cx="10687510" cy="2682240"/>
        </p:xfrm>
        <a:graphic>
          <a:graphicData uri="http://schemas.openxmlformats.org/drawingml/2006/table">
            <a:tbl>
              <a:tblPr firstRow="1" bandRow="1">
                <a:tableStyleId>{073A0DAA-6AF3-43AB-8588-CEC1D06C72B9}</a:tableStyleId>
              </a:tblPr>
              <a:tblGrid>
                <a:gridCol w="1316180">
                  <a:extLst>
                    <a:ext uri="{9D8B030D-6E8A-4147-A177-3AD203B41FA5}">
                      <a16:colId xmlns:a16="http://schemas.microsoft.com/office/drawing/2014/main" val="2022062449"/>
                    </a:ext>
                  </a:extLst>
                </a:gridCol>
                <a:gridCol w="4064000">
                  <a:extLst>
                    <a:ext uri="{9D8B030D-6E8A-4147-A177-3AD203B41FA5}">
                      <a16:colId xmlns:a16="http://schemas.microsoft.com/office/drawing/2014/main" val="3842727625"/>
                    </a:ext>
                  </a:extLst>
                </a:gridCol>
                <a:gridCol w="5307330">
                  <a:extLst>
                    <a:ext uri="{9D8B030D-6E8A-4147-A177-3AD203B41FA5}">
                      <a16:colId xmlns:a16="http://schemas.microsoft.com/office/drawing/2014/main" val="4243093652"/>
                    </a:ext>
                  </a:extLst>
                </a:gridCol>
              </a:tblGrid>
              <a:tr h="370840">
                <a:tc>
                  <a:txBody>
                    <a:bodyPr/>
                    <a:lstStyle/>
                    <a:p>
                      <a:pPr lvl="0">
                        <a:buNone/>
                      </a:pPr>
                      <a:r>
                        <a:rPr lang="en-US" sz="2000"/>
                        <a:t>Steps</a:t>
                      </a:r>
                    </a:p>
                  </a:txBody>
                  <a:tcPr/>
                </a:tc>
                <a:tc>
                  <a:txBody>
                    <a:bodyPr/>
                    <a:lstStyle/>
                    <a:p>
                      <a:r>
                        <a:rPr lang="en-US" sz="2000"/>
                        <a:t>Action</a:t>
                      </a:r>
                    </a:p>
                  </a:txBody>
                  <a:tcPr/>
                </a:tc>
                <a:tc>
                  <a:txBody>
                    <a:bodyPr/>
                    <a:lstStyle/>
                    <a:p>
                      <a:r>
                        <a:rPr lang="en-US" sz="2000"/>
                        <a:t>Key details</a:t>
                      </a:r>
                    </a:p>
                  </a:txBody>
                  <a:tcPr/>
                </a:tc>
                <a:extLst>
                  <a:ext uri="{0D108BD9-81ED-4DB2-BD59-A6C34878D82A}">
                    <a16:rowId xmlns:a16="http://schemas.microsoft.com/office/drawing/2014/main" val="3153368816"/>
                  </a:ext>
                </a:extLst>
              </a:tr>
              <a:tr h="370840">
                <a:tc>
                  <a:txBody>
                    <a:bodyPr/>
                    <a:lstStyle/>
                    <a:p>
                      <a:pPr marL="228600" indent="-228600">
                        <a:buAutoNum type="arabicPeriod"/>
                      </a:pPr>
                      <a:r>
                        <a:rPr lang="en-US" sz="1200"/>
                        <a:t>Review</a:t>
                      </a:r>
                    </a:p>
                  </a:txBody>
                  <a:tcPr/>
                </a:tc>
                <a:tc>
                  <a:txBody>
                    <a:bodyPr/>
                    <a:lstStyle/>
                    <a:p>
                      <a:pPr lvl="0">
                        <a:buNone/>
                      </a:pPr>
                      <a:r>
                        <a:rPr lang="en-US" sz="1200" b="0" i="0" u="none" strike="noStrike" noProof="0">
                          <a:latin typeface="Arial"/>
                        </a:rPr>
                        <a:t>The Account Executive (AE) reviews their forecast summary.</a:t>
                      </a:r>
                      <a:endParaRPr lang="en-US" sz="1200"/>
                    </a:p>
                  </a:txBody>
                  <a:tcPr/>
                </a:tc>
                <a:tc>
                  <a:txBody>
                    <a:bodyPr/>
                    <a:lstStyle/>
                    <a:p>
                      <a:pPr lvl="0">
                        <a:buNone/>
                      </a:pPr>
                      <a:r>
                        <a:rPr lang="en-US" sz="1200" b="0" i="0" u="none" strike="noStrike" noProof="0">
                          <a:latin typeface="Arial"/>
                        </a:rPr>
                        <a:t>Opportunities marked as "Commit" and "Won" are automatically included in this initial forecast view.</a:t>
                      </a:r>
                      <a:endParaRPr lang="en-US"/>
                    </a:p>
                  </a:txBody>
                  <a:tcPr/>
                </a:tc>
                <a:extLst>
                  <a:ext uri="{0D108BD9-81ED-4DB2-BD59-A6C34878D82A}">
                    <a16:rowId xmlns:a16="http://schemas.microsoft.com/office/drawing/2014/main" val="4108975776"/>
                  </a:ext>
                </a:extLst>
              </a:tr>
              <a:tr h="370840">
                <a:tc>
                  <a:txBody>
                    <a:bodyPr/>
                    <a:lstStyle/>
                    <a:p>
                      <a:r>
                        <a:rPr lang="en-US" sz="1200"/>
                        <a:t>2. Submit</a:t>
                      </a:r>
                    </a:p>
                  </a:txBody>
                  <a:tcPr/>
                </a:tc>
                <a:tc>
                  <a:txBody>
                    <a:bodyPr/>
                    <a:lstStyle/>
                    <a:p>
                      <a:pPr lvl="0">
                        <a:buNone/>
                      </a:pPr>
                      <a:r>
                        <a:rPr lang="en-US" sz="1200" b="0" i="0" u="none" strike="noStrike" noProof="0">
                          <a:latin typeface="Arial"/>
                        </a:rPr>
                        <a:t>The AE submits their official forecast through the dashboard.</a:t>
                      </a:r>
                      <a:endParaRPr lang="en-US"/>
                    </a:p>
                  </a:txBody>
                  <a:tcPr/>
                </a:tc>
                <a:tc>
                  <a:txBody>
                    <a:bodyPr/>
                    <a:lstStyle/>
                    <a:p>
                      <a:pPr lvl="0">
                        <a:buNone/>
                      </a:pPr>
                      <a:r>
                        <a:rPr lang="en-US" sz="1200" b="0" i="0" u="none" strike="noStrike" noProof="0">
                          <a:latin typeface="Arial"/>
                        </a:rPr>
                        <a:t>This represents the AE's formal commitment for the period.</a:t>
                      </a:r>
                      <a:endParaRPr lang="en-US"/>
                    </a:p>
                  </a:txBody>
                  <a:tcPr/>
                </a:tc>
                <a:extLst>
                  <a:ext uri="{0D108BD9-81ED-4DB2-BD59-A6C34878D82A}">
                    <a16:rowId xmlns:a16="http://schemas.microsoft.com/office/drawing/2014/main" val="3121886973"/>
                  </a:ext>
                </a:extLst>
              </a:tr>
              <a:tr h="370840">
                <a:tc>
                  <a:txBody>
                    <a:bodyPr/>
                    <a:lstStyle/>
                    <a:p>
                      <a:r>
                        <a:rPr lang="en-US" sz="1200"/>
                        <a:t>3. Adjust</a:t>
                      </a:r>
                    </a:p>
                  </a:txBody>
                  <a:tcPr/>
                </a:tc>
                <a:tc>
                  <a:txBody>
                    <a:bodyPr/>
                    <a:lstStyle/>
                    <a:p>
                      <a:pPr lvl="0">
                        <a:buNone/>
                      </a:pPr>
                      <a:r>
                        <a:rPr lang="en-US" sz="1200" b="0" i="0" u="none" strike="noStrike" noProof="0">
                          <a:latin typeface="Arial"/>
                        </a:rPr>
                        <a:t>The Manager reviews the AE’s submitted forecast.</a:t>
                      </a:r>
                      <a:endParaRPr lang="en-US"/>
                    </a:p>
                  </a:txBody>
                  <a:tcPr/>
                </a:tc>
                <a:tc>
                  <a:txBody>
                    <a:bodyPr/>
                    <a:lstStyle/>
                    <a:p>
                      <a:pPr lvl="0">
                        <a:buNone/>
                      </a:pPr>
                      <a:r>
                        <a:rPr lang="en-US" sz="1200" b="0" i="0" u="none" strike="noStrike" noProof="0">
                          <a:latin typeface="Arial"/>
                        </a:rPr>
                        <a:t>The Manager has the authority to make adjustments or overrides based on their assessment.</a:t>
                      </a:r>
                      <a:endParaRPr lang="en-US"/>
                    </a:p>
                  </a:txBody>
                  <a:tcPr/>
                </a:tc>
                <a:extLst>
                  <a:ext uri="{0D108BD9-81ED-4DB2-BD59-A6C34878D82A}">
                    <a16:rowId xmlns:a16="http://schemas.microsoft.com/office/drawing/2014/main" val="3262521595"/>
                  </a:ext>
                </a:extLst>
              </a:tr>
              <a:tr h="370840">
                <a:tc>
                  <a:txBody>
                    <a:bodyPr/>
                    <a:lstStyle/>
                    <a:p>
                      <a:r>
                        <a:rPr lang="en-US" sz="1200"/>
                        <a:t>4. Finalize</a:t>
                      </a:r>
                    </a:p>
                  </a:txBody>
                  <a:tcPr/>
                </a:tc>
                <a:tc>
                  <a:txBody>
                    <a:bodyPr/>
                    <a:lstStyle/>
                    <a:p>
                      <a:pPr lvl="0">
                        <a:buNone/>
                      </a:pPr>
                      <a:r>
                        <a:rPr lang="en-US" sz="1200" b="0" i="0" u="none" strike="noStrike" noProof="0">
                          <a:latin typeface="Arial"/>
                        </a:rPr>
                        <a:t>The Manager’s forecast call overrides the AE’s submission.</a:t>
                      </a:r>
                      <a:endParaRPr lang="en-US"/>
                    </a:p>
                  </a:txBody>
                  <a:tcPr/>
                </a:tc>
                <a:tc>
                  <a:txBody>
                    <a:bodyPr/>
                    <a:lstStyle/>
                    <a:p>
                      <a:pPr lvl="0">
                        <a:buNone/>
                      </a:pPr>
                      <a:r>
                        <a:rPr lang="en-US" sz="1200" b="0" i="0" u="none" strike="noStrike" noProof="0">
                          <a:latin typeface="Arial"/>
                        </a:rPr>
                        <a:t>This rule is critical: the manager's final number takes precedence, creating a single, authoritative forecast.</a:t>
                      </a:r>
                      <a:endParaRPr lang="en-US"/>
                    </a:p>
                  </a:txBody>
                  <a:tcPr/>
                </a:tc>
                <a:extLst>
                  <a:ext uri="{0D108BD9-81ED-4DB2-BD59-A6C34878D82A}">
                    <a16:rowId xmlns:a16="http://schemas.microsoft.com/office/drawing/2014/main" val="1193516094"/>
                  </a:ext>
                </a:extLst>
              </a:tr>
              <a:tr h="370840">
                <a:tc>
                  <a:txBody>
                    <a:bodyPr/>
                    <a:lstStyle/>
                    <a:p>
                      <a:r>
                        <a:rPr lang="en-US" sz="1200"/>
                        <a:t>5. Notify</a:t>
                      </a:r>
                    </a:p>
                  </a:txBody>
                  <a:tcPr/>
                </a:tc>
                <a:tc>
                  <a:txBody>
                    <a:bodyPr/>
                    <a:lstStyle/>
                    <a:p>
                      <a:pPr lvl="0">
                        <a:buNone/>
                      </a:pPr>
                      <a:r>
                        <a:rPr lang="en-US" sz="1200" b="0" i="0" u="none" strike="noStrike" noProof="0">
                          <a:latin typeface="Arial"/>
                        </a:rPr>
                        <a:t>A notification is triggered by Manager if a change is made.</a:t>
                      </a:r>
                      <a:endParaRPr lang="en-US"/>
                    </a:p>
                  </a:txBody>
                  <a:tcPr/>
                </a:tc>
                <a:tc>
                  <a:txBody>
                    <a:bodyPr/>
                    <a:lstStyle/>
                    <a:p>
                      <a:pPr lvl="0">
                        <a:buNone/>
                      </a:pPr>
                      <a:r>
                        <a:rPr lang="en-US" sz="1200" b="0" i="0" u="none" strike="noStrike" noProof="0">
                          <a:latin typeface="Arial"/>
                        </a:rPr>
                        <a:t>This ensures the AE is aware of any modifications to their original forecast.</a:t>
                      </a:r>
                      <a:endParaRPr lang="en-US"/>
                    </a:p>
                  </a:txBody>
                  <a:tcPr/>
                </a:tc>
                <a:extLst>
                  <a:ext uri="{0D108BD9-81ED-4DB2-BD59-A6C34878D82A}">
                    <a16:rowId xmlns:a16="http://schemas.microsoft.com/office/drawing/2014/main" val="693898519"/>
                  </a:ext>
                </a:extLst>
              </a:tr>
            </a:tbl>
          </a:graphicData>
        </a:graphic>
      </p:graphicFrame>
    </p:spTree>
    <p:extLst>
      <p:ext uri="{BB962C8B-B14F-4D97-AF65-F5344CB8AC3E}">
        <p14:creationId xmlns:p14="http://schemas.microsoft.com/office/powerpoint/2010/main" val="9144619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EAA2E-E991-A7CC-98C1-95B56B844424}"/>
              </a:ext>
            </a:extLst>
          </p:cNvPr>
          <p:cNvSpPr>
            <a:spLocks noGrp="1"/>
          </p:cNvSpPr>
          <p:nvPr>
            <p:ph type="title"/>
          </p:nvPr>
        </p:nvSpPr>
        <p:spPr/>
        <p:txBody>
          <a:bodyPr lIns="0" tIns="45720" rIns="0" bIns="45720" anchor="t"/>
          <a:lstStyle/>
          <a:p>
            <a:r>
              <a:rPr lang="en-US">
                <a:solidFill>
                  <a:schemeClr val="tx1"/>
                </a:solidFill>
                <a:latin typeface="Arial"/>
                <a:ea typeface="Verdana"/>
                <a:cs typeface="Arial"/>
              </a:rPr>
              <a:t>Opportunity</a:t>
            </a:r>
            <a:endParaRPr lang="en-US">
              <a:solidFill>
                <a:schemeClr val="tx1"/>
              </a:solidFill>
            </a:endParaRPr>
          </a:p>
        </p:txBody>
      </p:sp>
      <p:graphicFrame>
        <p:nvGraphicFramePr>
          <p:cNvPr id="5" name="Content Placeholder 4">
            <a:extLst>
              <a:ext uri="{FF2B5EF4-FFF2-40B4-BE49-F238E27FC236}">
                <a16:creationId xmlns:a16="http://schemas.microsoft.com/office/drawing/2014/main" id="{3D3B5070-36F6-93F0-497E-73FB11875B22}"/>
              </a:ext>
            </a:extLst>
          </p:cNvPr>
          <p:cNvGraphicFramePr>
            <a:graphicFrameLocks noGrp="1"/>
          </p:cNvGraphicFramePr>
          <p:nvPr>
            <p:ph idx="1"/>
            <p:extLst>
              <p:ext uri="{D42A27DB-BD31-4B8C-83A1-F6EECF244321}">
                <p14:modId xmlns:p14="http://schemas.microsoft.com/office/powerpoint/2010/main" val="289301007"/>
              </p:ext>
            </p:extLst>
          </p:nvPr>
        </p:nvGraphicFramePr>
        <p:xfrm>
          <a:off x="603706" y="2066670"/>
          <a:ext cx="10983910" cy="3185773"/>
        </p:xfrm>
        <a:graphic>
          <a:graphicData uri="http://schemas.openxmlformats.org/drawingml/2006/table">
            <a:tbl>
              <a:tblPr bandRow="1">
                <a:tableStyleId>{5C22544A-7EE6-4342-B048-85BDC9FD1C3A}</a:tableStyleId>
              </a:tblPr>
              <a:tblGrid>
                <a:gridCol w="5518727">
                  <a:extLst>
                    <a:ext uri="{9D8B030D-6E8A-4147-A177-3AD203B41FA5}">
                      <a16:colId xmlns:a16="http://schemas.microsoft.com/office/drawing/2014/main" val="2461015517"/>
                    </a:ext>
                  </a:extLst>
                </a:gridCol>
                <a:gridCol w="5465183">
                  <a:extLst>
                    <a:ext uri="{9D8B030D-6E8A-4147-A177-3AD203B41FA5}">
                      <a16:colId xmlns:a16="http://schemas.microsoft.com/office/drawing/2014/main" val="801485741"/>
                    </a:ext>
                  </a:extLst>
                </a:gridCol>
              </a:tblGrid>
              <a:tr h="527950">
                <a:tc>
                  <a:txBody>
                    <a:bodyPr/>
                    <a:lstStyle/>
                    <a:p>
                      <a:pPr algn="l" fontAlgn="t">
                        <a:buNone/>
                      </a:pPr>
                      <a:r>
                        <a:rPr lang="en-US" sz="1600" dirty="0">
                          <a:latin typeface="Arial"/>
                        </a:rPr>
                        <a:t>Key Capabilities</a:t>
                      </a:r>
                    </a:p>
                  </a:txBody>
                  <a:tcPr marL="76200" marR="76200" marT="76200" marB="76200">
                    <a:lnL>
                      <a:noFill/>
                    </a:lnL>
                    <a:lnR>
                      <a:noFill/>
                    </a:lnR>
                    <a:lnT>
                      <a:noFill/>
                    </a:lnT>
                    <a:lnB w="9525" cap="flat" cmpd="sng" algn="ctr">
                      <a:solidFill>
                        <a:srgbClr val="E1E3E1"/>
                      </a:solidFill>
                      <a:prstDash val="solid"/>
                      <a:round/>
                      <a:headEnd type="none" w="med" len="med"/>
                      <a:tailEnd type="none" w="med" len="med"/>
                    </a:lnB>
                    <a:noFill/>
                  </a:tcPr>
                </a:tc>
                <a:tc>
                  <a:txBody>
                    <a:bodyPr/>
                    <a:lstStyle/>
                    <a:p>
                      <a:pPr algn="l" fontAlgn="t">
                        <a:buNone/>
                      </a:pPr>
                      <a:r>
                        <a:rPr lang="en-US" sz="1600" dirty="0">
                          <a:latin typeface="Arial"/>
                        </a:rPr>
                        <a:t>User Workflow for Forecast Construction</a:t>
                      </a:r>
                    </a:p>
                  </a:txBody>
                  <a:tcPr marL="76200" marR="76200" marT="76200" marB="76200">
                    <a:lnL>
                      <a:noFill/>
                    </a:lnL>
                    <a:lnR>
                      <a:noFill/>
                    </a:lnR>
                    <a:lnT>
                      <a:noFill/>
                    </a:lnT>
                    <a:lnB w="9525" cap="flat" cmpd="sng" algn="ctr">
                      <a:solidFill>
                        <a:srgbClr val="E1E3E1"/>
                      </a:solidFill>
                      <a:prstDash val="solid"/>
                      <a:round/>
                      <a:headEnd type="none" w="med" len="med"/>
                      <a:tailEnd type="none" w="med" len="med"/>
                    </a:lnB>
                    <a:noFill/>
                  </a:tcPr>
                </a:tc>
                <a:extLst>
                  <a:ext uri="{0D108BD9-81ED-4DB2-BD59-A6C34878D82A}">
                    <a16:rowId xmlns:a16="http://schemas.microsoft.com/office/drawing/2014/main" val="2587923142"/>
                  </a:ext>
                </a:extLst>
              </a:tr>
              <a:tr h="970286">
                <a:tc>
                  <a:txBody>
                    <a:bodyPr/>
                    <a:lstStyle/>
                    <a:p>
                      <a:pPr algn="l" fontAlgn="t">
                        <a:buNone/>
                      </a:pPr>
                      <a:r>
                        <a:rPr lang="en-US" sz="1400" dirty="0">
                          <a:latin typeface="Arial"/>
                        </a:rPr>
                        <a:t>Detailed Opportunity Management</a:t>
                      </a:r>
                      <a:br>
                        <a:rPr lang="en-US" sz="1200" dirty="0">
                          <a:latin typeface="Arial"/>
                        </a:rPr>
                      </a:br>
                      <a:r>
                        <a:rPr lang="en-US" sz="1200" dirty="0">
                          <a:latin typeface="Arial"/>
                        </a:rPr>
                        <a:t>Review opportunities in comprehensive detail.• Adjust key opportunity values (e.g., NNACV, Close Date) as needed.</a:t>
                      </a:r>
                    </a:p>
                  </a:txBody>
                  <a:tcPr marL="76200" marR="76200" marT="76200" marB="76200">
                    <a:lnL>
                      <a:noFill/>
                    </a:lnL>
                    <a:lnR>
                      <a:noFill/>
                    </a:lnR>
                    <a:lnT w="9525" cap="flat" cmpd="sng" algn="ctr">
                      <a:solidFill>
                        <a:srgbClr val="E1E3E1"/>
                      </a:solidFill>
                      <a:prstDash val="solid"/>
                      <a:round/>
                      <a:headEnd type="none" w="med" len="med"/>
                      <a:tailEnd type="none" w="med" len="med"/>
                    </a:lnT>
                    <a:lnB w="9525" cap="flat" cmpd="sng" algn="ctr">
                      <a:solidFill>
                        <a:srgbClr val="E1E3E1"/>
                      </a:solidFill>
                      <a:prstDash val="solid"/>
                      <a:round/>
                      <a:headEnd type="none" w="med" len="med"/>
                      <a:tailEnd type="none" w="med" len="med"/>
                    </a:lnB>
                    <a:noFill/>
                  </a:tcPr>
                </a:tc>
                <a:tc>
                  <a:txBody>
                    <a:bodyPr/>
                    <a:lstStyle/>
                    <a:p>
                      <a:pPr algn="l" fontAlgn="t">
                        <a:buNone/>
                      </a:pPr>
                      <a:r>
                        <a:rPr lang="en-US" sz="1400" dirty="0">
                          <a:latin typeface="Arial"/>
                        </a:rPr>
                        <a:t>1. Review &amp; Plan</a:t>
                      </a:r>
                      <a:br>
                        <a:rPr lang="en-US" sz="1200" dirty="0">
                          <a:latin typeface="Arial"/>
                        </a:rPr>
                      </a:br>
                      <a:r>
                        <a:rPr lang="en-US" sz="1200" dirty="0">
                          <a:latin typeface="Arial"/>
                        </a:rPr>
                        <a:t>Select an individual opportunity to drill down into its details.• Formulate and create the Close Plan for the deal directly within the dashboard.</a:t>
                      </a:r>
                    </a:p>
                  </a:txBody>
                  <a:tcPr marL="76200" marR="76200" marT="76200" marB="76200">
                    <a:lnL>
                      <a:noFill/>
                    </a:lnL>
                    <a:lnR>
                      <a:noFill/>
                    </a:lnR>
                    <a:lnT w="9525" cap="flat" cmpd="sng" algn="ctr">
                      <a:solidFill>
                        <a:srgbClr val="E1E3E1"/>
                      </a:solidFill>
                      <a:prstDash val="solid"/>
                      <a:round/>
                      <a:headEnd type="none" w="med" len="med"/>
                      <a:tailEnd type="none" w="med" len="med"/>
                    </a:lnT>
                    <a:lnB w="9525" cap="flat" cmpd="sng" algn="ctr">
                      <a:solidFill>
                        <a:srgbClr val="E1E3E1"/>
                      </a:solidFill>
                      <a:prstDash val="solid"/>
                      <a:round/>
                      <a:headEnd type="none" w="med" len="med"/>
                      <a:tailEnd type="none" w="med" len="med"/>
                    </a:lnB>
                    <a:noFill/>
                  </a:tcPr>
                </a:tc>
                <a:extLst>
                  <a:ext uri="{0D108BD9-81ED-4DB2-BD59-A6C34878D82A}">
                    <a16:rowId xmlns:a16="http://schemas.microsoft.com/office/drawing/2014/main" val="4061817845"/>
                  </a:ext>
                </a:extLst>
              </a:tr>
              <a:tr h="699177">
                <a:tc>
                  <a:txBody>
                    <a:bodyPr/>
                    <a:lstStyle/>
                    <a:p>
                      <a:pPr algn="l" fontAlgn="t">
                        <a:buNone/>
                      </a:pPr>
                      <a:r>
                        <a:rPr lang="en-US" sz="1400" dirty="0">
                          <a:latin typeface="Arial"/>
                        </a:rPr>
                        <a:t>Bottom-Up Forecasting</a:t>
                      </a:r>
                      <a:br>
                        <a:rPr lang="en-US" sz="1200" dirty="0">
                          <a:latin typeface="Arial"/>
                        </a:rPr>
                      </a:br>
                      <a:r>
                        <a:rPr lang="en-US" sz="1200" dirty="0">
                          <a:latin typeface="Arial"/>
                        </a:rPr>
                        <a:t>Use include/exclude checks at the opportunity level to build a forecast from the ground up.</a:t>
                      </a:r>
                    </a:p>
                  </a:txBody>
                  <a:tcPr marL="76200" marR="76200" marT="76200" marB="76200">
                    <a:lnL>
                      <a:noFill/>
                    </a:lnL>
                    <a:lnR>
                      <a:noFill/>
                    </a:lnR>
                    <a:lnT w="9525" cap="flat" cmpd="sng" algn="ctr">
                      <a:solidFill>
                        <a:srgbClr val="E1E3E1"/>
                      </a:solidFill>
                      <a:prstDash val="solid"/>
                      <a:round/>
                      <a:headEnd type="none" w="med" len="med"/>
                      <a:tailEnd type="none" w="med" len="med"/>
                    </a:lnT>
                    <a:lnB w="9525" cap="flat" cmpd="sng" algn="ctr">
                      <a:solidFill>
                        <a:srgbClr val="E1E3E1"/>
                      </a:solidFill>
                      <a:prstDash val="solid"/>
                      <a:round/>
                      <a:headEnd type="none" w="med" len="med"/>
                      <a:tailEnd type="none" w="med" len="med"/>
                    </a:lnB>
                    <a:noFill/>
                  </a:tcPr>
                </a:tc>
                <a:tc>
                  <a:txBody>
                    <a:bodyPr/>
                    <a:lstStyle/>
                    <a:p>
                      <a:pPr algn="l" fontAlgn="t">
                        <a:buNone/>
                      </a:pPr>
                      <a:r>
                        <a:rPr lang="en-US" sz="1400" dirty="0">
                          <a:latin typeface="Arial"/>
                        </a:rPr>
                        <a:t>2. Include or Exclude</a:t>
                      </a:r>
                      <a:br>
                        <a:rPr lang="en-US" sz="1200" dirty="0">
                          <a:latin typeface="Arial"/>
                        </a:rPr>
                      </a:br>
                      <a:r>
                        <a:rPr lang="en-US" sz="1200" dirty="0">
                          <a:latin typeface="Arial"/>
                        </a:rPr>
                        <a:t>For each opportunity, make a simple "Yes/No" decision to include it in the forecast calculation.</a:t>
                      </a:r>
                    </a:p>
                  </a:txBody>
                  <a:tcPr marL="76200" marR="76200" marT="76200" marB="76200">
                    <a:lnL>
                      <a:noFill/>
                    </a:lnL>
                    <a:lnR>
                      <a:noFill/>
                    </a:lnR>
                    <a:lnT w="9525" cap="flat" cmpd="sng" algn="ctr">
                      <a:solidFill>
                        <a:srgbClr val="E1E3E1"/>
                      </a:solidFill>
                      <a:prstDash val="solid"/>
                      <a:round/>
                      <a:headEnd type="none" w="med" len="med"/>
                      <a:tailEnd type="none" w="med" len="med"/>
                    </a:lnT>
                    <a:lnB w="9525" cap="flat" cmpd="sng" algn="ctr">
                      <a:solidFill>
                        <a:srgbClr val="E1E3E1"/>
                      </a:solidFill>
                      <a:prstDash val="solid"/>
                      <a:round/>
                      <a:headEnd type="none" w="med" len="med"/>
                      <a:tailEnd type="none" w="med" len="med"/>
                    </a:lnB>
                    <a:noFill/>
                  </a:tcPr>
                </a:tc>
                <a:extLst>
                  <a:ext uri="{0D108BD9-81ED-4DB2-BD59-A6C34878D82A}">
                    <a16:rowId xmlns:a16="http://schemas.microsoft.com/office/drawing/2014/main" val="2705054615"/>
                  </a:ext>
                </a:extLst>
              </a:tr>
              <a:tr h="956017">
                <a:tc>
                  <a:txBody>
                    <a:bodyPr/>
                    <a:lstStyle/>
                    <a:p>
                      <a:pPr algn="l" fontAlgn="t">
                        <a:buNone/>
                      </a:pPr>
                      <a:r>
                        <a:rPr lang="en-US" sz="1400" dirty="0">
                          <a:latin typeface="Arial"/>
                        </a:rPr>
                        <a:t>Managerial Oversight</a:t>
                      </a:r>
                      <a:br>
                        <a:rPr lang="en-US" sz="1200" dirty="0">
                          <a:latin typeface="Arial"/>
                        </a:rPr>
                      </a:br>
                      <a:r>
                        <a:rPr lang="en-US" sz="1200" dirty="0">
                          <a:latin typeface="Arial"/>
                        </a:rPr>
                        <a:t>Drill down into a specific representative's deals to evaluate their entered forecast call and underlying opportunities.</a:t>
                      </a:r>
                    </a:p>
                  </a:txBody>
                  <a:tcPr marL="76200" marR="76200" marT="76200" marB="76200">
                    <a:lnL>
                      <a:noFill/>
                    </a:lnL>
                    <a:lnR>
                      <a:noFill/>
                    </a:lnR>
                    <a:lnT w="9525" cap="flat" cmpd="sng" algn="ctr">
                      <a:solidFill>
                        <a:srgbClr val="E1E3E1"/>
                      </a:solidFill>
                      <a:prstDash val="solid"/>
                      <a:round/>
                      <a:headEnd type="none" w="med" len="med"/>
                      <a:tailEnd type="none" w="med" len="med"/>
                    </a:lnT>
                    <a:lnB>
                      <a:noFill/>
                    </a:lnB>
                    <a:noFill/>
                  </a:tcPr>
                </a:tc>
                <a:tc>
                  <a:txBody>
                    <a:bodyPr/>
                    <a:lstStyle/>
                    <a:p>
                      <a:pPr algn="l" fontAlgn="t">
                        <a:buNone/>
                      </a:pPr>
                      <a:r>
                        <a:rPr lang="en-US" sz="1400" dirty="0">
                          <a:latin typeface="Arial"/>
                        </a:rPr>
                        <a:t>3. Adjust &amp; Analyze</a:t>
                      </a:r>
                      <a:br>
                        <a:rPr lang="en-US" sz="1200" dirty="0">
                          <a:latin typeface="Arial"/>
                        </a:rPr>
                      </a:br>
                      <a:r>
                        <a:rPr lang="en-US" sz="1200" dirty="0">
                          <a:latin typeface="Arial"/>
                        </a:rPr>
                        <a:t>If included, override key fields like Forecast Category, NNACV, or Close Date. Immediately see the impact of any changes on the overall forecast summary.</a:t>
                      </a:r>
                    </a:p>
                  </a:txBody>
                  <a:tcPr marL="76200" marR="76200" marT="76200" marB="76200">
                    <a:lnL>
                      <a:noFill/>
                    </a:lnL>
                    <a:lnR>
                      <a:noFill/>
                    </a:lnR>
                    <a:lnT w="9525" cap="flat" cmpd="sng" algn="ctr">
                      <a:solidFill>
                        <a:srgbClr val="E1E3E1"/>
                      </a:solidFill>
                      <a:prstDash val="solid"/>
                      <a:round/>
                      <a:headEnd type="none" w="med" len="med"/>
                      <a:tailEnd type="none" w="med" len="med"/>
                    </a:lnT>
                    <a:lnB>
                      <a:noFill/>
                    </a:lnB>
                    <a:noFill/>
                  </a:tcPr>
                </a:tc>
                <a:extLst>
                  <a:ext uri="{0D108BD9-81ED-4DB2-BD59-A6C34878D82A}">
                    <a16:rowId xmlns:a16="http://schemas.microsoft.com/office/drawing/2014/main" val="711901808"/>
                  </a:ext>
                </a:extLst>
              </a:tr>
            </a:tbl>
          </a:graphicData>
        </a:graphic>
      </p:graphicFrame>
      <p:sp>
        <p:nvSpPr>
          <p:cNvPr id="6" name="TextBox 5">
            <a:extLst>
              <a:ext uri="{FF2B5EF4-FFF2-40B4-BE49-F238E27FC236}">
                <a16:creationId xmlns:a16="http://schemas.microsoft.com/office/drawing/2014/main" id="{DB0753EF-77AB-9524-E5FC-732DDF649B6B}"/>
              </a:ext>
            </a:extLst>
          </p:cNvPr>
          <p:cNvSpPr txBox="1"/>
          <p:nvPr/>
        </p:nvSpPr>
        <p:spPr>
          <a:xfrm>
            <a:off x="612797" y="1079056"/>
            <a:ext cx="10987720" cy="646331"/>
          </a:xfrm>
          <a:prstGeom prst="rect">
            <a:avLst/>
          </a:prstGeom>
          <a:noFill/>
        </p:spPr>
        <p:txBody>
          <a:bodyPr rot="0" spcFirstLastPara="0" vertOverflow="overflow" horzOverflow="overflow" vert="horz" wrap="square" lIns="0" tIns="45720" rIns="91440" bIns="45720" numCol="1" spcCol="0" rtlCol="0" fromWordArt="0" anchor="t" anchorCtr="0" forceAA="0" compatLnSpc="1">
            <a:prstTxWarp prst="textNoShape">
              <a:avLst/>
            </a:prstTxWarp>
            <a:spAutoFit/>
          </a:bodyPr>
          <a:lstStyle/>
          <a:p>
            <a:pPr algn="l"/>
            <a:r>
              <a:rPr lang="en-US" sz="1200" dirty="0">
                <a:latin typeface="Arial"/>
                <a:ea typeface="Google Sans Text"/>
                <a:cs typeface="Arial"/>
              </a:rPr>
              <a:t>Objective: To provide a detailed, interactive workspace for building an accurate, bottom-up forecast by enabling granular review, adjustment, and planning for individual sales opportunities.</a:t>
            </a:r>
          </a:p>
          <a:p>
            <a:pPr marL="180975" indent="-180975" algn="l">
              <a:buClrTx/>
              <a:buFont typeface="Arial" panose="020B0604020202020204" pitchFamily="34" charset="0"/>
              <a:buChar char="•"/>
            </a:pPr>
            <a:endParaRPr lang="en-US" sz="1200" dirty="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spTree>
    <p:extLst>
      <p:ext uri="{BB962C8B-B14F-4D97-AF65-F5344CB8AC3E}">
        <p14:creationId xmlns:p14="http://schemas.microsoft.com/office/powerpoint/2010/main" val="2544094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1510A1-CDF8-F66A-902E-56A49B6F96B3}"/>
              </a:ext>
            </a:extLst>
          </p:cNvPr>
          <p:cNvSpPr>
            <a:spLocks noGrp="1"/>
          </p:cNvSpPr>
          <p:nvPr>
            <p:ph type="title"/>
          </p:nvPr>
        </p:nvSpPr>
        <p:spPr/>
        <p:txBody>
          <a:bodyPr lIns="0" tIns="45720" rIns="0" bIns="45720" anchor="t"/>
          <a:lstStyle/>
          <a:p>
            <a:r>
              <a:rPr lang="en-US">
                <a:solidFill>
                  <a:schemeClr val="tx1"/>
                </a:solidFill>
                <a:latin typeface="Arial"/>
                <a:ea typeface="Verdana"/>
                <a:cs typeface="Arial"/>
              </a:rPr>
              <a:t>Scenario Planning Schema</a:t>
            </a:r>
            <a:endParaRPr lang="en-US">
              <a:solidFill>
                <a:schemeClr val="tx1"/>
              </a:solidFill>
            </a:endParaRPr>
          </a:p>
        </p:txBody>
      </p:sp>
      <p:pic>
        <p:nvPicPr>
          <p:cNvPr id="10" name="Content Placeholder 9" descr="A screenshot of a diagram&#10;&#10;AI-generated content may be incorrect.">
            <a:extLst>
              <a:ext uri="{FF2B5EF4-FFF2-40B4-BE49-F238E27FC236}">
                <a16:creationId xmlns:a16="http://schemas.microsoft.com/office/drawing/2014/main" id="{50141DBC-0941-C5E8-1345-40E2A6546036}"/>
              </a:ext>
            </a:extLst>
          </p:cNvPr>
          <p:cNvPicPr>
            <a:picLocks noGrp="1" noChangeAspect="1"/>
          </p:cNvPicPr>
          <p:nvPr>
            <p:ph idx="1"/>
          </p:nvPr>
        </p:nvPicPr>
        <p:blipFill>
          <a:blip r:embed="rId2"/>
          <a:stretch>
            <a:fillRect/>
          </a:stretch>
        </p:blipFill>
        <p:spPr>
          <a:xfrm>
            <a:off x="600938" y="1209643"/>
            <a:ext cx="6263963" cy="5249806"/>
          </a:xfrm>
          <a:prstGeom prst="rect">
            <a:avLst/>
          </a:prstGeom>
        </p:spPr>
      </p:pic>
    </p:spTree>
    <p:extLst>
      <p:ext uri="{BB962C8B-B14F-4D97-AF65-F5344CB8AC3E}">
        <p14:creationId xmlns:p14="http://schemas.microsoft.com/office/powerpoint/2010/main" val="14287117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1AAC55-06B5-B267-9D30-8E868212E280}"/>
              </a:ext>
            </a:extLst>
          </p:cNvPr>
          <p:cNvSpPr>
            <a:spLocks noGrp="1"/>
          </p:cNvSpPr>
          <p:nvPr>
            <p:ph type="title"/>
          </p:nvPr>
        </p:nvSpPr>
        <p:spPr/>
        <p:txBody>
          <a:bodyPr lIns="0" tIns="45720" rIns="0" bIns="45720" anchor="t"/>
          <a:lstStyle/>
          <a:p>
            <a:r>
              <a:rPr lang="en-US">
                <a:solidFill>
                  <a:schemeClr val="tx1"/>
                </a:solidFill>
                <a:latin typeface="Arial"/>
                <a:ea typeface="Verdana"/>
                <a:cs typeface="Arial"/>
              </a:rPr>
              <a:t>Scenario</a:t>
            </a:r>
            <a:r>
              <a:rPr lang="en-US">
                <a:latin typeface="Arial"/>
                <a:ea typeface="Verdana"/>
                <a:cs typeface="Arial"/>
              </a:rPr>
              <a:t> </a:t>
            </a:r>
            <a:r>
              <a:rPr lang="en-US">
                <a:solidFill>
                  <a:schemeClr val="tx1"/>
                </a:solidFill>
                <a:latin typeface="Arial"/>
                <a:ea typeface="Verdana"/>
                <a:cs typeface="Arial"/>
              </a:rPr>
              <a:t>Planning</a:t>
            </a:r>
            <a:endParaRPr lang="en-US">
              <a:solidFill>
                <a:schemeClr val="tx1"/>
              </a:solidFill>
            </a:endParaRPr>
          </a:p>
        </p:txBody>
      </p:sp>
      <p:sp>
        <p:nvSpPr>
          <p:cNvPr id="3" name="Content Placeholder 2">
            <a:extLst>
              <a:ext uri="{FF2B5EF4-FFF2-40B4-BE49-F238E27FC236}">
                <a16:creationId xmlns:a16="http://schemas.microsoft.com/office/drawing/2014/main" id="{F22E2412-A61B-4EB9-6EE5-9A6F27EE2805}"/>
              </a:ext>
            </a:extLst>
          </p:cNvPr>
          <p:cNvSpPr>
            <a:spLocks noGrp="1"/>
          </p:cNvSpPr>
          <p:nvPr>
            <p:ph idx="1"/>
          </p:nvPr>
        </p:nvSpPr>
        <p:spPr/>
        <p:txBody>
          <a:bodyPr lIns="0" tIns="45720" rIns="0" bIns="45720" anchor="t"/>
          <a:lstStyle/>
          <a:p>
            <a:pPr marL="0" indent="0">
              <a:buNone/>
            </a:pPr>
            <a:r>
              <a:rPr lang="en-US" sz="1200">
                <a:solidFill>
                  <a:srgbClr val="1F1F1F"/>
                </a:solidFill>
                <a:highlight>
                  <a:srgbClr val="FFFFFF"/>
                </a:highlight>
                <a:latin typeface="Arial"/>
                <a:ea typeface="Verdana"/>
                <a:cs typeface="Arial"/>
              </a:rPr>
              <a:t>Objective: To provide a dedicated workspace for sales leaders to run what-if analyses, model different outcomes, and build multiple paths to ensure they can close strong on their goals.</a:t>
            </a:r>
            <a:br>
              <a:rPr lang="en-US" sz="1200">
                <a:solidFill>
                  <a:srgbClr val="1F1F1F"/>
                </a:solidFill>
                <a:highlight>
                  <a:srgbClr val="FFFFFF"/>
                </a:highlight>
                <a:latin typeface="Arial"/>
                <a:ea typeface="Verdana"/>
                <a:cs typeface="Arial"/>
              </a:rPr>
            </a:br>
            <a:br>
              <a:rPr lang="en-US" sz="1200">
                <a:highlight>
                  <a:srgbClr val="FFFFFF"/>
                </a:highlight>
                <a:latin typeface="Arial"/>
                <a:ea typeface="Verdana"/>
                <a:cs typeface="Arial"/>
              </a:rPr>
            </a:br>
            <a:endParaRPr lang="en-US" sz="1200">
              <a:solidFill>
                <a:srgbClr val="1F1F1F"/>
              </a:solidFill>
              <a:highlight>
                <a:srgbClr val="FFFFFF"/>
              </a:highlight>
              <a:latin typeface="Arial"/>
              <a:ea typeface="Verdana"/>
              <a:cs typeface="Arial"/>
            </a:endParaRPr>
          </a:p>
        </p:txBody>
      </p:sp>
      <p:graphicFrame>
        <p:nvGraphicFramePr>
          <p:cNvPr id="5" name="Table 4">
            <a:extLst>
              <a:ext uri="{FF2B5EF4-FFF2-40B4-BE49-F238E27FC236}">
                <a16:creationId xmlns:a16="http://schemas.microsoft.com/office/drawing/2014/main" id="{2FD01F2C-3E53-2050-ED2E-F63FDE8B9F76}"/>
              </a:ext>
            </a:extLst>
          </p:cNvPr>
          <p:cNvGraphicFramePr>
            <a:graphicFrameLocks noGrp="1"/>
          </p:cNvGraphicFramePr>
          <p:nvPr>
            <p:extLst>
              <p:ext uri="{D42A27DB-BD31-4B8C-83A1-F6EECF244321}">
                <p14:modId xmlns:p14="http://schemas.microsoft.com/office/powerpoint/2010/main" val="4154080647"/>
              </p:ext>
            </p:extLst>
          </p:nvPr>
        </p:nvGraphicFramePr>
        <p:xfrm>
          <a:off x="615046" y="1859706"/>
          <a:ext cx="11008828" cy="4113527"/>
        </p:xfrm>
        <a:graphic>
          <a:graphicData uri="http://schemas.openxmlformats.org/drawingml/2006/table">
            <a:tbl>
              <a:tblPr bandRow="1">
                <a:tableStyleId>{5C22544A-7EE6-4342-B048-85BDC9FD1C3A}</a:tableStyleId>
              </a:tblPr>
              <a:tblGrid>
                <a:gridCol w="5504414">
                  <a:extLst>
                    <a:ext uri="{9D8B030D-6E8A-4147-A177-3AD203B41FA5}">
                      <a16:colId xmlns:a16="http://schemas.microsoft.com/office/drawing/2014/main" val="1733686370"/>
                    </a:ext>
                  </a:extLst>
                </a:gridCol>
                <a:gridCol w="5504414">
                  <a:extLst>
                    <a:ext uri="{9D8B030D-6E8A-4147-A177-3AD203B41FA5}">
                      <a16:colId xmlns:a16="http://schemas.microsoft.com/office/drawing/2014/main" val="1156836820"/>
                    </a:ext>
                  </a:extLst>
                </a:gridCol>
              </a:tblGrid>
              <a:tr h="361206">
                <a:tc>
                  <a:txBody>
                    <a:bodyPr/>
                    <a:lstStyle/>
                    <a:p>
                      <a:pPr algn="l" fontAlgn="t">
                        <a:buNone/>
                      </a:pPr>
                      <a:r>
                        <a:rPr lang="en-US" sz="1800" b="1">
                          <a:solidFill>
                            <a:srgbClr val="1F1F1F"/>
                          </a:solidFill>
                          <a:effectLst/>
                          <a:latin typeface="Arial"/>
                        </a:rPr>
                        <a:t>Key Capabilities</a:t>
                      </a:r>
                    </a:p>
                  </a:txBody>
                  <a:tcPr marL="76200" marR="76200" marT="76200" marB="76200">
                    <a:lnL>
                      <a:noFill/>
                    </a:lnL>
                    <a:lnR>
                      <a:noFill/>
                    </a:lnR>
                    <a:lnT>
                      <a:noFill/>
                    </a:lnT>
                    <a:lnB w="9525" cap="flat" cmpd="sng" algn="ctr">
                      <a:solidFill>
                        <a:srgbClr val="E1E3E1"/>
                      </a:solidFill>
                      <a:prstDash val="solid"/>
                      <a:round/>
                      <a:headEnd type="none" w="med" len="med"/>
                      <a:tailEnd type="none" w="med" len="med"/>
                    </a:lnB>
                    <a:solidFill>
                      <a:srgbClr val="FFFFFF"/>
                    </a:solidFill>
                  </a:tcPr>
                </a:tc>
                <a:tc>
                  <a:txBody>
                    <a:bodyPr/>
                    <a:lstStyle/>
                    <a:p>
                      <a:pPr algn="l" fontAlgn="t">
                        <a:buNone/>
                      </a:pPr>
                      <a:r>
                        <a:rPr lang="en-US" sz="1800" b="1">
                          <a:solidFill>
                            <a:srgbClr val="1F1F1F"/>
                          </a:solidFill>
                          <a:effectLst/>
                          <a:latin typeface="Arial"/>
                        </a:rPr>
                        <a:t>User Workflow for Scenario Modeling</a:t>
                      </a:r>
                    </a:p>
                  </a:txBody>
                  <a:tcPr marL="76200" marR="76200" marT="76200" marB="76200">
                    <a:lnL>
                      <a:noFill/>
                    </a:lnL>
                    <a:lnR>
                      <a:noFill/>
                    </a:lnR>
                    <a:lnT>
                      <a:noFill/>
                    </a:lnT>
                    <a:lnB w="9525" cap="flat" cmpd="sng" algn="ctr">
                      <a:solidFill>
                        <a:srgbClr val="E1E3E1"/>
                      </a:solidFill>
                      <a:prstDash val="solid"/>
                      <a:round/>
                      <a:headEnd type="none" w="med" len="med"/>
                      <a:tailEnd type="none" w="med" len="med"/>
                    </a:lnB>
                    <a:solidFill>
                      <a:srgbClr val="FFFFFF"/>
                    </a:solidFill>
                  </a:tcPr>
                </a:tc>
                <a:extLst>
                  <a:ext uri="{0D108BD9-81ED-4DB2-BD59-A6C34878D82A}">
                    <a16:rowId xmlns:a16="http://schemas.microsoft.com/office/drawing/2014/main" val="3633626495"/>
                  </a:ext>
                </a:extLst>
              </a:tr>
              <a:tr h="959067">
                <a:tc>
                  <a:txBody>
                    <a:bodyPr/>
                    <a:lstStyle/>
                    <a:p>
                      <a:pPr algn="l" fontAlgn="t">
                        <a:buNone/>
                      </a:pPr>
                      <a:r>
                        <a:rPr lang="en-US" sz="1400" b="1">
                          <a:solidFill>
                            <a:srgbClr val="1F1F1F"/>
                          </a:solidFill>
                          <a:effectLst/>
                          <a:latin typeface="Arial"/>
                        </a:rPr>
                        <a:t>"What-If" Analysis Engine</a:t>
                      </a:r>
                      <a:br>
                        <a:rPr lang="en-US" sz="1400" b="0">
                          <a:solidFill>
                            <a:srgbClr val="1F1F1F"/>
                          </a:solidFill>
                          <a:effectLst/>
                          <a:latin typeface="Arial"/>
                        </a:rPr>
                      </a:br>
                      <a:r>
                        <a:rPr lang="en-US" sz="1200">
                          <a:solidFill>
                            <a:srgbClr val="1F1F1F"/>
                          </a:solidFill>
                          <a:effectLst/>
                          <a:latin typeface="Arial"/>
                        </a:rPr>
                        <a:t> Answer questions like: </a:t>
                      </a:r>
                      <a:r>
                        <a:rPr lang="en-US" sz="1200" i="1">
                          <a:solidFill>
                            <a:srgbClr val="1F1F1F"/>
                          </a:solidFill>
                          <a:effectLst/>
                          <a:latin typeface="Arial"/>
                        </a:rPr>
                        <a:t>"What if this deal's value changes?"</a:t>
                      </a:r>
                      <a:r>
                        <a:rPr lang="en-US" sz="1200">
                          <a:solidFill>
                            <a:srgbClr val="1F1F1F"/>
                          </a:solidFill>
                          <a:effectLst/>
                          <a:latin typeface="Arial"/>
                        </a:rPr>
                        <a:t> or </a:t>
                      </a:r>
                      <a:r>
                        <a:rPr lang="en-US" sz="1200" i="1">
                          <a:solidFill>
                            <a:srgbClr val="1F1F1F"/>
                          </a:solidFill>
                          <a:effectLst/>
                          <a:latin typeface="Arial"/>
                        </a:rPr>
                        <a:t>"What if this deal closes next month instead of this month?"</a:t>
                      </a:r>
                      <a:endParaRPr lang="en-US" sz="1200">
                        <a:solidFill>
                          <a:srgbClr val="1F1F1F"/>
                        </a:solidFill>
                        <a:effectLst/>
                        <a:latin typeface="Arial"/>
                      </a:endParaRPr>
                    </a:p>
                  </a:txBody>
                  <a:tcPr marL="76200" marR="76200" marT="76200" marB="76200">
                    <a:lnL>
                      <a:noFill/>
                    </a:lnL>
                    <a:lnR>
                      <a:noFill/>
                    </a:lnR>
                    <a:lnT w="9525" cap="flat" cmpd="sng" algn="ctr">
                      <a:solidFill>
                        <a:srgbClr val="E1E3E1"/>
                      </a:solidFill>
                      <a:prstDash val="solid"/>
                      <a:round/>
                      <a:headEnd type="none" w="med" len="med"/>
                      <a:tailEnd type="none" w="med" len="med"/>
                    </a:lnT>
                    <a:lnB w="9525" cap="flat" cmpd="sng" algn="ctr">
                      <a:solidFill>
                        <a:srgbClr val="E1E3E1"/>
                      </a:solidFill>
                      <a:prstDash val="solid"/>
                      <a:round/>
                      <a:headEnd type="none" w="med" len="med"/>
                      <a:tailEnd type="none" w="med" len="med"/>
                    </a:lnB>
                    <a:solidFill>
                      <a:srgbClr val="FFFFFF"/>
                    </a:solidFill>
                  </a:tcPr>
                </a:tc>
                <a:tc>
                  <a:txBody>
                    <a:bodyPr/>
                    <a:lstStyle/>
                    <a:p>
                      <a:pPr algn="l" fontAlgn="t">
                        <a:buNone/>
                      </a:pPr>
                      <a:r>
                        <a:rPr lang="en-US" sz="1400" b="1">
                          <a:solidFill>
                            <a:srgbClr val="1F1F1F"/>
                          </a:solidFill>
                          <a:effectLst/>
                          <a:latin typeface="Arial"/>
                        </a:rPr>
                        <a:t>1. Review Opportunity</a:t>
                      </a:r>
                      <a:br>
                        <a:rPr lang="en-US" sz="1400" b="0">
                          <a:solidFill>
                            <a:srgbClr val="1F1F1F"/>
                          </a:solidFill>
                          <a:effectLst/>
                          <a:latin typeface="Arial"/>
                        </a:rPr>
                      </a:br>
                      <a:r>
                        <a:rPr lang="en-US" sz="1200">
                          <a:solidFill>
                            <a:srgbClr val="1F1F1F"/>
                          </a:solidFill>
                          <a:effectLst/>
                          <a:latin typeface="Arial"/>
                        </a:rPr>
                        <a:t>The process begins by selecting an individual opportunity to analyze.</a:t>
                      </a:r>
                    </a:p>
                  </a:txBody>
                  <a:tcPr marL="76200" marR="76200" marT="76200" marB="76200">
                    <a:lnL>
                      <a:noFill/>
                    </a:lnL>
                    <a:lnR>
                      <a:noFill/>
                    </a:lnR>
                    <a:lnT w="9525" cap="flat" cmpd="sng" algn="ctr">
                      <a:solidFill>
                        <a:srgbClr val="E1E3E1"/>
                      </a:solidFill>
                      <a:prstDash val="solid"/>
                      <a:round/>
                      <a:headEnd type="none" w="med" len="med"/>
                      <a:tailEnd type="none" w="med" len="med"/>
                    </a:lnT>
                    <a:lnB w="9525" cap="flat" cmpd="sng" algn="ctr">
                      <a:solidFill>
                        <a:srgbClr val="E1E3E1"/>
                      </a:solidFill>
                      <a:prstDash val="solid"/>
                      <a:round/>
                      <a:headEnd type="none" w="med" len="med"/>
                      <a:tailEnd type="none" w="med" len="med"/>
                    </a:lnB>
                    <a:solidFill>
                      <a:srgbClr val="FFFFFF"/>
                    </a:solidFill>
                  </a:tcPr>
                </a:tc>
                <a:extLst>
                  <a:ext uri="{0D108BD9-81ED-4DB2-BD59-A6C34878D82A}">
                    <a16:rowId xmlns:a16="http://schemas.microsoft.com/office/drawing/2014/main" val="631181212"/>
                  </a:ext>
                </a:extLst>
              </a:tr>
              <a:tr h="1569385">
                <a:tc>
                  <a:txBody>
                    <a:bodyPr/>
                    <a:lstStyle/>
                    <a:p>
                      <a:pPr algn="l" fontAlgn="t">
                        <a:buNone/>
                      </a:pPr>
                      <a:r>
                        <a:rPr lang="en-US" sz="1400" b="1">
                          <a:solidFill>
                            <a:srgbClr val="1F1F1F"/>
                          </a:solidFill>
                          <a:effectLst/>
                          <a:latin typeface="Arial"/>
                        </a:rPr>
                        <a:t>Multi-Scenario Comparison</a:t>
                      </a:r>
                      <a:br>
                        <a:rPr lang="en-US" sz="1400" b="0">
                          <a:solidFill>
                            <a:srgbClr val="1F1F1F"/>
                          </a:solidFill>
                          <a:effectLst/>
                          <a:latin typeface="Arial"/>
                        </a:rPr>
                      </a:br>
                      <a:r>
                        <a:rPr lang="en-US" sz="1200">
                          <a:solidFill>
                            <a:srgbClr val="1F1F1F"/>
                          </a:solidFill>
                          <a:effectLst/>
                          <a:latin typeface="Arial"/>
                        </a:rPr>
                        <a:t>Build out three distinct, hierarchical forecast scenarios: </a:t>
                      </a:r>
                      <a:r>
                        <a:rPr lang="en-US" sz="1200" b="0">
                          <a:solidFill>
                            <a:srgbClr val="1F1F1F"/>
                          </a:solidFill>
                          <a:effectLst/>
                          <a:latin typeface="Arial"/>
                        </a:rPr>
                        <a:t>Worst Case</a:t>
                      </a:r>
                      <a:r>
                        <a:rPr lang="en-US" sz="1200">
                          <a:solidFill>
                            <a:srgbClr val="1F1F1F"/>
                          </a:solidFill>
                          <a:effectLst/>
                          <a:latin typeface="Arial"/>
                        </a:rPr>
                        <a:t>, </a:t>
                      </a:r>
                      <a:r>
                        <a:rPr lang="en-US" sz="1200" b="0">
                          <a:solidFill>
                            <a:srgbClr val="1F1F1F"/>
                          </a:solidFill>
                          <a:effectLst/>
                          <a:latin typeface="Arial"/>
                        </a:rPr>
                        <a:t>Most Likely</a:t>
                      </a:r>
                      <a:r>
                        <a:rPr lang="en-US" sz="1200">
                          <a:solidFill>
                            <a:srgbClr val="1F1F1F"/>
                          </a:solidFill>
                          <a:effectLst/>
                          <a:latin typeface="Arial"/>
                        </a:rPr>
                        <a:t>, and </a:t>
                      </a:r>
                      <a:r>
                        <a:rPr lang="en-US" sz="1200" b="0">
                          <a:solidFill>
                            <a:srgbClr val="1F1F1F"/>
                          </a:solidFill>
                          <a:effectLst/>
                          <a:latin typeface="Arial"/>
                        </a:rPr>
                        <a:t>Best Case</a:t>
                      </a:r>
                      <a:r>
                        <a:rPr lang="en-US" sz="1200">
                          <a:solidFill>
                            <a:srgbClr val="1F1F1F"/>
                          </a:solidFill>
                          <a:effectLst/>
                          <a:latin typeface="Arial"/>
                        </a:rPr>
                        <a:t>.</a:t>
                      </a:r>
                      <a:br>
                        <a:rPr lang="en-US" sz="1200">
                          <a:solidFill>
                            <a:srgbClr val="1F1F1F"/>
                          </a:solidFill>
                          <a:effectLst/>
                          <a:latin typeface="Arial"/>
                        </a:rPr>
                      </a:br>
                      <a:r>
                        <a:rPr lang="en-US" sz="1200" i="1">
                          <a:solidFill>
                            <a:srgbClr val="1F1F1F"/>
                          </a:solidFill>
                          <a:effectLst/>
                          <a:latin typeface="Arial"/>
                        </a:rPr>
                        <a:t>Rule: "Worst Case" deals are automatically included in "Most Likely," which are in turn included in "Best Case" and </a:t>
                      </a:r>
                      <a:r>
                        <a:rPr lang="en-US" sz="1200" b="0" i="1" u="none" strike="noStrike" noProof="0">
                          <a:solidFill>
                            <a:srgbClr val="1F1F1F"/>
                          </a:solidFill>
                          <a:effectLst/>
                          <a:latin typeface="Arial"/>
                        </a:rPr>
                        <a:t>"Most Likely" deals are automatically included in "Best Case".</a:t>
                      </a:r>
                      <a:endParaRPr lang="en-US" sz="1200">
                        <a:solidFill>
                          <a:srgbClr val="1F1F1F"/>
                        </a:solidFill>
                        <a:effectLst/>
                        <a:latin typeface="Arial"/>
                      </a:endParaRPr>
                    </a:p>
                  </a:txBody>
                  <a:tcPr marL="76200" marR="76200" marT="76200" marB="76200">
                    <a:lnL>
                      <a:noFill/>
                    </a:lnL>
                    <a:lnR>
                      <a:noFill/>
                    </a:lnR>
                    <a:lnT w="9525" cap="flat" cmpd="sng" algn="ctr">
                      <a:solidFill>
                        <a:srgbClr val="E1E3E1"/>
                      </a:solidFill>
                      <a:prstDash val="solid"/>
                      <a:round/>
                      <a:headEnd type="none" w="med" len="med"/>
                      <a:tailEnd type="none" w="med" len="med"/>
                    </a:lnT>
                    <a:lnB w="9525" cap="flat" cmpd="sng" algn="ctr">
                      <a:solidFill>
                        <a:srgbClr val="E1E3E1"/>
                      </a:solidFill>
                      <a:prstDash val="solid"/>
                      <a:round/>
                      <a:headEnd type="none" w="med" len="med"/>
                      <a:tailEnd type="none" w="med" len="med"/>
                    </a:lnB>
                    <a:solidFill>
                      <a:srgbClr val="FFFFFF"/>
                    </a:solidFill>
                  </a:tcPr>
                </a:tc>
                <a:tc>
                  <a:txBody>
                    <a:bodyPr/>
                    <a:lstStyle/>
                    <a:p>
                      <a:pPr algn="l" fontAlgn="t">
                        <a:buNone/>
                      </a:pPr>
                      <a:r>
                        <a:rPr lang="en-US" sz="1400" b="1">
                          <a:solidFill>
                            <a:srgbClr val="1F1F1F"/>
                          </a:solidFill>
                          <a:effectLst/>
                          <a:latin typeface="Arial"/>
                        </a:rPr>
                        <a:t>2. Build Scenarios</a:t>
                      </a:r>
                      <a:br>
                        <a:rPr lang="en-US" sz="1400" b="0">
                          <a:solidFill>
                            <a:srgbClr val="1F1F1F"/>
                          </a:solidFill>
                          <a:effectLst/>
                          <a:latin typeface="Arial"/>
                        </a:rPr>
                      </a:br>
                      <a:r>
                        <a:rPr lang="en-US" sz="1200">
                          <a:solidFill>
                            <a:srgbClr val="1F1F1F"/>
                          </a:solidFill>
                          <a:effectLst/>
                          <a:latin typeface="Arial"/>
                        </a:rPr>
                        <a:t>For each scenario (Worst, Most Likely, Best), decide if the opportunity should be included.</a:t>
                      </a:r>
                      <a:br>
                        <a:rPr lang="en-US" sz="1200">
                          <a:solidFill>
                            <a:srgbClr val="1F1F1F"/>
                          </a:solidFill>
                          <a:effectLst/>
                          <a:latin typeface="Arial"/>
                        </a:rPr>
                      </a:br>
                      <a:r>
                        <a:rPr lang="en-US" sz="1200" b="0">
                          <a:solidFill>
                            <a:srgbClr val="1F1F1F"/>
                          </a:solidFill>
                          <a:effectLst/>
                          <a:latin typeface="Arial"/>
                        </a:rPr>
                        <a:t>Override</a:t>
                      </a:r>
                      <a:r>
                        <a:rPr lang="en-US" sz="1200">
                          <a:solidFill>
                            <a:srgbClr val="1F1F1F"/>
                          </a:solidFill>
                          <a:effectLst/>
                          <a:latin typeface="Arial"/>
                        </a:rPr>
                        <a:t> key fields (NNACV, Close Date, Forecast Category) to reflect that specific scenario.</a:t>
                      </a:r>
                      <a:br>
                        <a:rPr lang="en-US" sz="1200">
                          <a:solidFill>
                            <a:srgbClr val="1F1F1F"/>
                          </a:solidFill>
                          <a:effectLst/>
                          <a:latin typeface="Arial"/>
                        </a:rPr>
                      </a:br>
                      <a:r>
                        <a:rPr lang="en-US" sz="1200">
                          <a:solidFill>
                            <a:srgbClr val="1F1F1F"/>
                          </a:solidFill>
                          <a:effectLst/>
                          <a:latin typeface="Arial"/>
                        </a:rPr>
                        <a:t>Instantly review the impact of each adjustment on the totals for that scenari</a:t>
                      </a:r>
                      <a:r>
                        <a:rPr lang="en-US" sz="1400">
                          <a:solidFill>
                            <a:srgbClr val="1F1F1F"/>
                          </a:solidFill>
                          <a:effectLst/>
                          <a:latin typeface="Arial"/>
                        </a:rPr>
                        <a:t>o.</a:t>
                      </a:r>
                    </a:p>
                  </a:txBody>
                  <a:tcPr marL="76200" marR="76200" marT="76200" marB="76200">
                    <a:lnL>
                      <a:noFill/>
                    </a:lnL>
                    <a:lnR>
                      <a:noFill/>
                    </a:lnR>
                    <a:lnT w="9525" cap="flat" cmpd="sng" algn="ctr">
                      <a:solidFill>
                        <a:srgbClr val="E1E3E1"/>
                      </a:solidFill>
                      <a:prstDash val="solid"/>
                      <a:round/>
                      <a:headEnd type="none" w="med" len="med"/>
                      <a:tailEnd type="none" w="med" len="med"/>
                    </a:lnT>
                    <a:lnB w="9525" cap="flat" cmpd="sng" algn="ctr">
                      <a:solidFill>
                        <a:srgbClr val="E1E3E1"/>
                      </a:solidFill>
                      <a:prstDash val="solid"/>
                      <a:round/>
                      <a:headEnd type="none" w="med" len="med"/>
                      <a:tailEnd type="none" w="med" len="med"/>
                    </a:lnB>
                    <a:solidFill>
                      <a:srgbClr val="FFFFFF"/>
                    </a:solidFill>
                  </a:tcPr>
                </a:tc>
                <a:extLst>
                  <a:ext uri="{0D108BD9-81ED-4DB2-BD59-A6C34878D82A}">
                    <a16:rowId xmlns:a16="http://schemas.microsoft.com/office/drawing/2014/main" val="2718724839"/>
                  </a:ext>
                </a:extLst>
              </a:tr>
              <a:tr h="1158355">
                <a:tc>
                  <a:txBody>
                    <a:bodyPr/>
                    <a:lstStyle/>
                    <a:p>
                      <a:pPr algn="l" fontAlgn="t">
                        <a:buNone/>
                      </a:pPr>
                      <a:r>
                        <a:rPr lang="en-US" sz="1400" b="1">
                          <a:solidFill>
                            <a:srgbClr val="1F1F1F"/>
                          </a:solidFill>
                          <a:effectLst/>
                          <a:latin typeface="Arial"/>
                        </a:rPr>
                        <a:t>Track Attainment Paths</a:t>
                      </a:r>
                      <a:br>
                        <a:rPr lang="en-US" sz="1400" b="0">
                          <a:solidFill>
                            <a:srgbClr val="1F1F1F"/>
                          </a:solidFill>
                          <a:effectLst/>
                          <a:latin typeface="Arial"/>
                        </a:rPr>
                      </a:br>
                      <a:r>
                        <a:rPr lang="en-US" sz="1200">
                          <a:solidFill>
                            <a:srgbClr val="1F1F1F"/>
                          </a:solidFill>
                          <a:effectLst/>
                          <a:latin typeface="Arial"/>
                        </a:rPr>
                        <a:t>Visualize the potential attainment outcomes under each different scenario. Empowers managers to proactively plan and de-risk their forecasts.</a:t>
                      </a:r>
                    </a:p>
                  </a:txBody>
                  <a:tcPr marL="76200" marR="76200" marT="76200" marB="76200">
                    <a:lnL>
                      <a:noFill/>
                    </a:lnL>
                    <a:lnR>
                      <a:noFill/>
                    </a:lnR>
                    <a:lnT w="9525" cap="flat" cmpd="sng" algn="ctr">
                      <a:solidFill>
                        <a:srgbClr val="E1E3E1"/>
                      </a:solidFill>
                      <a:prstDash val="solid"/>
                      <a:round/>
                      <a:headEnd type="none" w="med" len="med"/>
                      <a:tailEnd type="none" w="med" len="med"/>
                    </a:lnT>
                    <a:lnB>
                      <a:noFill/>
                    </a:lnB>
                    <a:solidFill>
                      <a:srgbClr val="FFFFFF"/>
                    </a:solidFill>
                  </a:tcPr>
                </a:tc>
                <a:tc>
                  <a:txBody>
                    <a:bodyPr/>
                    <a:lstStyle/>
                    <a:p>
                      <a:pPr algn="l" fontAlgn="t">
                        <a:buNone/>
                      </a:pPr>
                      <a:r>
                        <a:rPr lang="en-US" sz="1400" b="1">
                          <a:solidFill>
                            <a:srgbClr val="1F1F1F"/>
                          </a:solidFill>
                          <a:effectLst/>
                          <a:latin typeface="Arial"/>
                        </a:rPr>
                        <a:t>3. Make a Final Judgement</a:t>
                      </a:r>
                      <a:br>
                        <a:rPr lang="en-US" sz="1400" b="0">
                          <a:solidFill>
                            <a:srgbClr val="1F1F1F"/>
                          </a:solidFill>
                          <a:effectLst/>
                          <a:latin typeface="Arial"/>
                        </a:rPr>
                      </a:br>
                      <a:r>
                        <a:rPr lang="en-US" sz="1200">
                          <a:solidFill>
                            <a:srgbClr val="1F1F1F"/>
                          </a:solidFill>
                          <a:effectLst/>
                          <a:latin typeface="Arial"/>
                        </a:rPr>
                        <a:t>After comparing the outcomes of all three scenarios, make the best-informed forecast call.</a:t>
                      </a:r>
                      <a:br>
                        <a:rPr lang="en-US" sz="1200">
                          <a:solidFill>
                            <a:srgbClr val="1F1F1F"/>
                          </a:solidFill>
                          <a:effectLst/>
                          <a:latin typeface="Arial"/>
                        </a:rPr>
                      </a:br>
                      <a:r>
                        <a:rPr lang="en-US" sz="1200">
                          <a:solidFill>
                            <a:srgbClr val="1F1F1F"/>
                          </a:solidFill>
                          <a:effectLst/>
                          <a:latin typeface="Arial"/>
                        </a:rPr>
                        <a:t>Update the official opportunity record based on this comprehensive analysis.</a:t>
                      </a:r>
                    </a:p>
                  </a:txBody>
                  <a:tcPr marL="76200" marR="76200" marT="76200" marB="76200">
                    <a:lnL>
                      <a:noFill/>
                    </a:lnL>
                    <a:lnR>
                      <a:noFill/>
                    </a:lnR>
                    <a:lnT w="9525" cap="flat" cmpd="sng" algn="ctr">
                      <a:solidFill>
                        <a:srgbClr val="E1E3E1"/>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3678892124"/>
                  </a:ext>
                </a:extLst>
              </a:tr>
            </a:tbl>
          </a:graphicData>
        </a:graphic>
      </p:graphicFrame>
    </p:spTree>
    <p:extLst>
      <p:ext uri="{BB962C8B-B14F-4D97-AF65-F5344CB8AC3E}">
        <p14:creationId xmlns:p14="http://schemas.microsoft.com/office/powerpoint/2010/main" val="33175846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AE8EF2-874B-43DF-0ED7-445E4E1C587E}"/>
              </a:ext>
            </a:extLst>
          </p:cNvPr>
          <p:cNvSpPr>
            <a:spLocks noGrp="1"/>
          </p:cNvSpPr>
          <p:nvPr>
            <p:ph type="title"/>
          </p:nvPr>
        </p:nvSpPr>
        <p:spPr/>
        <p:txBody>
          <a:bodyPr lIns="0" tIns="45720" rIns="0" bIns="45720" anchor="t"/>
          <a:lstStyle/>
          <a:p>
            <a:r>
              <a:rPr lang="en-US">
                <a:solidFill>
                  <a:schemeClr val="tx1"/>
                </a:solidFill>
                <a:latin typeface="Arial"/>
                <a:ea typeface="Verdana"/>
                <a:cs typeface="Arial"/>
              </a:rPr>
              <a:t>Pipeline and Pipeline Generation</a:t>
            </a:r>
            <a:endParaRPr lang="en-US">
              <a:solidFill>
                <a:schemeClr val="tx1"/>
              </a:solidFill>
            </a:endParaRPr>
          </a:p>
        </p:txBody>
      </p:sp>
      <p:sp>
        <p:nvSpPr>
          <p:cNvPr id="3" name="Content Placeholder 2">
            <a:extLst>
              <a:ext uri="{FF2B5EF4-FFF2-40B4-BE49-F238E27FC236}">
                <a16:creationId xmlns:a16="http://schemas.microsoft.com/office/drawing/2014/main" id="{E68B98FB-121F-96AA-6DDD-6C85DC52DDC6}"/>
              </a:ext>
            </a:extLst>
          </p:cNvPr>
          <p:cNvSpPr>
            <a:spLocks noGrp="1"/>
          </p:cNvSpPr>
          <p:nvPr>
            <p:ph idx="1"/>
          </p:nvPr>
        </p:nvSpPr>
        <p:spPr/>
        <p:txBody>
          <a:bodyPr lIns="0" tIns="45720" rIns="0" bIns="45720" anchor="t"/>
          <a:lstStyle/>
          <a:p>
            <a:pPr marL="0" indent="0">
              <a:buNone/>
            </a:pPr>
            <a:r>
              <a:rPr lang="en-US" sz="1200">
                <a:solidFill>
                  <a:schemeClr val="tx1"/>
                </a:solidFill>
                <a:latin typeface="Arial"/>
                <a:ea typeface="Verdana"/>
                <a:cs typeface="Arial"/>
              </a:rPr>
              <a:t>Objective: To provide a comprehensive view of current pipeline health against targets and future pipeline generation momentum, enabling proactive management from leadership down to the individual representative.</a:t>
            </a:r>
            <a:br>
              <a:rPr lang="en-US" sz="1200">
                <a:solidFill>
                  <a:schemeClr val="tx1"/>
                </a:solidFill>
                <a:latin typeface="Arial"/>
                <a:ea typeface="Verdana"/>
                <a:cs typeface="Arial"/>
              </a:rPr>
            </a:br>
            <a:br>
              <a:rPr lang="en-US" sz="1200">
                <a:ea typeface="Verdana"/>
              </a:rPr>
            </a:br>
            <a:endParaRPr lang="en-US" sz="1200">
              <a:solidFill>
                <a:schemeClr val="tx1"/>
              </a:solidFill>
              <a:ea typeface="Verdana"/>
            </a:endParaRPr>
          </a:p>
        </p:txBody>
      </p:sp>
      <p:graphicFrame>
        <p:nvGraphicFramePr>
          <p:cNvPr id="5" name="Table 4">
            <a:extLst>
              <a:ext uri="{FF2B5EF4-FFF2-40B4-BE49-F238E27FC236}">
                <a16:creationId xmlns:a16="http://schemas.microsoft.com/office/drawing/2014/main" id="{D06DA588-C70F-5D29-E14A-C823F6188AEB}"/>
              </a:ext>
            </a:extLst>
          </p:cNvPr>
          <p:cNvGraphicFramePr>
            <a:graphicFrameLocks noGrp="1"/>
          </p:cNvGraphicFramePr>
          <p:nvPr>
            <p:extLst>
              <p:ext uri="{D42A27DB-BD31-4B8C-83A1-F6EECF244321}">
                <p14:modId xmlns:p14="http://schemas.microsoft.com/office/powerpoint/2010/main" val="2741418089"/>
              </p:ext>
            </p:extLst>
          </p:nvPr>
        </p:nvGraphicFramePr>
        <p:xfrm>
          <a:off x="612797" y="1801091"/>
          <a:ext cx="10893438" cy="3632372"/>
        </p:xfrm>
        <a:graphic>
          <a:graphicData uri="http://schemas.openxmlformats.org/drawingml/2006/table">
            <a:tbl>
              <a:tblPr bandRow="1">
                <a:tableStyleId>{5C22544A-7EE6-4342-B048-85BDC9FD1C3A}</a:tableStyleId>
              </a:tblPr>
              <a:tblGrid>
                <a:gridCol w="5426363">
                  <a:extLst>
                    <a:ext uri="{9D8B030D-6E8A-4147-A177-3AD203B41FA5}">
                      <a16:colId xmlns:a16="http://schemas.microsoft.com/office/drawing/2014/main" val="750266632"/>
                    </a:ext>
                  </a:extLst>
                </a:gridCol>
                <a:gridCol w="5467075">
                  <a:extLst>
                    <a:ext uri="{9D8B030D-6E8A-4147-A177-3AD203B41FA5}">
                      <a16:colId xmlns:a16="http://schemas.microsoft.com/office/drawing/2014/main" val="4251868604"/>
                    </a:ext>
                  </a:extLst>
                </a:gridCol>
              </a:tblGrid>
              <a:tr h="339633">
                <a:tc>
                  <a:txBody>
                    <a:bodyPr/>
                    <a:lstStyle/>
                    <a:p>
                      <a:pPr algn="l" fontAlgn="t">
                        <a:buNone/>
                      </a:pPr>
                      <a:r>
                        <a:rPr lang="en-US" sz="1400" b="1">
                          <a:solidFill>
                            <a:srgbClr val="1F1F1F"/>
                          </a:solidFill>
                          <a:effectLst/>
                        </a:rPr>
                        <a:t>Current Pipeline Health &amp; Coverage</a:t>
                      </a:r>
                    </a:p>
                  </a:txBody>
                  <a:tcPr marL="76200" marR="76200" marT="76200" marB="76200">
                    <a:lnL>
                      <a:noFill/>
                    </a:lnL>
                    <a:lnR>
                      <a:noFill/>
                    </a:lnR>
                    <a:lnT>
                      <a:noFill/>
                    </a:lnT>
                    <a:lnB w="9525" cap="flat" cmpd="sng" algn="ctr">
                      <a:solidFill>
                        <a:srgbClr val="E1E3E1"/>
                      </a:solidFill>
                      <a:prstDash val="solid"/>
                      <a:round/>
                      <a:headEnd type="none" w="med" len="med"/>
                      <a:tailEnd type="none" w="med" len="med"/>
                    </a:lnB>
                    <a:solidFill>
                      <a:srgbClr val="FFFFFF"/>
                    </a:solidFill>
                  </a:tcPr>
                </a:tc>
                <a:tc>
                  <a:txBody>
                    <a:bodyPr/>
                    <a:lstStyle/>
                    <a:p>
                      <a:pPr algn="l" fontAlgn="t">
                        <a:buNone/>
                      </a:pPr>
                      <a:r>
                        <a:rPr lang="en-US" sz="1400" b="1">
                          <a:solidFill>
                            <a:srgbClr val="1F1F1F"/>
                          </a:solidFill>
                          <a:effectLst/>
                        </a:rPr>
                        <a:t>Pipeline Generation &amp; Momentum</a:t>
                      </a:r>
                    </a:p>
                  </a:txBody>
                  <a:tcPr marL="76200" marR="76200" marT="76200" marB="76200">
                    <a:lnL>
                      <a:noFill/>
                    </a:lnL>
                    <a:lnR>
                      <a:noFill/>
                    </a:lnR>
                    <a:lnT>
                      <a:noFill/>
                    </a:lnT>
                    <a:lnB w="9525" cap="flat" cmpd="sng" algn="ctr">
                      <a:solidFill>
                        <a:srgbClr val="E1E3E1"/>
                      </a:solidFill>
                      <a:prstDash val="solid"/>
                      <a:round/>
                      <a:headEnd type="none" w="med" len="med"/>
                      <a:tailEnd type="none" w="med" len="med"/>
                    </a:lnB>
                    <a:solidFill>
                      <a:srgbClr val="FFFFFF"/>
                    </a:solidFill>
                  </a:tcPr>
                </a:tc>
                <a:extLst>
                  <a:ext uri="{0D108BD9-81ED-4DB2-BD59-A6C34878D82A}">
                    <a16:rowId xmlns:a16="http://schemas.microsoft.com/office/drawing/2014/main" val="394024229"/>
                  </a:ext>
                </a:extLst>
              </a:tr>
              <a:tr h="714402">
                <a:tc>
                  <a:txBody>
                    <a:bodyPr/>
                    <a:lstStyle/>
                    <a:p>
                      <a:pPr algn="l" fontAlgn="t">
                        <a:buNone/>
                      </a:pPr>
                      <a:r>
                        <a:rPr lang="en-US" sz="1400" b="1">
                          <a:solidFill>
                            <a:srgbClr val="1F1F1F"/>
                          </a:solidFill>
                          <a:effectLst/>
                          <a:latin typeface="Arial"/>
                        </a:rPr>
                        <a:t>Track Coverage vs. Target</a:t>
                      </a:r>
                      <a:br>
                        <a:rPr lang="en-US" sz="1400" b="0">
                          <a:solidFill>
                            <a:srgbClr val="1F1F1F"/>
                          </a:solidFill>
                          <a:effectLst/>
                          <a:latin typeface="Arial"/>
                        </a:rPr>
                      </a:br>
                      <a:r>
                        <a:rPr lang="en-US" sz="1200">
                          <a:solidFill>
                            <a:srgbClr val="1F1F1F"/>
                          </a:solidFill>
                          <a:effectLst/>
                          <a:latin typeface="Arial"/>
                        </a:rPr>
                        <a:t>Monitor the current pipeline and its coverage ratios across various stages against established targets.</a:t>
                      </a:r>
                    </a:p>
                  </a:txBody>
                  <a:tcPr marL="76200" marR="76200" marT="76200" marB="76200">
                    <a:lnL>
                      <a:noFill/>
                    </a:lnL>
                    <a:lnR>
                      <a:noFill/>
                    </a:lnR>
                    <a:lnT w="9525" cap="flat" cmpd="sng" algn="ctr">
                      <a:solidFill>
                        <a:srgbClr val="E1E3E1"/>
                      </a:solidFill>
                      <a:prstDash val="solid"/>
                      <a:round/>
                      <a:headEnd type="none" w="med" len="med"/>
                      <a:tailEnd type="none" w="med" len="med"/>
                    </a:lnT>
                    <a:lnB w="9525" cap="flat" cmpd="sng" algn="ctr">
                      <a:solidFill>
                        <a:srgbClr val="E1E3E1"/>
                      </a:solidFill>
                      <a:prstDash val="solid"/>
                      <a:round/>
                      <a:headEnd type="none" w="med" len="med"/>
                      <a:tailEnd type="none" w="med" len="med"/>
                    </a:lnB>
                    <a:solidFill>
                      <a:srgbClr val="FFFFFF"/>
                    </a:solidFill>
                  </a:tcPr>
                </a:tc>
                <a:tc>
                  <a:txBody>
                    <a:bodyPr/>
                    <a:lstStyle/>
                    <a:p>
                      <a:pPr algn="l" fontAlgn="t">
                        <a:buNone/>
                      </a:pPr>
                      <a:r>
                        <a:rPr lang="en-US" sz="1400" b="1">
                          <a:solidFill>
                            <a:srgbClr val="1F1F1F"/>
                          </a:solidFill>
                          <a:effectLst/>
                          <a:latin typeface="Arial"/>
                        </a:rPr>
                        <a:t>Track Generation vs. Target</a:t>
                      </a:r>
                      <a:br>
                        <a:rPr lang="en-US" sz="1400" b="0">
                          <a:solidFill>
                            <a:srgbClr val="1F1F1F"/>
                          </a:solidFill>
                          <a:effectLst/>
                          <a:latin typeface="Arial"/>
                        </a:rPr>
                      </a:br>
                      <a:r>
                        <a:rPr lang="en-US" sz="1200">
                          <a:solidFill>
                            <a:srgbClr val="1F1F1F"/>
                          </a:solidFill>
                          <a:effectLst/>
                          <a:latin typeface="Arial"/>
                        </a:rPr>
                        <a:t>Monitor pipeline generation momentum and track progress towards quarterly or annual targets.</a:t>
                      </a:r>
                    </a:p>
                  </a:txBody>
                  <a:tcPr marL="76200" marR="76200" marT="76200" marB="76200">
                    <a:lnL>
                      <a:noFill/>
                    </a:lnL>
                    <a:lnR>
                      <a:noFill/>
                    </a:lnR>
                    <a:lnT w="9525" cap="flat" cmpd="sng" algn="ctr">
                      <a:solidFill>
                        <a:srgbClr val="E1E3E1"/>
                      </a:solidFill>
                      <a:prstDash val="solid"/>
                      <a:round/>
                      <a:headEnd type="none" w="med" len="med"/>
                      <a:tailEnd type="none" w="med" len="med"/>
                    </a:lnT>
                    <a:lnB w="9525" cap="flat" cmpd="sng" algn="ctr">
                      <a:solidFill>
                        <a:srgbClr val="E1E3E1"/>
                      </a:solidFill>
                      <a:prstDash val="solid"/>
                      <a:round/>
                      <a:headEnd type="none" w="med" len="med"/>
                      <a:tailEnd type="none" w="med" len="med"/>
                    </a:lnB>
                    <a:solidFill>
                      <a:srgbClr val="FFFFFF"/>
                    </a:solidFill>
                  </a:tcPr>
                </a:tc>
                <a:extLst>
                  <a:ext uri="{0D108BD9-81ED-4DB2-BD59-A6C34878D82A}">
                    <a16:rowId xmlns:a16="http://schemas.microsoft.com/office/drawing/2014/main" val="2968742381"/>
                  </a:ext>
                </a:extLst>
              </a:tr>
              <a:tr h="714402">
                <a:tc>
                  <a:txBody>
                    <a:bodyPr/>
                    <a:lstStyle/>
                    <a:p>
                      <a:pPr algn="l" fontAlgn="t">
                        <a:buNone/>
                      </a:pPr>
                      <a:r>
                        <a:rPr lang="en-US" sz="1400" b="1">
                          <a:solidFill>
                            <a:srgbClr val="1F1F1F"/>
                          </a:solidFill>
                          <a:effectLst/>
                          <a:latin typeface="Arial"/>
                        </a:rPr>
                        <a:t>Inspect &amp; Identify Gaps</a:t>
                      </a:r>
                      <a:br>
                        <a:rPr lang="en-US" sz="1400" b="0">
                          <a:solidFill>
                            <a:srgbClr val="1F1F1F"/>
                          </a:solidFill>
                          <a:effectLst/>
                          <a:latin typeface="Arial"/>
                        </a:rPr>
                      </a:br>
                      <a:r>
                        <a:rPr lang="en-US" sz="1200">
                          <a:solidFill>
                            <a:srgbClr val="1F1F1F"/>
                          </a:solidFill>
                          <a:effectLst/>
                          <a:latin typeface="Arial"/>
                        </a:rPr>
                        <a:t>Drill down by stage, region, and other dimensions to identify opportunities for pipeline progression and to bridge any gaps.</a:t>
                      </a:r>
                    </a:p>
                  </a:txBody>
                  <a:tcPr marL="76200" marR="76200" marT="76200" marB="76200">
                    <a:lnL>
                      <a:noFill/>
                    </a:lnL>
                    <a:lnR>
                      <a:noFill/>
                    </a:lnR>
                    <a:lnT w="9525" cap="flat" cmpd="sng" algn="ctr">
                      <a:solidFill>
                        <a:srgbClr val="E1E3E1"/>
                      </a:solidFill>
                      <a:prstDash val="solid"/>
                      <a:round/>
                      <a:headEnd type="none" w="med" len="med"/>
                      <a:tailEnd type="none" w="med" len="med"/>
                    </a:lnT>
                    <a:lnB w="9525" cap="flat" cmpd="sng" algn="ctr">
                      <a:solidFill>
                        <a:srgbClr val="E1E3E1"/>
                      </a:solidFill>
                      <a:prstDash val="solid"/>
                      <a:round/>
                      <a:headEnd type="none" w="med" len="med"/>
                      <a:tailEnd type="none" w="med" len="med"/>
                    </a:lnB>
                    <a:solidFill>
                      <a:srgbClr val="FFFFFF"/>
                    </a:solidFill>
                  </a:tcPr>
                </a:tc>
                <a:tc>
                  <a:txBody>
                    <a:bodyPr/>
                    <a:lstStyle/>
                    <a:p>
                      <a:pPr algn="l" fontAlgn="t">
                        <a:buNone/>
                      </a:pPr>
                      <a:r>
                        <a:rPr lang="en-US" sz="1400" b="1">
                          <a:solidFill>
                            <a:srgbClr val="1F1F1F"/>
                          </a:solidFill>
                          <a:effectLst/>
                          <a:latin typeface="Arial"/>
                        </a:rPr>
                        <a:t>Monitor Generation Activities</a:t>
                      </a:r>
                      <a:br>
                        <a:rPr lang="en-US" sz="1400" b="0">
                          <a:solidFill>
                            <a:srgbClr val="1F1F1F"/>
                          </a:solidFill>
                          <a:effectLst/>
                          <a:latin typeface="Arial"/>
                        </a:rPr>
                      </a:br>
                      <a:r>
                        <a:rPr lang="en-US" sz="1200">
                          <a:solidFill>
                            <a:srgbClr val="1F1F1F"/>
                          </a:solidFill>
                          <a:effectLst/>
                          <a:latin typeface="Arial"/>
                        </a:rPr>
                        <a:t>Track the specific sales activities (e.g., calls, meetings) that are contributing to pipeline generation.</a:t>
                      </a:r>
                    </a:p>
                  </a:txBody>
                  <a:tcPr marL="76200" marR="76200" marT="76200" marB="76200">
                    <a:lnL>
                      <a:noFill/>
                    </a:lnL>
                    <a:lnR>
                      <a:noFill/>
                    </a:lnR>
                    <a:lnT w="9525" cap="flat" cmpd="sng" algn="ctr">
                      <a:solidFill>
                        <a:srgbClr val="E1E3E1"/>
                      </a:solidFill>
                      <a:prstDash val="solid"/>
                      <a:round/>
                      <a:headEnd type="none" w="med" len="med"/>
                      <a:tailEnd type="none" w="med" len="med"/>
                    </a:lnT>
                    <a:lnB w="9525" cap="flat" cmpd="sng" algn="ctr">
                      <a:solidFill>
                        <a:srgbClr val="E1E3E1"/>
                      </a:solidFill>
                      <a:prstDash val="solid"/>
                      <a:round/>
                      <a:headEnd type="none" w="med" len="med"/>
                      <a:tailEnd type="none" w="med" len="med"/>
                    </a:lnB>
                    <a:solidFill>
                      <a:srgbClr val="FFFFFF"/>
                    </a:solidFill>
                  </a:tcPr>
                </a:tc>
                <a:extLst>
                  <a:ext uri="{0D108BD9-81ED-4DB2-BD59-A6C34878D82A}">
                    <a16:rowId xmlns:a16="http://schemas.microsoft.com/office/drawing/2014/main" val="3345643783"/>
                  </a:ext>
                </a:extLst>
              </a:tr>
              <a:tr h="901786">
                <a:tc>
                  <a:txBody>
                    <a:bodyPr/>
                    <a:lstStyle/>
                    <a:p>
                      <a:pPr algn="l" fontAlgn="t">
                        <a:buNone/>
                      </a:pPr>
                      <a:r>
                        <a:rPr lang="en-US" sz="1400" b="1">
                          <a:solidFill>
                            <a:srgbClr val="1F1F1F"/>
                          </a:solidFill>
                          <a:effectLst/>
                          <a:latin typeface="Arial"/>
                        </a:rPr>
                        <a:t>Rep-Level Action Planning</a:t>
                      </a:r>
                      <a:br>
                        <a:rPr lang="en-US" sz="1400" b="0">
                          <a:solidFill>
                            <a:srgbClr val="1F1F1F"/>
                          </a:solidFill>
                          <a:effectLst/>
                          <a:latin typeface="Arial"/>
                        </a:rPr>
                      </a:br>
                      <a:r>
                        <a:rPr lang="en-US" sz="1200">
                          <a:solidFill>
                            <a:srgbClr val="1F1F1F"/>
                          </a:solidFill>
                          <a:effectLst/>
                          <a:latin typeface="Arial"/>
                        </a:rPr>
                        <a:t>Inspect pipeline health by individual representative to create targeted, actionable plans to improve their pipeline.</a:t>
                      </a:r>
                    </a:p>
                  </a:txBody>
                  <a:tcPr marL="76200" marR="76200" marT="76200" marB="76200">
                    <a:lnL>
                      <a:noFill/>
                    </a:lnL>
                    <a:lnR>
                      <a:noFill/>
                    </a:lnR>
                    <a:lnT w="9525" cap="flat" cmpd="sng" algn="ctr">
                      <a:solidFill>
                        <a:srgbClr val="E1E3E1"/>
                      </a:solidFill>
                      <a:prstDash val="solid"/>
                      <a:round/>
                      <a:headEnd type="none" w="med" len="med"/>
                      <a:tailEnd type="none" w="med" len="med"/>
                    </a:lnT>
                    <a:lnB w="9525" cap="flat" cmpd="sng" algn="ctr">
                      <a:solidFill>
                        <a:srgbClr val="E1E3E1"/>
                      </a:solidFill>
                      <a:prstDash val="solid"/>
                      <a:round/>
                      <a:headEnd type="none" w="med" len="med"/>
                      <a:tailEnd type="none" w="med" len="med"/>
                    </a:lnB>
                    <a:solidFill>
                      <a:srgbClr val="FFFFFF"/>
                    </a:solidFill>
                  </a:tcPr>
                </a:tc>
                <a:tc>
                  <a:txBody>
                    <a:bodyPr/>
                    <a:lstStyle/>
                    <a:p>
                      <a:pPr algn="l" fontAlgn="t">
                        <a:buNone/>
                      </a:pPr>
                      <a:r>
                        <a:rPr lang="en-US" sz="1400" b="1">
                          <a:solidFill>
                            <a:srgbClr val="1F1F1F"/>
                          </a:solidFill>
                          <a:effectLst/>
                          <a:latin typeface="Arial"/>
                        </a:rPr>
                        <a:t>Review Rep Momentum &amp; Activity</a:t>
                      </a:r>
                      <a:br>
                        <a:rPr lang="en-US" sz="1400" b="0">
                          <a:solidFill>
                            <a:srgbClr val="1F1F1F"/>
                          </a:solidFill>
                          <a:effectLst/>
                          <a:latin typeface="Arial"/>
                        </a:rPr>
                      </a:br>
                      <a:r>
                        <a:rPr lang="en-US" sz="1200">
                          <a:solidFill>
                            <a:srgbClr val="1F1F1F"/>
                          </a:solidFill>
                          <a:effectLst/>
                          <a:latin typeface="Arial"/>
                        </a:rPr>
                        <a:t>Analyze pipeline generation momentum by rep and review their specific activities to provide coaching and drive performance.</a:t>
                      </a:r>
                    </a:p>
                  </a:txBody>
                  <a:tcPr marL="76200" marR="76200" marT="76200" marB="76200">
                    <a:lnL>
                      <a:noFill/>
                    </a:lnL>
                    <a:lnR>
                      <a:noFill/>
                    </a:lnR>
                    <a:lnT w="9525" cap="flat" cmpd="sng" algn="ctr">
                      <a:solidFill>
                        <a:srgbClr val="E1E3E1"/>
                      </a:solidFill>
                      <a:prstDash val="solid"/>
                      <a:round/>
                      <a:headEnd type="none" w="med" len="med"/>
                      <a:tailEnd type="none" w="med" len="med"/>
                    </a:lnT>
                    <a:lnB w="9525" cap="flat" cmpd="sng" algn="ctr">
                      <a:solidFill>
                        <a:srgbClr val="E1E3E1"/>
                      </a:solidFill>
                      <a:prstDash val="solid"/>
                      <a:round/>
                      <a:headEnd type="none" w="med" len="med"/>
                      <a:tailEnd type="none" w="med" len="med"/>
                    </a:lnB>
                    <a:solidFill>
                      <a:srgbClr val="FFFFFF"/>
                    </a:solidFill>
                  </a:tcPr>
                </a:tc>
                <a:extLst>
                  <a:ext uri="{0D108BD9-81ED-4DB2-BD59-A6C34878D82A}">
                    <a16:rowId xmlns:a16="http://schemas.microsoft.com/office/drawing/2014/main" val="3058243898"/>
                  </a:ext>
                </a:extLst>
              </a:tr>
              <a:tr h="901786">
                <a:tc>
                  <a:txBody>
                    <a:bodyPr/>
                    <a:lstStyle/>
                    <a:p>
                      <a:pPr lvl="0" algn="l">
                        <a:buNone/>
                      </a:pPr>
                      <a:endParaRPr lang="en-US" sz="1200">
                        <a:solidFill>
                          <a:srgbClr val="1F1F1F"/>
                        </a:solidFill>
                        <a:effectLst/>
                        <a:latin typeface="Arial"/>
                      </a:endParaRPr>
                    </a:p>
                  </a:txBody>
                  <a:tcPr marL="76200" marR="76200" marT="76200" marB="76200">
                    <a:lnL w="0">
                      <a:noFill/>
                    </a:lnL>
                    <a:lnR w="0">
                      <a:noFill/>
                    </a:lnR>
                    <a:lnT w="9525" cap="flat" cmpd="sng" algn="ctr">
                      <a:solidFill>
                        <a:srgbClr val="E1E3E1"/>
                      </a:solidFill>
                      <a:prstDash val="solid"/>
                      <a:round/>
                      <a:headEnd type="none" w="med" len="med"/>
                      <a:tailEnd type="none" w="med" len="med"/>
                    </a:lnT>
                    <a:lnB w="0">
                      <a:noFill/>
                    </a:lnB>
                    <a:solidFill>
                      <a:srgbClr val="FFFFFF"/>
                    </a:solidFill>
                  </a:tcPr>
                </a:tc>
                <a:tc>
                  <a:txBody>
                    <a:bodyPr/>
                    <a:lstStyle/>
                    <a:p>
                      <a:pPr lvl="0" algn="l">
                        <a:buNone/>
                      </a:pPr>
                      <a:endParaRPr lang="en-US" sz="1200">
                        <a:solidFill>
                          <a:srgbClr val="1F1F1F"/>
                        </a:solidFill>
                        <a:effectLst/>
                        <a:latin typeface="Arial"/>
                      </a:endParaRPr>
                    </a:p>
                  </a:txBody>
                  <a:tcPr marL="76200" marR="76200" marT="76200" marB="76200">
                    <a:lnL w="0">
                      <a:noFill/>
                    </a:lnL>
                    <a:lnR w="0">
                      <a:noFill/>
                    </a:lnR>
                    <a:lnT w="9525" cap="flat" cmpd="sng" algn="ctr">
                      <a:solidFill>
                        <a:srgbClr val="E1E3E1"/>
                      </a:solidFill>
                      <a:prstDash val="solid"/>
                      <a:round/>
                      <a:headEnd type="none" w="med" len="med"/>
                      <a:tailEnd type="none" w="med" len="med"/>
                    </a:lnT>
                    <a:lnB w="0">
                      <a:noFill/>
                    </a:lnB>
                    <a:solidFill>
                      <a:srgbClr val="FFFFFF"/>
                    </a:solidFill>
                  </a:tcPr>
                </a:tc>
                <a:extLst>
                  <a:ext uri="{0D108BD9-81ED-4DB2-BD59-A6C34878D82A}">
                    <a16:rowId xmlns:a16="http://schemas.microsoft.com/office/drawing/2014/main" val="2159013712"/>
                  </a:ext>
                </a:extLst>
              </a:tr>
            </a:tbl>
          </a:graphicData>
        </a:graphic>
      </p:graphicFrame>
      <p:sp>
        <p:nvSpPr>
          <p:cNvPr id="7" name="TextBox 6">
            <a:extLst>
              <a:ext uri="{FF2B5EF4-FFF2-40B4-BE49-F238E27FC236}">
                <a16:creationId xmlns:a16="http://schemas.microsoft.com/office/drawing/2014/main" id="{0AD545BE-3935-9E06-4A6A-0FF7BA19021F}"/>
              </a:ext>
            </a:extLst>
          </p:cNvPr>
          <p:cNvSpPr txBox="1"/>
          <p:nvPr/>
        </p:nvSpPr>
        <p:spPr>
          <a:xfrm>
            <a:off x="612798" y="4702552"/>
            <a:ext cx="10598726" cy="1661993"/>
          </a:xfrm>
          <a:prstGeom prst="rect">
            <a:avLst/>
          </a:prstGeom>
          <a:noFill/>
        </p:spPr>
        <p:txBody>
          <a:bodyPr rot="0" spcFirstLastPara="0" vertOverflow="overflow" horzOverflow="overflow" vert="horz" wrap="square" lIns="0" tIns="45720" rIns="91440" bIns="45720" numCol="1" spcCol="0" rtlCol="0" fromWordArt="0" anchor="t" anchorCtr="0" forceAA="0" compatLnSpc="1">
            <a:prstTxWarp prst="textNoShape">
              <a:avLst/>
            </a:prstTxWarp>
            <a:spAutoFit/>
          </a:bodyPr>
          <a:lstStyle/>
          <a:p>
            <a:pPr>
              <a:lnSpc>
                <a:spcPts val="1800"/>
              </a:lnSpc>
            </a:pPr>
            <a:r>
              <a:rPr lang="en-US" sz="1200">
                <a:latin typeface="Arial"/>
                <a:ea typeface="Google Sans Text"/>
                <a:cs typeface="Arial"/>
              </a:rPr>
              <a:t>Key Benefits:</a:t>
            </a:r>
            <a:br>
              <a:rPr lang="en-US" sz="1200">
                <a:solidFill>
                  <a:srgbClr val="1F1F1F"/>
                </a:solidFill>
                <a:latin typeface="Arial"/>
                <a:ea typeface="Google Sans Text"/>
                <a:cs typeface="Arial"/>
              </a:rPr>
            </a:br>
            <a:r>
              <a:rPr lang="en-US" sz="1200">
                <a:solidFill>
                  <a:srgbClr val="1F1F1F"/>
                </a:solidFill>
                <a:latin typeface="Arial"/>
                <a:ea typeface="Google Sans Text"/>
                <a:cs typeface="Arial"/>
              </a:rPr>
              <a:t>Granular Inspection: Easily drill down to inspect the current pipeline and challenge the values of individual opportunities.</a:t>
            </a:r>
            <a:endParaRPr lang="en-US">
              <a:cs typeface="Arial" panose="020B0604020202020204"/>
            </a:endParaRPr>
          </a:p>
          <a:p>
            <a:pPr>
              <a:lnSpc>
                <a:spcPts val="1800"/>
              </a:lnSpc>
            </a:pPr>
            <a:r>
              <a:rPr lang="en-US" sz="1200">
                <a:solidFill>
                  <a:srgbClr val="1F1F1F"/>
                </a:solidFill>
                <a:latin typeface="Arial"/>
                <a:ea typeface="Google Sans Text"/>
                <a:cs typeface="Arial"/>
              </a:rPr>
              <a:t>Data-Driven Planning: Instantly identify historical win rates, sales velocity, and average days-in-stage to calculate the precise pipeline needed to hit future targets.</a:t>
            </a:r>
          </a:p>
          <a:p>
            <a:pPr>
              <a:lnSpc>
                <a:spcPts val="1800"/>
              </a:lnSpc>
            </a:pPr>
            <a:r>
              <a:rPr lang="en-US" sz="1200">
                <a:solidFill>
                  <a:srgbClr val="1F1F1F"/>
                </a:solidFill>
                <a:latin typeface="Arial"/>
                <a:ea typeface="Google Sans Text"/>
                <a:cs typeface="Arial"/>
              </a:rPr>
              <a:t>Momentum Analysis: Quickly inspect and understand the momentum behind all pipeline generation efforts, from high-level trends down to individual rep activities.</a:t>
            </a:r>
          </a:p>
          <a:p>
            <a:pPr marL="180975" indent="-180975" algn="l">
              <a:buClrTx/>
              <a:buFont typeface="Arial" panose="020B0604020202020204" pitchFamily="34" charset="0"/>
              <a:buChar char="•"/>
            </a:pPr>
            <a:endParaRPr lang="en-US" sz="1200">
              <a:solidFill>
                <a:schemeClr val="tx2"/>
              </a:solidFill>
              <a:latin typeface="Arial"/>
              <a:ea typeface="Inter Light" panose="02000503000000020004" pitchFamily="2" charset="0"/>
              <a:cs typeface="Arial"/>
            </a:endParaRPr>
          </a:p>
        </p:txBody>
      </p:sp>
    </p:spTree>
    <p:extLst>
      <p:ext uri="{BB962C8B-B14F-4D97-AF65-F5344CB8AC3E}">
        <p14:creationId xmlns:p14="http://schemas.microsoft.com/office/powerpoint/2010/main" val="24279753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DBCFF-33D6-ABE2-EF88-8DA0E05BF1A9}"/>
              </a:ext>
            </a:extLst>
          </p:cNvPr>
          <p:cNvSpPr>
            <a:spLocks noGrp="1"/>
          </p:cNvSpPr>
          <p:nvPr>
            <p:ph type="title"/>
          </p:nvPr>
        </p:nvSpPr>
        <p:spPr/>
        <p:txBody>
          <a:bodyPr lIns="0" tIns="45720" rIns="0" bIns="45720" anchor="t"/>
          <a:lstStyle/>
          <a:p>
            <a:r>
              <a:rPr lang="en-US">
                <a:solidFill>
                  <a:schemeClr val="tx1"/>
                </a:solidFill>
                <a:latin typeface="Arial"/>
                <a:ea typeface="Verdana"/>
                <a:cs typeface="Arial"/>
              </a:rPr>
              <a:t>Pipeline</a:t>
            </a:r>
            <a:r>
              <a:rPr lang="en-US">
                <a:latin typeface="Arial"/>
                <a:ea typeface="Verdana"/>
                <a:cs typeface="Arial"/>
              </a:rPr>
              <a:t> </a:t>
            </a:r>
            <a:r>
              <a:rPr lang="en-US">
                <a:solidFill>
                  <a:schemeClr val="tx1"/>
                </a:solidFill>
                <a:latin typeface="Arial"/>
                <a:ea typeface="Verdana"/>
                <a:cs typeface="Arial"/>
              </a:rPr>
              <a:t>Analytics</a:t>
            </a:r>
            <a:endParaRPr lang="en-US">
              <a:solidFill>
                <a:schemeClr val="tx1"/>
              </a:solidFill>
            </a:endParaRPr>
          </a:p>
        </p:txBody>
      </p:sp>
      <p:sp>
        <p:nvSpPr>
          <p:cNvPr id="3" name="Content Placeholder 2">
            <a:extLst>
              <a:ext uri="{FF2B5EF4-FFF2-40B4-BE49-F238E27FC236}">
                <a16:creationId xmlns:a16="http://schemas.microsoft.com/office/drawing/2014/main" id="{214EA139-8965-97DD-E0BE-832D5804C213}"/>
              </a:ext>
            </a:extLst>
          </p:cNvPr>
          <p:cNvSpPr>
            <a:spLocks noGrp="1"/>
          </p:cNvSpPr>
          <p:nvPr>
            <p:ph idx="1"/>
          </p:nvPr>
        </p:nvSpPr>
        <p:spPr/>
        <p:txBody>
          <a:bodyPr lIns="0" tIns="45720" rIns="0" bIns="45720" anchor="t"/>
          <a:lstStyle/>
          <a:p>
            <a:pPr marL="0" indent="0">
              <a:buNone/>
            </a:pPr>
            <a:r>
              <a:rPr lang="en-US" sz="1200">
                <a:solidFill>
                  <a:srgbClr val="1F1F1F"/>
                </a:solidFill>
                <a:highlight>
                  <a:srgbClr val="FFFFFF"/>
                </a:highlight>
                <a:latin typeface="Arial"/>
                <a:ea typeface="Verdana"/>
                <a:cs typeface="Arial"/>
              </a:rPr>
              <a:t>Objective: To provide deep insights into pipeline dynamics by capturing weekly snapshots of opportunity data, enabling users to analyze how the pipeline has changed between any two points in time and instantly answer the question: </a:t>
            </a:r>
            <a:r>
              <a:rPr lang="en-US" sz="1200" i="1">
                <a:solidFill>
                  <a:srgbClr val="1F1F1F"/>
                </a:solidFill>
                <a:highlight>
                  <a:srgbClr val="FFFFFF"/>
                </a:highlight>
                <a:latin typeface="Arial"/>
                <a:ea typeface="Verdana"/>
                <a:cs typeface="Arial"/>
              </a:rPr>
              <a:t>"What happened?"</a:t>
            </a:r>
            <a:br>
              <a:rPr lang="en-US" sz="1200" i="1">
                <a:solidFill>
                  <a:srgbClr val="1F1F1F"/>
                </a:solidFill>
                <a:highlight>
                  <a:srgbClr val="FFFFFF"/>
                </a:highlight>
                <a:latin typeface="Arial"/>
                <a:ea typeface="Verdana"/>
                <a:cs typeface="Arial"/>
              </a:rPr>
            </a:br>
            <a:br>
              <a:rPr lang="en-US" sz="1200" i="1">
                <a:highlight>
                  <a:srgbClr val="FFFFFF"/>
                </a:highlight>
              </a:rPr>
            </a:br>
            <a:endParaRPr lang="en-US" sz="1200" i="1">
              <a:solidFill>
                <a:srgbClr val="1F1F1F"/>
              </a:solidFill>
              <a:highlight>
                <a:srgbClr val="FFFFFF"/>
              </a:highlight>
            </a:endParaRPr>
          </a:p>
        </p:txBody>
      </p:sp>
      <p:graphicFrame>
        <p:nvGraphicFramePr>
          <p:cNvPr id="5" name="Table 4">
            <a:extLst>
              <a:ext uri="{FF2B5EF4-FFF2-40B4-BE49-F238E27FC236}">
                <a16:creationId xmlns:a16="http://schemas.microsoft.com/office/drawing/2014/main" id="{967F7A03-7B5D-F064-E351-5D11F87ACAB9}"/>
              </a:ext>
            </a:extLst>
          </p:cNvPr>
          <p:cNvGraphicFramePr>
            <a:graphicFrameLocks noGrp="1"/>
          </p:cNvGraphicFramePr>
          <p:nvPr>
            <p:extLst>
              <p:ext uri="{D42A27DB-BD31-4B8C-83A1-F6EECF244321}">
                <p14:modId xmlns:p14="http://schemas.microsoft.com/office/powerpoint/2010/main" val="2582046388"/>
              </p:ext>
            </p:extLst>
          </p:nvPr>
        </p:nvGraphicFramePr>
        <p:xfrm>
          <a:off x="614660" y="2004594"/>
          <a:ext cx="10910932" cy="4380657"/>
        </p:xfrm>
        <a:graphic>
          <a:graphicData uri="http://schemas.openxmlformats.org/drawingml/2006/table">
            <a:tbl>
              <a:tblPr bandRow="1">
                <a:tableStyleId>{5C22544A-7EE6-4342-B048-85BDC9FD1C3A}</a:tableStyleId>
              </a:tblPr>
              <a:tblGrid>
                <a:gridCol w="5455466">
                  <a:extLst>
                    <a:ext uri="{9D8B030D-6E8A-4147-A177-3AD203B41FA5}">
                      <a16:colId xmlns:a16="http://schemas.microsoft.com/office/drawing/2014/main" val="251594696"/>
                    </a:ext>
                  </a:extLst>
                </a:gridCol>
                <a:gridCol w="5455466">
                  <a:extLst>
                    <a:ext uri="{9D8B030D-6E8A-4147-A177-3AD203B41FA5}">
                      <a16:colId xmlns:a16="http://schemas.microsoft.com/office/drawing/2014/main" val="1361154947"/>
                    </a:ext>
                  </a:extLst>
                </a:gridCol>
              </a:tblGrid>
              <a:tr h="355956">
                <a:tc>
                  <a:txBody>
                    <a:bodyPr/>
                    <a:lstStyle/>
                    <a:p>
                      <a:pPr algn="l" fontAlgn="t">
                        <a:buNone/>
                      </a:pPr>
                      <a:r>
                        <a:rPr lang="en-US" sz="1600" b="1">
                          <a:solidFill>
                            <a:srgbClr val="1F1F1F"/>
                          </a:solidFill>
                          <a:effectLst/>
                          <a:latin typeface="Arial"/>
                        </a:rPr>
                        <a:t>Key Capabilities</a:t>
                      </a:r>
                    </a:p>
                  </a:txBody>
                  <a:tcPr marL="76200" marR="76200" marT="76200" marB="76200">
                    <a:lnL>
                      <a:noFill/>
                    </a:lnL>
                    <a:lnR>
                      <a:noFill/>
                    </a:lnR>
                    <a:lnT>
                      <a:noFill/>
                    </a:lnT>
                    <a:lnB w="9525" cap="flat" cmpd="sng" algn="ctr">
                      <a:solidFill>
                        <a:srgbClr val="E1E3E1"/>
                      </a:solidFill>
                      <a:prstDash val="solid"/>
                      <a:round/>
                      <a:headEnd type="none" w="med" len="med"/>
                      <a:tailEnd type="none" w="med" len="med"/>
                    </a:lnB>
                    <a:solidFill>
                      <a:srgbClr val="FFFFFF"/>
                    </a:solidFill>
                  </a:tcPr>
                </a:tc>
                <a:tc>
                  <a:txBody>
                    <a:bodyPr/>
                    <a:lstStyle/>
                    <a:p>
                      <a:pPr algn="l" fontAlgn="t">
                        <a:buNone/>
                      </a:pPr>
                      <a:r>
                        <a:rPr lang="en-US" sz="1600" b="1">
                          <a:solidFill>
                            <a:srgbClr val="1F1F1F"/>
                          </a:solidFill>
                          <a:effectLst/>
                          <a:latin typeface="Arial"/>
                        </a:rPr>
                        <a:t>Data &amp; Analytical Workflow</a:t>
                      </a:r>
                    </a:p>
                  </a:txBody>
                  <a:tcPr marL="76200" marR="76200" marT="76200" marB="76200">
                    <a:lnL>
                      <a:noFill/>
                    </a:lnL>
                    <a:lnR>
                      <a:noFill/>
                    </a:lnR>
                    <a:lnT>
                      <a:noFill/>
                    </a:lnT>
                    <a:lnB w="9525" cap="flat" cmpd="sng" algn="ctr">
                      <a:solidFill>
                        <a:srgbClr val="E1E3E1"/>
                      </a:solidFill>
                      <a:prstDash val="solid"/>
                      <a:round/>
                      <a:headEnd type="none" w="med" len="med"/>
                      <a:tailEnd type="none" w="med" len="med"/>
                    </a:lnB>
                    <a:solidFill>
                      <a:srgbClr val="FFFFFF"/>
                    </a:solidFill>
                  </a:tcPr>
                </a:tc>
                <a:extLst>
                  <a:ext uri="{0D108BD9-81ED-4DB2-BD59-A6C34878D82A}">
                    <a16:rowId xmlns:a16="http://schemas.microsoft.com/office/drawing/2014/main" val="3673056414"/>
                  </a:ext>
                </a:extLst>
              </a:tr>
              <a:tr h="1400856">
                <a:tc>
                  <a:txBody>
                    <a:bodyPr/>
                    <a:lstStyle/>
                    <a:p>
                      <a:pPr algn="l" fontAlgn="t">
                        <a:buNone/>
                      </a:pPr>
                      <a:r>
                        <a:rPr lang="en-US" sz="1400" b="1">
                          <a:solidFill>
                            <a:srgbClr val="1F1F1F"/>
                          </a:solidFill>
                          <a:effectLst/>
                          <a:latin typeface="Arial"/>
                        </a:rPr>
                        <a:t>Point-in-Time Comparison</a:t>
                      </a:r>
                      <a:br>
                        <a:rPr lang="en-US" sz="1400" b="0">
                          <a:solidFill>
                            <a:srgbClr val="1F1F1F"/>
                          </a:solidFill>
                          <a:effectLst/>
                          <a:latin typeface="Arial"/>
                        </a:rPr>
                      </a:br>
                      <a:r>
                        <a:rPr lang="en-US" sz="1200">
                          <a:solidFill>
                            <a:srgbClr val="1F1F1F"/>
                          </a:solidFill>
                          <a:effectLst/>
                          <a:latin typeface="Arial"/>
                        </a:rPr>
                        <a:t>Analyze pipeline changes between any two defined periods (e.g., this week vs. last week).</a:t>
                      </a:r>
                    </a:p>
                  </a:txBody>
                  <a:tcPr marL="76200" marR="76200" marT="76200" marB="76200">
                    <a:lnL>
                      <a:noFill/>
                    </a:lnL>
                    <a:lnR>
                      <a:noFill/>
                    </a:lnR>
                    <a:lnT w="9525" cap="flat" cmpd="sng" algn="ctr">
                      <a:solidFill>
                        <a:srgbClr val="E1E3E1"/>
                      </a:solidFill>
                      <a:prstDash val="solid"/>
                      <a:round/>
                      <a:headEnd type="none" w="med" len="med"/>
                      <a:tailEnd type="none" w="med" len="med"/>
                    </a:lnT>
                    <a:lnB w="9525" cap="flat" cmpd="sng" algn="ctr">
                      <a:solidFill>
                        <a:srgbClr val="E1E3E1"/>
                      </a:solidFill>
                      <a:prstDash val="solid"/>
                      <a:round/>
                      <a:headEnd type="none" w="med" len="med"/>
                      <a:tailEnd type="none" w="med" len="med"/>
                    </a:lnB>
                    <a:solidFill>
                      <a:srgbClr val="FFFFFF"/>
                    </a:solidFill>
                  </a:tcPr>
                </a:tc>
                <a:tc>
                  <a:txBody>
                    <a:bodyPr/>
                    <a:lstStyle/>
                    <a:p>
                      <a:pPr algn="l" fontAlgn="t">
                        <a:buNone/>
                      </a:pPr>
                      <a:r>
                        <a:rPr lang="en-US" sz="1400" b="1">
                          <a:solidFill>
                            <a:srgbClr val="1F1F1F"/>
                          </a:solidFill>
                          <a:effectLst/>
                          <a:latin typeface="Arial"/>
                        </a:rPr>
                        <a:t>1. Data Source: The Opportunity Workflow</a:t>
                      </a:r>
                      <a:br>
                        <a:rPr lang="en-US" sz="1400" b="0">
                          <a:solidFill>
                            <a:srgbClr val="1F1F1F"/>
                          </a:solidFill>
                          <a:effectLst/>
                          <a:latin typeface="Arial"/>
                        </a:rPr>
                      </a:br>
                      <a:r>
                        <a:rPr lang="en-US" sz="1200">
                          <a:solidFill>
                            <a:srgbClr val="1F1F1F"/>
                          </a:solidFill>
                          <a:effectLst/>
                          <a:latin typeface="Arial"/>
                        </a:rPr>
                        <a:t>The process begins with the live opportunity data that Account Executives manage daily. All overrides to an opportunity's </a:t>
                      </a:r>
                      <a:r>
                        <a:rPr lang="en-US" sz="1200" b="0">
                          <a:solidFill>
                            <a:srgbClr val="1F1F1F"/>
                          </a:solidFill>
                          <a:effectLst/>
                          <a:latin typeface="Arial"/>
                        </a:rPr>
                        <a:t>Forecast Category, NNACV, or Close Date</a:t>
                      </a:r>
                      <a:r>
                        <a:rPr lang="en-US" sz="1200">
                          <a:solidFill>
                            <a:srgbClr val="1F1F1F"/>
                          </a:solidFill>
                          <a:effectLst/>
                          <a:latin typeface="Arial"/>
                        </a:rPr>
                        <a:t> serve as the source data.</a:t>
                      </a:r>
                    </a:p>
                  </a:txBody>
                  <a:tcPr marL="76200" marR="76200" marT="76200" marB="76200">
                    <a:lnL>
                      <a:noFill/>
                    </a:lnL>
                    <a:lnR>
                      <a:noFill/>
                    </a:lnR>
                    <a:lnT w="9525" cap="flat" cmpd="sng" algn="ctr">
                      <a:solidFill>
                        <a:srgbClr val="E1E3E1"/>
                      </a:solidFill>
                      <a:prstDash val="solid"/>
                      <a:round/>
                      <a:headEnd type="none" w="med" len="med"/>
                      <a:tailEnd type="none" w="med" len="med"/>
                    </a:lnT>
                    <a:lnB w="9525" cap="flat" cmpd="sng" algn="ctr">
                      <a:solidFill>
                        <a:srgbClr val="E1E3E1"/>
                      </a:solidFill>
                      <a:prstDash val="solid"/>
                      <a:round/>
                      <a:headEnd type="none" w="med" len="med"/>
                      <a:tailEnd type="none" w="med" len="med"/>
                    </a:lnB>
                    <a:solidFill>
                      <a:srgbClr val="FFFFFF"/>
                    </a:solidFill>
                  </a:tcPr>
                </a:tc>
                <a:extLst>
                  <a:ext uri="{0D108BD9-81ED-4DB2-BD59-A6C34878D82A}">
                    <a16:rowId xmlns:a16="http://schemas.microsoft.com/office/drawing/2014/main" val="3686327766"/>
                  </a:ext>
                </a:extLst>
              </a:tr>
              <a:tr h="1194181">
                <a:tc>
                  <a:txBody>
                    <a:bodyPr/>
                    <a:lstStyle/>
                    <a:p>
                      <a:pPr algn="l" fontAlgn="t">
                        <a:buNone/>
                      </a:pPr>
                      <a:r>
                        <a:rPr lang="en-US" sz="1400" b="1">
                          <a:solidFill>
                            <a:srgbClr val="1F1F1F"/>
                          </a:solidFill>
                          <a:effectLst/>
                          <a:latin typeface="Arial"/>
                        </a:rPr>
                        <a:t>Automated Weekly Snapshots</a:t>
                      </a:r>
                      <a:br>
                        <a:rPr lang="en-US" sz="1400" b="0">
                          <a:solidFill>
                            <a:srgbClr val="1F1F1F"/>
                          </a:solidFill>
                          <a:effectLst/>
                          <a:latin typeface="Arial"/>
                        </a:rPr>
                      </a:br>
                      <a:r>
                        <a:rPr lang="en-US" sz="1200">
                          <a:solidFill>
                            <a:srgbClr val="1F1F1F"/>
                          </a:solidFill>
                          <a:effectLst/>
                          <a:latin typeface="Arial"/>
                        </a:rPr>
                        <a:t>The system automatically captures a comprehensive snapshot of all opportunity details at every level of the sales hierarchy on a weekly basis.</a:t>
                      </a:r>
                    </a:p>
                  </a:txBody>
                  <a:tcPr marL="76200" marR="76200" marT="76200" marB="76200">
                    <a:lnL>
                      <a:noFill/>
                    </a:lnL>
                    <a:lnR>
                      <a:noFill/>
                    </a:lnR>
                    <a:lnT w="9525" cap="flat" cmpd="sng" algn="ctr">
                      <a:solidFill>
                        <a:srgbClr val="E1E3E1"/>
                      </a:solidFill>
                      <a:prstDash val="solid"/>
                      <a:round/>
                      <a:headEnd type="none" w="med" len="med"/>
                      <a:tailEnd type="none" w="med" len="med"/>
                    </a:lnT>
                    <a:lnB w="9525" cap="flat" cmpd="sng" algn="ctr">
                      <a:solidFill>
                        <a:srgbClr val="E1E3E1"/>
                      </a:solidFill>
                      <a:prstDash val="solid"/>
                      <a:round/>
                      <a:headEnd type="none" w="med" len="med"/>
                      <a:tailEnd type="none" w="med" len="med"/>
                    </a:lnB>
                    <a:solidFill>
                      <a:srgbClr val="FFFFFF"/>
                    </a:solidFill>
                  </a:tcPr>
                </a:tc>
                <a:tc>
                  <a:txBody>
                    <a:bodyPr/>
                    <a:lstStyle/>
                    <a:p>
                      <a:pPr algn="l" fontAlgn="t">
                        <a:buNone/>
                      </a:pPr>
                      <a:r>
                        <a:rPr lang="en-US" sz="1400" b="1">
                          <a:solidFill>
                            <a:srgbClr val="1F1F1F"/>
                          </a:solidFill>
                          <a:effectLst/>
                          <a:latin typeface="Arial"/>
                        </a:rPr>
                        <a:t>2. Capture Weekly Snapshot</a:t>
                      </a:r>
                      <a:br>
                        <a:rPr lang="en-US" sz="1400" b="0">
                          <a:solidFill>
                            <a:srgbClr val="1F1F1F"/>
                          </a:solidFill>
                          <a:effectLst/>
                          <a:latin typeface="Arial"/>
                        </a:rPr>
                      </a:br>
                      <a:r>
                        <a:rPr lang="en-US" sz="1200">
                          <a:solidFill>
                            <a:srgbClr val="1F1F1F"/>
                          </a:solidFill>
                          <a:effectLst/>
                          <a:latin typeface="Arial"/>
                        </a:rPr>
                        <a:t>Every week, the system records the key details (</a:t>
                      </a:r>
                      <a:r>
                        <a:rPr lang="en-US" sz="1200" b="0">
                          <a:solidFill>
                            <a:srgbClr val="1F1F1F"/>
                          </a:solidFill>
                          <a:effectLst/>
                          <a:latin typeface="Arial"/>
                        </a:rPr>
                        <a:t>Stage, Forecast Category, NNACV, Close Date</a:t>
                      </a:r>
                      <a:r>
                        <a:rPr lang="en-US" sz="1200">
                          <a:solidFill>
                            <a:srgbClr val="1F1F1F"/>
                          </a:solidFill>
                          <a:effectLst/>
                          <a:latin typeface="Arial"/>
                        </a:rPr>
                        <a:t>) for all opportunities. This creates a historical record of the pipeline's state.</a:t>
                      </a:r>
                    </a:p>
                  </a:txBody>
                  <a:tcPr marL="76200" marR="76200" marT="76200" marB="76200">
                    <a:lnL>
                      <a:noFill/>
                    </a:lnL>
                    <a:lnR>
                      <a:noFill/>
                    </a:lnR>
                    <a:lnT w="9525" cap="flat" cmpd="sng" algn="ctr">
                      <a:solidFill>
                        <a:srgbClr val="E1E3E1"/>
                      </a:solidFill>
                      <a:prstDash val="solid"/>
                      <a:round/>
                      <a:headEnd type="none" w="med" len="med"/>
                      <a:tailEnd type="none" w="med" len="med"/>
                    </a:lnT>
                    <a:lnB w="9525" cap="flat" cmpd="sng" algn="ctr">
                      <a:solidFill>
                        <a:srgbClr val="E1E3E1"/>
                      </a:solidFill>
                      <a:prstDash val="solid"/>
                      <a:round/>
                      <a:headEnd type="none" w="med" len="med"/>
                      <a:tailEnd type="none" w="med" len="med"/>
                    </a:lnB>
                    <a:solidFill>
                      <a:srgbClr val="FFFFFF"/>
                    </a:solidFill>
                  </a:tcPr>
                </a:tc>
                <a:extLst>
                  <a:ext uri="{0D108BD9-81ED-4DB2-BD59-A6C34878D82A}">
                    <a16:rowId xmlns:a16="http://schemas.microsoft.com/office/drawing/2014/main" val="4225352604"/>
                  </a:ext>
                </a:extLst>
              </a:tr>
              <a:tr h="1389380">
                <a:tc>
                  <a:txBody>
                    <a:bodyPr/>
                    <a:lstStyle/>
                    <a:p>
                      <a:pPr algn="l" fontAlgn="t">
                        <a:buNone/>
                      </a:pPr>
                      <a:r>
                        <a:rPr lang="en-US" sz="1400" b="1">
                          <a:solidFill>
                            <a:srgbClr val="1F1F1F"/>
                          </a:solidFill>
                          <a:effectLst/>
                          <a:latin typeface="Arial"/>
                        </a:rPr>
                        <a:t>Change Driver Analysis</a:t>
                      </a:r>
                      <a:br>
                        <a:rPr lang="en-US" sz="1400" b="0">
                          <a:solidFill>
                            <a:srgbClr val="1F1F1F"/>
                          </a:solidFill>
                          <a:effectLst/>
                          <a:latin typeface="Arial"/>
                        </a:rPr>
                      </a:br>
                      <a:r>
                        <a:rPr lang="en-US" sz="1200">
                          <a:solidFill>
                            <a:srgbClr val="1F1F1F"/>
                          </a:solidFill>
                          <a:effectLst/>
                          <a:latin typeface="Arial"/>
                        </a:rPr>
                        <a:t>Instantly diagnose pipeline swings by identifying the specific deals that have been added, removed, pulled-in, pushed-out, or have changed in value.</a:t>
                      </a:r>
                    </a:p>
                  </a:txBody>
                  <a:tcPr marL="76200" marR="76200" marT="76200" marB="76200">
                    <a:lnL>
                      <a:noFill/>
                    </a:lnL>
                    <a:lnR>
                      <a:noFill/>
                    </a:lnR>
                    <a:lnT w="9525" cap="flat" cmpd="sng" algn="ctr">
                      <a:solidFill>
                        <a:srgbClr val="E1E3E1"/>
                      </a:solidFill>
                      <a:prstDash val="solid"/>
                      <a:round/>
                      <a:headEnd type="none" w="med" len="med"/>
                      <a:tailEnd type="none" w="med" len="med"/>
                    </a:lnT>
                    <a:lnB>
                      <a:noFill/>
                    </a:lnB>
                    <a:solidFill>
                      <a:srgbClr val="FFFFFF"/>
                    </a:solidFill>
                  </a:tcPr>
                </a:tc>
                <a:tc>
                  <a:txBody>
                    <a:bodyPr/>
                    <a:lstStyle/>
                    <a:p>
                      <a:pPr algn="l" fontAlgn="t">
                        <a:buNone/>
                      </a:pPr>
                      <a:r>
                        <a:rPr lang="en-US" sz="1400" b="1">
                          <a:solidFill>
                            <a:srgbClr val="1F1F1F"/>
                          </a:solidFill>
                          <a:effectLst/>
                          <a:latin typeface="Arial"/>
                        </a:rPr>
                        <a:t>3. Analyze Period-over-Period Change</a:t>
                      </a:r>
                      <a:br>
                        <a:rPr lang="en-US" sz="1400" b="0">
                          <a:solidFill>
                            <a:srgbClr val="1F1F1F"/>
                          </a:solidFill>
                          <a:effectLst/>
                          <a:latin typeface="Arial"/>
                        </a:rPr>
                      </a:br>
                      <a:r>
                        <a:rPr lang="en-US" sz="1200">
                          <a:solidFill>
                            <a:srgbClr val="1F1F1F"/>
                          </a:solidFill>
                          <a:effectLst/>
                          <a:latin typeface="Arial"/>
                        </a:rPr>
                        <a:t>The user selects two snapshots to compare.</a:t>
                      </a:r>
                      <a:br>
                        <a:rPr lang="en-US" sz="1200">
                          <a:solidFill>
                            <a:srgbClr val="1F1F1F"/>
                          </a:solidFill>
                          <a:effectLst/>
                          <a:latin typeface="Arial"/>
                        </a:rPr>
                      </a:br>
                      <a:r>
                        <a:rPr lang="en-US" sz="1200">
                          <a:solidFill>
                            <a:srgbClr val="1F1F1F"/>
                          </a:solidFill>
                          <a:effectLst/>
                          <a:latin typeface="Arial"/>
                        </a:rPr>
                        <a:t>The dashboard then analyzes the differences between these two data sets to provide a clear, actionable summary of all pipeline changes.</a:t>
                      </a:r>
                    </a:p>
                  </a:txBody>
                  <a:tcPr marL="76200" marR="76200" marT="76200" marB="76200">
                    <a:lnL>
                      <a:noFill/>
                    </a:lnL>
                    <a:lnR>
                      <a:noFill/>
                    </a:lnR>
                    <a:lnT w="9525" cap="flat" cmpd="sng" algn="ctr">
                      <a:solidFill>
                        <a:srgbClr val="E1E3E1"/>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402982866"/>
                  </a:ext>
                </a:extLst>
              </a:tr>
            </a:tbl>
          </a:graphicData>
        </a:graphic>
      </p:graphicFrame>
    </p:spTree>
    <p:extLst>
      <p:ext uri="{BB962C8B-B14F-4D97-AF65-F5344CB8AC3E}">
        <p14:creationId xmlns:p14="http://schemas.microsoft.com/office/powerpoint/2010/main" val="28582681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62955B-BA58-091C-9E1B-0C55B9C3ACB1}"/>
              </a:ext>
            </a:extLst>
          </p:cNvPr>
          <p:cNvSpPr>
            <a:spLocks noGrp="1"/>
          </p:cNvSpPr>
          <p:nvPr>
            <p:ph type="title"/>
          </p:nvPr>
        </p:nvSpPr>
        <p:spPr/>
        <p:txBody>
          <a:bodyPr lIns="0" tIns="45720" rIns="0" bIns="45720" anchor="t"/>
          <a:lstStyle/>
          <a:p>
            <a:r>
              <a:rPr lang="en-US">
                <a:solidFill>
                  <a:schemeClr val="tx1"/>
                </a:solidFill>
                <a:latin typeface="Arial"/>
                <a:ea typeface="Verdana"/>
                <a:cs typeface="Arial"/>
              </a:rPr>
              <a:t>Forecaster Schema</a:t>
            </a:r>
            <a:endParaRPr lang="en-US">
              <a:solidFill>
                <a:schemeClr val="tx1"/>
              </a:solidFill>
            </a:endParaRPr>
          </a:p>
        </p:txBody>
      </p:sp>
      <p:pic>
        <p:nvPicPr>
          <p:cNvPr id="13" name="Content Placeholder 12" descr="A diagram of a forecaster&#10;&#10;AI-generated content may be incorrect.">
            <a:extLst>
              <a:ext uri="{FF2B5EF4-FFF2-40B4-BE49-F238E27FC236}">
                <a16:creationId xmlns:a16="http://schemas.microsoft.com/office/drawing/2014/main" id="{0F14D201-D942-F4E0-C427-F71916213BF9}"/>
              </a:ext>
            </a:extLst>
          </p:cNvPr>
          <p:cNvPicPr>
            <a:picLocks noGrp="1" noChangeAspect="1"/>
          </p:cNvPicPr>
          <p:nvPr>
            <p:ph idx="1"/>
          </p:nvPr>
        </p:nvPicPr>
        <p:blipFill>
          <a:blip r:embed="rId2"/>
          <a:stretch>
            <a:fillRect/>
          </a:stretch>
        </p:blipFill>
        <p:spPr>
          <a:xfrm>
            <a:off x="616904" y="1273587"/>
            <a:ext cx="6908771" cy="5201848"/>
          </a:xfrm>
          <a:prstGeom prst="rect">
            <a:avLst/>
          </a:prstGeom>
        </p:spPr>
      </p:pic>
    </p:spTree>
    <p:extLst>
      <p:ext uri="{BB962C8B-B14F-4D97-AF65-F5344CB8AC3E}">
        <p14:creationId xmlns:p14="http://schemas.microsoft.com/office/powerpoint/2010/main" val="35237638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A52FAB-B61B-F855-31A4-B3F5180CBC9F}"/>
              </a:ext>
            </a:extLst>
          </p:cNvPr>
          <p:cNvSpPr>
            <a:spLocks noGrp="1"/>
          </p:cNvSpPr>
          <p:nvPr>
            <p:ph type="title"/>
          </p:nvPr>
        </p:nvSpPr>
        <p:spPr/>
        <p:txBody>
          <a:bodyPr lIns="0" tIns="45720" rIns="0" bIns="45720" anchor="t"/>
          <a:lstStyle/>
          <a:p>
            <a:r>
              <a:rPr lang="en-US">
                <a:solidFill>
                  <a:schemeClr val="tx1"/>
                </a:solidFill>
                <a:latin typeface="Arial"/>
                <a:ea typeface="Verdana"/>
                <a:cs typeface="Arial"/>
              </a:rPr>
              <a:t>Forecaster</a:t>
            </a:r>
            <a:endParaRPr lang="en-US">
              <a:solidFill>
                <a:schemeClr val="tx1"/>
              </a:solidFill>
            </a:endParaRPr>
          </a:p>
        </p:txBody>
      </p:sp>
      <p:sp>
        <p:nvSpPr>
          <p:cNvPr id="3" name="Content Placeholder 2">
            <a:extLst>
              <a:ext uri="{FF2B5EF4-FFF2-40B4-BE49-F238E27FC236}">
                <a16:creationId xmlns:a16="http://schemas.microsoft.com/office/drawing/2014/main" id="{1FDF9A14-9679-87E6-8147-9AC08589C2BB}"/>
              </a:ext>
            </a:extLst>
          </p:cNvPr>
          <p:cNvSpPr>
            <a:spLocks noGrp="1"/>
          </p:cNvSpPr>
          <p:nvPr>
            <p:ph idx="1"/>
          </p:nvPr>
        </p:nvSpPr>
        <p:spPr/>
        <p:txBody>
          <a:bodyPr lIns="0" tIns="45720" rIns="0" bIns="45720" anchor="t"/>
          <a:lstStyle/>
          <a:p>
            <a:pPr marL="0" indent="0">
              <a:buNone/>
            </a:pPr>
            <a:r>
              <a:rPr lang="en-US" sz="1200">
                <a:solidFill>
                  <a:srgbClr val="1F1F1F"/>
                </a:solidFill>
                <a:highlight>
                  <a:srgbClr val="FFFFFF"/>
                </a:highlight>
                <a:latin typeface="Arial"/>
                <a:ea typeface="Verdana"/>
                <a:cs typeface="Arial"/>
              </a:rPr>
              <a:t>Objective: To leverage historical data and predictive algorithms to generate a statistical forecast baseline, which is then refined and validated by Sales Operations to create a final, trusted prediction.</a:t>
            </a:r>
            <a:br>
              <a:rPr lang="en-US" sz="1200">
                <a:solidFill>
                  <a:srgbClr val="1F1F1F"/>
                </a:solidFill>
                <a:highlight>
                  <a:srgbClr val="FFFFFF"/>
                </a:highlight>
                <a:latin typeface="Arial"/>
                <a:ea typeface="Verdana"/>
                <a:cs typeface="Arial"/>
              </a:rPr>
            </a:br>
            <a:endParaRPr lang="en-US" sz="1200">
              <a:solidFill>
                <a:srgbClr val="1F1F1F"/>
              </a:solidFill>
              <a:highlight>
                <a:srgbClr val="FFFFFF"/>
              </a:highlight>
              <a:latin typeface="Arial"/>
              <a:cs typeface="Arial"/>
            </a:endParaRPr>
          </a:p>
          <a:p>
            <a:pPr marL="232410" indent="-232410">
              <a:buNone/>
            </a:pPr>
            <a:r>
              <a:rPr lang="en-US" sz="1400">
                <a:solidFill>
                  <a:schemeClr val="tx1"/>
                </a:solidFill>
                <a:latin typeface="Arial"/>
                <a:ea typeface="Verdana"/>
                <a:cs typeface="Arial"/>
              </a:rPr>
              <a:t>Why Anaplan Forecaster?</a:t>
            </a:r>
          </a:p>
          <a:p>
            <a:pPr marL="232410" indent="-232410">
              <a:buNone/>
            </a:pPr>
            <a:r>
              <a:rPr lang="en-US" sz="1200">
                <a:solidFill>
                  <a:srgbClr val="1F1F1F"/>
                </a:solidFill>
                <a:highlight>
                  <a:srgbClr val="FFFFFF"/>
                </a:highlight>
                <a:latin typeface="Arial"/>
                <a:ea typeface="Verdana"/>
                <a:cs typeface="Arial"/>
              </a:rPr>
              <a:t>Anaplan Forecaster is essential for moving beyond manual, often biased forecasting methods. </a:t>
            </a:r>
            <a:endParaRPr lang="en-US" sz="1200">
              <a:latin typeface="Arial"/>
              <a:ea typeface="Verdana"/>
              <a:cs typeface="Arial"/>
            </a:endParaRPr>
          </a:p>
          <a:p>
            <a:pPr marL="232410" indent="-232410">
              <a:buNone/>
            </a:pPr>
            <a:r>
              <a:rPr lang="en-US" sz="1200">
                <a:solidFill>
                  <a:srgbClr val="1F1F1F"/>
                </a:solidFill>
                <a:highlight>
                  <a:srgbClr val="FFFFFF"/>
                </a:highlight>
                <a:latin typeface="Arial"/>
                <a:ea typeface="Verdana"/>
                <a:cs typeface="Arial"/>
              </a:rPr>
              <a:t>It introduces a layer of data science into the planning process without requiring users to be data scientists, leading to higher accuracy by using advanced</a:t>
            </a:r>
            <a:endParaRPr lang="en-US" sz="1200">
              <a:solidFill>
                <a:srgbClr val="F2F1EE"/>
              </a:solidFill>
            </a:endParaRPr>
          </a:p>
          <a:p>
            <a:pPr marL="232410" indent="-232410">
              <a:buNone/>
            </a:pPr>
            <a:r>
              <a:rPr lang="en-US" sz="1200">
                <a:solidFill>
                  <a:srgbClr val="1F1F1F"/>
                </a:solidFill>
                <a:highlight>
                  <a:srgbClr val="FFFFFF"/>
                </a:highlight>
                <a:latin typeface="Arial"/>
                <a:ea typeface="Verdana"/>
                <a:cs typeface="Arial"/>
              </a:rPr>
              <a:t>algorithms to identify complex patterns and seasonality that humans might miss. </a:t>
            </a:r>
            <a:endParaRPr lang="en-US" sz="1200">
              <a:latin typeface="Arial"/>
              <a:ea typeface="Verdana"/>
              <a:cs typeface="Arial"/>
            </a:endParaRPr>
          </a:p>
          <a:p>
            <a:pPr marL="232410" indent="-232410">
              <a:buNone/>
            </a:pPr>
            <a:r>
              <a:rPr lang="en-US" sz="1200">
                <a:solidFill>
                  <a:srgbClr val="1F1F1F"/>
                </a:solidFill>
                <a:highlight>
                  <a:srgbClr val="FFFFFF"/>
                </a:highlight>
                <a:latin typeface="Arial"/>
                <a:ea typeface="Verdana"/>
                <a:cs typeface="Arial"/>
              </a:rPr>
              <a:t>Its key advantages are generating more reliable forecasts through automation and providing full transparency into the forecast drivers, which builds trust and empowers business users to make more confident, data-driven decisions. </a:t>
            </a:r>
            <a:endParaRPr lang="en-US" sz="1200">
              <a:latin typeface="Arial"/>
              <a:ea typeface="Verdana"/>
              <a:cs typeface="Arial"/>
            </a:endParaRPr>
          </a:p>
          <a:p>
            <a:pPr marL="232410" indent="-232410">
              <a:buNone/>
            </a:pPr>
            <a:endParaRPr lang="en-US" sz="1200">
              <a:solidFill>
                <a:srgbClr val="1F1F1F"/>
              </a:solidFill>
              <a:highlight>
                <a:srgbClr val="FFFFFF"/>
              </a:highlight>
            </a:endParaRPr>
          </a:p>
          <a:p>
            <a:pPr marL="232410" indent="-232410">
              <a:buNone/>
            </a:pPr>
            <a:endParaRPr lang="en-US" sz="1200">
              <a:solidFill>
                <a:srgbClr val="1F1F1F"/>
              </a:solidFill>
              <a:highlight>
                <a:srgbClr val="FFFFFF"/>
              </a:highlight>
            </a:endParaRPr>
          </a:p>
          <a:p>
            <a:pPr marL="232410" indent="-232410">
              <a:buNone/>
            </a:pPr>
            <a:endParaRPr lang="en-US"/>
          </a:p>
          <a:p>
            <a:pPr marL="0" indent="0">
              <a:buNone/>
            </a:pPr>
            <a:br>
              <a:rPr lang="en-US"/>
            </a:br>
            <a:endParaRPr lang="en-US"/>
          </a:p>
        </p:txBody>
      </p:sp>
      <p:graphicFrame>
        <p:nvGraphicFramePr>
          <p:cNvPr id="5" name="Table 4">
            <a:extLst>
              <a:ext uri="{FF2B5EF4-FFF2-40B4-BE49-F238E27FC236}">
                <a16:creationId xmlns:a16="http://schemas.microsoft.com/office/drawing/2014/main" id="{83D31D81-C2D8-7821-6CA9-C2FA883F37FA}"/>
              </a:ext>
            </a:extLst>
          </p:cNvPr>
          <p:cNvGraphicFramePr>
            <a:graphicFrameLocks noGrp="1"/>
          </p:cNvGraphicFramePr>
          <p:nvPr>
            <p:extLst>
              <p:ext uri="{D42A27DB-BD31-4B8C-83A1-F6EECF244321}">
                <p14:modId xmlns:p14="http://schemas.microsoft.com/office/powerpoint/2010/main" val="2051203908"/>
              </p:ext>
            </p:extLst>
          </p:nvPr>
        </p:nvGraphicFramePr>
        <p:xfrm>
          <a:off x="697089" y="3302806"/>
          <a:ext cx="10818323" cy="3383280"/>
        </p:xfrm>
        <a:graphic>
          <a:graphicData uri="http://schemas.openxmlformats.org/drawingml/2006/table">
            <a:tbl>
              <a:tblPr bandRow="1">
                <a:tableStyleId>{5C22544A-7EE6-4342-B048-85BDC9FD1C3A}</a:tableStyleId>
              </a:tblPr>
              <a:tblGrid>
                <a:gridCol w="4918363">
                  <a:extLst>
                    <a:ext uri="{9D8B030D-6E8A-4147-A177-3AD203B41FA5}">
                      <a16:colId xmlns:a16="http://schemas.microsoft.com/office/drawing/2014/main" val="2940724895"/>
                    </a:ext>
                  </a:extLst>
                </a:gridCol>
                <a:gridCol w="5899960">
                  <a:extLst>
                    <a:ext uri="{9D8B030D-6E8A-4147-A177-3AD203B41FA5}">
                      <a16:colId xmlns:a16="http://schemas.microsoft.com/office/drawing/2014/main" val="3244932338"/>
                    </a:ext>
                  </a:extLst>
                </a:gridCol>
              </a:tblGrid>
              <a:tr h="0">
                <a:tc>
                  <a:txBody>
                    <a:bodyPr/>
                    <a:lstStyle/>
                    <a:p>
                      <a:pPr algn="l" fontAlgn="t">
                        <a:buNone/>
                      </a:pPr>
                      <a:r>
                        <a:rPr lang="en-US" sz="1600" b="0">
                          <a:solidFill>
                            <a:srgbClr val="1F1F1F"/>
                          </a:solidFill>
                          <a:effectLst/>
                        </a:rPr>
                        <a:t>Key Components</a:t>
                      </a:r>
                    </a:p>
                  </a:txBody>
                  <a:tcPr marL="76200" marR="76200" marT="76200" marB="76200">
                    <a:lnL>
                      <a:noFill/>
                    </a:lnL>
                    <a:lnR>
                      <a:noFill/>
                    </a:lnR>
                    <a:lnT>
                      <a:noFill/>
                    </a:lnT>
                    <a:lnB w="9525" cap="flat" cmpd="sng" algn="ctr">
                      <a:solidFill>
                        <a:srgbClr val="E1E3E1"/>
                      </a:solidFill>
                      <a:prstDash val="solid"/>
                      <a:round/>
                      <a:headEnd type="none" w="med" len="med"/>
                      <a:tailEnd type="none" w="med" len="med"/>
                    </a:lnB>
                    <a:solidFill>
                      <a:srgbClr val="FFFFFF"/>
                    </a:solidFill>
                  </a:tcPr>
                </a:tc>
                <a:tc>
                  <a:txBody>
                    <a:bodyPr/>
                    <a:lstStyle/>
                    <a:p>
                      <a:pPr algn="l" fontAlgn="t">
                        <a:buNone/>
                      </a:pPr>
                      <a:r>
                        <a:rPr lang="en-US" sz="1600" b="0">
                          <a:solidFill>
                            <a:srgbClr val="1F1F1F"/>
                          </a:solidFill>
                          <a:effectLst/>
                        </a:rPr>
                        <a:t>Automated Forecasting &amp; Review Workflow</a:t>
                      </a:r>
                    </a:p>
                  </a:txBody>
                  <a:tcPr marL="76200" marR="76200" marT="76200" marB="76200">
                    <a:lnL>
                      <a:noFill/>
                    </a:lnL>
                    <a:lnR>
                      <a:noFill/>
                    </a:lnR>
                    <a:lnT>
                      <a:noFill/>
                    </a:lnT>
                    <a:lnB w="9525" cap="flat" cmpd="sng" algn="ctr">
                      <a:solidFill>
                        <a:srgbClr val="E1E3E1"/>
                      </a:solidFill>
                      <a:prstDash val="solid"/>
                      <a:round/>
                      <a:headEnd type="none" w="med" len="med"/>
                      <a:tailEnd type="none" w="med" len="med"/>
                    </a:lnB>
                    <a:solidFill>
                      <a:srgbClr val="FFFFFF"/>
                    </a:solidFill>
                  </a:tcPr>
                </a:tc>
                <a:extLst>
                  <a:ext uri="{0D108BD9-81ED-4DB2-BD59-A6C34878D82A}">
                    <a16:rowId xmlns:a16="http://schemas.microsoft.com/office/drawing/2014/main" val="2896028374"/>
                  </a:ext>
                </a:extLst>
              </a:tr>
              <a:tr h="0">
                <a:tc>
                  <a:txBody>
                    <a:bodyPr/>
                    <a:lstStyle/>
                    <a:p>
                      <a:pPr algn="l" fontAlgn="t">
                        <a:buNone/>
                      </a:pPr>
                      <a:r>
                        <a:rPr lang="en-US" sz="1200" b="1">
                          <a:solidFill>
                            <a:srgbClr val="1F1F1F"/>
                          </a:solidFill>
                          <a:effectLst/>
                          <a:latin typeface="Arial"/>
                        </a:rPr>
                        <a:t>Data Foundation</a:t>
                      </a:r>
                      <a:br>
                        <a:rPr lang="en-US" sz="1200" b="0">
                          <a:solidFill>
                            <a:srgbClr val="1F1F1F"/>
                          </a:solidFill>
                          <a:effectLst/>
                          <a:latin typeface="Arial"/>
                        </a:rPr>
                      </a:br>
                      <a:r>
                        <a:rPr lang="en-US" sz="1200">
                          <a:solidFill>
                            <a:srgbClr val="1F1F1F"/>
                          </a:solidFill>
                          <a:effectLst/>
                          <a:latin typeface="Arial"/>
                        </a:rPr>
                        <a:t>Ingests </a:t>
                      </a:r>
                      <a:r>
                        <a:rPr lang="en-US" sz="1200" b="0">
                          <a:solidFill>
                            <a:srgbClr val="1F1F1F"/>
                          </a:solidFill>
                          <a:effectLst/>
                          <a:latin typeface="Arial"/>
                        </a:rPr>
                        <a:t>Historical and Actual</a:t>
                      </a:r>
                      <a:r>
                        <a:rPr lang="en-US" sz="1200">
                          <a:solidFill>
                            <a:srgbClr val="1F1F1F"/>
                          </a:solidFill>
                          <a:effectLst/>
                          <a:latin typeface="Arial"/>
                        </a:rPr>
                        <a:t> performance data.</a:t>
                      </a:r>
                    </a:p>
                  </a:txBody>
                  <a:tcPr marL="76200" marR="76200" marT="76200" marB="76200">
                    <a:lnL>
                      <a:noFill/>
                    </a:lnL>
                    <a:lnR>
                      <a:noFill/>
                    </a:lnR>
                    <a:lnT w="9525" cap="flat" cmpd="sng" algn="ctr">
                      <a:solidFill>
                        <a:srgbClr val="E1E3E1"/>
                      </a:solidFill>
                      <a:prstDash val="solid"/>
                      <a:round/>
                      <a:headEnd type="none" w="med" len="med"/>
                      <a:tailEnd type="none" w="med" len="med"/>
                    </a:lnT>
                    <a:lnB w="9525" cap="flat" cmpd="sng" algn="ctr">
                      <a:solidFill>
                        <a:srgbClr val="E1E3E1"/>
                      </a:solidFill>
                      <a:prstDash val="solid"/>
                      <a:round/>
                      <a:headEnd type="none" w="med" len="med"/>
                      <a:tailEnd type="none" w="med" len="med"/>
                    </a:lnB>
                    <a:solidFill>
                      <a:srgbClr val="FFFFFF"/>
                    </a:solidFill>
                  </a:tcPr>
                </a:tc>
                <a:tc>
                  <a:txBody>
                    <a:bodyPr/>
                    <a:lstStyle/>
                    <a:p>
                      <a:pPr algn="l" fontAlgn="t">
                        <a:buNone/>
                      </a:pPr>
                      <a:r>
                        <a:rPr lang="en-US" sz="1200" b="1">
                          <a:solidFill>
                            <a:srgbClr val="1F1F1F"/>
                          </a:solidFill>
                          <a:effectLst/>
                          <a:latin typeface="Arial"/>
                        </a:rPr>
                        <a:t>1. Data Ingestion &amp; Structuring</a:t>
                      </a:r>
                      <a:br>
                        <a:rPr lang="en-US" sz="1200" b="0">
                          <a:solidFill>
                            <a:srgbClr val="1F1F1F"/>
                          </a:solidFill>
                          <a:effectLst/>
                          <a:latin typeface="Arial"/>
                        </a:rPr>
                      </a:br>
                      <a:r>
                        <a:rPr lang="en-US" sz="1200">
                          <a:solidFill>
                            <a:srgbClr val="1F1F1F"/>
                          </a:solidFill>
                          <a:effectLst/>
                          <a:latin typeface="Arial"/>
                        </a:rPr>
                        <a:t>Data is loaded into an Anaplan module and organized by business </a:t>
                      </a:r>
                      <a:r>
                        <a:rPr lang="en-US" sz="1200" b="0">
                          <a:solidFill>
                            <a:srgbClr val="1F1F1F"/>
                          </a:solidFill>
                          <a:effectLst/>
                          <a:latin typeface="Arial"/>
                        </a:rPr>
                        <a:t>hierarchy</a:t>
                      </a:r>
                      <a:r>
                        <a:rPr lang="en-US" sz="1200">
                          <a:solidFill>
                            <a:srgbClr val="1F1F1F"/>
                          </a:solidFill>
                          <a:effectLst/>
                          <a:latin typeface="Arial"/>
                        </a:rPr>
                        <a:t> (e.g., by region, team).</a:t>
                      </a:r>
                    </a:p>
                  </a:txBody>
                  <a:tcPr marL="76200" marR="76200" marT="76200" marB="76200">
                    <a:lnL>
                      <a:noFill/>
                    </a:lnL>
                    <a:lnR>
                      <a:noFill/>
                    </a:lnR>
                    <a:lnT w="9525" cap="flat" cmpd="sng" algn="ctr">
                      <a:solidFill>
                        <a:srgbClr val="E1E3E1"/>
                      </a:solidFill>
                      <a:prstDash val="solid"/>
                      <a:round/>
                      <a:headEnd type="none" w="med" len="med"/>
                      <a:tailEnd type="none" w="med" len="med"/>
                    </a:lnT>
                    <a:lnB w="9525" cap="flat" cmpd="sng" algn="ctr">
                      <a:solidFill>
                        <a:srgbClr val="E1E3E1"/>
                      </a:solidFill>
                      <a:prstDash val="solid"/>
                      <a:round/>
                      <a:headEnd type="none" w="med" len="med"/>
                      <a:tailEnd type="none" w="med" len="med"/>
                    </a:lnB>
                    <a:solidFill>
                      <a:srgbClr val="FFFFFF"/>
                    </a:solidFill>
                  </a:tcPr>
                </a:tc>
                <a:extLst>
                  <a:ext uri="{0D108BD9-81ED-4DB2-BD59-A6C34878D82A}">
                    <a16:rowId xmlns:a16="http://schemas.microsoft.com/office/drawing/2014/main" val="3698334154"/>
                  </a:ext>
                </a:extLst>
              </a:tr>
              <a:tr h="0">
                <a:tc>
                  <a:txBody>
                    <a:bodyPr/>
                    <a:lstStyle/>
                    <a:p>
                      <a:pPr algn="l" fontAlgn="t">
                        <a:buNone/>
                      </a:pPr>
                      <a:r>
                        <a:rPr lang="en-US" sz="1200" b="1">
                          <a:solidFill>
                            <a:srgbClr val="1F1F1F"/>
                          </a:solidFill>
                          <a:effectLst/>
                          <a:latin typeface="Arial"/>
                        </a:rPr>
                        <a:t>Predictive Engine</a:t>
                      </a:r>
                      <a:br>
                        <a:rPr lang="en-US" sz="1200" b="0">
                          <a:solidFill>
                            <a:srgbClr val="1F1F1F"/>
                          </a:solidFill>
                          <a:effectLst/>
                          <a:latin typeface="Arial"/>
                        </a:rPr>
                      </a:br>
                      <a:r>
                        <a:rPr lang="en-US" sz="1200">
                          <a:solidFill>
                            <a:srgbClr val="1F1F1F"/>
                          </a:solidFill>
                          <a:effectLst/>
                          <a:latin typeface="Arial"/>
                        </a:rPr>
                        <a:t>A central </a:t>
                      </a:r>
                      <a:r>
                        <a:rPr lang="en-US" sz="1200" b="0">
                          <a:solidFill>
                            <a:srgbClr val="1F1F1F"/>
                          </a:solidFill>
                          <a:effectLst/>
                          <a:latin typeface="Arial"/>
                        </a:rPr>
                        <a:t>"Forecaster"</a:t>
                      </a:r>
                      <a:r>
                        <a:rPr lang="en-US" sz="1200">
                          <a:solidFill>
                            <a:srgbClr val="1F1F1F"/>
                          </a:solidFill>
                          <a:effectLst/>
                          <a:latin typeface="Arial"/>
                        </a:rPr>
                        <a:t> uses this data to generate multiple forecast results using different algorithms.</a:t>
                      </a:r>
                    </a:p>
                  </a:txBody>
                  <a:tcPr marL="76200" marR="76200" marT="76200" marB="76200">
                    <a:lnL>
                      <a:noFill/>
                    </a:lnL>
                    <a:lnR>
                      <a:noFill/>
                    </a:lnR>
                    <a:lnT w="9525" cap="flat" cmpd="sng" algn="ctr">
                      <a:solidFill>
                        <a:srgbClr val="E1E3E1"/>
                      </a:solidFill>
                      <a:prstDash val="solid"/>
                      <a:round/>
                      <a:headEnd type="none" w="med" len="med"/>
                      <a:tailEnd type="none" w="med" len="med"/>
                    </a:lnT>
                    <a:lnB w="9525" cap="flat" cmpd="sng" algn="ctr">
                      <a:solidFill>
                        <a:srgbClr val="E1E3E1"/>
                      </a:solidFill>
                      <a:prstDash val="solid"/>
                      <a:round/>
                      <a:headEnd type="none" w="med" len="med"/>
                      <a:tailEnd type="none" w="med" len="med"/>
                    </a:lnB>
                    <a:solidFill>
                      <a:srgbClr val="FFFFFF"/>
                    </a:solidFill>
                  </a:tcPr>
                </a:tc>
                <a:tc>
                  <a:txBody>
                    <a:bodyPr/>
                    <a:lstStyle/>
                    <a:p>
                      <a:pPr algn="l" fontAlgn="t">
                        <a:buNone/>
                      </a:pPr>
                      <a:r>
                        <a:rPr lang="en-US" sz="1200" b="1">
                          <a:solidFill>
                            <a:srgbClr val="1F1F1F"/>
                          </a:solidFill>
                          <a:effectLst/>
                          <a:latin typeface="Arial"/>
                        </a:rPr>
                        <a:t>2. Automated Forecast Generation</a:t>
                      </a:r>
                      <a:br>
                        <a:rPr lang="en-US" sz="1200" b="0">
                          <a:solidFill>
                            <a:srgbClr val="1F1F1F"/>
                          </a:solidFill>
                          <a:effectLst/>
                          <a:latin typeface="Arial"/>
                        </a:rPr>
                      </a:br>
                      <a:r>
                        <a:rPr lang="en-US" sz="1200">
                          <a:solidFill>
                            <a:srgbClr val="1F1F1F"/>
                          </a:solidFill>
                          <a:effectLst/>
                          <a:latin typeface="Arial"/>
                        </a:rPr>
                        <a:t>The Forecaster runs its analysis and outputs several potential </a:t>
                      </a:r>
                      <a:r>
                        <a:rPr lang="en-US" sz="1200" b="0">
                          <a:solidFill>
                            <a:srgbClr val="1F1F1F"/>
                          </a:solidFill>
                          <a:effectLst/>
                          <a:latin typeface="Arial"/>
                        </a:rPr>
                        <a:t>Forecast Results</a:t>
                      </a:r>
                      <a:r>
                        <a:rPr lang="en-US" sz="1200">
                          <a:solidFill>
                            <a:srgbClr val="1F1F1F"/>
                          </a:solidFill>
                          <a:effectLst/>
                          <a:latin typeface="Arial"/>
                        </a:rPr>
                        <a:t>.</a:t>
                      </a:r>
                    </a:p>
                  </a:txBody>
                  <a:tcPr marL="76200" marR="76200" marT="76200" marB="76200">
                    <a:lnL>
                      <a:noFill/>
                    </a:lnL>
                    <a:lnR>
                      <a:noFill/>
                    </a:lnR>
                    <a:lnT w="9525" cap="flat" cmpd="sng" algn="ctr">
                      <a:solidFill>
                        <a:srgbClr val="E1E3E1"/>
                      </a:solidFill>
                      <a:prstDash val="solid"/>
                      <a:round/>
                      <a:headEnd type="none" w="med" len="med"/>
                      <a:tailEnd type="none" w="med" len="med"/>
                    </a:lnT>
                    <a:lnB w="9525" cap="flat" cmpd="sng" algn="ctr">
                      <a:solidFill>
                        <a:srgbClr val="E1E3E1"/>
                      </a:solidFill>
                      <a:prstDash val="solid"/>
                      <a:round/>
                      <a:headEnd type="none" w="med" len="med"/>
                      <a:tailEnd type="none" w="med" len="med"/>
                    </a:lnB>
                    <a:solidFill>
                      <a:srgbClr val="FFFFFF"/>
                    </a:solidFill>
                  </a:tcPr>
                </a:tc>
                <a:extLst>
                  <a:ext uri="{0D108BD9-81ED-4DB2-BD59-A6C34878D82A}">
                    <a16:rowId xmlns:a16="http://schemas.microsoft.com/office/drawing/2014/main" val="3156210094"/>
                  </a:ext>
                </a:extLst>
              </a:tr>
              <a:tr h="0">
                <a:tc>
                  <a:txBody>
                    <a:bodyPr/>
                    <a:lstStyle/>
                    <a:p>
                      <a:pPr algn="l" fontAlgn="t">
                        <a:buNone/>
                      </a:pPr>
                      <a:r>
                        <a:rPr lang="en-US" sz="1200" b="1">
                          <a:solidFill>
                            <a:srgbClr val="1F1F1F"/>
                          </a:solidFill>
                          <a:effectLst/>
                          <a:latin typeface="Arial"/>
                        </a:rPr>
                        <a:t>Human-in-the-Loop Validation</a:t>
                      </a:r>
                      <a:br>
                        <a:rPr lang="en-US" sz="1200" b="0">
                          <a:solidFill>
                            <a:srgbClr val="1F1F1F"/>
                          </a:solidFill>
                          <a:effectLst/>
                          <a:latin typeface="Arial"/>
                        </a:rPr>
                      </a:br>
                      <a:r>
                        <a:rPr lang="en-US" sz="1200" b="0">
                          <a:solidFill>
                            <a:srgbClr val="1F1F1F"/>
                          </a:solidFill>
                          <a:effectLst/>
                          <a:latin typeface="Arial"/>
                        </a:rPr>
                        <a:t>Sales Ops</a:t>
                      </a:r>
                      <a:r>
                        <a:rPr lang="en-US" sz="1200">
                          <a:solidFill>
                            <a:srgbClr val="1F1F1F"/>
                          </a:solidFill>
                          <a:effectLst/>
                          <a:latin typeface="Arial"/>
                        </a:rPr>
                        <a:t> applies expert judgment to the machine-generated outputs.</a:t>
                      </a:r>
                    </a:p>
                  </a:txBody>
                  <a:tcPr marL="76200" marR="76200" marT="76200" marB="76200">
                    <a:lnL>
                      <a:noFill/>
                    </a:lnL>
                    <a:lnR>
                      <a:noFill/>
                    </a:lnR>
                    <a:lnT w="9525" cap="flat" cmpd="sng" algn="ctr">
                      <a:solidFill>
                        <a:srgbClr val="E1E3E1"/>
                      </a:solidFill>
                      <a:prstDash val="solid"/>
                      <a:round/>
                      <a:headEnd type="none" w="med" len="med"/>
                      <a:tailEnd type="none" w="med" len="med"/>
                    </a:lnT>
                    <a:lnB w="9525" cap="flat" cmpd="sng" algn="ctr">
                      <a:solidFill>
                        <a:srgbClr val="E1E3E1"/>
                      </a:solidFill>
                      <a:prstDash val="solid"/>
                      <a:round/>
                      <a:headEnd type="none" w="med" len="med"/>
                      <a:tailEnd type="none" w="med" len="med"/>
                    </a:lnB>
                    <a:solidFill>
                      <a:srgbClr val="FFFFFF"/>
                    </a:solidFill>
                  </a:tcPr>
                </a:tc>
                <a:tc>
                  <a:txBody>
                    <a:bodyPr/>
                    <a:lstStyle/>
                    <a:p>
                      <a:pPr algn="l" fontAlgn="t">
                        <a:buNone/>
                      </a:pPr>
                      <a:r>
                        <a:rPr lang="en-US" sz="1200" b="1">
                          <a:solidFill>
                            <a:srgbClr val="1F1F1F"/>
                          </a:solidFill>
                          <a:effectLst/>
                          <a:latin typeface="Arial"/>
                        </a:rPr>
                        <a:t>3. Sales Ops Review &amp; Validation</a:t>
                      </a:r>
                      <a:br>
                        <a:rPr lang="en-US" sz="1200" b="0">
                          <a:solidFill>
                            <a:srgbClr val="1F1F1F"/>
                          </a:solidFill>
                          <a:effectLst/>
                          <a:latin typeface="Arial"/>
                        </a:rPr>
                      </a:br>
                      <a:r>
                        <a:rPr lang="en-US" sz="1200">
                          <a:solidFill>
                            <a:srgbClr val="1F1F1F"/>
                          </a:solidFill>
                          <a:effectLst/>
                          <a:latin typeface="Arial"/>
                        </a:rPr>
                        <a:t>The Sales Ops team reviews the suggested algorithms and their associated </a:t>
                      </a:r>
                      <a:r>
                        <a:rPr lang="en-US" sz="1200" b="0">
                          <a:solidFill>
                            <a:srgbClr val="1F1F1F"/>
                          </a:solidFill>
                          <a:effectLst/>
                          <a:latin typeface="Arial"/>
                        </a:rPr>
                        <a:t>confidence levels</a:t>
                      </a:r>
                      <a:r>
                        <a:rPr lang="en-US" sz="1200">
                          <a:solidFill>
                            <a:srgbClr val="1F1F1F"/>
                          </a:solidFill>
                          <a:effectLst/>
                          <a:latin typeface="Arial"/>
                        </a:rPr>
                        <a:t>.</a:t>
                      </a:r>
                    </a:p>
                  </a:txBody>
                  <a:tcPr marL="76200" marR="76200" marT="76200" marB="76200">
                    <a:lnL>
                      <a:noFill/>
                    </a:lnL>
                    <a:lnR>
                      <a:noFill/>
                    </a:lnR>
                    <a:lnT w="9525" cap="flat" cmpd="sng" algn="ctr">
                      <a:solidFill>
                        <a:srgbClr val="E1E3E1"/>
                      </a:solidFill>
                      <a:prstDash val="solid"/>
                      <a:round/>
                      <a:headEnd type="none" w="med" len="med"/>
                      <a:tailEnd type="none" w="med" len="med"/>
                    </a:lnT>
                    <a:lnB w="9525" cap="flat" cmpd="sng" algn="ctr">
                      <a:solidFill>
                        <a:srgbClr val="E1E3E1"/>
                      </a:solidFill>
                      <a:prstDash val="solid"/>
                      <a:round/>
                      <a:headEnd type="none" w="med" len="med"/>
                      <a:tailEnd type="none" w="med" len="med"/>
                    </a:lnB>
                    <a:solidFill>
                      <a:srgbClr val="FFFFFF"/>
                    </a:solidFill>
                  </a:tcPr>
                </a:tc>
                <a:extLst>
                  <a:ext uri="{0D108BD9-81ED-4DB2-BD59-A6C34878D82A}">
                    <a16:rowId xmlns:a16="http://schemas.microsoft.com/office/drawing/2014/main" val="3302143840"/>
                  </a:ext>
                </a:extLst>
              </a:tr>
              <a:tr h="0">
                <a:tc>
                  <a:txBody>
                    <a:bodyPr/>
                    <a:lstStyle/>
                    <a:p>
                      <a:pPr algn="l" fontAlgn="t">
                        <a:buNone/>
                      </a:pPr>
                      <a:r>
                        <a:rPr lang="en-US" sz="1200" b="1">
                          <a:solidFill>
                            <a:srgbClr val="1F1F1F"/>
                          </a:solidFill>
                          <a:effectLst/>
                          <a:latin typeface="Arial"/>
                        </a:rPr>
                        <a:t>Final Prediction Dashboards</a:t>
                      </a:r>
                      <a:br>
                        <a:rPr lang="en-US" sz="1200" b="0">
                          <a:solidFill>
                            <a:srgbClr val="1F1F1F"/>
                          </a:solidFill>
                          <a:effectLst/>
                          <a:latin typeface="Arial"/>
                        </a:rPr>
                      </a:br>
                      <a:r>
                        <a:rPr lang="en-US" sz="1200">
                          <a:solidFill>
                            <a:srgbClr val="1F1F1F"/>
                          </a:solidFill>
                          <a:effectLst/>
                          <a:latin typeface="Arial"/>
                        </a:rPr>
                        <a:t>Produces the final, authoritative forecast in an </a:t>
                      </a:r>
                      <a:r>
                        <a:rPr lang="en-US" sz="1200" b="0">
                          <a:solidFill>
                            <a:srgbClr val="1F1F1F"/>
                          </a:solidFill>
                          <a:effectLst/>
                          <a:latin typeface="Arial"/>
                        </a:rPr>
                        <a:t>Anaplan Prediction Dashboard</a:t>
                      </a:r>
                      <a:r>
                        <a:rPr lang="en-US" sz="1200">
                          <a:solidFill>
                            <a:srgbClr val="1F1F1F"/>
                          </a:solidFill>
                          <a:effectLst/>
                          <a:latin typeface="Arial"/>
                        </a:rPr>
                        <a:t>.</a:t>
                      </a:r>
                    </a:p>
                  </a:txBody>
                  <a:tcPr marL="76200" marR="76200" marT="76200" marB="76200">
                    <a:lnL>
                      <a:noFill/>
                    </a:lnL>
                    <a:lnR>
                      <a:noFill/>
                    </a:lnR>
                    <a:lnT w="9525" cap="flat" cmpd="sng" algn="ctr">
                      <a:solidFill>
                        <a:srgbClr val="E1E3E1"/>
                      </a:solidFill>
                      <a:prstDash val="solid"/>
                      <a:round/>
                      <a:headEnd type="none" w="med" len="med"/>
                      <a:tailEnd type="none" w="med" len="med"/>
                    </a:lnT>
                    <a:lnB>
                      <a:noFill/>
                    </a:lnB>
                    <a:solidFill>
                      <a:srgbClr val="FFFFFF"/>
                    </a:solidFill>
                  </a:tcPr>
                </a:tc>
                <a:tc>
                  <a:txBody>
                    <a:bodyPr/>
                    <a:lstStyle/>
                    <a:p>
                      <a:pPr algn="l" fontAlgn="t">
                        <a:buNone/>
                      </a:pPr>
                      <a:r>
                        <a:rPr lang="en-US" sz="1200" b="1">
                          <a:solidFill>
                            <a:srgbClr val="1F1F1F"/>
                          </a:solidFill>
                          <a:effectLst/>
                          <a:latin typeface="Arial"/>
                        </a:rPr>
                        <a:t>4. Override or Approve</a:t>
                      </a:r>
                      <a:br>
                        <a:rPr lang="en-US" sz="1200" b="0">
                          <a:solidFill>
                            <a:srgbClr val="1F1F1F"/>
                          </a:solidFill>
                          <a:effectLst/>
                          <a:latin typeface="Arial"/>
                        </a:rPr>
                      </a:br>
                      <a:r>
                        <a:rPr lang="en-US" sz="1200">
                          <a:solidFill>
                            <a:srgbClr val="1F1F1F"/>
                          </a:solidFill>
                          <a:effectLst/>
                          <a:latin typeface="Arial"/>
                        </a:rPr>
                        <a:t>If needed, Sales Ops can </a:t>
                      </a:r>
                      <a:r>
                        <a:rPr lang="en-US" sz="1200" b="0">
                          <a:solidFill>
                            <a:srgbClr val="1F1F1F"/>
                          </a:solidFill>
                          <a:effectLst/>
                          <a:latin typeface="Arial"/>
                        </a:rPr>
                        <a:t>override</a:t>
                      </a:r>
                      <a:r>
                        <a:rPr lang="en-US" sz="1200">
                          <a:solidFill>
                            <a:srgbClr val="1F1F1F"/>
                          </a:solidFill>
                          <a:effectLst/>
                          <a:latin typeface="Arial"/>
                        </a:rPr>
                        <a:t> the system's choice and publish an adjusted forecast. The final, validated prediction is then published for use in downstream planning.</a:t>
                      </a:r>
                    </a:p>
                  </a:txBody>
                  <a:tcPr marL="76200" marR="76200" marT="76200" marB="76200">
                    <a:lnL>
                      <a:noFill/>
                    </a:lnL>
                    <a:lnR>
                      <a:noFill/>
                    </a:lnR>
                    <a:lnT w="9525" cap="flat" cmpd="sng" algn="ctr">
                      <a:solidFill>
                        <a:srgbClr val="E1E3E1"/>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1096744833"/>
                  </a:ext>
                </a:extLst>
              </a:tr>
            </a:tbl>
          </a:graphicData>
        </a:graphic>
      </p:graphicFrame>
    </p:spTree>
    <p:extLst>
      <p:ext uri="{BB962C8B-B14F-4D97-AF65-F5344CB8AC3E}">
        <p14:creationId xmlns:p14="http://schemas.microsoft.com/office/powerpoint/2010/main" val="36924633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7250A-B6AB-24B4-20DB-FC863481E9CB}"/>
              </a:ext>
            </a:extLst>
          </p:cNvPr>
          <p:cNvSpPr>
            <a:spLocks noGrp="1"/>
          </p:cNvSpPr>
          <p:nvPr>
            <p:ph type="title"/>
          </p:nvPr>
        </p:nvSpPr>
        <p:spPr/>
        <p:txBody>
          <a:bodyPr lIns="0" tIns="45720" rIns="0" bIns="45720" anchor="t"/>
          <a:lstStyle/>
          <a:p>
            <a:r>
              <a:rPr lang="en-US">
                <a:solidFill>
                  <a:schemeClr val="tx1"/>
                </a:solidFill>
                <a:latin typeface="Arial"/>
                <a:ea typeface="Verdana"/>
                <a:cs typeface="Arial"/>
              </a:rPr>
              <a:t>Integration</a:t>
            </a:r>
            <a:endParaRPr lang="en-US">
              <a:solidFill>
                <a:schemeClr val="tx1"/>
              </a:solidFill>
            </a:endParaRPr>
          </a:p>
        </p:txBody>
      </p:sp>
      <p:sp>
        <p:nvSpPr>
          <p:cNvPr id="3" name="Content Placeholder 2">
            <a:extLst>
              <a:ext uri="{FF2B5EF4-FFF2-40B4-BE49-F238E27FC236}">
                <a16:creationId xmlns:a16="http://schemas.microsoft.com/office/drawing/2014/main" id="{40331DA7-E001-8A47-A872-C90633318D0E}"/>
              </a:ext>
            </a:extLst>
          </p:cNvPr>
          <p:cNvSpPr>
            <a:spLocks noGrp="1"/>
          </p:cNvSpPr>
          <p:nvPr>
            <p:ph idx="1"/>
          </p:nvPr>
        </p:nvSpPr>
        <p:spPr/>
        <p:txBody>
          <a:bodyPr lIns="0" tIns="45720" rIns="0" bIns="45720" anchor="t"/>
          <a:lstStyle/>
          <a:p>
            <a:pPr marL="0" indent="0">
              <a:buNone/>
            </a:pPr>
            <a:r>
              <a:rPr lang="en-US" sz="1400" b="1" dirty="0">
                <a:solidFill>
                  <a:srgbClr val="1F1F1F"/>
                </a:solidFill>
                <a:highlight>
                  <a:srgbClr val="FFFFFF"/>
                </a:highlight>
                <a:latin typeface="Arial"/>
                <a:ea typeface="Verdana"/>
                <a:cs typeface="Arial"/>
              </a:rPr>
              <a:t>The Connector:</a:t>
            </a:r>
            <a:endParaRPr lang="en-US" sz="1400" b="1" dirty="0">
              <a:latin typeface="Arial"/>
              <a:ea typeface="Verdana"/>
              <a:cs typeface="Arial"/>
            </a:endParaRPr>
          </a:p>
          <a:p>
            <a:pPr marL="232410" indent="-232410"/>
            <a:r>
              <a:rPr lang="en-US" sz="1200" dirty="0">
                <a:solidFill>
                  <a:srgbClr val="1F1F1F"/>
                </a:solidFill>
                <a:highlight>
                  <a:srgbClr val="FFFFFF"/>
                </a:highlight>
                <a:latin typeface="Arial"/>
                <a:ea typeface="Verdana"/>
                <a:cs typeface="Arial"/>
              </a:rPr>
              <a:t>The Anaplan for Salesforce Connector is an application installed directly into Salesforce. It provides a user interface for administrators to precisely control the integration.</a:t>
            </a:r>
            <a:endParaRPr lang="en-US" dirty="0">
              <a:latin typeface="Arial"/>
              <a:ea typeface="Verdana"/>
              <a:cs typeface="Arial"/>
            </a:endParaRPr>
          </a:p>
          <a:p>
            <a:pPr marL="232410" indent="-232410"/>
            <a:r>
              <a:rPr lang="en-US" sz="1200" dirty="0">
                <a:solidFill>
                  <a:srgbClr val="1F1F1F"/>
                </a:solidFill>
                <a:highlight>
                  <a:srgbClr val="FFFFFF"/>
                </a:highlight>
                <a:latin typeface="Arial"/>
                <a:ea typeface="Verdana"/>
                <a:cs typeface="Arial"/>
              </a:rPr>
              <a:t>It allows for the mapping of Salesforce Objects (</a:t>
            </a:r>
            <a:r>
              <a:rPr lang="en-US" sz="1200" dirty="0">
                <a:solidFill>
                  <a:srgbClr val="1F1F1F"/>
                </a:solidFill>
                <a:highlight>
                  <a:srgbClr val="F0F4F9"/>
                </a:highlight>
                <a:latin typeface="Consolas"/>
                <a:ea typeface="Verdana"/>
                <a:cs typeface="Arial"/>
              </a:rPr>
              <a:t>Opportunity</a:t>
            </a:r>
            <a:r>
              <a:rPr lang="en-US" sz="1200" dirty="0">
                <a:solidFill>
                  <a:srgbClr val="1F1F1F"/>
                </a:solidFill>
                <a:highlight>
                  <a:srgbClr val="FFFFFF"/>
                </a:highlight>
                <a:latin typeface="Arial"/>
                <a:ea typeface="Verdana"/>
                <a:cs typeface="Arial"/>
              </a:rPr>
              <a:t>) and their fields to the corresponding Anaplan model, lists, and line items.</a:t>
            </a:r>
            <a:endParaRPr lang="en-US" sz="1200" dirty="0">
              <a:highlight>
                <a:srgbClr val="FFFFFF"/>
              </a:highlight>
              <a:latin typeface="Arial"/>
              <a:ea typeface="Verdana"/>
              <a:cs typeface="Arial"/>
            </a:endParaRPr>
          </a:p>
          <a:p>
            <a:pPr marL="232410" indent="-232410"/>
            <a:r>
              <a:rPr lang="en-US" sz="1200" dirty="0">
                <a:solidFill>
                  <a:srgbClr val="1F1F1F"/>
                </a:solidFill>
                <a:highlight>
                  <a:srgbClr val="FFFFFF"/>
                </a:highlight>
                <a:latin typeface="Arial"/>
                <a:ea typeface="Verdana"/>
                <a:cs typeface="Arial"/>
              </a:rPr>
              <a:t>NNACV, Forecast Category and Close Date gets updates from Anaplan to Salesforce directly via the SFDC Connector. Likewise, the change flows back into Anaplan Data Module via Salesforce. </a:t>
            </a:r>
            <a:endParaRPr lang="en-US" sz="2100" dirty="0">
              <a:latin typeface="Arial"/>
              <a:ea typeface="Verdana"/>
              <a:cs typeface="Arial"/>
            </a:endParaRPr>
          </a:p>
          <a:p>
            <a:pPr marL="232410" indent="-232410"/>
            <a:endParaRPr lang="en-US" sz="1200">
              <a:solidFill>
                <a:srgbClr val="1F1F1F"/>
              </a:solidFill>
              <a:highlight>
                <a:srgbClr val="FFFFFF"/>
              </a:highlight>
            </a:endParaRPr>
          </a:p>
          <a:p>
            <a:pPr marL="0" indent="0">
              <a:buNone/>
            </a:pPr>
            <a:r>
              <a:rPr lang="en-US" sz="1400" b="1" dirty="0">
                <a:solidFill>
                  <a:srgbClr val="1F1F1F"/>
                </a:solidFill>
                <a:highlight>
                  <a:srgbClr val="FFFFFF"/>
                </a:highlight>
                <a:latin typeface="Arial"/>
                <a:ea typeface="Verdana"/>
                <a:cs typeface="Arial"/>
              </a:rPr>
              <a:t>Anaplan Data </a:t>
            </a:r>
            <a:r>
              <a:rPr lang="en-US" sz="1400" b="1" dirty="0">
                <a:solidFill>
                  <a:schemeClr val="tx1"/>
                </a:solidFill>
                <a:latin typeface="Arial"/>
                <a:ea typeface="Verdana"/>
                <a:cs typeface="Arial"/>
              </a:rPr>
              <a:t>Orchestrator (ADO)</a:t>
            </a:r>
            <a:endParaRPr lang="en-US" sz="1400" b="1" dirty="0">
              <a:solidFill>
                <a:schemeClr val="tx1"/>
              </a:solidFill>
              <a:highlight>
                <a:srgbClr val="FFFFFF"/>
              </a:highlight>
              <a:latin typeface="Arial"/>
              <a:ea typeface="Verdana"/>
              <a:cs typeface="Arial"/>
            </a:endParaRPr>
          </a:p>
          <a:p>
            <a:pPr marL="232410" indent="-232410"/>
            <a:r>
              <a:rPr lang="en-US" sz="1200" dirty="0">
                <a:solidFill>
                  <a:srgbClr val="242D48"/>
                </a:solidFill>
                <a:highlight>
                  <a:srgbClr val="FFFFFF"/>
                </a:highlight>
                <a:latin typeface="Arial"/>
                <a:ea typeface="Verdana"/>
                <a:cs typeface="Arial"/>
              </a:rPr>
              <a:t>Data Orchestrator is a data integration feature on Anaplan. It enables integration administrators to import, transform, and load data into Anaplan models.</a:t>
            </a:r>
            <a:endParaRPr lang="en-US" sz="1400" b="1" dirty="0">
              <a:solidFill>
                <a:srgbClr val="0A2F46"/>
              </a:solidFill>
              <a:highlight>
                <a:srgbClr val="FFFFFF"/>
              </a:highlight>
              <a:latin typeface="Arial"/>
              <a:ea typeface="Verdana"/>
              <a:cs typeface="Arial"/>
            </a:endParaRPr>
          </a:p>
          <a:p>
            <a:pPr marL="232410" indent="-232410"/>
            <a:r>
              <a:rPr lang="en-US" sz="1200" dirty="0">
                <a:solidFill>
                  <a:srgbClr val="242D48"/>
                </a:solidFill>
                <a:highlight>
                  <a:srgbClr val="FFFFFF"/>
                </a:highlight>
                <a:latin typeface="Arial"/>
                <a:ea typeface="Verdana"/>
                <a:cs typeface="Arial"/>
              </a:rPr>
              <a:t>ADO is compatible with external source systems with following </a:t>
            </a:r>
            <a:r>
              <a:rPr lang="en-US" sz="1200" dirty="0">
                <a:solidFill>
                  <a:srgbClr val="3C67EA"/>
                </a:solidFill>
                <a:highlight>
                  <a:srgbClr val="FFFFFF"/>
                </a:highlight>
                <a:latin typeface="Arial"/>
                <a:ea typeface="Verdana"/>
                <a:cs typeface="Arial"/>
                <a:hlinkClick r:id="rId2"/>
              </a:rPr>
              <a:t>connectors</a:t>
            </a:r>
            <a:r>
              <a:rPr lang="en-US" sz="1200" dirty="0">
                <a:solidFill>
                  <a:srgbClr val="242D48"/>
                </a:solidFill>
                <a:highlight>
                  <a:srgbClr val="FFFFFF"/>
                </a:highlight>
                <a:latin typeface="Arial"/>
                <a:ea typeface="Verdana"/>
                <a:cs typeface="Arial"/>
              </a:rPr>
              <a:t>.</a:t>
            </a:r>
            <a:endParaRPr lang="en-US" sz="1400" b="1" dirty="0">
              <a:solidFill>
                <a:srgbClr val="0A2F46"/>
              </a:solidFill>
              <a:highlight>
                <a:srgbClr val="FFFFFF"/>
              </a:highlight>
              <a:latin typeface="Arial"/>
              <a:ea typeface="Verdana"/>
              <a:cs typeface="Arial"/>
            </a:endParaRPr>
          </a:p>
          <a:p>
            <a:pPr marL="232410" indent="-232410"/>
            <a:r>
              <a:rPr lang="en-US" sz="1200" dirty="0">
                <a:solidFill>
                  <a:schemeClr val="tx1"/>
                </a:solidFill>
                <a:latin typeface="Arial"/>
                <a:ea typeface="Verdana"/>
                <a:cs typeface="Arial"/>
              </a:rPr>
              <a:t>Load the data into Anaplan via ADO by connecting it to external source systems or by local csv files.</a:t>
            </a:r>
            <a:br>
              <a:rPr lang="en-US" sz="1200" dirty="0">
                <a:highlight>
                  <a:srgbClr val="FFFFFF"/>
                </a:highlight>
                <a:latin typeface="Arial"/>
                <a:ea typeface="Verdana"/>
                <a:cs typeface="Arial"/>
              </a:rPr>
            </a:br>
            <a:endParaRPr lang="en-US" sz="1200">
              <a:solidFill>
                <a:srgbClr val="1F1F1F"/>
              </a:solidFill>
              <a:highlight>
                <a:srgbClr val="FFFFFF"/>
              </a:highlight>
            </a:endParaRPr>
          </a:p>
          <a:p>
            <a:pPr marL="232410" indent="-232410"/>
            <a:endParaRPr lang="en-US" sz="1200">
              <a:solidFill>
                <a:srgbClr val="1F1F1F"/>
              </a:solidFill>
              <a:highlight>
                <a:srgbClr val="FFFFFF"/>
              </a:highlight>
            </a:endParaRPr>
          </a:p>
          <a:p>
            <a:pPr marL="232410" indent="-232410"/>
            <a:endParaRPr lang="en-US" sz="2100"/>
          </a:p>
        </p:txBody>
      </p:sp>
    </p:spTree>
    <p:extLst>
      <p:ext uri="{BB962C8B-B14F-4D97-AF65-F5344CB8AC3E}">
        <p14:creationId xmlns:p14="http://schemas.microsoft.com/office/powerpoint/2010/main" val="31824007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B07B40-BFD5-8E44-F978-19148017DB76}"/>
              </a:ext>
            </a:extLst>
          </p:cNvPr>
          <p:cNvSpPr>
            <a:spLocks noGrp="1"/>
          </p:cNvSpPr>
          <p:nvPr>
            <p:ph type="title"/>
          </p:nvPr>
        </p:nvSpPr>
        <p:spPr/>
        <p:txBody>
          <a:bodyPr lIns="0" tIns="45720" rIns="0" bIns="45720" anchor="t"/>
          <a:lstStyle/>
          <a:p>
            <a:r>
              <a:rPr lang="en-US" dirty="0">
                <a:solidFill>
                  <a:schemeClr val="bg2">
                    <a:lumMod val="10000"/>
                  </a:schemeClr>
                </a:solidFill>
                <a:latin typeface="Arial"/>
                <a:ea typeface="Verdana"/>
                <a:cs typeface="Arial"/>
              </a:rPr>
              <a:t>Pipeline Hygiene</a:t>
            </a:r>
            <a:endParaRPr lang="en-US" dirty="0">
              <a:solidFill>
                <a:schemeClr val="bg2">
                  <a:lumMod val="10000"/>
                </a:schemeClr>
              </a:solidFill>
            </a:endParaRPr>
          </a:p>
        </p:txBody>
      </p:sp>
      <p:sp>
        <p:nvSpPr>
          <p:cNvPr id="3" name="Content Placeholder 2">
            <a:extLst>
              <a:ext uri="{FF2B5EF4-FFF2-40B4-BE49-F238E27FC236}">
                <a16:creationId xmlns:a16="http://schemas.microsoft.com/office/drawing/2014/main" id="{AFB5331B-04DE-48C9-9300-3B0487E252AC}"/>
              </a:ext>
            </a:extLst>
          </p:cNvPr>
          <p:cNvSpPr>
            <a:spLocks noGrp="1"/>
          </p:cNvSpPr>
          <p:nvPr>
            <p:ph idx="1"/>
          </p:nvPr>
        </p:nvSpPr>
        <p:spPr/>
        <p:txBody>
          <a:bodyPr lIns="0" tIns="45720" rIns="0" bIns="45720" anchor="t"/>
          <a:lstStyle/>
          <a:p>
            <a:pPr marL="0" indent="0">
              <a:buNone/>
            </a:pPr>
            <a:r>
              <a:rPr lang="en-US" sz="1200" dirty="0">
                <a:solidFill>
                  <a:srgbClr val="1F1F1F"/>
                </a:solidFill>
                <a:highlight>
                  <a:srgbClr val="FFFFFF"/>
                </a:highlight>
              </a:rPr>
              <a:t>Objective: To highlight the opportunities that do not comply with company sales process rules and require immediate attention to ensure a clean, accurate, and reliable sales pipeline.</a:t>
            </a:r>
          </a:p>
          <a:p>
            <a:pPr marL="0" indent="0">
              <a:buNone/>
            </a:pPr>
            <a:endParaRPr lang="en-US" sz="1200" dirty="0">
              <a:solidFill>
                <a:srgbClr val="1F1F1F"/>
              </a:solidFill>
              <a:highlight>
                <a:srgbClr val="FFFFFF"/>
              </a:highlight>
            </a:endParaRPr>
          </a:p>
        </p:txBody>
      </p:sp>
      <p:graphicFrame>
        <p:nvGraphicFramePr>
          <p:cNvPr id="5" name="Table 4">
            <a:extLst>
              <a:ext uri="{FF2B5EF4-FFF2-40B4-BE49-F238E27FC236}">
                <a16:creationId xmlns:a16="http://schemas.microsoft.com/office/drawing/2014/main" id="{9601A4D2-F482-35A7-EFC7-7DDE57FD3B96}"/>
              </a:ext>
            </a:extLst>
          </p:cNvPr>
          <p:cNvGraphicFramePr>
            <a:graphicFrameLocks noGrp="1"/>
          </p:cNvGraphicFramePr>
          <p:nvPr>
            <p:extLst>
              <p:ext uri="{D42A27DB-BD31-4B8C-83A1-F6EECF244321}">
                <p14:modId xmlns:p14="http://schemas.microsoft.com/office/powerpoint/2010/main" val="1219901267"/>
              </p:ext>
            </p:extLst>
          </p:nvPr>
        </p:nvGraphicFramePr>
        <p:xfrm>
          <a:off x="613442" y="1883405"/>
          <a:ext cx="10715378" cy="2810163"/>
        </p:xfrm>
        <a:graphic>
          <a:graphicData uri="http://schemas.openxmlformats.org/drawingml/2006/table">
            <a:tbl>
              <a:tblPr bandRow="1">
                <a:tableStyleId>{5C22544A-7EE6-4342-B048-85BDC9FD1C3A}</a:tableStyleId>
              </a:tblPr>
              <a:tblGrid>
                <a:gridCol w="5357689">
                  <a:extLst>
                    <a:ext uri="{9D8B030D-6E8A-4147-A177-3AD203B41FA5}">
                      <a16:colId xmlns:a16="http://schemas.microsoft.com/office/drawing/2014/main" val="651015463"/>
                    </a:ext>
                  </a:extLst>
                </a:gridCol>
                <a:gridCol w="5357689">
                  <a:extLst>
                    <a:ext uri="{9D8B030D-6E8A-4147-A177-3AD203B41FA5}">
                      <a16:colId xmlns:a16="http://schemas.microsoft.com/office/drawing/2014/main" val="2754412005"/>
                    </a:ext>
                  </a:extLst>
                </a:gridCol>
              </a:tblGrid>
              <a:tr h="357909">
                <a:tc>
                  <a:txBody>
                    <a:bodyPr/>
                    <a:lstStyle/>
                    <a:p>
                      <a:pPr algn="l" fontAlgn="t">
                        <a:buNone/>
                      </a:pPr>
                      <a:r>
                        <a:rPr lang="en-US" sz="1400" dirty="0">
                          <a:solidFill>
                            <a:schemeClr val="bg2">
                              <a:lumMod val="10000"/>
                            </a:schemeClr>
                          </a:solidFill>
                          <a:latin typeface="Arial"/>
                        </a:rPr>
                        <a:t>Key Data Quality Issues Highlighted</a:t>
                      </a:r>
                    </a:p>
                  </a:txBody>
                  <a:tcPr marL="76200" marR="76200" marT="76200" marB="76200">
                    <a:lnL>
                      <a:noFill/>
                    </a:lnL>
                    <a:lnR>
                      <a:noFill/>
                    </a:lnR>
                    <a:lnT>
                      <a:noFill/>
                    </a:lnT>
                    <a:lnB w="9525" cap="flat" cmpd="sng" algn="ctr">
                      <a:solidFill>
                        <a:srgbClr val="E1E3E1"/>
                      </a:solidFill>
                      <a:prstDash val="solid"/>
                      <a:round/>
                      <a:headEnd type="none" w="med" len="med"/>
                      <a:tailEnd type="none" w="med" len="med"/>
                    </a:lnB>
                    <a:solidFill>
                      <a:srgbClr val="FFFFFF"/>
                    </a:solidFill>
                  </a:tcPr>
                </a:tc>
                <a:tc>
                  <a:txBody>
                    <a:bodyPr/>
                    <a:lstStyle/>
                    <a:p>
                      <a:pPr algn="l" fontAlgn="t">
                        <a:buNone/>
                      </a:pPr>
                      <a:r>
                        <a:rPr lang="en-US" sz="1400" dirty="0">
                          <a:solidFill>
                            <a:schemeClr val="bg2">
                              <a:lumMod val="10000"/>
                            </a:schemeClr>
                          </a:solidFill>
                          <a:latin typeface="Arial"/>
                        </a:rPr>
                        <a:t>User Workflow &amp; Actions</a:t>
                      </a:r>
                    </a:p>
                  </a:txBody>
                  <a:tcPr marL="76200" marR="76200" marT="76200" marB="76200">
                    <a:lnL>
                      <a:noFill/>
                    </a:lnL>
                    <a:lnR>
                      <a:noFill/>
                    </a:lnR>
                    <a:lnT>
                      <a:noFill/>
                    </a:lnT>
                    <a:lnB w="9525" cap="flat" cmpd="sng" algn="ctr">
                      <a:solidFill>
                        <a:srgbClr val="E1E3E1"/>
                      </a:solidFill>
                      <a:prstDash val="solid"/>
                      <a:round/>
                      <a:headEnd type="none" w="med" len="med"/>
                      <a:tailEnd type="none" w="med" len="med"/>
                    </a:lnB>
                    <a:solidFill>
                      <a:srgbClr val="FFFFFF"/>
                    </a:solidFill>
                  </a:tcPr>
                </a:tc>
                <a:extLst>
                  <a:ext uri="{0D108BD9-81ED-4DB2-BD59-A6C34878D82A}">
                    <a16:rowId xmlns:a16="http://schemas.microsoft.com/office/drawing/2014/main" val="1555055285"/>
                  </a:ext>
                </a:extLst>
              </a:tr>
              <a:tr h="0">
                <a:tc>
                  <a:txBody>
                    <a:bodyPr/>
                    <a:lstStyle/>
                    <a:p>
                      <a:pPr algn="l" fontAlgn="t">
                        <a:buNone/>
                      </a:pPr>
                      <a:r>
                        <a:rPr lang="en-US" sz="1400" dirty="0">
                          <a:solidFill>
                            <a:schemeClr val="bg2">
                              <a:lumMod val="10000"/>
                            </a:schemeClr>
                          </a:solidFill>
                          <a:latin typeface="Arial"/>
                        </a:rPr>
                        <a:t>Stalled &amp; Aging Deals</a:t>
                      </a:r>
                      <a:br>
                        <a:rPr lang="en-US" sz="1400" dirty="0">
                          <a:solidFill>
                            <a:schemeClr val="bg2">
                              <a:lumMod val="10000"/>
                            </a:schemeClr>
                          </a:solidFill>
                          <a:latin typeface="Arial"/>
                        </a:rPr>
                      </a:br>
                      <a:r>
                        <a:rPr lang="en-US" sz="1200" dirty="0">
                          <a:solidFill>
                            <a:schemeClr val="bg2">
                              <a:lumMod val="10000"/>
                            </a:schemeClr>
                          </a:solidFill>
                          <a:latin typeface="Arial"/>
                        </a:rPr>
                        <a:t>Flags opportunities that have remained in the same stage for too long without meaningful activity.</a:t>
                      </a:r>
                    </a:p>
                  </a:txBody>
                  <a:tcPr marL="76200" marR="76200" marT="76200" marB="76200">
                    <a:lnL>
                      <a:noFill/>
                    </a:lnL>
                    <a:lnR>
                      <a:noFill/>
                    </a:lnR>
                    <a:lnT w="9525" cap="flat" cmpd="sng" algn="ctr">
                      <a:solidFill>
                        <a:srgbClr val="E1E3E1"/>
                      </a:solidFill>
                      <a:prstDash val="solid"/>
                      <a:round/>
                      <a:headEnd type="none" w="med" len="med"/>
                      <a:tailEnd type="none" w="med" len="med"/>
                    </a:lnT>
                    <a:lnB w="9525" cap="flat" cmpd="sng" algn="ctr">
                      <a:solidFill>
                        <a:srgbClr val="E1E3E1"/>
                      </a:solidFill>
                      <a:prstDash val="solid"/>
                      <a:round/>
                      <a:headEnd type="none" w="med" len="med"/>
                      <a:tailEnd type="none" w="med" len="med"/>
                    </a:lnB>
                    <a:solidFill>
                      <a:srgbClr val="FFFFFF"/>
                    </a:solidFill>
                  </a:tcPr>
                </a:tc>
                <a:tc>
                  <a:txBody>
                    <a:bodyPr/>
                    <a:lstStyle/>
                    <a:p>
                      <a:pPr algn="l" fontAlgn="t">
                        <a:buNone/>
                      </a:pPr>
                      <a:r>
                        <a:rPr lang="en-US" sz="1400" dirty="0">
                          <a:solidFill>
                            <a:schemeClr val="bg2">
                              <a:lumMod val="10000"/>
                            </a:schemeClr>
                          </a:solidFill>
                          <a:latin typeface="Arial"/>
                        </a:rPr>
                        <a:t>1. Review Non-Compliant Deals</a:t>
                      </a:r>
                      <a:br>
                        <a:rPr lang="en-US" sz="1400" dirty="0">
                          <a:solidFill>
                            <a:schemeClr val="bg2">
                              <a:lumMod val="10000"/>
                            </a:schemeClr>
                          </a:solidFill>
                          <a:latin typeface="Arial"/>
                        </a:rPr>
                      </a:br>
                      <a:r>
                        <a:rPr lang="en-US" sz="1200" dirty="0">
                          <a:solidFill>
                            <a:schemeClr val="bg2">
                              <a:lumMod val="10000"/>
                            </a:schemeClr>
                          </a:solidFill>
                          <a:latin typeface="Arial"/>
                        </a:rPr>
                        <a:t>The dashboard surfaces a clear, actionable list of all opportunities that violate established data quality or sales process rules.</a:t>
                      </a:r>
                    </a:p>
                  </a:txBody>
                  <a:tcPr marL="76200" marR="76200" marT="76200" marB="76200">
                    <a:lnL>
                      <a:noFill/>
                    </a:lnL>
                    <a:lnR>
                      <a:noFill/>
                    </a:lnR>
                    <a:lnT w="9525" cap="flat" cmpd="sng" algn="ctr">
                      <a:solidFill>
                        <a:srgbClr val="E1E3E1"/>
                      </a:solidFill>
                      <a:prstDash val="solid"/>
                      <a:round/>
                      <a:headEnd type="none" w="med" len="med"/>
                      <a:tailEnd type="none" w="med" len="med"/>
                    </a:lnT>
                    <a:lnB w="9525" cap="flat" cmpd="sng" algn="ctr">
                      <a:solidFill>
                        <a:srgbClr val="E1E3E1"/>
                      </a:solidFill>
                      <a:prstDash val="solid"/>
                      <a:round/>
                      <a:headEnd type="none" w="med" len="med"/>
                      <a:tailEnd type="none" w="med" len="med"/>
                    </a:lnB>
                    <a:solidFill>
                      <a:srgbClr val="FFFFFF"/>
                    </a:solidFill>
                  </a:tcPr>
                </a:tc>
                <a:extLst>
                  <a:ext uri="{0D108BD9-81ED-4DB2-BD59-A6C34878D82A}">
                    <a16:rowId xmlns:a16="http://schemas.microsoft.com/office/drawing/2014/main" val="1298929402"/>
                  </a:ext>
                </a:extLst>
              </a:tr>
              <a:tr h="0">
                <a:tc>
                  <a:txBody>
                    <a:bodyPr/>
                    <a:lstStyle/>
                    <a:p>
                      <a:pPr algn="l" fontAlgn="t">
                        <a:buNone/>
                      </a:pPr>
                      <a:r>
                        <a:rPr lang="en-US" sz="1400" dirty="0">
                          <a:solidFill>
                            <a:schemeClr val="bg2">
                              <a:lumMod val="10000"/>
                            </a:schemeClr>
                          </a:solidFill>
                          <a:latin typeface="Arial"/>
                        </a:rPr>
                        <a:t>Missing Next Steps</a:t>
                      </a:r>
                      <a:br>
                        <a:rPr lang="en-US" sz="1400" dirty="0">
                          <a:solidFill>
                            <a:schemeClr val="bg2">
                              <a:lumMod val="10000"/>
                            </a:schemeClr>
                          </a:solidFill>
                          <a:latin typeface="Arial"/>
                        </a:rPr>
                      </a:br>
                      <a:r>
                        <a:rPr lang="en-US" sz="1200" dirty="0">
                          <a:solidFill>
                            <a:schemeClr val="bg2">
                              <a:lumMod val="10000"/>
                            </a:schemeClr>
                          </a:solidFill>
                          <a:latin typeface="Arial"/>
                        </a:rPr>
                        <a:t>Identifies deals that do not have a clear, scheduled next action (e.g., a follow-up call or meeting).</a:t>
                      </a:r>
                    </a:p>
                  </a:txBody>
                  <a:tcPr marL="76200" marR="76200" marT="76200" marB="76200">
                    <a:lnL>
                      <a:noFill/>
                    </a:lnL>
                    <a:lnR>
                      <a:noFill/>
                    </a:lnR>
                    <a:lnT w="9525" cap="flat" cmpd="sng" algn="ctr">
                      <a:solidFill>
                        <a:srgbClr val="E1E3E1"/>
                      </a:solidFill>
                      <a:prstDash val="solid"/>
                      <a:round/>
                      <a:headEnd type="none" w="med" len="med"/>
                      <a:tailEnd type="none" w="med" len="med"/>
                    </a:lnT>
                    <a:lnB w="9525" cap="flat" cmpd="sng" algn="ctr">
                      <a:solidFill>
                        <a:srgbClr val="E1E3E1"/>
                      </a:solidFill>
                      <a:prstDash val="solid"/>
                      <a:round/>
                      <a:headEnd type="none" w="med" len="med"/>
                      <a:tailEnd type="none" w="med" len="med"/>
                    </a:lnB>
                    <a:solidFill>
                      <a:srgbClr val="FFFFFF"/>
                    </a:solidFill>
                  </a:tcPr>
                </a:tc>
                <a:tc>
                  <a:txBody>
                    <a:bodyPr/>
                    <a:lstStyle/>
                    <a:p>
                      <a:pPr algn="l" fontAlgn="t">
                        <a:buNone/>
                      </a:pPr>
                      <a:r>
                        <a:rPr lang="en-US" sz="1400" dirty="0">
                          <a:solidFill>
                            <a:schemeClr val="bg2">
                              <a:lumMod val="10000"/>
                            </a:schemeClr>
                          </a:solidFill>
                          <a:latin typeface="Arial"/>
                        </a:rPr>
                        <a:t>2. Drill Down to Rep &amp; Deal Level</a:t>
                      </a:r>
                      <a:br>
                        <a:rPr lang="en-US" sz="1400" dirty="0">
                          <a:solidFill>
                            <a:schemeClr val="bg2">
                              <a:lumMod val="10000"/>
                            </a:schemeClr>
                          </a:solidFill>
                          <a:latin typeface="Arial"/>
                        </a:rPr>
                      </a:br>
                      <a:r>
                        <a:rPr lang="en-US" sz="1200" dirty="0">
                          <a:solidFill>
                            <a:schemeClr val="bg2">
                              <a:lumMod val="10000"/>
                            </a:schemeClr>
                          </a:solidFill>
                          <a:latin typeface="Arial"/>
                        </a:rPr>
                        <a:t>Managers and reps can drill down to investigate specific deals, identify the root cause of the hygiene issue, and determine the best course of action.</a:t>
                      </a:r>
                    </a:p>
                  </a:txBody>
                  <a:tcPr marL="76200" marR="76200" marT="76200" marB="76200">
                    <a:lnL>
                      <a:noFill/>
                    </a:lnL>
                    <a:lnR>
                      <a:noFill/>
                    </a:lnR>
                    <a:lnT w="9525" cap="flat" cmpd="sng" algn="ctr">
                      <a:solidFill>
                        <a:srgbClr val="E1E3E1"/>
                      </a:solidFill>
                      <a:prstDash val="solid"/>
                      <a:round/>
                      <a:headEnd type="none" w="med" len="med"/>
                      <a:tailEnd type="none" w="med" len="med"/>
                    </a:lnT>
                    <a:lnB w="9525" cap="flat" cmpd="sng" algn="ctr">
                      <a:solidFill>
                        <a:srgbClr val="E1E3E1"/>
                      </a:solidFill>
                      <a:prstDash val="solid"/>
                      <a:round/>
                      <a:headEnd type="none" w="med" len="med"/>
                      <a:tailEnd type="none" w="med" len="med"/>
                    </a:lnB>
                    <a:solidFill>
                      <a:srgbClr val="FFFFFF"/>
                    </a:solidFill>
                  </a:tcPr>
                </a:tc>
                <a:extLst>
                  <a:ext uri="{0D108BD9-81ED-4DB2-BD59-A6C34878D82A}">
                    <a16:rowId xmlns:a16="http://schemas.microsoft.com/office/drawing/2014/main" val="302470023"/>
                  </a:ext>
                </a:extLst>
              </a:tr>
              <a:tr h="981363">
                <a:tc>
                  <a:txBody>
                    <a:bodyPr/>
                    <a:lstStyle/>
                    <a:p>
                      <a:pPr algn="l" fontAlgn="t">
                        <a:buNone/>
                      </a:pPr>
                      <a:r>
                        <a:rPr lang="en-US" sz="1400" dirty="0">
                          <a:solidFill>
                            <a:schemeClr val="bg2">
                              <a:lumMod val="10000"/>
                            </a:schemeClr>
                          </a:solidFill>
                          <a:latin typeface="Arial"/>
                        </a:rPr>
                        <a:t>Incomplete or Inaccurate Data</a:t>
                      </a:r>
                      <a:br>
                        <a:rPr lang="en-US" sz="1400" dirty="0">
                          <a:solidFill>
                            <a:schemeClr val="bg2">
                              <a:lumMod val="10000"/>
                            </a:schemeClr>
                          </a:solidFill>
                          <a:latin typeface="Arial"/>
                        </a:rPr>
                      </a:br>
                      <a:r>
                        <a:rPr lang="en-US" sz="1200" dirty="0">
                          <a:solidFill>
                            <a:schemeClr val="bg2">
                              <a:lumMod val="10000"/>
                            </a:schemeClr>
                          </a:solidFill>
                          <a:latin typeface="Arial"/>
                        </a:rPr>
                        <a:t>Pinpoints opportunities with missing critical information, such as close dates, deal values, or key contacts.</a:t>
                      </a:r>
                    </a:p>
                  </a:txBody>
                  <a:tcPr marL="76200" marR="76200" marT="76200" marB="76200">
                    <a:lnL>
                      <a:noFill/>
                    </a:lnL>
                    <a:lnR>
                      <a:noFill/>
                    </a:lnR>
                    <a:lnT w="9525" cap="flat" cmpd="sng" algn="ctr">
                      <a:solidFill>
                        <a:srgbClr val="E1E3E1"/>
                      </a:solidFill>
                      <a:prstDash val="solid"/>
                      <a:round/>
                      <a:headEnd type="none" w="med" len="med"/>
                      <a:tailEnd type="none" w="med" len="med"/>
                    </a:lnT>
                    <a:lnB>
                      <a:noFill/>
                    </a:lnB>
                    <a:solidFill>
                      <a:srgbClr val="FFFFFF"/>
                    </a:solidFill>
                  </a:tcPr>
                </a:tc>
                <a:tc>
                  <a:txBody>
                    <a:bodyPr/>
                    <a:lstStyle/>
                    <a:p>
                      <a:pPr algn="l" fontAlgn="t">
                        <a:buNone/>
                      </a:pPr>
                      <a:r>
                        <a:rPr lang="en-US" sz="1400" dirty="0">
                          <a:solidFill>
                            <a:schemeClr val="bg2">
                              <a:lumMod val="10000"/>
                            </a:schemeClr>
                          </a:solidFill>
                          <a:latin typeface="Arial"/>
                        </a:rPr>
                        <a:t>3. Take Corrective Action</a:t>
                      </a:r>
                      <a:br>
                        <a:rPr lang="en-US" sz="1400" dirty="0">
                          <a:solidFill>
                            <a:schemeClr val="bg2">
                              <a:lumMod val="10000"/>
                            </a:schemeClr>
                          </a:solidFill>
                          <a:latin typeface="Arial"/>
                        </a:rPr>
                      </a:br>
                      <a:r>
                        <a:rPr lang="en-US" sz="1200" dirty="0">
                          <a:solidFill>
                            <a:schemeClr val="bg2">
                              <a:lumMod val="10000"/>
                            </a:schemeClr>
                          </a:solidFill>
                          <a:latin typeface="Arial"/>
                        </a:rPr>
                        <a:t>Reps can directly take action to clean up the data, schedule the required next steps, or advance/disqualify the opportunity to resolve the issue.</a:t>
                      </a:r>
                    </a:p>
                  </a:txBody>
                  <a:tcPr marL="76200" marR="76200" marT="76200" marB="76200">
                    <a:lnL>
                      <a:noFill/>
                    </a:lnL>
                    <a:lnR>
                      <a:noFill/>
                    </a:lnR>
                    <a:lnT w="9525" cap="flat" cmpd="sng" algn="ctr">
                      <a:solidFill>
                        <a:srgbClr val="E1E3E1"/>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1356012699"/>
                  </a:ext>
                </a:extLst>
              </a:tr>
            </a:tbl>
          </a:graphicData>
        </a:graphic>
      </p:graphicFrame>
    </p:spTree>
    <p:extLst>
      <p:ext uri="{BB962C8B-B14F-4D97-AF65-F5344CB8AC3E}">
        <p14:creationId xmlns:p14="http://schemas.microsoft.com/office/powerpoint/2010/main" val="35690945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198CF5-9904-59F0-7E96-266BA6894C54}"/>
              </a:ext>
            </a:extLst>
          </p:cNvPr>
          <p:cNvSpPr>
            <a:spLocks noGrp="1"/>
          </p:cNvSpPr>
          <p:nvPr>
            <p:ph type="title"/>
          </p:nvPr>
        </p:nvSpPr>
        <p:spPr/>
        <p:txBody>
          <a:bodyPr lIns="0" tIns="45720" rIns="0" bIns="45720" anchor="t"/>
          <a:lstStyle/>
          <a:p>
            <a:r>
              <a:rPr lang="en-US" dirty="0">
                <a:solidFill>
                  <a:schemeClr val="bg2">
                    <a:lumMod val="10000"/>
                  </a:schemeClr>
                </a:solidFill>
                <a:latin typeface="Arial"/>
                <a:ea typeface="Verdana"/>
                <a:cs typeface="Arial"/>
              </a:rPr>
              <a:t>Accounts</a:t>
            </a:r>
            <a:endParaRPr lang="en-US" dirty="0">
              <a:solidFill>
                <a:schemeClr val="bg2">
                  <a:lumMod val="10000"/>
                </a:schemeClr>
              </a:solidFill>
            </a:endParaRPr>
          </a:p>
        </p:txBody>
      </p:sp>
      <p:sp>
        <p:nvSpPr>
          <p:cNvPr id="3" name="Content Placeholder 2">
            <a:extLst>
              <a:ext uri="{FF2B5EF4-FFF2-40B4-BE49-F238E27FC236}">
                <a16:creationId xmlns:a16="http://schemas.microsoft.com/office/drawing/2014/main" id="{0BC189EC-D73F-F6DB-D8D3-78FC06E65F7D}"/>
              </a:ext>
            </a:extLst>
          </p:cNvPr>
          <p:cNvSpPr>
            <a:spLocks noGrp="1"/>
          </p:cNvSpPr>
          <p:nvPr>
            <p:ph idx="1"/>
          </p:nvPr>
        </p:nvSpPr>
        <p:spPr/>
        <p:txBody>
          <a:bodyPr lIns="0" tIns="45720" rIns="0" bIns="45720" anchor="t"/>
          <a:lstStyle/>
          <a:p>
            <a:pPr marL="0" indent="0">
              <a:buNone/>
            </a:pPr>
            <a:r>
              <a:rPr lang="en-US" sz="1200" dirty="0">
                <a:solidFill>
                  <a:srgbClr val="1F1F1F"/>
                </a:solidFill>
                <a:highlight>
                  <a:srgbClr val="FFFFFF"/>
                </a:highlight>
                <a:latin typeface="Arial"/>
                <a:ea typeface="Verdana"/>
                <a:cs typeface="Arial"/>
              </a:rPr>
              <a:t>Objective: To provide a holistic, 360-degree view of each account, transforming the focus from individual deals to strategic, long-term relationships and identifying all potential revenue opportunities.</a:t>
            </a:r>
          </a:p>
          <a:p>
            <a:pPr marL="0" indent="0">
              <a:buNone/>
            </a:pPr>
            <a:endParaRPr lang="en-US" sz="1200" dirty="0">
              <a:solidFill>
                <a:srgbClr val="1F1F1F"/>
              </a:solidFill>
              <a:highlight>
                <a:srgbClr val="FFFFFF"/>
              </a:highlight>
            </a:endParaRPr>
          </a:p>
          <a:p>
            <a:pPr marL="0" indent="0">
              <a:buNone/>
            </a:pPr>
            <a:endParaRPr lang="en-US" sz="1200" dirty="0">
              <a:solidFill>
                <a:srgbClr val="1F1F1F"/>
              </a:solidFill>
              <a:highlight>
                <a:srgbClr val="FFFFFF"/>
              </a:highlight>
            </a:endParaRPr>
          </a:p>
          <a:p>
            <a:pPr marL="0" indent="0">
              <a:buNone/>
            </a:pPr>
            <a:endParaRPr lang="en-US" sz="1200" dirty="0">
              <a:solidFill>
                <a:srgbClr val="1F1F1F"/>
              </a:solidFill>
              <a:highlight>
                <a:srgbClr val="FFFFFF"/>
              </a:highlight>
            </a:endParaRPr>
          </a:p>
          <a:p>
            <a:pPr marL="0" indent="0">
              <a:buNone/>
            </a:pPr>
            <a:endParaRPr lang="en-US" sz="1200" dirty="0">
              <a:solidFill>
                <a:srgbClr val="1F1F1F"/>
              </a:solidFill>
              <a:highlight>
                <a:srgbClr val="FFFFFF"/>
              </a:highlight>
            </a:endParaRPr>
          </a:p>
        </p:txBody>
      </p:sp>
      <p:graphicFrame>
        <p:nvGraphicFramePr>
          <p:cNvPr id="5" name="Table 4">
            <a:extLst>
              <a:ext uri="{FF2B5EF4-FFF2-40B4-BE49-F238E27FC236}">
                <a16:creationId xmlns:a16="http://schemas.microsoft.com/office/drawing/2014/main" id="{87154BA1-951B-D51F-87C0-8BBF7F746C83}"/>
              </a:ext>
            </a:extLst>
          </p:cNvPr>
          <p:cNvGraphicFramePr>
            <a:graphicFrameLocks noGrp="1"/>
          </p:cNvGraphicFramePr>
          <p:nvPr>
            <p:extLst>
              <p:ext uri="{D42A27DB-BD31-4B8C-83A1-F6EECF244321}">
                <p14:modId xmlns:p14="http://schemas.microsoft.com/office/powerpoint/2010/main" val="2733304556"/>
              </p:ext>
            </p:extLst>
          </p:nvPr>
        </p:nvGraphicFramePr>
        <p:xfrm>
          <a:off x="613400" y="1936849"/>
          <a:ext cx="10969380" cy="2926080"/>
        </p:xfrm>
        <a:graphic>
          <a:graphicData uri="http://schemas.openxmlformats.org/drawingml/2006/table">
            <a:tbl>
              <a:tblPr bandRow="1">
                <a:tableStyleId>{5C22544A-7EE6-4342-B048-85BDC9FD1C3A}</a:tableStyleId>
              </a:tblPr>
              <a:tblGrid>
                <a:gridCol w="5484690">
                  <a:extLst>
                    <a:ext uri="{9D8B030D-6E8A-4147-A177-3AD203B41FA5}">
                      <a16:colId xmlns:a16="http://schemas.microsoft.com/office/drawing/2014/main" val="1887362916"/>
                    </a:ext>
                  </a:extLst>
                </a:gridCol>
                <a:gridCol w="5484690">
                  <a:extLst>
                    <a:ext uri="{9D8B030D-6E8A-4147-A177-3AD203B41FA5}">
                      <a16:colId xmlns:a16="http://schemas.microsoft.com/office/drawing/2014/main" val="673183585"/>
                    </a:ext>
                  </a:extLst>
                </a:gridCol>
              </a:tblGrid>
              <a:tr h="0">
                <a:tc>
                  <a:txBody>
                    <a:bodyPr/>
                    <a:lstStyle/>
                    <a:p>
                      <a:pPr algn="l" fontAlgn="t">
                        <a:buNone/>
                      </a:pPr>
                      <a:r>
                        <a:rPr lang="en-US" sz="1400" b="0" dirty="0">
                          <a:solidFill>
                            <a:srgbClr val="1F1F1F"/>
                          </a:solidFill>
                          <a:effectLst/>
                          <a:latin typeface="Arial"/>
                        </a:rPr>
                        <a:t>Key Capabilities &amp; Insights</a:t>
                      </a:r>
                    </a:p>
                  </a:txBody>
                  <a:tcPr marL="76200" marR="76200" marT="76200" marB="76200">
                    <a:lnL>
                      <a:noFill/>
                    </a:lnL>
                    <a:lnR>
                      <a:noFill/>
                    </a:lnR>
                    <a:lnT>
                      <a:noFill/>
                    </a:lnT>
                    <a:lnB w="9525" cap="flat" cmpd="sng" algn="ctr">
                      <a:solidFill>
                        <a:srgbClr val="E1E3E1"/>
                      </a:solidFill>
                      <a:prstDash val="solid"/>
                      <a:round/>
                      <a:headEnd type="none" w="med" len="med"/>
                      <a:tailEnd type="none" w="med" len="med"/>
                    </a:lnB>
                    <a:solidFill>
                      <a:srgbClr val="FFFFFF"/>
                    </a:solidFill>
                  </a:tcPr>
                </a:tc>
                <a:tc>
                  <a:txBody>
                    <a:bodyPr/>
                    <a:lstStyle/>
                    <a:p>
                      <a:pPr algn="l" fontAlgn="t">
                        <a:buNone/>
                      </a:pPr>
                      <a:r>
                        <a:rPr lang="en-US" sz="1400" b="0" dirty="0">
                          <a:solidFill>
                            <a:srgbClr val="1F1F1F"/>
                          </a:solidFill>
                          <a:effectLst/>
                          <a:latin typeface="Arial"/>
                        </a:rPr>
                        <a:t>User Workflow for Strategic Planning</a:t>
                      </a:r>
                    </a:p>
                  </a:txBody>
                  <a:tcPr marL="76200" marR="76200" marT="76200" marB="76200">
                    <a:lnL>
                      <a:noFill/>
                    </a:lnL>
                    <a:lnR>
                      <a:noFill/>
                    </a:lnR>
                    <a:lnT>
                      <a:noFill/>
                    </a:lnT>
                    <a:lnB w="9525" cap="flat" cmpd="sng" algn="ctr">
                      <a:solidFill>
                        <a:srgbClr val="E1E3E1"/>
                      </a:solidFill>
                      <a:prstDash val="solid"/>
                      <a:round/>
                      <a:headEnd type="none" w="med" len="med"/>
                      <a:tailEnd type="none" w="med" len="med"/>
                    </a:lnB>
                    <a:solidFill>
                      <a:srgbClr val="FFFFFF"/>
                    </a:solidFill>
                  </a:tcPr>
                </a:tc>
                <a:extLst>
                  <a:ext uri="{0D108BD9-81ED-4DB2-BD59-A6C34878D82A}">
                    <a16:rowId xmlns:a16="http://schemas.microsoft.com/office/drawing/2014/main" val="1012851602"/>
                  </a:ext>
                </a:extLst>
              </a:tr>
              <a:tr h="0">
                <a:tc>
                  <a:txBody>
                    <a:bodyPr/>
                    <a:lstStyle/>
                    <a:p>
                      <a:pPr algn="l" fontAlgn="t">
                        <a:buNone/>
                      </a:pPr>
                      <a:r>
                        <a:rPr lang="en-US" sz="1400" b="0" dirty="0">
                          <a:solidFill>
                            <a:srgbClr val="1F1F1F"/>
                          </a:solidFill>
                          <a:effectLst/>
                          <a:latin typeface="Arial"/>
                        </a:rPr>
                        <a:t>Whitespace Analysis</a:t>
                      </a:r>
                      <a:br>
                        <a:rPr lang="en-US" sz="1400" b="0" dirty="0">
                          <a:solidFill>
                            <a:srgbClr val="1F1F1F"/>
                          </a:solidFill>
                          <a:effectLst/>
                          <a:latin typeface="Arial"/>
                        </a:rPr>
                      </a:br>
                      <a:r>
                        <a:rPr lang="en-US" sz="1200" dirty="0">
                          <a:solidFill>
                            <a:srgbClr val="1F1F1F"/>
                          </a:solidFill>
                          <a:effectLst/>
                          <a:latin typeface="Arial"/>
                        </a:rPr>
                        <a:t>Provides a clear matrix of accounts versus products, instantly revealing gaps where key products have not yet been sold (i.e., the "white space").</a:t>
                      </a:r>
                    </a:p>
                  </a:txBody>
                  <a:tcPr marL="76200" marR="76200" marT="76200" marB="76200">
                    <a:lnL>
                      <a:noFill/>
                    </a:lnL>
                    <a:lnR>
                      <a:noFill/>
                    </a:lnR>
                    <a:lnT w="9525" cap="flat" cmpd="sng" algn="ctr">
                      <a:solidFill>
                        <a:srgbClr val="E1E3E1"/>
                      </a:solidFill>
                      <a:prstDash val="solid"/>
                      <a:round/>
                      <a:headEnd type="none" w="med" len="med"/>
                      <a:tailEnd type="none" w="med" len="med"/>
                    </a:lnT>
                    <a:lnB w="9525" cap="flat" cmpd="sng" algn="ctr">
                      <a:solidFill>
                        <a:srgbClr val="E1E3E1"/>
                      </a:solidFill>
                      <a:prstDash val="solid"/>
                      <a:round/>
                      <a:headEnd type="none" w="med" len="med"/>
                      <a:tailEnd type="none" w="med" len="med"/>
                    </a:lnB>
                    <a:solidFill>
                      <a:srgbClr val="FFFFFF"/>
                    </a:solidFill>
                  </a:tcPr>
                </a:tc>
                <a:tc>
                  <a:txBody>
                    <a:bodyPr/>
                    <a:lstStyle/>
                    <a:p>
                      <a:pPr algn="l" fontAlgn="t">
                        <a:buNone/>
                      </a:pPr>
                      <a:r>
                        <a:rPr lang="en-US" sz="1400" b="0" dirty="0">
                          <a:solidFill>
                            <a:srgbClr val="1F1F1F"/>
                          </a:solidFill>
                          <a:effectLst/>
                          <a:latin typeface="Arial"/>
                        </a:rPr>
                        <a:t>1. Identify Growth Accounts</a:t>
                      </a:r>
                      <a:br>
                        <a:rPr lang="en-US" sz="1400" b="0" dirty="0">
                          <a:solidFill>
                            <a:srgbClr val="1F1F1F"/>
                          </a:solidFill>
                          <a:effectLst/>
                          <a:latin typeface="Arial"/>
                        </a:rPr>
                      </a:br>
                      <a:r>
                        <a:rPr lang="en-US" sz="1200" dirty="0">
                          <a:solidFill>
                            <a:srgbClr val="1F1F1F"/>
                          </a:solidFill>
                          <a:effectLst/>
                          <a:latin typeface="Arial"/>
                        </a:rPr>
                        <a:t>Users can filter and sort accounts by size, industry, or current product penetration to identify the highest-potential targets for growth.</a:t>
                      </a:r>
                    </a:p>
                  </a:txBody>
                  <a:tcPr marL="76200" marR="76200" marT="76200" marB="76200">
                    <a:lnL>
                      <a:noFill/>
                    </a:lnL>
                    <a:lnR>
                      <a:noFill/>
                    </a:lnR>
                    <a:lnT w="9525" cap="flat" cmpd="sng" algn="ctr">
                      <a:solidFill>
                        <a:srgbClr val="E1E3E1"/>
                      </a:solidFill>
                      <a:prstDash val="solid"/>
                      <a:round/>
                      <a:headEnd type="none" w="med" len="med"/>
                      <a:tailEnd type="none" w="med" len="med"/>
                    </a:lnT>
                    <a:lnB w="9525" cap="flat" cmpd="sng" algn="ctr">
                      <a:solidFill>
                        <a:srgbClr val="E1E3E1"/>
                      </a:solidFill>
                      <a:prstDash val="solid"/>
                      <a:round/>
                      <a:headEnd type="none" w="med" len="med"/>
                      <a:tailEnd type="none" w="med" len="med"/>
                    </a:lnB>
                    <a:solidFill>
                      <a:srgbClr val="FFFFFF"/>
                    </a:solidFill>
                  </a:tcPr>
                </a:tc>
                <a:extLst>
                  <a:ext uri="{0D108BD9-81ED-4DB2-BD59-A6C34878D82A}">
                    <a16:rowId xmlns:a16="http://schemas.microsoft.com/office/drawing/2014/main" val="1413818530"/>
                  </a:ext>
                </a:extLst>
              </a:tr>
              <a:tr h="0">
                <a:tc>
                  <a:txBody>
                    <a:bodyPr/>
                    <a:lstStyle/>
                    <a:p>
                      <a:pPr algn="l" fontAlgn="t">
                        <a:buNone/>
                      </a:pPr>
                      <a:r>
                        <a:rPr lang="en-US" sz="1400" b="0" dirty="0">
                          <a:solidFill>
                            <a:srgbClr val="1F1F1F"/>
                          </a:solidFill>
                          <a:effectLst/>
                          <a:latin typeface="Arial"/>
                        </a:rPr>
                        <a:t>Upsell &amp; Cross-sell Identification</a:t>
                      </a:r>
                      <a:br>
                        <a:rPr lang="en-US" sz="1400" b="0" dirty="0">
                          <a:solidFill>
                            <a:srgbClr val="1F1F1F"/>
                          </a:solidFill>
                          <a:effectLst/>
                          <a:latin typeface="Arial"/>
                        </a:rPr>
                      </a:br>
                      <a:r>
                        <a:rPr lang="en-US" sz="1200" dirty="0">
                          <a:solidFill>
                            <a:srgbClr val="1F1F1F"/>
                          </a:solidFill>
                          <a:effectLst/>
                          <a:latin typeface="Arial"/>
                        </a:rPr>
                        <a:t>Automatically flags accounts with a high potential for upsell (selling more of the same) or cross-sell (selling new products).</a:t>
                      </a:r>
                    </a:p>
                  </a:txBody>
                  <a:tcPr marL="76200" marR="76200" marT="76200" marB="76200">
                    <a:lnL>
                      <a:noFill/>
                    </a:lnL>
                    <a:lnR>
                      <a:noFill/>
                    </a:lnR>
                    <a:lnT w="9525" cap="flat" cmpd="sng" algn="ctr">
                      <a:solidFill>
                        <a:srgbClr val="E1E3E1"/>
                      </a:solidFill>
                      <a:prstDash val="solid"/>
                      <a:round/>
                      <a:headEnd type="none" w="med" len="med"/>
                      <a:tailEnd type="none" w="med" len="med"/>
                    </a:lnT>
                    <a:lnB w="9525" cap="flat" cmpd="sng" algn="ctr">
                      <a:solidFill>
                        <a:srgbClr val="E1E3E1"/>
                      </a:solidFill>
                      <a:prstDash val="solid"/>
                      <a:round/>
                      <a:headEnd type="none" w="med" len="med"/>
                      <a:tailEnd type="none" w="med" len="med"/>
                    </a:lnB>
                    <a:solidFill>
                      <a:srgbClr val="FFFFFF"/>
                    </a:solidFill>
                  </a:tcPr>
                </a:tc>
                <a:tc>
                  <a:txBody>
                    <a:bodyPr/>
                    <a:lstStyle/>
                    <a:p>
                      <a:pPr algn="l" fontAlgn="t">
                        <a:buNone/>
                      </a:pPr>
                      <a:r>
                        <a:rPr lang="en-US" sz="1400" b="0" dirty="0">
                          <a:solidFill>
                            <a:srgbClr val="1F1F1F"/>
                          </a:solidFill>
                          <a:effectLst/>
                          <a:latin typeface="Arial"/>
                        </a:rPr>
                        <a:t>2. Analyze Whitespace &amp; Engagement</a:t>
                      </a:r>
                      <a:br>
                        <a:rPr lang="en-US" sz="1400" b="0" dirty="0">
                          <a:solidFill>
                            <a:srgbClr val="1F1F1F"/>
                          </a:solidFill>
                          <a:effectLst/>
                          <a:latin typeface="Arial"/>
                        </a:rPr>
                      </a:br>
                      <a:r>
                        <a:rPr lang="en-US" sz="1200" dirty="0">
                          <a:solidFill>
                            <a:srgbClr val="1F1F1F"/>
                          </a:solidFill>
                          <a:effectLst/>
                          <a:latin typeface="Arial"/>
                        </a:rPr>
                        <a:t>For a target account, review the whitespace analysis to see what they </a:t>
                      </a:r>
                      <a:r>
                        <a:rPr lang="en-US" sz="1200" i="1" dirty="0">
                          <a:solidFill>
                            <a:srgbClr val="1F1F1F"/>
                          </a:solidFill>
                          <a:effectLst/>
                          <a:latin typeface="Arial"/>
                        </a:rPr>
                        <a:t>don't</a:t>
                      </a:r>
                      <a:r>
                        <a:rPr lang="en-US" sz="1200" dirty="0">
                          <a:solidFill>
                            <a:srgbClr val="1F1F1F"/>
                          </a:solidFill>
                          <a:effectLst/>
                          <a:latin typeface="Arial"/>
                        </a:rPr>
                        <a:t> own. </a:t>
                      </a:r>
                    </a:p>
                    <a:p>
                      <a:pPr lvl="0" algn="l">
                        <a:buNone/>
                      </a:pPr>
                      <a:r>
                        <a:rPr lang="en-US" sz="1200" dirty="0">
                          <a:solidFill>
                            <a:srgbClr val="1F1F1F"/>
                          </a:solidFill>
                          <a:effectLst/>
                          <a:latin typeface="Arial"/>
                        </a:rPr>
                        <a:t>Cross-reference this with engagement data (e.g., recent marketing clicks, support tickets) to gauge interest.</a:t>
                      </a:r>
                    </a:p>
                  </a:txBody>
                  <a:tcPr marL="76200" marR="76200" marT="76200" marB="76200">
                    <a:lnL>
                      <a:noFill/>
                    </a:lnL>
                    <a:lnR>
                      <a:noFill/>
                    </a:lnR>
                    <a:lnT w="9525" cap="flat" cmpd="sng" algn="ctr">
                      <a:solidFill>
                        <a:srgbClr val="E1E3E1"/>
                      </a:solidFill>
                      <a:prstDash val="solid"/>
                      <a:round/>
                      <a:headEnd type="none" w="med" len="med"/>
                      <a:tailEnd type="none" w="med" len="med"/>
                    </a:lnT>
                    <a:lnB w="9525" cap="flat" cmpd="sng" algn="ctr">
                      <a:solidFill>
                        <a:srgbClr val="E1E3E1"/>
                      </a:solidFill>
                      <a:prstDash val="solid"/>
                      <a:round/>
                      <a:headEnd type="none" w="med" len="med"/>
                      <a:tailEnd type="none" w="med" len="med"/>
                    </a:lnB>
                    <a:solidFill>
                      <a:srgbClr val="FFFFFF"/>
                    </a:solidFill>
                  </a:tcPr>
                </a:tc>
                <a:extLst>
                  <a:ext uri="{0D108BD9-81ED-4DB2-BD59-A6C34878D82A}">
                    <a16:rowId xmlns:a16="http://schemas.microsoft.com/office/drawing/2014/main" val="917662461"/>
                  </a:ext>
                </a:extLst>
              </a:tr>
              <a:tr h="0">
                <a:tc>
                  <a:txBody>
                    <a:bodyPr/>
                    <a:lstStyle/>
                    <a:p>
                      <a:pPr algn="l" fontAlgn="t">
                        <a:buNone/>
                      </a:pPr>
                      <a:r>
                        <a:rPr lang="en-US" sz="1400" b="0" dirty="0">
                          <a:solidFill>
                            <a:srgbClr val="1F1F1F"/>
                          </a:solidFill>
                          <a:effectLst/>
                          <a:latin typeface="Arial"/>
                        </a:rPr>
                        <a:t>360° Engagement View</a:t>
                      </a:r>
                      <a:br>
                        <a:rPr lang="en-US" sz="1400" b="0" dirty="0">
                          <a:solidFill>
                            <a:srgbClr val="1F1F1F"/>
                          </a:solidFill>
                          <a:effectLst/>
                          <a:latin typeface="Arial"/>
                        </a:rPr>
                      </a:br>
                      <a:r>
                        <a:rPr lang="en-US" sz="1200" dirty="0">
                          <a:solidFill>
                            <a:srgbClr val="1F1F1F"/>
                          </a:solidFill>
                          <a:effectLst/>
                          <a:latin typeface="Arial"/>
                        </a:rPr>
                        <a:t>Consolidates account-level engagement and outreach data from various sources to provide a complete picture of all recent interactions.</a:t>
                      </a:r>
                    </a:p>
                  </a:txBody>
                  <a:tcPr marL="76200" marR="76200" marT="76200" marB="76200">
                    <a:lnL>
                      <a:noFill/>
                    </a:lnL>
                    <a:lnR>
                      <a:noFill/>
                    </a:lnR>
                    <a:lnT w="9525" cap="flat" cmpd="sng" algn="ctr">
                      <a:solidFill>
                        <a:srgbClr val="E1E3E1"/>
                      </a:solidFill>
                      <a:prstDash val="solid"/>
                      <a:round/>
                      <a:headEnd type="none" w="med" len="med"/>
                      <a:tailEnd type="none" w="med" len="med"/>
                    </a:lnT>
                    <a:lnB>
                      <a:noFill/>
                    </a:lnB>
                    <a:solidFill>
                      <a:srgbClr val="FFFFFF"/>
                    </a:solidFill>
                  </a:tcPr>
                </a:tc>
                <a:tc>
                  <a:txBody>
                    <a:bodyPr/>
                    <a:lstStyle/>
                    <a:p>
                      <a:pPr algn="l" fontAlgn="t">
                        <a:buNone/>
                      </a:pPr>
                      <a:r>
                        <a:rPr lang="en-US" sz="1400" b="0" dirty="0">
                          <a:solidFill>
                            <a:srgbClr val="1F1F1F"/>
                          </a:solidFill>
                          <a:effectLst/>
                          <a:latin typeface="Arial"/>
                        </a:rPr>
                        <a:t>3. Formulate Account Plan</a:t>
                      </a:r>
                      <a:br>
                        <a:rPr lang="en-US" sz="1400" b="0" dirty="0">
                          <a:solidFill>
                            <a:srgbClr val="1F1F1F"/>
                          </a:solidFill>
                          <a:effectLst/>
                          <a:latin typeface="Arial"/>
                        </a:rPr>
                      </a:br>
                      <a:r>
                        <a:rPr lang="en-US" sz="1200" dirty="0">
                          <a:solidFill>
                            <a:srgbClr val="1F1F1F"/>
                          </a:solidFill>
                          <a:effectLst/>
                          <a:latin typeface="Arial"/>
                        </a:rPr>
                        <a:t>Based on the data, build a targeted outreach plan for prospecting, focusing on the most relevant upsell or cross-sell opportunity.</a:t>
                      </a:r>
                    </a:p>
                  </a:txBody>
                  <a:tcPr marL="76200" marR="76200" marT="76200" marB="76200">
                    <a:lnL>
                      <a:noFill/>
                    </a:lnL>
                    <a:lnR>
                      <a:noFill/>
                    </a:lnR>
                    <a:lnT w="9525" cap="flat" cmpd="sng" algn="ctr">
                      <a:solidFill>
                        <a:srgbClr val="E1E3E1"/>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1318121267"/>
                  </a:ext>
                </a:extLst>
              </a:tr>
            </a:tbl>
          </a:graphicData>
        </a:graphic>
      </p:graphicFrame>
    </p:spTree>
    <p:extLst>
      <p:ext uri="{BB962C8B-B14F-4D97-AF65-F5344CB8AC3E}">
        <p14:creationId xmlns:p14="http://schemas.microsoft.com/office/powerpoint/2010/main" val="41742089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09A867-B82E-FD38-91D6-14E95B0EE711}"/>
              </a:ext>
            </a:extLst>
          </p:cNvPr>
          <p:cNvSpPr>
            <a:spLocks noGrp="1"/>
          </p:cNvSpPr>
          <p:nvPr>
            <p:ph type="title"/>
          </p:nvPr>
        </p:nvSpPr>
        <p:spPr/>
        <p:txBody>
          <a:bodyPr lIns="0" tIns="45720" rIns="0" bIns="45720" anchor="t"/>
          <a:lstStyle/>
          <a:p>
            <a:r>
              <a:rPr lang="en-US" dirty="0">
                <a:solidFill>
                  <a:schemeClr val="bg2">
                    <a:lumMod val="10000"/>
                  </a:schemeClr>
                </a:solidFill>
                <a:latin typeface="Arial"/>
                <a:ea typeface="Verdana"/>
                <a:cs typeface="Arial"/>
              </a:rPr>
              <a:t>Overlay: Channels and Product</a:t>
            </a:r>
            <a:endParaRPr lang="en-US" dirty="0">
              <a:solidFill>
                <a:schemeClr val="bg2">
                  <a:lumMod val="10000"/>
                </a:schemeClr>
              </a:solidFill>
            </a:endParaRPr>
          </a:p>
        </p:txBody>
      </p:sp>
      <p:sp>
        <p:nvSpPr>
          <p:cNvPr id="3" name="Content Placeholder 2">
            <a:extLst>
              <a:ext uri="{FF2B5EF4-FFF2-40B4-BE49-F238E27FC236}">
                <a16:creationId xmlns:a16="http://schemas.microsoft.com/office/drawing/2014/main" id="{D8479026-8DDB-8DE8-479D-AE55BD06628D}"/>
              </a:ext>
            </a:extLst>
          </p:cNvPr>
          <p:cNvSpPr>
            <a:spLocks noGrp="1"/>
          </p:cNvSpPr>
          <p:nvPr>
            <p:ph idx="1"/>
          </p:nvPr>
        </p:nvSpPr>
        <p:spPr/>
        <p:txBody>
          <a:bodyPr lIns="0" tIns="45720" rIns="0" bIns="45720" anchor="t"/>
          <a:lstStyle/>
          <a:p>
            <a:pPr marL="0" indent="0">
              <a:buNone/>
            </a:pPr>
            <a:r>
              <a:rPr lang="en-US" sz="1200" dirty="0">
                <a:solidFill>
                  <a:srgbClr val="1F1F1F"/>
                </a:solidFill>
                <a:highlight>
                  <a:srgbClr val="FFFFFF"/>
                </a:highlight>
                <a:latin typeface="Arial"/>
                <a:ea typeface="Verdana"/>
                <a:cs typeface="Arial"/>
              </a:rPr>
              <a:t>Objective: To provide specialized overlay teams with a tailored view of the pipeline, enabling them to track performance against their unique targets and collaborate effectively with the core sales organization.</a:t>
            </a:r>
          </a:p>
          <a:p>
            <a:pPr marL="0" indent="0">
              <a:buNone/>
            </a:pPr>
            <a:endParaRPr lang="en-US" sz="1200" dirty="0">
              <a:solidFill>
                <a:srgbClr val="1F1F1F"/>
              </a:solidFill>
              <a:highlight>
                <a:srgbClr val="FFFFFF"/>
              </a:highlight>
              <a:latin typeface="Arial"/>
              <a:ea typeface="Verdana"/>
              <a:cs typeface="Arial"/>
            </a:endParaRPr>
          </a:p>
          <a:p>
            <a:pPr marL="0" indent="0">
              <a:buNone/>
            </a:pPr>
            <a:endParaRPr lang="en-US" sz="1200" dirty="0">
              <a:solidFill>
                <a:srgbClr val="1F1F1F"/>
              </a:solidFill>
              <a:highlight>
                <a:srgbClr val="FFFFFF"/>
              </a:highlight>
              <a:latin typeface="Arial"/>
              <a:ea typeface="Verdana"/>
              <a:cs typeface="Arial"/>
            </a:endParaRPr>
          </a:p>
        </p:txBody>
      </p:sp>
      <p:graphicFrame>
        <p:nvGraphicFramePr>
          <p:cNvPr id="5" name="Table 4">
            <a:extLst>
              <a:ext uri="{FF2B5EF4-FFF2-40B4-BE49-F238E27FC236}">
                <a16:creationId xmlns:a16="http://schemas.microsoft.com/office/drawing/2014/main" id="{A83A0EDB-C7A7-C1BE-C93A-10972518157B}"/>
              </a:ext>
            </a:extLst>
          </p:cNvPr>
          <p:cNvGraphicFramePr>
            <a:graphicFrameLocks noGrp="1"/>
          </p:cNvGraphicFramePr>
          <p:nvPr>
            <p:extLst>
              <p:ext uri="{D42A27DB-BD31-4B8C-83A1-F6EECF244321}">
                <p14:modId xmlns:p14="http://schemas.microsoft.com/office/powerpoint/2010/main" val="3177180887"/>
              </p:ext>
            </p:extLst>
          </p:nvPr>
        </p:nvGraphicFramePr>
        <p:xfrm>
          <a:off x="692247" y="2056147"/>
          <a:ext cx="10992472" cy="2858273"/>
        </p:xfrm>
        <a:graphic>
          <a:graphicData uri="http://schemas.openxmlformats.org/drawingml/2006/table">
            <a:tbl>
              <a:tblPr bandRow="1">
                <a:tableStyleId>{5C22544A-7EE6-4342-B048-85BDC9FD1C3A}</a:tableStyleId>
              </a:tblPr>
              <a:tblGrid>
                <a:gridCol w="5496236">
                  <a:extLst>
                    <a:ext uri="{9D8B030D-6E8A-4147-A177-3AD203B41FA5}">
                      <a16:colId xmlns:a16="http://schemas.microsoft.com/office/drawing/2014/main" val="4179987858"/>
                    </a:ext>
                  </a:extLst>
                </a:gridCol>
                <a:gridCol w="5496236">
                  <a:extLst>
                    <a:ext uri="{9D8B030D-6E8A-4147-A177-3AD203B41FA5}">
                      <a16:colId xmlns:a16="http://schemas.microsoft.com/office/drawing/2014/main" val="2933751775"/>
                    </a:ext>
                  </a:extLst>
                </a:gridCol>
              </a:tblGrid>
              <a:tr h="441349">
                <a:tc>
                  <a:txBody>
                    <a:bodyPr/>
                    <a:lstStyle/>
                    <a:p>
                      <a:pPr algn="l" fontAlgn="t">
                        <a:buNone/>
                      </a:pPr>
                      <a:r>
                        <a:rPr lang="en-US" sz="1400" b="0" dirty="0">
                          <a:solidFill>
                            <a:srgbClr val="1F1F1F"/>
                          </a:solidFill>
                          <a:effectLst/>
                          <a:latin typeface="Arial"/>
                        </a:rPr>
                        <a:t>Channel Overlay View</a:t>
                      </a:r>
                    </a:p>
                  </a:txBody>
                  <a:tcPr marL="76200" marR="76200" marT="76200" marB="76200">
                    <a:lnL>
                      <a:noFill/>
                    </a:lnL>
                    <a:lnR>
                      <a:noFill/>
                    </a:lnR>
                    <a:lnT>
                      <a:noFill/>
                    </a:lnT>
                    <a:lnB w="9525" cap="flat" cmpd="sng" algn="ctr">
                      <a:solidFill>
                        <a:srgbClr val="E1E3E1"/>
                      </a:solidFill>
                      <a:prstDash val="solid"/>
                      <a:round/>
                      <a:headEnd type="none" w="med" len="med"/>
                      <a:tailEnd type="none" w="med" len="med"/>
                    </a:lnB>
                    <a:solidFill>
                      <a:srgbClr val="FFFFFF"/>
                    </a:solidFill>
                  </a:tcPr>
                </a:tc>
                <a:tc>
                  <a:txBody>
                    <a:bodyPr/>
                    <a:lstStyle/>
                    <a:p>
                      <a:pPr algn="l" fontAlgn="t">
                        <a:buNone/>
                      </a:pPr>
                      <a:r>
                        <a:rPr lang="en-US" sz="1400" b="0" dirty="0">
                          <a:solidFill>
                            <a:srgbClr val="1F1F1F"/>
                          </a:solidFill>
                          <a:effectLst/>
                          <a:latin typeface="Arial"/>
                        </a:rPr>
                        <a:t>Product Overlay View</a:t>
                      </a:r>
                    </a:p>
                  </a:txBody>
                  <a:tcPr marL="76200" marR="76200" marT="76200" marB="76200">
                    <a:lnL>
                      <a:noFill/>
                    </a:lnL>
                    <a:lnR>
                      <a:noFill/>
                    </a:lnR>
                    <a:lnT>
                      <a:noFill/>
                    </a:lnT>
                    <a:lnB w="9525" cap="flat" cmpd="sng" algn="ctr">
                      <a:solidFill>
                        <a:srgbClr val="E1E3E1"/>
                      </a:solidFill>
                      <a:prstDash val="solid"/>
                      <a:round/>
                      <a:headEnd type="none" w="med" len="med"/>
                      <a:tailEnd type="none" w="med" len="med"/>
                    </a:lnB>
                    <a:solidFill>
                      <a:srgbClr val="FFFFFF"/>
                    </a:solidFill>
                  </a:tcPr>
                </a:tc>
                <a:extLst>
                  <a:ext uri="{0D108BD9-81ED-4DB2-BD59-A6C34878D82A}">
                    <a16:rowId xmlns:a16="http://schemas.microsoft.com/office/drawing/2014/main" val="3116567625"/>
                  </a:ext>
                </a:extLst>
              </a:tr>
              <a:tr h="697616">
                <a:tc>
                  <a:txBody>
                    <a:bodyPr/>
                    <a:lstStyle/>
                    <a:p>
                      <a:pPr algn="l" fontAlgn="t">
                        <a:buNone/>
                      </a:pPr>
                      <a:r>
                        <a:rPr lang="en-US" sz="1400" b="0" dirty="0">
                          <a:solidFill>
                            <a:srgbClr val="1F1F1F"/>
                          </a:solidFill>
                          <a:effectLst/>
                          <a:latin typeface="Arial"/>
                        </a:rPr>
                        <a:t>Track Channel Targets</a:t>
                      </a:r>
                      <a:br>
                        <a:rPr lang="en-US" sz="1400" b="0" dirty="0">
                          <a:solidFill>
                            <a:srgbClr val="1F1F1F"/>
                          </a:solidFill>
                          <a:effectLst/>
                          <a:latin typeface="Arial"/>
                        </a:rPr>
                      </a:br>
                      <a:r>
                        <a:rPr lang="en-US" sz="1200" dirty="0">
                          <a:solidFill>
                            <a:srgbClr val="1F1F1F"/>
                          </a:solidFill>
                          <a:effectLst/>
                          <a:latin typeface="Arial"/>
                        </a:rPr>
                        <a:t>Monitor performance and target attainment for deals sourced or influenced by partners.</a:t>
                      </a:r>
                    </a:p>
                  </a:txBody>
                  <a:tcPr marL="76200" marR="76200" marT="76200" marB="76200">
                    <a:lnL>
                      <a:noFill/>
                    </a:lnL>
                    <a:lnR>
                      <a:noFill/>
                    </a:lnR>
                    <a:lnT w="9525" cap="flat" cmpd="sng" algn="ctr">
                      <a:solidFill>
                        <a:srgbClr val="E1E3E1"/>
                      </a:solidFill>
                      <a:prstDash val="solid"/>
                      <a:round/>
                      <a:headEnd type="none" w="med" len="med"/>
                      <a:tailEnd type="none" w="med" len="med"/>
                    </a:lnT>
                    <a:lnB w="9525" cap="flat" cmpd="sng" algn="ctr">
                      <a:solidFill>
                        <a:srgbClr val="E1E3E1"/>
                      </a:solidFill>
                      <a:prstDash val="solid"/>
                      <a:round/>
                      <a:headEnd type="none" w="med" len="med"/>
                      <a:tailEnd type="none" w="med" len="med"/>
                    </a:lnB>
                    <a:solidFill>
                      <a:srgbClr val="FFFFFF"/>
                    </a:solidFill>
                  </a:tcPr>
                </a:tc>
                <a:tc>
                  <a:txBody>
                    <a:bodyPr/>
                    <a:lstStyle/>
                    <a:p>
                      <a:pPr algn="l" fontAlgn="t">
                        <a:buNone/>
                      </a:pPr>
                      <a:r>
                        <a:rPr lang="en-US" sz="1400" b="0" dirty="0">
                          <a:solidFill>
                            <a:srgbClr val="1F1F1F"/>
                          </a:solidFill>
                          <a:effectLst/>
                          <a:latin typeface="Arial"/>
                        </a:rPr>
                        <a:t>Track Product Targets</a:t>
                      </a:r>
                      <a:br>
                        <a:rPr lang="en-US" sz="1400" b="0" dirty="0">
                          <a:solidFill>
                            <a:srgbClr val="1F1F1F"/>
                          </a:solidFill>
                          <a:effectLst/>
                          <a:latin typeface="Arial"/>
                        </a:rPr>
                      </a:br>
                      <a:r>
                        <a:rPr lang="en-US" sz="1200" dirty="0">
                          <a:solidFill>
                            <a:srgbClr val="1F1F1F"/>
                          </a:solidFill>
                          <a:effectLst/>
                          <a:latin typeface="Arial"/>
                        </a:rPr>
                        <a:t>Monitor performance against quotas for specific products or product families.</a:t>
                      </a:r>
                    </a:p>
                  </a:txBody>
                  <a:tcPr marL="76200" marR="76200" marT="76200" marB="76200">
                    <a:lnL>
                      <a:noFill/>
                    </a:lnL>
                    <a:lnR>
                      <a:noFill/>
                    </a:lnR>
                    <a:lnT w="9525" cap="flat" cmpd="sng" algn="ctr">
                      <a:solidFill>
                        <a:srgbClr val="E1E3E1"/>
                      </a:solidFill>
                      <a:prstDash val="solid"/>
                      <a:round/>
                      <a:headEnd type="none" w="med" len="med"/>
                      <a:tailEnd type="none" w="med" len="med"/>
                    </a:lnT>
                    <a:lnB w="9525" cap="flat" cmpd="sng" algn="ctr">
                      <a:solidFill>
                        <a:srgbClr val="E1E3E1"/>
                      </a:solidFill>
                      <a:prstDash val="solid"/>
                      <a:round/>
                      <a:headEnd type="none" w="med" len="med"/>
                      <a:tailEnd type="none" w="med" len="med"/>
                    </a:lnB>
                    <a:solidFill>
                      <a:srgbClr val="FFFFFF"/>
                    </a:solidFill>
                  </a:tcPr>
                </a:tc>
                <a:extLst>
                  <a:ext uri="{0D108BD9-81ED-4DB2-BD59-A6C34878D82A}">
                    <a16:rowId xmlns:a16="http://schemas.microsoft.com/office/drawing/2014/main" val="4245906605"/>
                  </a:ext>
                </a:extLst>
              </a:tr>
              <a:tr h="697616">
                <a:tc>
                  <a:txBody>
                    <a:bodyPr/>
                    <a:lstStyle/>
                    <a:p>
                      <a:pPr algn="l" fontAlgn="t">
                        <a:buNone/>
                      </a:pPr>
                      <a:r>
                        <a:rPr lang="en-US" sz="1400" b="0" dirty="0">
                          <a:solidFill>
                            <a:srgbClr val="1F1F1F"/>
                          </a:solidFill>
                          <a:effectLst/>
                          <a:latin typeface="Arial"/>
                        </a:rPr>
                        <a:t>Partner-Centric Pipeline</a:t>
                      </a:r>
                      <a:br>
                        <a:rPr lang="en-US" sz="1400" b="0" dirty="0">
                          <a:solidFill>
                            <a:srgbClr val="1F1F1F"/>
                          </a:solidFill>
                          <a:effectLst/>
                          <a:latin typeface="Arial"/>
                        </a:rPr>
                      </a:br>
                      <a:r>
                        <a:rPr lang="en-US" sz="1200" dirty="0">
                          <a:solidFill>
                            <a:srgbClr val="1F1F1F"/>
                          </a:solidFill>
                          <a:effectLst/>
                          <a:latin typeface="Arial"/>
                        </a:rPr>
                        <a:t>View a filtered pipeline that shows only deals associated with a specific channel or partner.</a:t>
                      </a:r>
                    </a:p>
                  </a:txBody>
                  <a:tcPr marL="76200" marR="76200" marT="76200" marB="76200">
                    <a:lnL>
                      <a:noFill/>
                    </a:lnL>
                    <a:lnR>
                      <a:noFill/>
                    </a:lnR>
                    <a:lnT w="9525" cap="flat" cmpd="sng" algn="ctr">
                      <a:solidFill>
                        <a:srgbClr val="E1E3E1"/>
                      </a:solidFill>
                      <a:prstDash val="solid"/>
                      <a:round/>
                      <a:headEnd type="none" w="med" len="med"/>
                      <a:tailEnd type="none" w="med" len="med"/>
                    </a:lnT>
                    <a:lnB w="9525" cap="flat" cmpd="sng" algn="ctr">
                      <a:solidFill>
                        <a:srgbClr val="E1E3E1"/>
                      </a:solidFill>
                      <a:prstDash val="solid"/>
                      <a:round/>
                      <a:headEnd type="none" w="med" len="med"/>
                      <a:tailEnd type="none" w="med" len="med"/>
                    </a:lnB>
                    <a:solidFill>
                      <a:srgbClr val="FFFFFF"/>
                    </a:solidFill>
                  </a:tcPr>
                </a:tc>
                <a:tc>
                  <a:txBody>
                    <a:bodyPr/>
                    <a:lstStyle/>
                    <a:p>
                      <a:pPr algn="l" fontAlgn="t">
                        <a:buNone/>
                      </a:pPr>
                      <a:r>
                        <a:rPr lang="en-US" sz="1400" b="0" dirty="0">
                          <a:solidFill>
                            <a:srgbClr val="1F1F1F"/>
                          </a:solidFill>
                          <a:effectLst/>
                          <a:latin typeface="Arial"/>
                        </a:rPr>
                        <a:t>Product-Centric Pipeline</a:t>
                      </a:r>
                      <a:br>
                        <a:rPr lang="en-US" sz="1400" b="0" dirty="0">
                          <a:solidFill>
                            <a:srgbClr val="1F1F1F"/>
                          </a:solidFill>
                          <a:effectLst/>
                          <a:latin typeface="Arial"/>
                        </a:rPr>
                      </a:br>
                      <a:r>
                        <a:rPr lang="en-US" sz="1200" dirty="0">
                          <a:solidFill>
                            <a:srgbClr val="1F1F1F"/>
                          </a:solidFill>
                          <a:effectLst/>
                          <a:latin typeface="Arial"/>
                        </a:rPr>
                        <a:t>View a filtered pipeline that shows only deals containing a specific product, regardless of the sales region.</a:t>
                      </a:r>
                    </a:p>
                  </a:txBody>
                  <a:tcPr marL="76200" marR="76200" marT="76200" marB="76200">
                    <a:lnL>
                      <a:noFill/>
                    </a:lnL>
                    <a:lnR>
                      <a:noFill/>
                    </a:lnR>
                    <a:lnT w="9525" cap="flat" cmpd="sng" algn="ctr">
                      <a:solidFill>
                        <a:srgbClr val="E1E3E1"/>
                      </a:solidFill>
                      <a:prstDash val="solid"/>
                      <a:round/>
                      <a:headEnd type="none" w="med" len="med"/>
                      <a:tailEnd type="none" w="med" len="med"/>
                    </a:lnT>
                    <a:lnB w="9525" cap="flat" cmpd="sng" algn="ctr">
                      <a:solidFill>
                        <a:srgbClr val="E1E3E1"/>
                      </a:solidFill>
                      <a:prstDash val="solid"/>
                      <a:round/>
                      <a:headEnd type="none" w="med" len="med"/>
                      <a:tailEnd type="none" w="med" len="med"/>
                    </a:lnB>
                    <a:solidFill>
                      <a:srgbClr val="FFFFFF"/>
                    </a:solidFill>
                  </a:tcPr>
                </a:tc>
                <a:extLst>
                  <a:ext uri="{0D108BD9-81ED-4DB2-BD59-A6C34878D82A}">
                    <a16:rowId xmlns:a16="http://schemas.microsoft.com/office/drawing/2014/main" val="2613062899"/>
                  </a:ext>
                </a:extLst>
              </a:tr>
              <a:tr h="953884">
                <a:tc>
                  <a:txBody>
                    <a:bodyPr/>
                    <a:lstStyle/>
                    <a:p>
                      <a:pPr algn="l" fontAlgn="t">
                        <a:buNone/>
                      </a:pPr>
                      <a:r>
                        <a:rPr lang="en-US" sz="1400" b="0" dirty="0">
                          <a:solidFill>
                            <a:srgbClr val="1F1F1F"/>
                          </a:solidFill>
                          <a:effectLst/>
                          <a:latin typeface="Arial"/>
                        </a:rPr>
                        <a:t>Drill Down to Details</a:t>
                      </a:r>
                      <a:br>
                        <a:rPr lang="en-US" sz="1400" b="0" dirty="0">
                          <a:solidFill>
                            <a:srgbClr val="1F1F1F"/>
                          </a:solidFill>
                          <a:effectLst/>
                          <a:latin typeface="Arial"/>
                        </a:rPr>
                      </a:br>
                      <a:r>
                        <a:rPr lang="en-US" sz="1200" dirty="0">
                          <a:solidFill>
                            <a:srgbClr val="1F1F1F"/>
                          </a:solidFill>
                          <a:effectLst/>
                          <a:latin typeface="Arial"/>
                        </a:rPr>
                        <a:t>Analyze the details of channel-related opportunities to provide support and ensure deal progression.</a:t>
                      </a:r>
                    </a:p>
                  </a:txBody>
                  <a:tcPr marL="76200" marR="76200" marT="76200" marB="76200">
                    <a:lnL>
                      <a:noFill/>
                    </a:lnL>
                    <a:lnR>
                      <a:noFill/>
                    </a:lnR>
                    <a:lnT w="9525" cap="flat" cmpd="sng" algn="ctr">
                      <a:solidFill>
                        <a:srgbClr val="E1E3E1"/>
                      </a:solidFill>
                      <a:prstDash val="solid"/>
                      <a:round/>
                      <a:headEnd type="none" w="med" len="med"/>
                      <a:tailEnd type="none" w="med" len="med"/>
                    </a:lnT>
                    <a:lnB>
                      <a:noFill/>
                    </a:lnB>
                    <a:solidFill>
                      <a:srgbClr val="FFFFFF"/>
                    </a:solidFill>
                  </a:tcPr>
                </a:tc>
                <a:tc>
                  <a:txBody>
                    <a:bodyPr/>
                    <a:lstStyle/>
                    <a:p>
                      <a:pPr algn="l" fontAlgn="t">
                        <a:buNone/>
                      </a:pPr>
                      <a:r>
                        <a:rPr lang="en-US" sz="1400" b="0" dirty="0">
                          <a:solidFill>
                            <a:srgbClr val="1F1F1F"/>
                          </a:solidFill>
                          <a:effectLst/>
                          <a:latin typeface="Arial"/>
                        </a:rPr>
                        <a:t>Drill Down to Details</a:t>
                      </a:r>
                      <a:br>
                        <a:rPr lang="en-US" sz="1400" b="0" dirty="0">
                          <a:solidFill>
                            <a:srgbClr val="1F1F1F"/>
                          </a:solidFill>
                          <a:effectLst/>
                          <a:latin typeface="Arial"/>
                        </a:rPr>
                      </a:br>
                      <a:r>
                        <a:rPr lang="en-US" sz="1200" dirty="0">
                          <a:solidFill>
                            <a:srgbClr val="1F1F1F"/>
                          </a:solidFill>
                          <a:effectLst/>
                          <a:latin typeface="Arial"/>
                        </a:rPr>
                        <a:t>Analyze the specifics of product-related opportunities to offer expert guidance and help the core AE close the deal.</a:t>
                      </a:r>
                    </a:p>
                  </a:txBody>
                  <a:tcPr marL="76200" marR="76200" marT="76200" marB="76200">
                    <a:lnL>
                      <a:noFill/>
                    </a:lnL>
                    <a:lnR>
                      <a:noFill/>
                    </a:lnR>
                    <a:lnT w="9525" cap="flat" cmpd="sng" algn="ctr">
                      <a:solidFill>
                        <a:srgbClr val="E1E3E1"/>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3834313380"/>
                  </a:ext>
                </a:extLst>
              </a:tr>
            </a:tbl>
          </a:graphicData>
        </a:graphic>
      </p:graphicFrame>
    </p:spTree>
    <p:extLst>
      <p:ext uri="{BB962C8B-B14F-4D97-AF65-F5344CB8AC3E}">
        <p14:creationId xmlns:p14="http://schemas.microsoft.com/office/powerpoint/2010/main" val="19428791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73C0FF-C20E-A456-D30B-6C365B76C949}"/>
              </a:ext>
            </a:extLst>
          </p:cNvPr>
          <p:cNvSpPr>
            <a:spLocks noGrp="1"/>
          </p:cNvSpPr>
          <p:nvPr>
            <p:ph type="title"/>
          </p:nvPr>
        </p:nvSpPr>
        <p:spPr/>
        <p:txBody>
          <a:bodyPr lIns="0" tIns="45720" rIns="0" bIns="45720" anchor="t"/>
          <a:lstStyle/>
          <a:p>
            <a:r>
              <a:rPr lang="en-US">
                <a:latin typeface="Arial"/>
                <a:cs typeface="Arial"/>
              </a:rPr>
              <a:t>For more information, refer to </a:t>
            </a:r>
            <a:br>
              <a:rPr lang="en-US" sz="3600"/>
            </a:br>
            <a:r>
              <a:rPr lang="en-US" sz="3600">
                <a:solidFill>
                  <a:schemeClr val="accent1"/>
                </a:solidFill>
                <a:latin typeface="Arial"/>
                <a:cs typeface="Arial"/>
                <a:hlinkClick r:id="rId2">
                  <a:extLst>
                    <a:ext uri="{A12FA001-AC4F-418D-AE19-62706E023703}">
                      <ahyp:hlinkClr xmlns:ahyp="http://schemas.microsoft.com/office/drawing/2018/hyperlinkcolor" val="tx"/>
                    </a:ext>
                  </a:extLst>
                </a:hlinkClick>
              </a:rPr>
              <a:t>applications.anaplan.com</a:t>
            </a:r>
            <a:endParaRPr lang="en-US">
              <a:solidFill>
                <a:schemeClr val="accent1"/>
              </a:solidFill>
              <a:latin typeface="Arial"/>
              <a:cs typeface="Arial"/>
              <a:hlinkClick r:id="rId2">
                <a:extLst>
                  <a:ext uri="{A12FA001-AC4F-418D-AE19-62706E023703}">
                    <ahyp:hlinkClr xmlns:ahyp="http://schemas.microsoft.com/office/drawing/2018/hyperlinkcolor" val="tx"/>
                  </a:ext>
                </a:extLst>
              </a:hlinkClick>
            </a:endParaRPr>
          </a:p>
        </p:txBody>
      </p:sp>
    </p:spTree>
    <p:extLst>
      <p:ext uri="{BB962C8B-B14F-4D97-AF65-F5344CB8AC3E}">
        <p14:creationId xmlns:p14="http://schemas.microsoft.com/office/powerpoint/2010/main" val="3169075898"/>
      </p:ext>
    </p:extLst>
  </p:cSld>
  <p:clrMapOvr>
    <a:masterClrMapping/>
  </p:clrMapOvr>
</p:sld>
</file>

<file path=ppt/theme/theme1.xml><?xml version="1.0" encoding="utf-8"?>
<a:theme xmlns:a="http://schemas.openxmlformats.org/drawingml/2006/main" name="1_Anaplan">
  <a:themeElements>
    <a:clrScheme name="Custom 7">
      <a:dk1>
        <a:srgbClr val="0A2F46"/>
      </a:dk1>
      <a:lt1>
        <a:srgbClr val="FFFFFF"/>
      </a:lt1>
      <a:dk2>
        <a:srgbClr val="0A2F46"/>
      </a:dk2>
      <a:lt2>
        <a:srgbClr val="F2F1EE"/>
      </a:lt2>
      <a:accent1>
        <a:srgbClr val="FF6100"/>
      </a:accent1>
      <a:accent2>
        <a:srgbClr val="B33014"/>
      </a:accent2>
      <a:accent3>
        <a:srgbClr val="5C59C6"/>
      </a:accent3>
      <a:accent4>
        <a:srgbClr val="FFC099"/>
      </a:accent4>
      <a:accent5>
        <a:srgbClr val="E1ADA1"/>
      </a:accent5>
      <a:accent6>
        <a:srgbClr val="BCBDF6"/>
      </a:accent6>
      <a:hlink>
        <a:srgbClr val="5859E9"/>
      </a:hlink>
      <a:folHlink>
        <a:srgbClr val="5859E9"/>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noFill/>
        </a:ln>
      </a:spPr>
      <a:bodyPr rtlCol="0" anchor="ctr"/>
      <a:lstStyle>
        <a:defPPr algn="ctr">
          <a:defRPr sz="1600" dirty="0" smtClean="0">
            <a:solidFill>
              <a:schemeClr val="bg1"/>
            </a:solidFill>
            <a:latin typeface="Arial" panose="020B0604020202020204" pitchFamily="34" charset="0"/>
            <a:ea typeface="Verdana" charset="0"/>
            <a:cs typeface="Arial" panose="020B0604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25400" cap="rnd">
          <a:solidFill>
            <a:schemeClr val="tx2"/>
          </a:solidFill>
          <a:headEnd type="none"/>
          <a:tailEnd type="none" w="med" len="med"/>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rtlCol="0">
        <a:spAutoFit/>
      </a:bodyPr>
      <a:lstStyle>
        <a:defPPr marL="180975" indent="-180975" algn="l">
          <a:buClrTx/>
          <a:buFont typeface="Arial" panose="020B0604020202020204" pitchFamily="34" charset="0"/>
          <a:buChar char="•"/>
          <a:defRPr sz="1600" dirty="0" smtClean="0">
            <a:solidFill>
              <a:schemeClr val="tx2"/>
            </a:solidFill>
            <a:latin typeface="Arial" panose="020B0604020202020204" pitchFamily="34" charset="0"/>
            <a:ea typeface="Inter Light" panose="02000503000000020004" pitchFamily="2" charset="0"/>
            <a:cs typeface="Arial" panose="020B0604020202020204" pitchFamily="34" charset="0"/>
          </a:defRPr>
        </a:defPPr>
      </a:lstStyle>
    </a:txDef>
  </a:objectDefaults>
  <a:extraClrSchemeLst/>
  <a:extLst>
    <a:ext uri="{05A4C25C-085E-4340-85A3-A5531E510DB2}">
      <thm15:themeFamily xmlns:thm15="http://schemas.microsoft.com/office/thememl/2012/main" name="Anaplan" id="{4CAA6598-02B8-994A-A258-05814F96B992}" vid="{EA4A7944-4E0C-C543-AAFA-15667AF0162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A178E26A7DE7A4B8C551D41D40720EA" ma:contentTypeVersion="14" ma:contentTypeDescription="Create a new document." ma:contentTypeScope="" ma:versionID="4114e12e7c6499c91d768b3b0d5b0906">
  <xsd:schema xmlns:xsd="http://www.w3.org/2001/XMLSchema" xmlns:xs="http://www.w3.org/2001/XMLSchema" xmlns:p="http://schemas.microsoft.com/office/2006/metadata/properties" xmlns:ns2="c4a93292-96be-422c-9bb6-49a5d66e42ec" xmlns:ns3="1312f2c0-dda1-4b36-bf7c-5f95f823505b" targetNamespace="http://schemas.microsoft.com/office/2006/metadata/properties" ma:root="true" ma:fieldsID="fa6bb022fae5ea71495521fd550ff9f5" ns2:_="" ns3:_="">
    <xsd:import namespace="c4a93292-96be-422c-9bb6-49a5d66e42ec"/>
    <xsd:import namespace="1312f2c0-dda1-4b36-bf7c-5f95f823505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4a93292-96be-422c-9bb6-49a5d66e42e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f01811cc-c25a-4941-9f36-8ea868950899"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1312f2c0-dda1-4b36-bf7c-5f95f823505b"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323cce13-5f3b-4cca-a285-1a02e43f832e}" ma:internalName="TaxCatchAll" ma:showField="CatchAllData" ma:web="1312f2c0-dda1-4b36-bf7c-5f95f823505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c4a93292-96be-422c-9bb6-49a5d66e42ec">
      <Terms xmlns="http://schemas.microsoft.com/office/infopath/2007/PartnerControls"/>
    </lcf76f155ced4ddcb4097134ff3c332f>
    <TaxCatchAll xmlns="1312f2c0-dda1-4b36-bf7c-5f95f823505b"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9BCEEE7-6B48-4BBB-AC4E-700038841B0C}">
  <ds:schemaRefs>
    <ds:schemaRef ds:uri="1312f2c0-dda1-4b36-bf7c-5f95f823505b"/>
    <ds:schemaRef ds:uri="c4a93292-96be-422c-9bb6-49a5d66e42e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8B8478B3-4E64-463B-99B7-E415413EA5F2}">
  <ds:schemaRefs>
    <ds:schemaRef ds:uri="1312f2c0-dda1-4b36-bf7c-5f95f823505b"/>
    <ds:schemaRef ds:uri="c4a93292-96be-422c-9bb6-49a5d66e42ec"/>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C48B83E0-1EA6-4889-BEA7-A5A0BA5DC1F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anaplan-corporate-template-2 layout options</Template>
  <Application>Microsoft Office PowerPoint</Application>
  <PresentationFormat>Widescreen</PresentationFormat>
  <Slides>29</Slides>
  <Notes>6</Notes>
  <HiddenSlides>0</HiddenSlides>
  <ScaleCrop>false</ScaleCrop>
  <HeadingPairs>
    <vt:vector size="4" baseType="variant">
      <vt:variant>
        <vt:lpstr>Theme</vt:lpstr>
      </vt:variant>
      <vt:variant>
        <vt:i4>1</vt:i4>
      </vt:variant>
      <vt:variant>
        <vt:lpstr>Slide Titles</vt:lpstr>
      </vt:variant>
      <vt:variant>
        <vt:i4>29</vt:i4>
      </vt:variant>
    </vt:vector>
  </HeadingPairs>
  <TitlesOfParts>
    <vt:vector size="30" baseType="lpstr">
      <vt:lpstr>1_Anaplan</vt:lpstr>
      <vt:lpstr>Anaplan  Go-to-market Planning Applications</vt:lpstr>
      <vt:lpstr>PowerPoint Presentation</vt:lpstr>
      <vt:lpstr>Table of Contents </vt:lpstr>
      <vt:lpstr>Application overview</vt:lpstr>
      <vt:lpstr>PowerPoint Presentation</vt:lpstr>
      <vt:lpstr>Guided setup powered by the Anaplan Application Framework</vt:lpstr>
      <vt:lpstr>PowerPoint Presentation</vt:lpstr>
      <vt:lpstr>Process and  configurable elements</vt:lpstr>
      <vt:lpstr>PowerPoint Presentation</vt:lpstr>
      <vt:lpstr>Prework and assumptions</vt:lpstr>
      <vt:lpstr>Assumptions </vt:lpstr>
      <vt:lpstr>Sales Forecasting Data Requirements and Description</vt:lpstr>
      <vt:lpstr>Metadata requirements and description </vt:lpstr>
      <vt:lpstr>Metadata requirements and description </vt:lpstr>
      <vt:lpstr>Model design</vt:lpstr>
      <vt:lpstr>Model diagram overview​</vt:lpstr>
      <vt:lpstr>Forecast</vt:lpstr>
      <vt:lpstr>Opportunity</vt:lpstr>
      <vt:lpstr>Scenario Planning Schema</vt:lpstr>
      <vt:lpstr>Scenario Planning</vt:lpstr>
      <vt:lpstr>Pipeline and Pipeline Generation</vt:lpstr>
      <vt:lpstr>Pipeline Analytics</vt:lpstr>
      <vt:lpstr>Forecaster Schema</vt:lpstr>
      <vt:lpstr>Forecaster</vt:lpstr>
      <vt:lpstr>Integration</vt:lpstr>
      <vt:lpstr>Pipeline Hygiene</vt:lpstr>
      <vt:lpstr>Accounts</vt:lpstr>
      <vt:lpstr>Overlay: Channels and Product</vt:lpstr>
      <vt:lpstr>For more information, refer to  applications.anaplan.com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Elizabeth Schera</dc:creator>
  <cp:revision>72</cp:revision>
  <dcterms:created xsi:type="dcterms:W3CDTF">2025-05-06T01:08:29Z</dcterms:created>
  <dcterms:modified xsi:type="dcterms:W3CDTF">2026-06-16T17:41:10Z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0x0101005A178E26A7DE7A4B8C551D41D40720EA</vt:lpwstr>
  </property>
  <property fmtid="{D5CDD505-2E9C-101B-9397-08002B2CF9AE}" pid="3" name="MediaServiceImageTags">
    <vt:lpwstr/>
  </property>
  <property fmtid="{D5CDD505-2E9C-101B-9397-08002B2CF9AE}" pid="4" name="_SourceUrl">
    <vt:lpwstr/>
  </property>
  <property fmtid="{D5CDD505-2E9C-101B-9397-08002B2CF9AE}" pid="5" name="_SharedFileIndex">
    <vt:lpwstr/>
  </property>
  <property fmtid="{D5CDD505-2E9C-101B-9397-08002B2CF9AE}" pid="6" name="ComplianceAssetId">
    <vt:lpwstr/>
  </property>
  <property fmtid="{D5CDD505-2E9C-101B-9397-08002B2CF9AE}" pid="7" name="_ExtendedDescription">
    <vt:lpwstr/>
  </property>
  <property fmtid="{D5CDD505-2E9C-101B-9397-08002B2CF9AE}" pid="8" name="_activity">
    <vt:lpwstr>{"FileActivityType":"9","FileActivityTimeStamp":"2026-02-06T16:34:09.363Z","FileActivityUsersOnPage":[{"DisplayName":"Lara Eksi","Id":"lara.eksi@anaplan.com"},{"DisplayName":"Avani Wadiwala","Id":"avani.wadiwala@anaplan.com"},{"DisplayName":"Kay Kuang","Id":"kay.kuang@anaplan.com"},{"DisplayName":"Rrahul Kodate","Id":"rrahul.kodate@anaplan.com"},{"DisplayName":"Karishma Shah","Id":"karishma.shah@anaplan.com"},{"DisplayName":"Guillaume Arnaud","Id":"guillaume.arnaud@anaplan.com"}],"FileActivityNavigationId":null}</vt:lpwstr>
  </property>
  <property fmtid="{D5CDD505-2E9C-101B-9397-08002B2CF9AE}" pid="9" name="TriggerFlowInfo">
    <vt:lpwstr/>
  </property>
</Properties>
</file>