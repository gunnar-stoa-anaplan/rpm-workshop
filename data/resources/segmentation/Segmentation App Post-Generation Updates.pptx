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3.xml" ContentType="application/vnd.openxmlformats-officedocument.theme+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4.xml" ContentType="application/vnd.openxmlformats-officedocument.theme+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5.xml" ContentType="application/vnd.openxmlformats-officedocument.theme+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6.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7.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theme/theme9.xml" ContentType="application/vnd.openxmlformats-officedocument.theme+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theme/theme10.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theme/theme11.xml" ContentType="application/vnd.openxmlformats-officedocument.them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FFDC_41B9F70D.xml" ContentType="application/vnd.ms-powerpoint.comments+xml"/>
  <Override PartName="/ppt/comments/modernComment_7FFFFFE6_E28050D.xml" ContentType="application/vnd.ms-powerpoint.comments+xml"/>
  <Override PartName="/ppt/comments/modernComment_7FFFFFFF_913AFF00.xml" ContentType="application/vnd.ms-powerpoint.comments+xml"/>
  <Override PartName="/ppt/comments/modernComment_103_9B64128A.xml" ContentType="application/vnd.ms-powerpoint.comments+xml"/>
  <Override PartName="/ppt/comments/modernComment_106_548F4F0C.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602" r:id="rId4"/>
    <p:sldMasterId id="2147484623" r:id="rId5"/>
    <p:sldMasterId id="2147483715" r:id="rId6"/>
    <p:sldMasterId id="2147483792" r:id="rId7"/>
    <p:sldMasterId id="2147483835" r:id="rId8"/>
    <p:sldMasterId id="2147483874" r:id="rId9"/>
    <p:sldMasterId id="2147483926" r:id="rId10"/>
    <p:sldMasterId id="2147484358" r:id="rId11"/>
    <p:sldMasterId id="2147483660" r:id="rId12"/>
    <p:sldMasterId id="2147484655" r:id="rId13"/>
    <p:sldMasterId id="2147484799" r:id="rId14"/>
  </p:sldMasterIdLst>
  <p:notesMasterIdLst>
    <p:notesMasterId r:id="rId83"/>
  </p:notesMasterIdLst>
  <p:sldIdLst>
    <p:sldId id="2147478365" r:id="rId15"/>
    <p:sldId id="2147478366" r:id="rId16"/>
    <p:sldId id="2147478367" r:id="rId17"/>
    <p:sldId id="2147483590" r:id="rId18"/>
    <p:sldId id="2147483591" r:id="rId19"/>
    <p:sldId id="2147483592" r:id="rId20"/>
    <p:sldId id="2147483593" r:id="rId21"/>
    <p:sldId id="2147483594" r:id="rId22"/>
    <p:sldId id="2147483595" r:id="rId23"/>
    <p:sldId id="2147483596" r:id="rId24"/>
    <p:sldId id="264" r:id="rId25"/>
    <p:sldId id="2147483599" r:id="rId26"/>
    <p:sldId id="2147483601" r:id="rId27"/>
    <p:sldId id="265" r:id="rId28"/>
    <p:sldId id="267" r:id="rId29"/>
    <p:sldId id="2147483602" r:id="rId30"/>
    <p:sldId id="2147483604" r:id="rId31"/>
    <p:sldId id="2147483605" r:id="rId32"/>
    <p:sldId id="2147483606" r:id="rId33"/>
    <p:sldId id="2147483607" r:id="rId34"/>
    <p:sldId id="2147483608" r:id="rId35"/>
    <p:sldId id="2147483609" r:id="rId36"/>
    <p:sldId id="261" r:id="rId37"/>
    <p:sldId id="2147478368" r:id="rId38"/>
    <p:sldId id="2147483611" r:id="rId39"/>
    <p:sldId id="2147483612" r:id="rId40"/>
    <p:sldId id="2147478369" r:id="rId41"/>
    <p:sldId id="2147483614" r:id="rId42"/>
    <p:sldId id="263" r:id="rId43"/>
    <p:sldId id="268" r:id="rId44"/>
    <p:sldId id="269" r:id="rId45"/>
    <p:sldId id="270" r:id="rId46"/>
    <p:sldId id="271" r:id="rId47"/>
    <p:sldId id="272" r:id="rId48"/>
    <p:sldId id="2147483615" r:id="rId49"/>
    <p:sldId id="2147483620" r:id="rId50"/>
    <p:sldId id="2147483621" r:id="rId51"/>
    <p:sldId id="2147483625" r:id="rId52"/>
    <p:sldId id="2147483622" r:id="rId53"/>
    <p:sldId id="2147483623" r:id="rId54"/>
    <p:sldId id="2147483624" r:id="rId55"/>
    <p:sldId id="2147483626" r:id="rId56"/>
    <p:sldId id="2147483627" r:id="rId57"/>
    <p:sldId id="2147483629" r:id="rId58"/>
    <p:sldId id="2147483632" r:id="rId59"/>
    <p:sldId id="2147483631" r:id="rId60"/>
    <p:sldId id="273" r:id="rId61"/>
    <p:sldId id="2147483633" r:id="rId62"/>
    <p:sldId id="2147483634" r:id="rId63"/>
    <p:sldId id="2147483635" r:id="rId64"/>
    <p:sldId id="2147483638" r:id="rId65"/>
    <p:sldId id="2147483640" r:id="rId66"/>
    <p:sldId id="2147483641" r:id="rId67"/>
    <p:sldId id="2147483643" r:id="rId68"/>
    <p:sldId id="2147483642" r:id="rId69"/>
    <p:sldId id="2147483644" r:id="rId70"/>
    <p:sldId id="2147483645" r:id="rId71"/>
    <p:sldId id="2147483647" r:id="rId72"/>
    <p:sldId id="256" r:id="rId73"/>
    <p:sldId id="257" r:id="rId74"/>
    <p:sldId id="258" r:id="rId75"/>
    <p:sldId id="260" r:id="rId76"/>
    <p:sldId id="259" r:id="rId77"/>
    <p:sldId id="275" r:id="rId78"/>
    <p:sldId id="274" r:id="rId79"/>
    <p:sldId id="262" r:id="rId80"/>
    <p:sldId id="2147478370" r:id="rId81"/>
    <p:sldId id="266"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6C172A-B527-ADC0-8C41-6610E5A15B97}" name="Ankit Shah" initials="AS" userId="S::ankit.shah2@anaplan.com::2757cacc-899b-467a-9acb-8c8a9a3e31da" providerId="AD"/>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2B2EE461-3CB4-235B-5E4A-3A7F79BFDDFC}" name="Lisa Moore" initials="LM" userId="S::lisa.moore@anaplan.com::a088c166-9ee6-4a89-abf2-037fb7cf42c8"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BC648AC6-C026-B4FE-BC9B-3A11E0BE3CF0}" name="Guillaume Arnaud" initials="GA" userId="S::guillaume.arnaud@anaplan.com::5025ff07-367f-49c9-8057-55eefeaee3bd" providerId="AD"/>
  <p188:author id="{991F82DF-B7AA-8D83-1E74-42FD4FA11178}" name="Elizabeth Schera" initials="ES" userId="S::elizabeth.schera@anaplan.com::15d9bf91-ee17-4dc8-b27f-de53aa84949f"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21C"/>
    <a:srgbClr val="0C31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3A953-1CE0-E069-7DD1-574B08706A2E}" v="25" dt="2026-01-27T01:24:06.111"/>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42" Type="http://schemas.openxmlformats.org/officeDocument/2006/relationships/slide" Target="slides/slide28.xml"/><Relationship Id="rId47" Type="http://schemas.openxmlformats.org/officeDocument/2006/relationships/slide" Target="slides/slide33.xml"/><Relationship Id="rId63" Type="http://schemas.openxmlformats.org/officeDocument/2006/relationships/slide" Target="slides/slide49.xml"/><Relationship Id="rId68" Type="http://schemas.openxmlformats.org/officeDocument/2006/relationships/slide" Target="slides/slide5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2.xml"/><Relationship Id="rId11" Type="http://schemas.openxmlformats.org/officeDocument/2006/relationships/slideMaster" Target="slideMasters/slideMaster8.xml"/><Relationship Id="rId32" Type="http://schemas.openxmlformats.org/officeDocument/2006/relationships/slide" Target="slides/slide18.xml"/><Relationship Id="rId37" Type="http://schemas.openxmlformats.org/officeDocument/2006/relationships/slide" Target="slides/slide23.xml"/><Relationship Id="rId53" Type="http://schemas.openxmlformats.org/officeDocument/2006/relationships/slide" Target="slides/slide39.xml"/><Relationship Id="rId58" Type="http://schemas.openxmlformats.org/officeDocument/2006/relationships/slide" Target="slides/slide44.xml"/><Relationship Id="rId74" Type="http://schemas.openxmlformats.org/officeDocument/2006/relationships/slide" Target="slides/slide60.xml"/><Relationship Id="rId79" Type="http://schemas.openxmlformats.org/officeDocument/2006/relationships/slide" Target="slides/slide65.xml"/><Relationship Id="rId5" Type="http://schemas.openxmlformats.org/officeDocument/2006/relationships/slideMaster" Target="slideMasters/slideMaster2.xml"/><Relationship Id="rId90" Type="http://schemas.microsoft.com/office/2018/10/relationships/authors" Target="authors.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slide" Target="slides/slide42.xml"/><Relationship Id="rId64" Type="http://schemas.openxmlformats.org/officeDocument/2006/relationships/slide" Target="slides/slide50.xml"/><Relationship Id="rId69" Type="http://schemas.openxmlformats.org/officeDocument/2006/relationships/slide" Target="slides/slide55.xml"/><Relationship Id="rId77" Type="http://schemas.openxmlformats.org/officeDocument/2006/relationships/slide" Target="slides/slide63.xml"/><Relationship Id="rId8" Type="http://schemas.openxmlformats.org/officeDocument/2006/relationships/slideMaster" Target="slideMasters/slideMaster5.xml"/><Relationship Id="rId51" Type="http://schemas.openxmlformats.org/officeDocument/2006/relationships/slide" Target="slides/slide37.xml"/><Relationship Id="rId72" Type="http://schemas.openxmlformats.org/officeDocument/2006/relationships/slide" Target="slides/slide58.xml"/><Relationship Id="rId80" Type="http://schemas.openxmlformats.org/officeDocument/2006/relationships/slide" Target="slides/slide6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slide" Target="slides/slide45.xml"/><Relationship Id="rId67" Type="http://schemas.openxmlformats.org/officeDocument/2006/relationships/slide" Target="slides/slide53.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openxmlformats.org/officeDocument/2006/relationships/slide" Target="slides/slide48.xml"/><Relationship Id="rId70" Type="http://schemas.openxmlformats.org/officeDocument/2006/relationships/slide" Target="slides/slide56.xml"/><Relationship Id="rId75" Type="http://schemas.openxmlformats.org/officeDocument/2006/relationships/slide" Target="slides/slide61.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slide" Target="slides/slide51.xml"/><Relationship Id="rId73" Type="http://schemas.openxmlformats.org/officeDocument/2006/relationships/slide" Target="slides/slide59.xml"/><Relationship Id="rId78" Type="http://schemas.openxmlformats.org/officeDocument/2006/relationships/slide" Target="slides/slide64.xml"/><Relationship Id="rId81" Type="http://schemas.openxmlformats.org/officeDocument/2006/relationships/slide" Target="slides/slide6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4.xml"/><Relationship Id="rId39" Type="http://schemas.openxmlformats.org/officeDocument/2006/relationships/slide" Target="slides/slide2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 Id="rId76" Type="http://schemas.openxmlformats.org/officeDocument/2006/relationships/slide" Target="slides/slide62.xml"/><Relationship Id="rId7" Type="http://schemas.openxmlformats.org/officeDocument/2006/relationships/slideMaster" Target="slideMasters/slideMaster4.xml"/><Relationship Id="rId71" Type="http://schemas.openxmlformats.org/officeDocument/2006/relationships/slide" Target="slides/slide57.xml"/><Relationship Id="rId2" Type="http://schemas.openxmlformats.org/officeDocument/2006/relationships/customXml" Target="../customXml/item2.xml"/><Relationship Id="rId29" Type="http://schemas.openxmlformats.org/officeDocument/2006/relationships/slide" Target="slides/slide15.xml"/><Relationship Id="rId24" Type="http://schemas.openxmlformats.org/officeDocument/2006/relationships/slide" Target="slides/slide10.xml"/><Relationship Id="rId40" Type="http://schemas.openxmlformats.org/officeDocument/2006/relationships/slide" Target="slides/slide26.xml"/><Relationship Id="rId45" Type="http://schemas.openxmlformats.org/officeDocument/2006/relationships/slide" Target="slides/slide31.xml"/><Relationship Id="rId66" Type="http://schemas.openxmlformats.org/officeDocument/2006/relationships/slide" Target="slides/slide52.xml"/><Relationship Id="rId87" Type="http://schemas.openxmlformats.org/officeDocument/2006/relationships/tableStyles" Target="tableStyles.xml"/><Relationship Id="rId61" Type="http://schemas.openxmlformats.org/officeDocument/2006/relationships/slide" Target="slides/slide47.xml"/><Relationship Id="rId82" Type="http://schemas.openxmlformats.org/officeDocument/2006/relationships/slide" Target="slides/slide68.xml"/><Relationship Id="rId1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Schulze" userId="S::chris.schulze@anaplan.com::2e58afd4-a6a0-4144-8397-35ced18d076a" providerId="AD" clId="Web-{FE55AFC6-0443-D0D9-9C11-63285AAC7D39}"/>
    <pc:docChg chg="modSld">
      <pc:chgData name="Chris Schulze" userId="S::chris.schulze@anaplan.com::2e58afd4-a6a0-4144-8397-35ced18d076a" providerId="AD" clId="Web-{FE55AFC6-0443-D0D9-9C11-63285AAC7D39}" dt="2026-01-14T03:12:59.890" v="43" actId="20577"/>
      <pc:docMkLst>
        <pc:docMk/>
      </pc:docMkLst>
      <pc:sldChg chg="modSp">
        <pc:chgData name="Chris Schulze" userId="S::chris.schulze@anaplan.com::2e58afd4-a6a0-4144-8397-35ced18d076a" providerId="AD" clId="Web-{FE55AFC6-0443-D0D9-9C11-63285AAC7D39}" dt="2026-01-14T03:09:30.642" v="39" actId="20577"/>
        <pc:sldMkLst>
          <pc:docMk/>
          <pc:sldMk cId="2738052602" sldId="263"/>
        </pc:sldMkLst>
        <pc:spChg chg="mod">
          <ac:chgData name="Chris Schulze" userId="S::chris.schulze@anaplan.com::2e58afd4-a6a0-4144-8397-35ced18d076a" providerId="AD" clId="Web-{FE55AFC6-0443-D0D9-9C11-63285AAC7D39}" dt="2026-01-14T03:09:30.642" v="39" actId="20577"/>
          <ac:spMkLst>
            <pc:docMk/>
            <pc:sldMk cId="2738052602" sldId="263"/>
            <ac:spMk id="3" creationId="{9F22236F-CE4D-2B17-010A-C69A921CF6B6}"/>
          </ac:spMkLst>
        </pc:spChg>
      </pc:sldChg>
      <pc:sldChg chg="modSp">
        <pc:chgData name="Chris Schulze" userId="S::chris.schulze@anaplan.com::2e58afd4-a6a0-4144-8397-35ced18d076a" providerId="AD" clId="Web-{FE55AFC6-0443-D0D9-9C11-63285AAC7D39}" dt="2026-01-14T03:12:59.890" v="43" actId="20577"/>
        <pc:sldMkLst>
          <pc:docMk/>
          <pc:sldMk cId="1494893998" sldId="268"/>
        </pc:sldMkLst>
        <pc:spChg chg="mod">
          <ac:chgData name="Chris Schulze" userId="S::chris.schulze@anaplan.com::2e58afd4-a6a0-4144-8397-35ced18d076a" providerId="AD" clId="Web-{FE55AFC6-0443-D0D9-9C11-63285AAC7D39}" dt="2026-01-14T03:12:59.890" v="43" actId="20577"/>
          <ac:spMkLst>
            <pc:docMk/>
            <pc:sldMk cId="1494893998" sldId="268"/>
            <ac:spMk id="3" creationId="{9F22236F-CE4D-2B17-010A-C69A921CF6B6}"/>
          </ac:spMkLst>
        </pc:spChg>
      </pc:sldChg>
      <pc:sldChg chg="addSp delSp modSp">
        <pc:chgData name="Chris Schulze" userId="S::chris.schulze@anaplan.com::2e58afd4-a6a0-4144-8397-35ced18d076a" providerId="AD" clId="Web-{FE55AFC6-0443-D0D9-9C11-63285AAC7D39}" dt="2026-01-14T00:46:59.630" v="4" actId="14100"/>
        <pc:sldMkLst>
          <pc:docMk/>
          <pc:sldMk cId="72372126" sldId="2147483595"/>
        </pc:sldMkLst>
        <pc:picChg chg="add mod">
          <ac:chgData name="Chris Schulze" userId="S::chris.schulze@anaplan.com::2e58afd4-a6a0-4144-8397-35ced18d076a" providerId="AD" clId="Web-{FE55AFC6-0443-D0D9-9C11-63285AAC7D39}" dt="2026-01-14T00:46:59.630" v="4" actId="14100"/>
          <ac:picMkLst>
            <pc:docMk/>
            <pc:sldMk cId="72372126" sldId="2147483595"/>
            <ac:picMk id="9" creationId="{D0E13B8B-BF8A-2C6D-821D-388537A17E5E}"/>
          </ac:picMkLst>
        </pc:picChg>
      </pc:sldChg>
      <pc:sldChg chg="addSp delSp modSp">
        <pc:chgData name="Chris Schulze" userId="S::chris.schulze@anaplan.com::2e58afd4-a6a0-4144-8397-35ced18d076a" providerId="AD" clId="Web-{FE55AFC6-0443-D0D9-9C11-63285AAC7D39}" dt="2026-01-14T00:55:00.092" v="23" actId="20577"/>
        <pc:sldMkLst>
          <pc:docMk/>
          <pc:sldMk cId="4194178059" sldId="2147483596"/>
        </pc:sldMkLst>
        <pc:spChg chg="mod">
          <ac:chgData name="Chris Schulze" userId="S::chris.schulze@anaplan.com::2e58afd4-a6a0-4144-8397-35ced18d076a" providerId="AD" clId="Web-{FE55AFC6-0443-D0D9-9C11-63285AAC7D39}" dt="2026-01-14T00:55:00.092" v="23" actId="20577"/>
          <ac:spMkLst>
            <pc:docMk/>
            <pc:sldMk cId="4194178059" sldId="2147483596"/>
            <ac:spMk id="12" creationId="{CFE79483-D9F8-6916-8230-EC04AA119AE6}"/>
          </ac:spMkLst>
        </pc:spChg>
        <pc:picChg chg="add mod ord">
          <ac:chgData name="Chris Schulze" userId="S::chris.schulze@anaplan.com::2e58afd4-a6a0-4144-8397-35ced18d076a" providerId="AD" clId="Web-{FE55AFC6-0443-D0D9-9C11-63285AAC7D39}" dt="2026-01-14T00:53:39.121" v="8" actId="1076"/>
          <ac:picMkLst>
            <pc:docMk/>
            <pc:sldMk cId="4194178059" sldId="2147483596"/>
            <ac:picMk id="5" creationId="{CA3242AB-1F6C-1ABB-CA74-1506234081F1}"/>
          </ac:picMkLst>
        </pc:picChg>
      </pc:sldChg>
    </pc:docChg>
  </pc:docChgLst>
  <pc:docChgLst>
    <pc:chgData name="Chris Schulze" userId="S::chris.schulze@anaplan.com::2e58afd4-a6a0-4144-8397-35ced18d076a" providerId="AD" clId="Web-{F40A428D-D4DB-7887-B13F-E13D5F3EA6D9}"/>
    <pc:docChg chg="modSld">
      <pc:chgData name="Chris Schulze" userId="S::chris.schulze@anaplan.com::2e58afd4-a6a0-4144-8397-35ced18d076a" providerId="AD" clId="Web-{F40A428D-D4DB-7887-B13F-E13D5F3EA6D9}" dt="2026-01-16T00:34:34.462" v="15" actId="20577"/>
      <pc:docMkLst>
        <pc:docMk/>
      </pc:docMkLst>
      <pc:sldChg chg="modSp">
        <pc:chgData name="Chris Schulze" userId="S::chris.schulze@anaplan.com::2e58afd4-a6a0-4144-8397-35ced18d076a" providerId="AD" clId="Web-{F40A428D-D4DB-7887-B13F-E13D5F3EA6D9}" dt="2026-01-16T00:34:34.462" v="15" actId="20577"/>
        <pc:sldMkLst>
          <pc:docMk/>
          <pc:sldMk cId="1157033089" sldId="261"/>
        </pc:sldMkLst>
        <pc:spChg chg="mod">
          <ac:chgData name="Chris Schulze" userId="S::chris.schulze@anaplan.com::2e58afd4-a6a0-4144-8397-35ced18d076a" providerId="AD" clId="Web-{F40A428D-D4DB-7887-B13F-E13D5F3EA6D9}" dt="2026-01-16T00:34:34.462" v="15" actId="20577"/>
          <ac:spMkLst>
            <pc:docMk/>
            <pc:sldMk cId="1157033089" sldId="261"/>
            <ac:spMk id="8" creationId="{2154E1B4-80EF-D4F6-7B5E-6C2094D36D24}"/>
          </ac:spMkLst>
        </pc:spChg>
      </pc:sldChg>
      <pc:sldChg chg="modSp">
        <pc:chgData name="Chris Schulze" userId="S::chris.schulze@anaplan.com::2e58afd4-a6a0-4144-8397-35ced18d076a" providerId="AD" clId="Web-{F40A428D-D4DB-7887-B13F-E13D5F3EA6D9}" dt="2026-01-16T00:03:28.763" v="6" actId="20577"/>
        <pc:sldMkLst>
          <pc:docMk/>
          <pc:sldMk cId="2211857394" sldId="2147483601"/>
        </pc:sldMkLst>
        <pc:spChg chg="mod">
          <ac:chgData name="Chris Schulze" userId="S::chris.schulze@anaplan.com::2e58afd4-a6a0-4144-8397-35ced18d076a" providerId="AD" clId="Web-{F40A428D-D4DB-7887-B13F-E13D5F3EA6D9}" dt="2026-01-16T00:03:28.763" v="6" actId="20577"/>
          <ac:spMkLst>
            <pc:docMk/>
            <pc:sldMk cId="2211857394" sldId="2147483601"/>
            <ac:spMk id="2" creationId="{3661C581-232B-BA0B-30D6-ADB7CDCCB16A}"/>
          </ac:spMkLst>
        </pc:spChg>
        <pc:spChg chg="mod">
          <ac:chgData name="Chris Schulze" userId="S::chris.schulze@anaplan.com::2e58afd4-a6a0-4144-8397-35ced18d076a" providerId="AD" clId="Web-{F40A428D-D4DB-7887-B13F-E13D5F3EA6D9}" dt="2026-01-16T00:03:28.716" v="5" actId="20577"/>
          <ac:spMkLst>
            <pc:docMk/>
            <pc:sldMk cId="2211857394" sldId="2147483601"/>
            <ac:spMk id="3" creationId="{AB6AA001-DF90-55E8-C9B7-45425584D048}"/>
          </ac:spMkLst>
        </pc:spChg>
      </pc:sldChg>
      <pc:sldChg chg="modSp">
        <pc:chgData name="Chris Schulze" userId="S::chris.schulze@anaplan.com::2e58afd4-a6a0-4144-8397-35ced18d076a" providerId="AD" clId="Web-{F40A428D-D4DB-7887-B13F-E13D5F3EA6D9}" dt="2026-01-16T00:29:27.222" v="11" actId="20577"/>
        <pc:sldMkLst>
          <pc:docMk/>
          <pc:sldMk cId="749654738" sldId="2147483608"/>
        </pc:sldMkLst>
        <pc:spChg chg="mod">
          <ac:chgData name="Chris Schulze" userId="S::chris.schulze@anaplan.com::2e58afd4-a6a0-4144-8397-35ced18d076a" providerId="AD" clId="Web-{F40A428D-D4DB-7887-B13F-E13D5F3EA6D9}" dt="2026-01-16T00:29:27.222" v="11" actId="20577"/>
          <ac:spMkLst>
            <pc:docMk/>
            <pc:sldMk cId="749654738" sldId="2147483608"/>
            <ac:spMk id="2" creationId="{84C79B2A-48DA-A44A-EC2A-B046F9FD5C99}"/>
          </ac:spMkLst>
        </pc:spChg>
      </pc:sldChg>
    </pc:docChg>
  </pc:docChgLst>
  <pc:docChgLst>
    <pc:chgData name="Chris Schulze" userId="S::chris.schulze@anaplan.com::2e58afd4-a6a0-4144-8397-35ced18d076a" providerId="AD" clId="Web-{6773A953-1CE0-E069-7DD1-574B08706A2E}"/>
    <pc:docChg chg="modSld">
      <pc:chgData name="Chris Schulze" userId="S::chris.schulze@anaplan.com::2e58afd4-a6a0-4144-8397-35ced18d076a" providerId="AD" clId="Web-{6773A953-1CE0-E069-7DD1-574B08706A2E}" dt="2026-01-27T01:24:06.017" v="21" actId="20577"/>
      <pc:docMkLst>
        <pc:docMk/>
      </pc:docMkLst>
      <pc:sldChg chg="modSp">
        <pc:chgData name="Chris Schulze" userId="S::chris.schulze@anaplan.com::2e58afd4-a6a0-4144-8397-35ced18d076a" providerId="AD" clId="Web-{6773A953-1CE0-E069-7DD1-574B08706A2E}" dt="2026-01-27T01:10:48.932" v="2" actId="20577"/>
        <pc:sldMkLst>
          <pc:docMk/>
          <pc:sldMk cId="4194178059" sldId="2147483596"/>
        </pc:sldMkLst>
        <pc:spChg chg="mod">
          <ac:chgData name="Chris Schulze" userId="S::chris.schulze@anaplan.com::2e58afd4-a6a0-4144-8397-35ced18d076a" providerId="AD" clId="Web-{6773A953-1CE0-E069-7DD1-574B08706A2E}" dt="2026-01-27T01:10:48.932" v="2" actId="20577"/>
          <ac:spMkLst>
            <pc:docMk/>
            <pc:sldMk cId="4194178059" sldId="2147483596"/>
            <ac:spMk id="14" creationId="{31FA2D04-AA0F-73FB-D7D3-03FFAD1F1FA9}"/>
          </ac:spMkLst>
        </pc:spChg>
      </pc:sldChg>
      <pc:sldChg chg="addSp delSp modSp">
        <pc:chgData name="Chris Schulze" userId="S::chris.schulze@anaplan.com::2e58afd4-a6a0-4144-8397-35ced18d076a" providerId="AD" clId="Web-{6773A953-1CE0-E069-7DD1-574B08706A2E}" dt="2026-01-27T01:24:06.017" v="21" actId="20577"/>
        <pc:sldMkLst>
          <pc:docMk/>
          <pc:sldMk cId="3932943535" sldId="2147483599"/>
        </pc:sldMkLst>
        <pc:spChg chg="add mod">
          <ac:chgData name="Chris Schulze" userId="S::chris.schulze@anaplan.com::2e58afd4-a6a0-4144-8397-35ced18d076a" providerId="AD" clId="Web-{6773A953-1CE0-E069-7DD1-574B08706A2E}" dt="2026-01-27T01:24:06.017" v="21" actId="20577"/>
          <ac:spMkLst>
            <pc:docMk/>
            <pc:sldMk cId="3932943535" sldId="2147483599"/>
            <ac:spMk id="2" creationId="{710FCAE6-04A0-FCDF-AC75-31654B1D9C3C}"/>
          </ac:spMkLst>
        </pc:spChg>
        <pc:picChg chg="del">
          <ac:chgData name="Chris Schulze" userId="S::chris.schulze@anaplan.com::2e58afd4-a6a0-4144-8397-35ced18d076a" providerId="AD" clId="Web-{6773A953-1CE0-E069-7DD1-574B08706A2E}" dt="2026-01-27T01:12:23.619" v="8"/>
          <ac:picMkLst>
            <pc:docMk/>
            <pc:sldMk cId="3932943535" sldId="2147483599"/>
            <ac:picMk id="7" creationId="{DF8FEC4E-7E63-A616-3F2E-23BD3880EB07}"/>
          </ac:picMkLst>
        </pc:picChg>
      </pc:sldChg>
    </pc:docChg>
  </pc:docChgLst>
  <pc:docChgLst>
    <pc:chgData name="Chris Schulze" userId="S::chris.schulze@anaplan.com::2e58afd4-a6a0-4144-8397-35ced18d076a" providerId="AD" clId="Web-{CF23E9F7-085D-65AB-DFE2-6DE73DB7E21E}"/>
    <pc:docChg chg="delSld modSld">
      <pc:chgData name="Chris Schulze" userId="S::chris.schulze@anaplan.com::2e58afd4-a6a0-4144-8397-35ced18d076a" providerId="AD" clId="Web-{CF23E9F7-085D-65AB-DFE2-6DE73DB7E21E}" dt="2026-01-15T19:50:41.804" v="3"/>
      <pc:docMkLst>
        <pc:docMk/>
      </pc:docMkLst>
      <pc:sldChg chg="delSp">
        <pc:chgData name="Chris Schulze" userId="S::chris.schulze@anaplan.com::2e58afd4-a6a0-4144-8397-35ced18d076a" providerId="AD" clId="Web-{CF23E9F7-085D-65AB-DFE2-6DE73DB7E21E}" dt="2026-01-15T19:50:41.804" v="3"/>
        <pc:sldMkLst>
          <pc:docMk/>
          <pc:sldMk cId="3195839954" sldId="2147483606"/>
        </pc:sldMkLst>
      </pc:sldChg>
    </pc:docChg>
  </pc:docChgLst>
  <pc:docChgLst>
    <pc:chgData name="Chris Schulze" userId="S::chris.schulze@anaplan.com::2e58afd4-a6a0-4144-8397-35ced18d076a" providerId="AD" clId="Web-{A14214F0-8246-49C8-00E4-F43A553D8060}"/>
    <pc:docChg chg="modSld">
      <pc:chgData name="Chris Schulze" userId="S::chris.schulze@anaplan.com::2e58afd4-a6a0-4144-8397-35ced18d076a" providerId="AD" clId="Web-{A14214F0-8246-49C8-00E4-F43A553D8060}" dt="2026-01-17T01:18:54.765" v="10"/>
      <pc:docMkLst>
        <pc:docMk/>
      </pc:docMkLst>
      <pc:sldChg chg="modSp">
        <pc:chgData name="Chris Schulze" userId="S::chris.schulze@anaplan.com::2e58afd4-a6a0-4144-8397-35ced18d076a" providerId="AD" clId="Web-{A14214F0-8246-49C8-00E4-F43A553D8060}" dt="2026-01-17T01:15:57.045" v="4" actId="20577"/>
        <pc:sldMkLst>
          <pc:docMk/>
          <pc:sldMk cId="3398536644" sldId="2147483607"/>
        </pc:sldMkLst>
        <pc:spChg chg="mod">
          <ac:chgData name="Chris Schulze" userId="S::chris.schulze@anaplan.com::2e58afd4-a6a0-4144-8397-35ced18d076a" providerId="AD" clId="Web-{A14214F0-8246-49C8-00E4-F43A553D8060}" dt="2026-01-17T01:15:57.045" v="4" actId="20577"/>
          <ac:spMkLst>
            <pc:docMk/>
            <pc:sldMk cId="3398536644" sldId="2147483607"/>
            <ac:spMk id="7" creationId="{E5D61697-8852-9E21-458D-566E1E4C4BE5}"/>
          </ac:spMkLst>
        </pc:spChg>
      </pc:sldChg>
      <pc:sldChg chg="modSp">
        <pc:chgData name="Chris Schulze" userId="S::chris.schulze@anaplan.com::2e58afd4-a6a0-4144-8397-35ced18d076a" providerId="AD" clId="Web-{A14214F0-8246-49C8-00E4-F43A553D8060}" dt="2026-01-17T01:17:38.655" v="6" actId="20577"/>
        <pc:sldMkLst>
          <pc:docMk/>
          <pc:sldMk cId="1102706445" sldId="2147483612"/>
        </pc:sldMkLst>
        <pc:spChg chg="mod">
          <ac:chgData name="Chris Schulze" userId="S::chris.schulze@anaplan.com::2e58afd4-a6a0-4144-8397-35ced18d076a" providerId="AD" clId="Web-{A14214F0-8246-49C8-00E4-F43A553D8060}" dt="2026-01-17T01:17:38.655" v="6" actId="20577"/>
          <ac:spMkLst>
            <pc:docMk/>
            <pc:sldMk cId="1102706445" sldId="2147483612"/>
            <ac:spMk id="4" creationId="{861ADD24-A4D8-7AF1-AA02-0D0A36FD1444}"/>
          </ac:spMkLst>
        </pc:spChg>
      </pc:sldChg>
      <pc:sldChg chg="addSp delSp modSp">
        <pc:chgData name="Chris Schulze" userId="S::chris.schulze@anaplan.com::2e58afd4-a6a0-4144-8397-35ced18d076a" providerId="AD" clId="Web-{A14214F0-8246-49C8-00E4-F43A553D8060}" dt="2026-01-17T01:18:54.765" v="10"/>
        <pc:sldMkLst>
          <pc:docMk/>
          <pc:sldMk cId="2215646588" sldId="2147483614"/>
        </pc:sldMkLst>
        <pc:spChg chg="add del">
          <ac:chgData name="Chris Schulze" userId="S::chris.schulze@anaplan.com::2e58afd4-a6a0-4144-8397-35ced18d076a" providerId="AD" clId="Web-{A14214F0-8246-49C8-00E4-F43A553D8060}" dt="2026-01-17T01:18:54.765" v="10"/>
          <ac:spMkLst>
            <pc:docMk/>
            <pc:sldMk cId="2215646588" sldId="2147483614"/>
            <ac:spMk id="3" creationId="{9F22236F-CE4D-2B17-010A-C69A921CF6B6}"/>
          </ac:spMkLst>
        </pc:spChg>
        <pc:spChg chg="mod">
          <ac:chgData name="Chris Schulze" userId="S::chris.schulze@anaplan.com::2e58afd4-a6a0-4144-8397-35ced18d076a" providerId="AD" clId="Web-{A14214F0-8246-49C8-00E4-F43A553D8060}" dt="2026-01-17T01:18:54.531" v="9" actId="14100"/>
          <ac:spMkLst>
            <pc:docMk/>
            <pc:sldMk cId="2215646588" sldId="2147483614"/>
            <ac:spMk id="6" creationId="{C0EDD56D-C358-B53D-9371-55385934B33B}"/>
          </ac:spMkLst>
        </pc:spChg>
      </pc:sldChg>
    </pc:docChg>
  </pc:docChgLst>
</pc:chgInfo>
</file>

<file path=ppt/comments/modernComment_7FFFFFDC_41B9F70D.xml><?xml version="1.0" encoding="utf-8"?>
<p188:cmLst xmlns:a="http://schemas.openxmlformats.org/drawingml/2006/main" xmlns:r="http://schemas.openxmlformats.org/officeDocument/2006/relationships" xmlns:p188="http://schemas.microsoft.com/office/powerpoint/2018/8/main">
  <p188:cm id="{722F4F8C-E316-48AE-90D3-017042B66F33}" authorId="{1C6C172A-B527-ADC0-8C41-6610E5A15B97}" created="2025-10-30T17:29:00.690">
    <pc:sldMkLst xmlns:pc="http://schemas.microsoft.com/office/powerpoint/2013/main/command">
      <pc:docMk/>
      <pc:sldMk cId="1102706445" sldId="2147483612"/>
    </pc:sldMkLst>
    <p188:replyLst>
      <p188:reply id="{31C3D9F7-794E-4FBC-A870-56BD0F2B4F2B}" authorId="{1C6C172A-B527-ADC0-8C41-6610E5A15B97}" created="2025-10-30T17:29:30.034">
        <p188:txBody>
          <a:bodyPr/>
          <a:lstStyle/>
          <a:p>
            <a:r>
              <a:rPr lang="en-US"/>
              <a:t>add shadow segment rule</a:t>
            </a:r>
          </a:p>
        </p188:txBody>
      </p188:reply>
    </p188:replyLst>
    <p188:txBody>
      <a:bodyPr/>
      <a:lstStyle/>
      <a:p>
        <a:r>
          <a:rPr lang="en-US"/>
          <a:t>Add shadow hierarchy rule </a:t>
        </a:r>
      </a:p>
    </p188:txBody>
  </p188:cm>
</p188:cmLst>
</file>

<file path=ppt/comments/modernComment_7FFFFFE6_E28050D.xml><?xml version="1.0" encoding="utf-8"?>
<p188:cmLst xmlns:a="http://schemas.openxmlformats.org/drawingml/2006/main" xmlns:r="http://schemas.openxmlformats.org/officeDocument/2006/relationships" xmlns:p188="http://schemas.microsoft.com/office/powerpoint/2018/8/main">
  <p188:cm id="{3F91C86F-B8A1-0248-9D53-144BD9AEA7ED}" authorId="{A11A8B7C-8A4E-1B0E-8A5C-2B4C3658252F}" created="2025-07-29T13:57:04.660">
    <ac:txMkLst xmlns:ac="http://schemas.microsoft.com/office/drawing/2013/main/command">
      <pc:docMk xmlns:pc="http://schemas.microsoft.com/office/powerpoint/2013/main/command"/>
      <pc:sldMk xmlns:pc="http://schemas.microsoft.com/office/powerpoint/2013/main/command" cId="237503757" sldId="2147483622"/>
      <ac:spMk id="2" creationId="{95C7D0FA-3E77-7970-0D62-8BB55F31D1E5}"/>
      <ac:txMk cp="0" len="120">
        <ac:context len="124" hash="1846589537"/>
      </ac:txMk>
    </ac:txMkLst>
    <p188:pos x="4041739" y="378877"/>
    <p188:txBody>
      <a:bodyPr/>
      <a:lstStyle/>
      <a:p>
        <a:r>
          <a:rPr lang="en-US"/>
          <a:t>Check all grid cards across the application:
Edit any grid card. On the Grid tab, allow cell editing by toggling on Enter and edit cell data.</a:t>
        </a:r>
      </a:p>
    </p188:txBody>
  </p188:cm>
</p188:cmLst>
</file>

<file path=ppt/comments/modernComment_7FFFFFFF_913AFF00.xml><?xml version="1.0" encoding="utf-8"?>
<p188:cmLst xmlns:a="http://schemas.openxmlformats.org/drawingml/2006/main" xmlns:r="http://schemas.openxmlformats.org/officeDocument/2006/relationships" xmlns:p188="http://schemas.microsoft.com/office/powerpoint/2018/8/main">
  <p188:cm id="{11E8D10E-F87B-4E47-9D65-688E69080870}" authorId="{A11A8B7C-8A4E-1B0E-8A5C-2B4C3658252F}" created="2025-07-29T14:03:21.135">
    <ac:deMkLst xmlns:ac="http://schemas.microsoft.com/office/drawing/2013/main/command">
      <pc:docMk xmlns:pc="http://schemas.microsoft.com/office/powerpoint/2013/main/command"/>
      <pc:sldMk xmlns:pc="http://schemas.microsoft.com/office/powerpoint/2013/main/command" cId="2436562688" sldId="2147483647"/>
      <ac:picMk id="4" creationId="{D11F8D06-D1DB-0E22-A428-293C8BD6A372}"/>
    </ac:deMkLst>
    <p188:txBody>
      <a:bodyPr/>
      <a:lstStyle/>
      <a:p>
        <a:r>
          <a:rPr lang="en-US"/>
          <a:t>is this supposed to display D-C-A-B (given the instruction is to check the list order)</a:t>
        </a:r>
      </a:p>
    </p188:txBody>
  </p188:cm>
</p188:cmLst>
</file>

<file path=ppt/comments/modernComment_103_9B64128A.xml><?xml version="1.0" encoding="utf-8"?>
<p188:cmLst xmlns:a="http://schemas.openxmlformats.org/drawingml/2006/main" xmlns:r="http://schemas.openxmlformats.org/officeDocument/2006/relationships" xmlns:p188="http://schemas.microsoft.com/office/powerpoint/2018/8/main">
  <p188:cm id="{046FC779-8051-41A6-953A-FCE8E92961FE}" authorId="{1C6C172A-B527-ADC0-8C41-6610E5A15B97}" created="2025-10-30T17:25:14.031">
    <pc:sldMkLst xmlns:pc="http://schemas.microsoft.com/office/powerpoint/2013/main/command">
      <pc:docMk/>
      <pc:sldMk cId="2607026826" sldId="259"/>
    </pc:sldMkLst>
    <p188:txBody>
      <a:bodyPr/>
      <a:lstStyle/>
      <a:p>
        <a:r>
          <a:rPr lang="en-US"/>
          <a:t>update title</a:t>
        </a:r>
      </a:p>
    </p188:txBody>
  </p188:cm>
</p188:cmLst>
</file>

<file path=ppt/comments/modernComment_106_548F4F0C.xml><?xml version="1.0" encoding="utf-8"?>
<p188:cmLst xmlns:a="http://schemas.openxmlformats.org/drawingml/2006/main" xmlns:r="http://schemas.openxmlformats.org/officeDocument/2006/relationships" xmlns:p188="http://schemas.microsoft.com/office/powerpoint/2018/8/main">
  <p188:cm id="{375F1336-C7AF-4D54-88B9-5FC8D605A496}" authorId="{1C6C172A-B527-ADC0-8C41-6610E5A15B97}" created="2025-10-30T17:25:43.657">
    <pc:sldMkLst xmlns:pc="http://schemas.microsoft.com/office/powerpoint/2013/main/command">
      <pc:docMk/>
      <pc:sldMk cId="1418678028" sldId="262"/>
    </pc:sldMkLst>
    <p188:txBody>
      <a:bodyPr/>
      <a:lstStyle/>
      <a:p>
        <a:r>
          <a:rPr lang="en-US"/>
          <a:t>update title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EA09A-D6CD-EE4A-96F8-299FA2C705B4}"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22278-1765-A847-9079-1366EC627DDD}" type="slidenum">
              <a:rPr lang="en-US" smtClean="0"/>
              <a:t>‹#›</a:t>
            </a:fld>
            <a:endParaRPr lang="en-US"/>
          </a:p>
        </p:txBody>
      </p:sp>
    </p:spTree>
    <p:extLst>
      <p:ext uri="{BB962C8B-B14F-4D97-AF65-F5344CB8AC3E}">
        <p14:creationId xmlns:p14="http://schemas.microsoft.com/office/powerpoint/2010/main" val="318816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C142F1-AB3B-4D43-82C4-3A889A9667F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6696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4C15-1559-35C3-127B-F3ACE4606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A86C3-BEB4-A55D-33EC-9131FAD66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49531-9752-64FD-A34E-EA4591338796}"/>
              </a:ext>
            </a:extLst>
          </p:cNvPr>
          <p:cNvSpPr>
            <a:spLocks noGrp="1"/>
          </p:cNvSpPr>
          <p:nvPr>
            <p:ph type="body" idx="1"/>
          </p:nvPr>
        </p:nvSpPr>
        <p:spPr/>
        <p:txBody>
          <a:bodyPr/>
          <a:lstStyle/>
          <a:p>
            <a:r>
              <a:rPr lang="en-US"/>
              <a:t>  </a:t>
            </a:r>
          </a:p>
          <a:p>
            <a:r>
              <a:rPr lang="en-US"/>
              <a:t>    </a:t>
            </a:r>
          </a:p>
        </p:txBody>
      </p:sp>
      <p:sp>
        <p:nvSpPr>
          <p:cNvPr id="4" name="Slide Number Placeholder 3">
            <a:extLst>
              <a:ext uri="{FF2B5EF4-FFF2-40B4-BE49-F238E27FC236}">
                <a16:creationId xmlns:a16="http://schemas.microsoft.com/office/drawing/2014/main" id="{38FDEB1F-A425-25AD-D0E2-7609307CA3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38374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C4B7-B018-A468-F931-07C983296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A4686-8C45-05B3-E086-A67DF16AC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F6069-B316-A700-B54B-EE027431B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4DA6DF-39D6-455C-1305-D12526D5B4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89808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2.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3.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Master" Target="../slideMasters/slideMaster4.xml"/><Relationship Id="rId5" Type="http://schemas.openxmlformats.org/officeDocument/2006/relationships/image" Target="../media/image61.svg"/><Relationship Id="rId4" Type="http://schemas.openxmlformats.org/officeDocument/2006/relationships/image" Target="../media/image6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5.xml"/><Relationship Id="rId4" Type="http://schemas.openxmlformats.org/officeDocument/2006/relationships/image" Target="../media/image20.sv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1.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2.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4.jpeg"/><Relationship Id="rId1" Type="http://schemas.openxmlformats.org/officeDocument/2006/relationships/slideMaster" Target="../slideMasters/slideMaster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7.xml"/><Relationship Id="rId4" Type="http://schemas.openxmlformats.org/officeDocument/2006/relationships/image" Target="../media/image20.sv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7.xml"/><Relationship Id="rId4" Type="http://schemas.openxmlformats.org/officeDocument/2006/relationships/image" Target="../media/image3.sv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7.xml"/><Relationship Id="rId4" Type="http://schemas.openxmlformats.org/officeDocument/2006/relationships/image" Target="../media/image3.svg"/></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2.sv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8.xml"/><Relationship Id="rId4" Type="http://schemas.openxmlformats.org/officeDocument/2006/relationships/image" Target="../media/image82.sv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5.sv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5.sv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8.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34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34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8.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9.xml"/><Relationship Id="rId4" Type="http://schemas.openxmlformats.org/officeDocument/2006/relationships/image" Target="../media/image20.svg"/></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9.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9.xml"/></Relationships>
</file>

<file path=ppt/slideLayouts/_rels/slideLayout3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3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9.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0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9.xml"/><Relationship Id="rId4" Type="http://schemas.openxmlformats.org/officeDocument/2006/relationships/image" Target="../media/image3.svg"/></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9.xml"/><Relationship Id="rId4" Type="http://schemas.openxmlformats.org/officeDocument/2006/relationships/image" Target="../media/image3.svg"/></Relationships>
</file>

<file path=ppt/slideLayouts/_rels/slideLayout420.xml.rels><?xml version="1.0" encoding="UTF-8" standalone="yes"?>
<Relationships xmlns="http://schemas.openxmlformats.org/package/2006/relationships"><Relationship Id="rId3" Type="http://schemas.openxmlformats.org/officeDocument/2006/relationships/image" Target="../media/image93.tiff"/><Relationship Id="rId2" Type="http://schemas.openxmlformats.org/officeDocument/2006/relationships/image" Target="../media/image92.png"/><Relationship Id="rId1" Type="http://schemas.openxmlformats.org/officeDocument/2006/relationships/slideMaster" Target="../slideMasters/slideMaster9.xml"/><Relationship Id="rId5" Type="http://schemas.openxmlformats.org/officeDocument/2006/relationships/image" Target="../media/image95.png"/><Relationship Id="rId4" Type="http://schemas.openxmlformats.org/officeDocument/2006/relationships/image" Target="../media/image94.png"/></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Master" Target="../slideMasters/slideMaster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4.xml.rels><?xml version="1.0" encoding="UTF-8" standalone="yes"?>
<Relationships xmlns="http://schemas.openxmlformats.org/package/2006/relationships"><Relationship Id="rId3" Type="http://schemas.openxmlformats.org/officeDocument/2006/relationships/image" Target="../media/image93.tiff"/><Relationship Id="rId2" Type="http://schemas.openxmlformats.org/officeDocument/2006/relationships/image" Target="../media/image97.png"/><Relationship Id="rId1" Type="http://schemas.openxmlformats.org/officeDocument/2006/relationships/slideMaster" Target="../slideMasters/slideMaster9.xml"/><Relationship Id="rId5" Type="http://schemas.openxmlformats.org/officeDocument/2006/relationships/image" Target="../media/image95.png"/><Relationship Id="rId4" Type="http://schemas.openxmlformats.org/officeDocument/2006/relationships/image" Target="../media/image94.png"/></Relationships>
</file>

<file path=ppt/slideLayouts/_rels/slideLayout42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Master" Target="../slideMasters/slideMaster9.xml"/></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9.png"/><Relationship Id="rId1" Type="http://schemas.openxmlformats.org/officeDocument/2006/relationships/slideMaster" Target="../slideMasters/slideMaster9.xml"/><Relationship Id="rId5" Type="http://schemas.openxmlformats.org/officeDocument/2006/relationships/image" Target="../media/image101.png"/><Relationship Id="rId4" Type="http://schemas.openxmlformats.org/officeDocument/2006/relationships/image" Target="../media/image100.png"/></Relationships>
</file>

<file path=ppt/slideLayouts/_rels/slideLayout4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4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2.svg"/></Relationships>
</file>

<file path=ppt/slideLayouts/_rels/slideLayout4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0.xml"/><Relationship Id="rId4" Type="http://schemas.openxmlformats.org/officeDocument/2006/relationships/image" Target="../media/image82.svg"/></Relationships>
</file>

<file path=ppt/slideLayouts/_rels/slideLayout4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5.svg"/></Relationships>
</file>

<file path=ppt/slideLayouts/_rels/slideLayout4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5.svg"/></Relationships>
</file>

<file path=ppt/slideLayouts/_rels/slideLayout432.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433.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434.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0.xml"/></Relationships>
</file>

<file path=ppt/slideLayouts/_rels/slideLayout43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10.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6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6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3.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10.xml"/></Relationships>
</file>

<file path=ppt/slideLayouts/_rels/slideLayout5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1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53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1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53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1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0.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10.xml"/></Relationships>
</file>

<file path=ppt/slideLayouts/_rels/slideLayout5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5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10.xml"/><Relationship Id="rId4" Type="http://schemas.openxmlformats.org/officeDocument/2006/relationships/image" Target="../media/image20.svg"/></Relationships>
</file>

<file path=ppt/slideLayouts/_rels/slideLayout56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56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5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2.svg"/></Relationships>
</file>

<file path=ppt/slideLayouts/_rels/slideLayout56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1.xml"/><Relationship Id="rId4" Type="http://schemas.openxmlformats.org/officeDocument/2006/relationships/image" Target="../media/image82.svg"/></Relationships>
</file>

<file path=ppt/slideLayouts/_rels/slideLayout56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5.svg"/></Relationships>
</file>

<file path=ppt/slideLayouts/_rels/slideLayout57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5.svg"/></Relationships>
</file>

<file path=ppt/slideLayouts/_rels/slideLayout571.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11.xml"/></Relationships>
</file>

<file path=ppt/slideLayouts/_rels/slideLayout572.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Master" Target="../slideMasters/slideMaster11.xml"/></Relationships>
</file>

<file path=ppt/slideLayouts/_rels/slideLayout573.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1.xml"/></Relationships>
</file>

<file path=ppt/slideLayouts/_rels/slideLayout5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58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58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58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8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11.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60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60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11.xml"/></Relationships>
</file>

<file path=ppt/slideLayouts/_rels/slideLayout6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Master" Target="../slideMasters/slideMaster1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Master" Target="../slideMasters/slideMaster1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Layouts/_rels/slideLayout67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Master" Target="../slideMasters/slideMaster1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Layouts/_rels/slideLayout67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Master" Target="../slideMasters/slideMaster1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7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8.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69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70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11.xml"/></Relationships>
</file>

<file path=ppt/slideLayouts/_rels/slideLayout70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70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70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2.svg"/></Relationships>
</file>

<file path=ppt/slideLayouts/_rels/slideLayout70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1.xml"/><Relationship Id="rId4" Type="http://schemas.openxmlformats.org/officeDocument/2006/relationships/image" Target="../media/image102.svg"/></Relationships>
</file>

<file path=ppt/slideLayouts/_rels/slideLayout70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3.svg"/></Relationships>
</file>

<file path=ppt/slideLayouts/_rels/slideLayout70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3.svg"/></Relationships>
</file>

<file path=ppt/slideLayouts/_rels/slideLayout707.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81.png"/><Relationship Id="rId1" Type="http://schemas.openxmlformats.org/officeDocument/2006/relationships/slideMaster" Target="../slideMasters/slideMaster11.xml"/></Relationships>
</file>

<file path=ppt/slideLayouts/_rels/slideLayout708.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84.png"/><Relationship Id="rId1" Type="http://schemas.openxmlformats.org/officeDocument/2006/relationships/slideMaster" Target="../slideMasters/slideMaster11.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4.xml.rels><?xml version="1.0" encoding="UTF-8" standalone="yes"?>
<Relationships xmlns="http://schemas.openxmlformats.org/package/2006/relationships"><Relationship Id="rId8" Type="http://schemas.openxmlformats.org/officeDocument/2006/relationships/slideMaster" Target="../slideMasters/slideMaster1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04.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5D87A0-C546-9644-B0ED-AEF81DF827F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78010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ote - Purpl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CE4571F-F6A9-6F48-81E1-F58E5CA53DE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985302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 Green">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845CF16-B668-C346-9D78-692A4B270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83426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B240FDC-73FF-AF40-8407-5C4193DAB6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42931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11723"/>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133453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Blu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65987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Gre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23152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Gree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92865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Lav">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97162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Lav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25861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Purp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572214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Purpl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64209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BA8193-68CA-DD3B-BE68-2AE3BFBA8BA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258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amp;A - Purp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8F8B96-5309-B8C1-4186-3F172581327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EE3BF04B-17CD-F046-8F28-EE00E829327F}"/>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F07449FB-F26E-B54E-9267-C76DCC52D7EC}"/>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AD574896-710B-1A45-823D-80AA127F5A08}"/>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07CC6C13-3ED9-5947-B8CC-AE1A6EEA90CF}"/>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777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amp;A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939171-D241-F2CC-7132-2FFF4D9009A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819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amp;A - Blu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D3BB63-94D3-4F6E-3652-61FAEBFAD7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774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F75C82-F9E9-B846-A623-7FACBC66FE5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42940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 Pur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FEF563-A2C9-7A4D-B28D-97E97F6501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1A95D8AC-0F77-B249-846F-581573E792C1}"/>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6434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 Gree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3597A9-BC92-E040-A029-1C1E18F15CF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063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7EE612-E90F-7D41-B8BC-D13C73036F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98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36613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811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369011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4140226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313526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90037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88567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3612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17370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0" y="3100285"/>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1"/>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6918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2701" y="0"/>
            <a:ext cx="122047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08662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2047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44698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047"/>
            <a:ext cx="12192000" cy="6865151"/>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97974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523"/>
            <a:ext cx="12192000" cy="6865152"/>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310717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86893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330460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381896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19652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1946313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0"/>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686500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55098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52347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455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 No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Rectangle 1">
            <a:extLst>
              <a:ext uri="{FF2B5EF4-FFF2-40B4-BE49-F238E27FC236}">
                <a16:creationId xmlns:a16="http://schemas.microsoft.com/office/drawing/2014/main" id="{3F59F4E9-9685-4F49-96ED-E90723A598F6}"/>
              </a:ext>
            </a:extLst>
          </p:cNvPr>
          <p:cNvSpPr/>
          <p:nvPr userDrawn="1"/>
        </p:nvSpPr>
        <p:spPr>
          <a:xfrm>
            <a:off x="10527957" y="6030099"/>
            <a:ext cx="1664043" cy="827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8308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67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54482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889347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6680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90088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4165689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9" y="1033692"/>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226423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77587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3010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69249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4221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63007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92190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90325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296409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50753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705614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43531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89610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0185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83627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1" y="1215342"/>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3" y="121213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3343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52406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77420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27828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038851"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425737"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425737"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60190"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280515"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667401"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667401"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201854"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529394"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916280"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916280"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450733"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6843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9999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24105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11">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B18EC76-FC04-B149-8548-F828EA894429}"/>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A7271039-CDE0-C647-A167-A6B37BD002B9}"/>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1C7D62C3-661D-8541-88D6-43C0DD812D5E}"/>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25286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603579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64147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FFE8F4B1-DBBB-4468-EECE-18400001EE55}"/>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37232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AF0B57CE-4B36-9B89-6B90-C2E80EFC1E02}"/>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66117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EB9DD56F-2186-F63B-1E99-9BE4DEDCA90C}"/>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354104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02A96D41-465F-7651-F5DB-56794B79A56F}"/>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37992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tx2"/>
          </a:solidFill>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92702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8300020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5" y="3686626"/>
            <a:ext cx="3817249" cy="232018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062916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Slide 26">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90001B32-A3AB-5847-AACE-114270C04D6B}"/>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1153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749" y="-3"/>
            <a:ext cx="12213656" cy="6876288"/>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tx2"/>
                </a:solidFill>
                <a:latin typeface="Arial" panose="020B0604020202020204" pitchFamily="34" charset="0"/>
                <a:ea typeface="Verdana" charset="0"/>
                <a:cs typeface="Arial" panose="020B0604020202020204" pitchFamily="34" charset="0"/>
              </a:rPr>
              <a:t>Thank you!</a:t>
            </a:r>
            <a:endParaRPr lang="en-US" sz="72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530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08916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7956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63367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06517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1288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8703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23530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87000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47568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4474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Quote 9">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3FB5459-6F1F-B745-BABB-D81C8059DB9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7" y="-8574"/>
            <a:ext cx="12201827" cy="6866575"/>
          </a:xfrm>
          <a:prstGeom prst="rect">
            <a:avLst/>
          </a:prstGeom>
        </p:spPr>
      </p:pic>
      <p:sp>
        <p:nvSpPr>
          <p:cNvPr id="16" name="Freeform 15">
            <a:extLst>
              <a:ext uri="{FF2B5EF4-FFF2-40B4-BE49-F238E27FC236}">
                <a16:creationId xmlns:a16="http://schemas.microsoft.com/office/drawing/2014/main" id="{3D9FE898-53F8-D04B-B7F4-F746944C7413}"/>
              </a:ext>
            </a:extLst>
          </p:cNvPr>
          <p:cNvSpPr/>
          <p:nvPr userDrawn="1"/>
        </p:nvSpPr>
        <p:spPr>
          <a:xfrm>
            <a:off x="9706455"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l">
              <a:defRPr sz="4267" b="0" i="0">
                <a:solidFill>
                  <a:schemeClr val="tx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225143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417650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11723"/>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430042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661976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0" y="3100285"/>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1"/>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44717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2701" y="0"/>
            <a:ext cx="12204701"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676149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a:ext>
            </a:extLst>
          </a:blip>
          <a:srcRect/>
          <a:stretch/>
        </p:blipFill>
        <p:spPr>
          <a:xfrm>
            <a:off x="0" y="0"/>
            <a:ext cx="12204701"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885642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3047"/>
            <a:ext cx="12192000" cy="6865151"/>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665917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523"/>
            <a:ext cx="12192000" cy="6865152"/>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193421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6350" y="0"/>
            <a:ext cx="12179300" cy="68580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412871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1"/>
            <a:ext cx="12192000" cy="6865151"/>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88464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7152"/>
            <a:ext cx="12192000" cy="686515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353128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7150"/>
            <a:ext cx="12192000" cy="6865151"/>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48844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0"/>
            <a:ext cx="12192000" cy="686515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1128972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0"/>
            <a:ext cx="12192000" cy="6865151"/>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4895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95189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693404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293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934849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19359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103116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67516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97006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9029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68349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424965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87691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0652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69644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986187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5423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46547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50142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30645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35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9134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1753270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8" name="Picture 10">
            <a:extLst>
              <a:ext uri="{FF2B5EF4-FFF2-40B4-BE49-F238E27FC236}">
                <a16:creationId xmlns:a16="http://schemas.microsoft.com/office/drawing/2014/main" id="{D1044150-66EC-6D48-9378-D53CE0753E2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133002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11611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EDAA8F-5949-6B4D-9735-C303ABF6A5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3" name="Picture 10">
            <a:extLst>
              <a:ext uri="{FF2B5EF4-FFF2-40B4-BE49-F238E27FC236}">
                <a16:creationId xmlns:a16="http://schemas.microsoft.com/office/drawing/2014/main" id="{5DF74A0C-5B87-2749-81B3-B3CFCA5980F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71309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99753343-99E2-2644-9328-271CC07C54F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185EC3A-CC86-7348-872A-4B88099FA661}"/>
              </a:ext>
            </a:extLst>
          </p:cNvPr>
          <p:cNvSpPr/>
          <p:nvPr userDrawn="1"/>
        </p:nvSpPr>
        <p:spPr>
          <a:xfrm>
            <a:off x="10524565" y="6042213"/>
            <a:ext cx="1667435" cy="815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90016A10-F272-6545-A794-6E222654107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21782" y="524934"/>
            <a:ext cx="1490804" cy="354417"/>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Tree>
    <p:extLst>
      <p:ext uri="{BB962C8B-B14F-4D97-AF65-F5344CB8AC3E}">
        <p14:creationId xmlns:p14="http://schemas.microsoft.com/office/powerpoint/2010/main" val="68129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07686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66344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43959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43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73013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11086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908280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308668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352212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8" y="1033691"/>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1"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18549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39"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7"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09886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37735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4541358-DB7C-6347-A18C-ACE30E97AA19}"/>
              </a:ext>
            </a:extLst>
          </p:cNvPr>
          <p:cNvSpPr>
            <a:spLocks noGrp="1"/>
          </p:cNvSpPr>
          <p:nvPr>
            <p:ph type="pic" sz="quarter" idx="10"/>
          </p:nvPr>
        </p:nvSpPr>
        <p:spPr>
          <a:xfrm>
            <a:off x="5531552" y="0"/>
            <a:ext cx="8847907" cy="6858000"/>
          </a:xfrm>
          <a:prstGeom prst="parallelogram">
            <a:avLst>
              <a:gd name="adj" fmla="val 57524"/>
            </a:avLst>
          </a:prstGeom>
        </p:spPr>
        <p:txBody>
          <a:bodyPr/>
          <a:lstStyle>
            <a:lvl1pPr marL="0" indent="0">
              <a:buNone/>
              <a:defRPr/>
            </a:lvl1pPr>
          </a:lstStyle>
          <a:p>
            <a:r>
              <a:rPr lang="en-US"/>
              <a:t>Click icon to add picture</a:t>
            </a:r>
          </a:p>
        </p:txBody>
      </p:sp>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9268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
                <a:schemeClr val="accent2"/>
              </a:buClr>
              <a:buFont typeface="Arial" panose="020B0604020202020204" pitchFamily="34" charset="0"/>
              <a:buChar char="•"/>
              <a:tabLst/>
              <a:defRPr sz="2133"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tabLst/>
              <a:defRPr sz="2133" b="0" i="0">
                <a:solidFill>
                  <a:schemeClr val="tx1">
                    <a:lumMod val="75000"/>
                    <a:lumOff val="25000"/>
                  </a:schemeClr>
                </a:solidFill>
                <a:latin typeface="Arial" panose="020B0604020202020204" pitchFamily="34" charset="0"/>
              </a:defRPr>
            </a:lvl2pPr>
            <a:lvl3pPr marL="1449881" indent="-230712">
              <a:buClrTx/>
              <a:tabLst/>
              <a:defRPr sz="2133" b="0" i="0">
                <a:solidFill>
                  <a:schemeClr val="tx1">
                    <a:lumMod val="75000"/>
                    <a:lumOff val="25000"/>
                  </a:schemeClr>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03876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9207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
                <a:schemeClr val="accent2"/>
              </a:buClr>
              <a:buFont typeface="Arial" panose="020B0604020202020204" pitchFamily="34" charset="0"/>
              <a:buChar char="•"/>
              <a:tabLst/>
              <a:defRPr sz="2133"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tabLst/>
              <a:defRPr sz="2133" b="0" i="0">
                <a:solidFill>
                  <a:schemeClr val="tx1">
                    <a:lumMod val="75000"/>
                    <a:lumOff val="25000"/>
                  </a:schemeClr>
                </a:solidFill>
                <a:latin typeface="Arial" panose="020B0604020202020204" pitchFamily="34" charset="0"/>
              </a:defRPr>
            </a:lvl2pPr>
            <a:lvl3pPr marL="1449881" indent="-230712">
              <a:buClrTx/>
              <a:tabLst/>
              <a:defRPr sz="2133" b="0" i="0">
                <a:solidFill>
                  <a:schemeClr val="tx1">
                    <a:lumMod val="75000"/>
                    <a:lumOff val="25000"/>
                  </a:schemeClr>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716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152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51065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8" y="900179"/>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rgbClr val="233155"/>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1140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0" y="926927"/>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2" y="923724"/>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2044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437489"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48267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36486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4057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6" y="1247407"/>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3"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257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bg1"/>
        </a:solidFill>
        <a:effectLst/>
      </p:bgPr>
    </p:bg>
    <p:spTree>
      <p:nvGrpSpPr>
        <p:cNvPr id="1" name=""/>
        <p:cNvGrpSpPr/>
        <p:nvPr/>
      </p:nvGrpSpPr>
      <p:grpSpPr>
        <a:xfrm>
          <a:off x="0" y="0"/>
          <a:ext cx="0" cy="0"/>
          <a:chOff x="0" y="0"/>
          <a:chExt cx="0" cy="0"/>
        </a:xfrm>
      </p:grpSpPr>
      <p:grpSp>
        <p:nvGrpSpPr>
          <p:cNvPr id="7" name="Graphic 27">
            <a:extLst>
              <a:ext uri="{FF2B5EF4-FFF2-40B4-BE49-F238E27FC236}">
                <a16:creationId xmlns:a16="http://schemas.microsoft.com/office/drawing/2014/main" id="{7EDEB5C6-23A4-6747-8A62-CB458513D31A}"/>
              </a:ext>
            </a:extLst>
          </p:cNvPr>
          <p:cNvGrpSpPr/>
          <p:nvPr userDrawn="1"/>
        </p:nvGrpSpPr>
        <p:grpSpPr>
          <a:xfrm>
            <a:off x="0" y="0"/>
            <a:ext cx="12189459" cy="6858000"/>
            <a:chOff x="0" y="0"/>
            <a:chExt cx="9142094" cy="5143500"/>
          </a:xfrm>
        </p:grpSpPr>
        <p:grpSp>
          <p:nvGrpSpPr>
            <p:cNvPr id="8" name="Graphic 27">
              <a:extLst>
                <a:ext uri="{FF2B5EF4-FFF2-40B4-BE49-F238E27FC236}">
                  <a16:creationId xmlns:a16="http://schemas.microsoft.com/office/drawing/2014/main" id="{E2CD52F8-0360-CB4F-8F73-114E54D11F1F}"/>
                </a:ext>
              </a:extLst>
            </p:cNvPr>
            <p:cNvGrpSpPr/>
            <p:nvPr/>
          </p:nvGrpSpPr>
          <p:grpSpPr>
            <a:xfrm>
              <a:off x="0" y="3219450"/>
              <a:ext cx="1532572" cy="1924050"/>
              <a:chOff x="0" y="3219450"/>
              <a:chExt cx="1532572" cy="1924050"/>
            </a:xfrm>
          </p:grpSpPr>
          <p:sp>
            <p:nvSpPr>
              <p:cNvPr id="21" name="Freeform 20">
                <a:extLst>
                  <a:ext uri="{FF2B5EF4-FFF2-40B4-BE49-F238E27FC236}">
                    <a16:creationId xmlns:a16="http://schemas.microsoft.com/office/drawing/2014/main" id="{26DB5AB6-258B-B94E-B6FE-D773182B5075}"/>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FE8D9800-2E69-E147-BD85-D9EF904085E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3C67E9"/>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4D88091B-0B0F-2D44-90B5-9773E276D8AC}"/>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B19F3A8-4E78-5048-A8DC-43C55B4C1136}"/>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3C67E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B32C7E35-3949-FE47-8356-753D5FBF2C5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9C6B7FAB-1FE8-2F49-B3C1-D8425F51A6C7}"/>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3C67E9"/>
              </a:solidFill>
              <a:ln w="9525" cap="flat">
                <a:noFill/>
                <a:prstDash val="solid"/>
                <a:miter/>
              </a:ln>
            </p:spPr>
            <p:txBody>
              <a:bodyPr rtlCol="0" anchor="ctr"/>
              <a:lstStyle/>
              <a:p>
                <a:endParaRPr lang="en-US" sz="2400"/>
              </a:p>
            </p:txBody>
          </p:sp>
        </p:grpSp>
        <p:grpSp>
          <p:nvGrpSpPr>
            <p:cNvPr id="9" name="Graphic 27">
              <a:extLst>
                <a:ext uri="{FF2B5EF4-FFF2-40B4-BE49-F238E27FC236}">
                  <a16:creationId xmlns:a16="http://schemas.microsoft.com/office/drawing/2014/main" id="{0289B3CE-9E0B-2C41-9577-3FA8A0005F9F}"/>
                </a:ext>
              </a:extLst>
            </p:cNvPr>
            <p:cNvGrpSpPr/>
            <p:nvPr/>
          </p:nvGrpSpPr>
          <p:grpSpPr>
            <a:xfrm>
              <a:off x="7319962" y="0"/>
              <a:ext cx="1822132" cy="3084194"/>
              <a:chOff x="7319962" y="0"/>
              <a:chExt cx="1822132" cy="3084194"/>
            </a:xfrm>
          </p:grpSpPr>
          <p:sp>
            <p:nvSpPr>
              <p:cNvPr id="11" name="Freeform 10">
                <a:extLst>
                  <a:ext uri="{FF2B5EF4-FFF2-40B4-BE49-F238E27FC236}">
                    <a16:creationId xmlns:a16="http://schemas.microsoft.com/office/drawing/2014/main" id="{8A1D10EA-07CF-C245-BC68-E9299DC324B8}"/>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3C67E9"/>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30D709A3-A60C-D84E-93D4-1F9F0B6ECCE1}"/>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364C296C-C763-2248-9020-CD36F6D13674}"/>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4C221D5-9D62-1A40-81D7-A14E240EDFE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0E942284-AE18-9648-ADB6-0C2C4A3A0E67}"/>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79339ED1-7536-8448-AD6D-D4CF487FCC2D}"/>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3C67E9"/>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949A2C53-E080-2343-8343-D156AFC62F1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2084D9F-4B83-9D47-A6D8-E4B2A50B6E36}"/>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3395E75-2A4A-8441-B694-7572D425BF81}"/>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2ED20F80-E29B-5E4F-B48E-82F83B411B94}"/>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3C67E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3C67EA"/>
          </a:solidFill>
        </p:grpSpPr>
        <p:sp>
          <p:nvSpPr>
            <p:cNvPr id="3" name="Freeform 2">
              <a:extLst>
                <a:ext uri="{FF2B5EF4-FFF2-40B4-BE49-F238E27FC236}">
                  <a16:creationId xmlns:a16="http://schemas.microsoft.com/office/drawing/2014/main" id="{6EFD48EB-DEF4-0843-B1FA-5BB5EDAE2716}"/>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DF945222-239A-124E-A57C-93EC1F6077F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673588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bg1"/>
        </a:solidFill>
        <a:effectLst/>
      </p:bgPr>
    </p:bg>
    <p:spTree>
      <p:nvGrpSpPr>
        <p:cNvPr id="1" name=""/>
        <p:cNvGrpSpPr/>
        <p:nvPr/>
      </p:nvGrpSpPr>
      <p:grpSpPr>
        <a:xfrm>
          <a:off x="0" y="0"/>
          <a:ext cx="0" cy="0"/>
          <a:chOff x="0" y="0"/>
          <a:chExt cx="0" cy="0"/>
        </a:xfrm>
      </p:grpSpPr>
      <p:grpSp>
        <p:nvGrpSpPr>
          <p:cNvPr id="7" name="Picture 3">
            <a:extLst>
              <a:ext uri="{FF2B5EF4-FFF2-40B4-BE49-F238E27FC236}">
                <a16:creationId xmlns:a16="http://schemas.microsoft.com/office/drawing/2014/main" id="{3D663B46-0FA4-CE40-B637-451DBF0D1B7C}"/>
              </a:ext>
            </a:extLst>
          </p:cNvPr>
          <p:cNvGrpSpPr/>
          <p:nvPr userDrawn="1"/>
        </p:nvGrpSpPr>
        <p:grpSpPr>
          <a:xfrm>
            <a:off x="11612" y="0"/>
            <a:ext cx="12189459" cy="6858000"/>
            <a:chOff x="8709" y="0"/>
            <a:chExt cx="9142094" cy="5143500"/>
          </a:xfrm>
        </p:grpSpPr>
        <p:grpSp>
          <p:nvGrpSpPr>
            <p:cNvPr id="8" name="Picture 3">
              <a:extLst>
                <a:ext uri="{FF2B5EF4-FFF2-40B4-BE49-F238E27FC236}">
                  <a16:creationId xmlns:a16="http://schemas.microsoft.com/office/drawing/2014/main" id="{994DB73A-D573-C94B-A30B-9F23A4F4338F}"/>
                </a:ext>
              </a:extLst>
            </p:cNvPr>
            <p:cNvGrpSpPr/>
            <p:nvPr/>
          </p:nvGrpSpPr>
          <p:grpSpPr>
            <a:xfrm>
              <a:off x="8709" y="3219450"/>
              <a:ext cx="1532572" cy="1924050"/>
              <a:chOff x="8709" y="3219450"/>
              <a:chExt cx="1532572" cy="1924050"/>
            </a:xfrm>
          </p:grpSpPr>
          <p:sp>
            <p:nvSpPr>
              <p:cNvPr id="21" name="Freeform 20">
                <a:extLst>
                  <a:ext uri="{FF2B5EF4-FFF2-40B4-BE49-F238E27FC236}">
                    <a16:creationId xmlns:a16="http://schemas.microsoft.com/office/drawing/2014/main" id="{A345268B-D687-B34E-A704-9D35B5550FF8}"/>
                  </a:ext>
                </a:extLst>
              </p:cNvPr>
              <p:cNvSpPr/>
              <p:nvPr/>
            </p:nvSpPr>
            <p:spPr>
              <a:xfrm>
                <a:off x="221116"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8E837808-528C-4346-8524-792D3C8543EA}"/>
                  </a:ext>
                </a:extLst>
              </p:cNvPr>
              <p:cNvSpPr/>
              <p:nvPr/>
            </p:nvSpPr>
            <p:spPr>
              <a:xfrm>
                <a:off x="8709"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4A586"/>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36B2799A-22EF-1945-9EA4-64C804D4AB16}"/>
                  </a:ext>
                </a:extLst>
              </p:cNvPr>
              <p:cNvSpPr/>
              <p:nvPr/>
            </p:nvSpPr>
            <p:spPr>
              <a:xfrm>
                <a:off x="8709"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25BAD6B-0658-734B-BEFB-D9FDA7AF22DE}"/>
                  </a:ext>
                </a:extLst>
              </p:cNvPr>
              <p:cNvSpPr/>
              <p:nvPr/>
            </p:nvSpPr>
            <p:spPr>
              <a:xfrm>
                <a:off x="8709"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4A586"/>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05598F6-7D9F-4042-AC7C-20B9A62BE77B}"/>
                  </a:ext>
                </a:extLst>
              </p:cNvPr>
              <p:cNvSpPr/>
              <p:nvPr/>
            </p:nvSpPr>
            <p:spPr>
              <a:xfrm>
                <a:off x="8709"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39C6413E-3F03-F146-8EFE-3C2B022C21BA}"/>
                  </a:ext>
                </a:extLst>
              </p:cNvPr>
              <p:cNvSpPr/>
              <p:nvPr/>
            </p:nvSpPr>
            <p:spPr>
              <a:xfrm>
                <a:off x="881198"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4A586"/>
              </a:solidFill>
              <a:ln w="9525" cap="flat">
                <a:noFill/>
                <a:prstDash val="solid"/>
                <a:miter/>
              </a:ln>
            </p:spPr>
            <p:txBody>
              <a:bodyPr rtlCol="0" anchor="ctr"/>
              <a:lstStyle/>
              <a:p>
                <a:endParaRPr lang="en-US" sz="2400"/>
              </a:p>
            </p:txBody>
          </p:sp>
        </p:grpSp>
        <p:grpSp>
          <p:nvGrpSpPr>
            <p:cNvPr id="9" name="Picture 3">
              <a:extLst>
                <a:ext uri="{FF2B5EF4-FFF2-40B4-BE49-F238E27FC236}">
                  <a16:creationId xmlns:a16="http://schemas.microsoft.com/office/drawing/2014/main" id="{7DFAC2AA-0583-7141-BA7C-43C6FE71A477}"/>
                </a:ext>
              </a:extLst>
            </p:cNvPr>
            <p:cNvGrpSpPr/>
            <p:nvPr/>
          </p:nvGrpSpPr>
          <p:grpSpPr>
            <a:xfrm>
              <a:off x="7328671" y="0"/>
              <a:ext cx="1822132" cy="3084194"/>
              <a:chOff x="7328671" y="0"/>
              <a:chExt cx="1822132" cy="3084194"/>
            </a:xfrm>
          </p:grpSpPr>
          <p:sp>
            <p:nvSpPr>
              <p:cNvPr id="11" name="Freeform 10">
                <a:extLst>
                  <a:ext uri="{FF2B5EF4-FFF2-40B4-BE49-F238E27FC236}">
                    <a16:creationId xmlns:a16="http://schemas.microsoft.com/office/drawing/2014/main" id="{FA3329D6-794F-D344-B72E-E7AC0FA9ED9F}"/>
                  </a:ext>
                </a:extLst>
              </p:cNvPr>
              <p:cNvSpPr/>
              <p:nvPr/>
            </p:nvSpPr>
            <p:spPr>
              <a:xfrm>
                <a:off x="8647884"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4A586"/>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3E1D90F5-6502-1340-B821-B807C14B3570}"/>
                  </a:ext>
                </a:extLst>
              </p:cNvPr>
              <p:cNvSpPr/>
              <p:nvPr/>
            </p:nvSpPr>
            <p:spPr>
              <a:xfrm>
                <a:off x="8316414"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E9438C53-5CEB-0E44-BDC3-BADAEC506ACF}"/>
                  </a:ext>
                </a:extLst>
              </p:cNvPr>
              <p:cNvSpPr/>
              <p:nvPr/>
            </p:nvSpPr>
            <p:spPr>
              <a:xfrm>
                <a:off x="8318319"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CD92A22E-E8C8-E046-A4E8-71EEA95D9F3D}"/>
                  </a:ext>
                </a:extLst>
              </p:cNvPr>
              <p:cNvSpPr/>
              <p:nvPr/>
            </p:nvSpPr>
            <p:spPr>
              <a:xfrm>
                <a:off x="7658236"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7D3C3768-A99D-174D-A32C-17A304DC47F8}"/>
                  </a:ext>
                </a:extLst>
              </p:cNvPr>
              <p:cNvSpPr/>
              <p:nvPr/>
            </p:nvSpPr>
            <p:spPr>
              <a:xfrm>
                <a:off x="8320223"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653D08F-0EED-6241-898E-DF33330E99EF}"/>
                  </a:ext>
                </a:extLst>
              </p:cNvPr>
              <p:cNvSpPr/>
              <p:nvPr/>
            </p:nvSpPr>
            <p:spPr>
              <a:xfrm>
                <a:off x="7328671"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4A586"/>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696C07AD-C4C2-2545-B7A0-0665226E2E35}"/>
                  </a:ext>
                </a:extLst>
              </p:cNvPr>
              <p:cNvSpPr/>
              <p:nvPr/>
            </p:nvSpPr>
            <p:spPr>
              <a:xfrm>
                <a:off x="8316414"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5C557F0A-424B-974C-8CC3-EDD245F3CB36}"/>
                  </a:ext>
                </a:extLst>
              </p:cNvPr>
              <p:cNvSpPr/>
              <p:nvPr/>
            </p:nvSpPr>
            <p:spPr>
              <a:xfrm>
                <a:off x="8320223"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BDD4035-5010-E84A-8BBE-D0D42F1ABA8D}"/>
                  </a:ext>
                </a:extLst>
              </p:cNvPr>
              <p:cNvSpPr/>
              <p:nvPr/>
            </p:nvSpPr>
            <p:spPr>
              <a:xfrm>
                <a:off x="8978401"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F0FD741-3C0D-0340-A17F-90B57140C077}"/>
                  </a:ext>
                </a:extLst>
              </p:cNvPr>
              <p:cNvSpPr/>
              <p:nvPr/>
            </p:nvSpPr>
            <p:spPr>
              <a:xfrm>
                <a:off x="8318319"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4A586"/>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14A687"/>
          </a:solidFill>
        </p:grpSpPr>
        <p:sp>
          <p:nvSpPr>
            <p:cNvPr id="3" name="Freeform 2">
              <a:extLst>
                <a:ext uri="{FF2B5EF4-FFF2-40B4-BE49-F238E27FC236}">
                  <a16:creationId xmlns:a16="http://schemas.microsoft.com/office/drawing/2014/main" id="{C2188456-885C-FA45-83D4-E64F842DAC4E}"/>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F6EE119C-3352-3E41-A5C3-ED7BF16F2356}"/>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961407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Quote 6">
    <p:bg>
      <p:bgPr>
        <a:solidFill>
          <a:schemeClr val="bg1"/>
        </a:solidFill>
        <a:effectLst/>
      </p:bgPr>
    </p:bg>
    <p:spTree>
      <p:nvGrpSpPr>
        <p:cNvPr id="1" name=""/>
        <p:cNvGrpSpPr/>
        <p:nvPr/>
      </p:nvGrpSpPr>
      <p:grpSpPr>
        <a:xfrm>
          <a:off x="0" y="0"/>
          <a:ext cx="0" cy="0"/>
          <a:chOff x="0" y="0"/>
          <a:chExt cx="0" cy="0"/>
        </a:xfrm>
      </p:grpSpPr>
      <p:grpSp>
        <p:nvGrpSpPr>
          <p:cNvPr id="7" name="Picture 3">
            <a:extLst>
              <a:ext uri="{FF2B5EF4-FFF2-40B4-BE49-F238E27FC236}">
                <a16:creationId xmlns:a16="http://schemas.microsoft.com/office/drawing/2014/main" id="{10E907D2-4D0B-2242-BECA-FCDF0A3D52FF}"/>
              </a:ext>
            </a:extLst>
          </p:cNvPr>
          <p:cNvGrpSpPr/>
          <p:nvPr userDrawn="1"/>
        </p:nvGrpSpPr>
        <p:grpSpPr>
          <a:xfrm>
            <a:off x="0" y="0"/>
            <a:ext cx="12189459" cy="6858000"/>
            <a:chOff x="0" y="0"/>
            <a:chExt cx="9142094" cy="5143500"/>
          </a:xfrm>
        </p:grpSpPr>
        <p:grpSp>
          <p:nvGrpSpPr>
            <p:cNvPr id="8" name="Picture 3">
              <a:extLst>
                <a:ext uri="{FF2B5EF4-FFF2-40B4-BE49-F238E27FC236}">
                  <a16:creationId xmlns:a16="http://schemas.microsoft.com/office/drawing/2014/main" id="{EEA3290E-4922-E643-B873-B3A1A2718B69}"/>
                </a:ext>
              </a:extLst>
            </p:cNvPr>
            <p:cNvGrpSpPr/>
            <p:nvPr/>
          </p:nvGrpSpPr>
          <p:grpSpPr>
            <a:xfrm>
              <a:off x="0" y="3219450"/>
              <a:ext cx="1532572" cy="1924050"/>
              <a:chOff x="0" y="3219450"/>
              <a:chExt cx="1532572" cy="1924050"/>
            </a:xfrm>
          </p:grpSpPr>
          <p:sp>
            <p:nvSpPr>
              <p:cNvPr id="21" name="Freeform 20">
                <a:extLst>
                  <a:ext uri="{FF2B5EF4-FFF2-40B4-BE49-F238E27FC236}">
                    <a16:creationId xmlns:a16="http://schemas.microsoft.com/office/drawing/2014/main" id="{C8B96E16-C621-E04C-BEA9-E197C08F9D5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67100520-1A80-6949-9480-39DF0E3FD70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5C5AC3"/>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54DE25E-ED42-5043-9485-49DB729B49FB}"/>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9BABA8D-7653-4141-9194-1E64F3078F3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5C5AC3"/>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53E2F2EA-E808-804C-9CF0-56A6D318A7E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3018C81-00D9-5247-9238-F56015C3E9AC}"/>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5C5AC3"/>
              </a:solidFill>
              <a:ln w="9525" cap="flat">
                <a:noFill/>
                <a:prstDash val="solid"/>
                <a:miter/>
              </a:ln>
            </p:spPr>
            <p:txBody>
              <a:bodyPr rtlCol="0" anchor="ctr"/>
              <a:lstStyle/>
              <a:p>
                <a:endParaRPr lang="en-US" sz="2400"/>
              </a:p>
            </p:txBody>
          </p:sp>
        </p:grpSp>
        <p:grpSp>
          <p:nvGrpSpPr>
            <p:cNvPr id="9" name="Picture 3">
              <a:extLst>
                <a:ext uri="{FF2B5EF4-FFF2-40B4-BE49-F238E27FC236}">
                  <a16:creationId xmlns:a16="http://schemas.microsoft.com/office/drawing/2014/main" id="{009138B4-AF28-ED44-BC21-89BCE17596E4}"/>
                </a:ext>
              </a:extLst>
            </p:cNvPr>
            <p:cNvGrpSpPr/>
            <p:nvPr/>
          </p:nvGrpSpPr>
          <p:grpSpPr>
            <a:xfrm>
              <a:off x="7319962" y="0"/>
              <a:ext cx="1822132" cy="3084194"/>
              <a:chOff x="7319962" y="0"/>
              <a:chExt cx="1822132" cy="3084194"/>
            </a:xfrm>
          </p:grpSpPr>
          <p:sp>
            <p:nvSpPr>
              <p:cNvPr id="11" name="Freeform 10">
                <a:extLst>
                  <a:ext uri="{FF2B5EF4-FFF2-40B4-BE49-F238E27FC236}">
                    <a16:creationId xmlns:a16="http://schemas.microsoft.com/office/drawing/2014/main" id="{4E8C2D82-0363-774A-BAB1-1A8515B20109}"/>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5C5AC3"/>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B38DFC42-066C-8C4F-A31D-E53862A16FC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E678DAED-4776-1944-A8D7-D9F81190AF48}"/>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D601191A-B12E-AB4F-A433-DC7B4C15A0B4}"/>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5E9BF9FB-61A3-D448-9D44-246B15C4E29E}"/>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503173-B4FD-D640-B1BB-D6F0813914E0}"/>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5C5AC3"/>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6AF62A54-6F99-1443-92ED-7EE2E4454D0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BF688800-CDDE-5842-BCF4-0E8F5A1AE666}"/>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2E8F5AE3-004C-4648-B472-331AC356DFF7}"/>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DB86BDBB-C90B-3B42-A2C4-4547960F5E5E}"/>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5C5AC3"/>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3"/>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5C59C6"/>
          </a:solidFill>
        </p:grpSpPr>
        <p:sp>
          <p:nvSpPr>
            <p:cNvPr id="3" name="Freeform 2">
              <a:extLst>
                <a:ext uri="{FF2B5EF4-FFF2-40B4-BE49-F238E27FC236}">
                  <a16:creationId xmlns:a16="http://schemas.microsoft.com/office/drawing/2014/main" id="{E3BB8D06-2975-6E49-9B55-50EE1DF2B618}"/>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3"/>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E5935853-3D85-DB45-893D-0CED3C4F0CE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3"/>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1263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7627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Quote 10">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3F6496-87AF-664B-8CB2-97D516DF40F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Picture 4">
            <a:extLst>
              <a:ext uri="{FF2B5EF4-FFF2-40B4-BE49-F238E27FC236}">
                <a16:creationId xmlns:a16="http://schemas.microsoft.com/office/drawing/2014/main" id="{F120D384-D67D-0D4B-970C-85F9D1AB4CD9}"/>
              </a:ext>
            </a:extLst>
          </p:cNvPr>
          <p:cNvGrpSpPr/>
          <p:nvPr userDrawn="1"/>
        </p:nvGrpSpPr>
        <p:grpSpPr>
          <a:xfrm>
            <a:off x="0" y="0"/>
            <a:ext cx="12192000" cy="6858000"/>
            <a:chOff x="0" y="0"/>
            <a:chExt cx="9144000" cy="5143500"/>
          </a:xfrm>
        </p:grpSpPr>
        <p:grpSp>
          <p:nvGrpSpPr>
            <p:cNvPr id="11" name="Picture 4">
              <a:extLst>
                <a:ext uri="{FF2B5EF4-FFF2-40B4-BE49-F238E27FC236}">
                  <a16:creationId xmlns:a16="http://schemas.microsoft.com/office/drawing/2014/main" id="{D6989201-AD14-7549-8583-ED1F8234D525}"/>
                </a:ext>
              </a:extLst>
            </p:cNvPr>
            <p:cNvGrpSpPr/>
            <p:nvPr/>
          </p:nvGrpSpPr>
          <p:grpSpPr>
            <a:xfrm>
              <a:off x="7424737" y="150495"/>
              <a:ext cx="3810" cy="3810"/>
              <a:chOff x="7424737" y="150495"/>
              <a:chExt cx="3810" cy="3810"/>
            </a:xfrm>
          </p:grpSpPr>
          <p:sp>
            <p:nvSpPr>
              <p:cNvPr id="32" name="Freeform 31">
                <a:extLst>
                  <a:ext uri="{FF2B5EF4-FFF2-40B4-BE49-F238E27FC236}">
                    <a16:creationId xmlns:a16="http://schemas.microsoft.com/office/drawing/2014/main" id="{B9CF943C-9058-3F49-B29A-F581FFA81229}"/>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ECE970BC-F5BA-F341-B015-EF998AF51E94}"/>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Picture 4">
              <a:extLst>
                <a:ext uri="{FF2B5EF4-FFF2-40B4-BE49-F238E27FC236}">
                  <a16:creationId xmlns:a16="http://schemas.microsoft.com/office/drawing/2014/main" id="{E07F43AC-A4B4-934C-B634-AB944EDB0481}"/>
                </a:ext>
              </a:extLst>
            </p:cNvPr>
            <p:cNvGrpSpPr/>
            <p:nvPr/>
          </p:nvGrpSpPr>
          <p:grpSpPr>
            <a:xfrm>
              <a:off x="0" y="0"/>
              <a:ext cx="9142094" cy="5143500"/>
              <a:chOff x="0" y="0"/>
              <a:chExt cx="9142094" cy="5143500"/>
            </a:xfrm>
          </p:grpSpPr>
          <p:grpSp>
            <p:nvGrpSpPr>
              <p:cNvPr id="14" name="Picture 4">
                <a:extLst>
                  <a:ext uri="{FF2B5EF4-FFF2-40B4-BE49-F238E27FC236}">
                    <a16:creationId xmlns:a16="http://schemas.microsoft.com/office/drawing/2014/main" id="{3025C772-A7E4-9546-B5F1-6AF2EAEF28A6}"/>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770E94F6-8BEF-D74B-87B2-7F4510D30CF0}"/>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3B90F341-F8DE-9148-B712-0FE8F3DC74EE}"/>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AE7984DF-E15B-D44D-9266-65EBC19DBD61}"/>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CA33896D-3BD3-9D49-94E8-5EF1B6C75D5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98FEF9FE-F2C2-284C-8BCB-43E090BE46AE}"/>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B9798B0F-7635-7A42-9EFC-DEA553C48D8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5" name="Picture 4">
                <a:extLst>
                  <a:ext uri="{FF2B5EF4-FFF2-40B4-BE49-F238E27FC236}">
                    <a16:creationId xmlns:a16="http://schemas.microsoft.com/office/drawing/2014/main" id="{5D9169A8-D351-B14A-A103-EF0216ABD60E}"/>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19874676-510D-044D-8061-AD1337168436}"/>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16485EAC-122D-1345-88BD-2D345B5C4EF6}"/>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1C66E0F5-08C7-DD4C-AFC6-8599FAC2C30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C2999481-ED85-8548-84C5-35DF4568C690}"/>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6317AEAB-6EEF-2A4D-9882-B32306813AB4}"/>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3DF067E0-EE65-A145-905A-F8FCDBA9B1BA}"/>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1E4F98E-4360-564D-B133-08DD0BB2F44F}"/>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1A451C4-C804-344B-83D8-FE053C244C0F}"/>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98CD54A5-B972-9D4C-A08B-2662A6F2CED3}"/>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4605D8C3-B714-CB43-8BA7-A1573D422CBE}"/>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07673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93192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Quote 12">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5B8ACB-7028-A64F-BFEB-8A8331062DE1}"/>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5E3CA63C-C935-6145-A7E9-E9237B7B1765}"/>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8611DA80-CD2A-A74F-A11C-5F096B6FBF9F}"/>
                </a:ext>
              </a:extLst>
            </p:cNvPr>
            <p:cNvGrpSpPr/>
            <p:nvPr/>
          </p:nvGrpSpPr>
          <p:grpSpPr>
            <a:xfrm>
              <a:off x="8811577" y="150495"/>
              <a:ext cx="3810" cy="3810"/>
              <a:chOff x="8811577" y="150495"/>
              <a:chExt cx="3810" cy="3810"/>
            </a:xfrm>
          </p:grpSpPr>
          <p:sp>
            <p:nvSpPr>
              <p:cNvPr id="32" name="Freeform 31">
                <a:extLst>
                  <a:ext uri="{FF2B5EF4-FFF2-40B4-BE49-F238E27FC236}">
                    <a16:creationId xmlns:a16="http://schemas.microsoft.com/office/drawing/2014/main" id="{8ECE58B9-E63E-154E-80F1-7955938E9E87}"/>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5DEB6DE9-CF33-664F-B0EC-BA638378845D}"/>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D3C0FD1F-0F9D-BB41-8BAA-8FE1A4192950}"/>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39F20E48-53F4-6E4B-919E-52282206AF5C}"/>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3C5F2B84-6BDC-A847-BA2A-D842BDEE8C6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65A48A1C-7993-FE4D-82AE-2361937AC2F4}"/>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510EF547-3F94-414C-A974-AE92B07E060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51D36C7-F0F5-964F-B2D2-A0DFC67D8CA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64FA9ACA-6456-7246-BD44-D97B62F82DC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0EF014B2-0941-B249-BCC6-5D425193D035}"/>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078BE04C-1B1A-ED44-B745-4BEA2D1E6A10}"/>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DCE4195E-3490-AE42-89A9-EA8C285D84F0}"/>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8B2CC83F-FE2C-F146-BA68-F46FDBAE187C}"/>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E61715C-0576-7342-88AC-03F9F6A2E503}"/>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E071E11-CDFA-3A4A-B2C8-FE7A3EE78D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8370D635-6C22-C448-A690-32257BDF2FB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4E93BDB-9F49-0E4E-8623-7B14DCB9B31A}"/>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1449092E-5D6C-CD48-9B30-90D359EF764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2FC9B70B-858C-5E46-B77A-ED42A9D9A20B}"/>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8113C985-7068-B54C-9A09-7193149F9EDF}"/>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5752B63-B1CA-6B4D-B57F-7BE86737FBF3}"/>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485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Q&amp;A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406F373-D762-284E-87C4-91C9AFE786C7}"/>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Picture 4">
            <a:extLst>
              <a:ext uri="{FF2B5EF4-FFF2-40B4-BE49-F238E27FC236}">
                <a16:creationId xmlns:a16="http://schemas.microsoft.com/office/drawing/2014/main" id="{5A5CB0BD-6B0E-ED4B-9B8B-38902CD666EF}"/>
              </a:ext>
            </a:extLst>
          </p:cNvPr>
          <p:cNvGrpSpPr/>
          <p:nvPr userDrawn="1"/>
        </p:nvGrpSpPr>
        <p:grpSpPr>
          <a:xfrm>
            <a:off x="0" y="0"/>
            <a:ext cx="12192000" cy="6858000"/>
            <a:chOff x="0" y="0"/>
            <a:chExt cx="9144000" cy="5143500"/>
          </a:xfrm>
        </p:grpSpPr>
        <p:grpSp>
          <p:nvGrpSpPr>
            <p:cNvPr id="13" name="Picture 4">
              <a:extLst>
                <a:ext uri="{FF2B5EF4-FFF2-40B4-BE49-F238E27FC236}">
                  <a16:creationId xmlns:a16="http://schemas.microsoft.com/office/drawing/2014/main" id="{581FEA6B-14DB-B14E-A98B-ACF80E874025}"/>
                </a:ext>
              </a:extLst>
            </p:cNvPr>
            <p:cNvGrpSpPr/>
            <p:nvPr/>
          </p:nvGrpSpPr>
          <p:grpSpPr>
            <a:xfrm>
              <a:off x="7424737" y="150495"/>
              <a:ext cx="3810" cy="3810"/>
              <a:chOff x="7424737" y="150495"/>
              <a:chExt cx="3810" cy="3810"/>
            </a:xfrm>
          </p:grpSpPr>
          <p:sp>
            <p:nvSpPr>
              <p:cNvPr id="33" name="Freeform 32">
                <a:extLst>
                  <a:ext uri="{FF2B5EF4-FFF2-40B4-BE49-F238E27FC236}">
                    <a16:creationId xmlns:a16="http://schemas.microsoft.com/office/drawing/2014/main" id="{DCDFCD91-86E2-AF43-94C3-2641E3B98444}"/>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E22EC70F-AC43-714F-A98B-71FEAC8558B9}"/>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Picture 4">
              <a:extLst>
                <a:ext uri="{FF2B5EF4-FFF2-40B4-BE49-F238E27FC236}">
                  <a16:creationId xmlns:a16="http://schemas.microsoft.com/office/drawing/2014/main" id="{4BDE9B29-6546-5142-BB40-BA301D8CCB5F}"/>
                </a:ext>
              </a:extLst>
            </p:cNvPr>
            <p:cNvGrpSpPr/>
            <p:nvPr/>
          </p:nvGrpSpPr>
          <p:grpSpPr>
            <a:xfrm>
              <a:off x="0" y="0"/>
              <a:ext cx="9142094" cy="5143500"/>
              <a:chOff x="0" y="0"/>
              <a:chExt cx="9142094" cy="5143500"/>
            </a:xfrm>
          </p:grpSpPr>
          <p:grpSp>
            <p:nvGrpSpPr>
              <p:cNvPr id="15" name="Picture 4">
                <a:extLst>
                  <a:ext uri="{FF2B5EF4-FFF2-40B4-BE49-F238E27FC236}">
                    <a16:creationId xmlns:a16="http://schemas.microsoft.com/office/drawing/2014/main" id="{79FF609F-6287-B949-BCC8-45E1B351B911}"/>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4C273E00-751D-A546-B6C2-0FBC035CD86F}"/>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81FD15F9-7993-AE4E-B91C-38BFF1256220}"/>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3A3FE0E0-5FB6-AD43-9598-A602B607D931}"/>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7BEBCA0B-43AA-A742-ABE1-D33661ED7B5F}"/>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7A254C1-7151-CE43-8E8D-CA41245AE09B}"/>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030D89AC-DC2E-8841-B1DD-E73704B743B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6" name="Picture 4">
                <a:extLst>
                  <a:ext uri="{FF2B5EF4-FFF2-40B4-BE49-F238E27FC236}">
                    <a16:creationId xmlns:a16="http://schemas.microsoft.com/office/drawing/2014/main" id="{4F0C4339-8E98-E240-8C4E-F5DA9E944ED4}"/>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0B9FCDF6-6C06-7040-BD06-B9C6A11D7F9E}"/>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98217E0-9D5A-7044-8DE1-75BDA753F29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845544EA-D591-C346-A91F-7473211ADC6B}"/>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FD3F123C-ED80-AB41-BC83-AF2F61FD052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66782A15-E545-D641-A105-8D483B819855}"/>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4ABAE012-B54C-CA48-8924-500A78B06B2F}"/>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F52B3D3-EE6A-894D-A271-BEFEF1B58E4E}"/>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0484BD9-76AB-3C4D-A68C-8B8FC0A45290}"/>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DEED177-A5BC-F84A-B010-AE99973CB16F}"/>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1B73E543-DF79-784B-8424-42FBF9D4EEA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1813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C0B1BA-C4E1-3648-A835-E3163698366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Picture 4">
            <a:extLst>
              <a:ext uri="{FF2B5EF4-FFF2-40B4-BE49-F238E27FC236}">
                <a16:creationId xmlns:a16="http://schemas.microsoft.com/office/drawing/2014/main" id="{C35C5FD6-42AF-D34D-8B84-CFCBC903FA3B}"/>
              </a:ext>
            </a:extLst>
          </p:cNvPr>
          <p:cNvGrpSpPr/>
          <p:nvPr userDrawn="1"/>
        </p:nvGrpSpPr>
        <p:grpSpPr>
          <a:xfrm>
            <a:off x="0" y="0"/>
            <a:ext cx="12192000" cy="6858000"/>
            <a:chOff x="0" y="0"/>
            <a:chExt cx="9144000" cy="5143500"/>
          </a:xfrm>
        </p:grpSpPr>
        <p:grpSp>
          <p:nvGrpSpPr>
            <p:cNvPr id="9" name="Picture 4">
              <a:extLst>
                <a:ext uri="{FF2B5EF4-FFF2-40B4-BE49-F238E27FC236}">
                  <a16:creationId xmlns:a16="http://schemas.microsoft.com/office/drawing/2014/main" id="{96654D2C-F33D-0C48-BC2A-DB70C6C42F39}"/>
                </a:ext>
              </a:extLst>
            </p:cNvPr>
            <p:cNvGrpSpPr/>
            <p:nvPr/>
          </p:nvGrpSpPr>
          <p:grpSpPr>
            <a:xfrm>
              <a:off x="7424737" y="150495"/>
              <a:ext cx="3810" cy="3810"/>
              <a:chOff x="7424737" y="150495"/>
              <a:chExt cx="3810" cy="3810"/>
            </a:xfrm>
          </p:grpSpPr>
          <p:sp>
            <p:nvSpPr>
              <p:cNvPr id="30" name="Freeform 29">
                <a:extLst>
                  <a:ext uri="{FF2B5EF4-FFF2-40B4-BE49-F238E27FC236}">
                    <a16:creationId xmlns:a16="http://schemas.microsoft.com/office/drawing/2014/main" id="{E7A64693-CE5F-E440-A257-3698A648AE24}"/>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D684A5E-58AD-B14C-B460-97620D9C25B7}"/>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Picture 4">
              <a:extLst>
                <a:ext uri="{FF2B5EF4-FFF2-40B4-BE49-F238E27FC236}">
                  <a16:creationId xmlns:a16="http://schemas.microsoft.com/office/drawing/2014/main" id="{9C7512FB-519C-7343-963E-46D245385289}"/>
                </a:ext>
              </a:extLst>
            </p:cNvPr>
            <p:cNvGrpSpPr/>
            <p:nvPr/>
          </p:nvGrpSpPr>
          <p:grpSpPr>
            <a:xfrm>
              <a:off x="0" y="0"/>
              <a:ext cx="9142094" cy="5143500"/>
              <a:chOff x="0" y="0"/>
              <a:chExt cx="9142094" cy="5143500"/>
            </a:xfrm>
          </p:grpSpPr>
          <p:grpSp>
            <p:nvGrpSpPr>
              <p:cNvPr id="12" name="Picture 4">
                <a:extLst>
                  <a:ext uri="{FF2B5EF4-FFF2-40B4-BE49-F238E27FC236}">
                    <a16:creationId xmlns:a16="http://schemas.microsoft.com/office/drawing/2014/main" id="{325A79BC-EE14-9444-9C33-821927BA2341}"/>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F4857A1A-8A1D-6540-A658-DB2A82A1012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ABF0E8-69D5-C845-8E34-F9A8E3A697A3}"/>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50A1DF3E-E4A2-8F45-A5A3-9A068F4236D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6C3CB33B-57BC-3949-8D83-9CAB31BF59AA}"/>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3DFFD45B-78F3-2E46-B941-09245E4FF97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7BC639D-A8BC-314C-8AB6-E68C7BB45B7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3" name="Picture 4">
                <a:extLst>
                  <a:ext uri="{FF2B5EF4-FFF2-40B4-BE49-F238E27FC236}">
                    <a16:creationId xmlns:a16="http://schemas.microsoft.com/office/drawing/2014/main" id="{4D1FCC5E-77D6-E547-9A26-DD5813455360}"/>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A2AC2E42-0D48-B44D-BE43-E11FFFAA2468}"/>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F4305334-0A84-9D42-A16D-742AB2BE341A}"/>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C778786-7D73-B84F-AD6A-32885E36537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BD8978F2-0D0B-274B-9F73-C1F95ED5D0CE}"/>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0CAEC904-8A2B-714B-B4EF-32615B56AE2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7023C530-18D1-DC4C-A588-4212887A7CB5}"/>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69284970-4C90-AC48-AAB0-10F97E7298FE}"/>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F852880A-0E0E-CB4D-8E07-38D0C43A099F}"/>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7995972-CAE5-C148-A18A-1AE32A34520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E7A3700-06A3-A34E-A423-A737DCB65D60}"/>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64302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Q&amp;A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A53CC39-FF3C-0646-8583-4AC323BBBCB9}"/>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Graphic 6">
            <a:extLst>
              <a:ext uri="{FF2B5EF4-FFF2-40B4-BE49-F238E27FC236}">
                <a16:creationId xmlns:a16="http://schemas.microsoft.com/office/drawing/2014/main" id="{3E5B770D-AC7E-F44C-BD96-80555D181445}"/>
              </a:ext>
            </a:extLst>
          </p:cNvPr>
          <p:cNvGrpSpPr/>
          <p:nvPr userDrawn="1"/>
        </p:nvGrpSpPr>
        <p:grpSpPr>
          <a:xfrm>
            <a:off x="0" y="0"/>
            <a:ext cx="12192000" cy="6858000"/>
            <a:chOff x="0" y="0"/>
            <a:chExt cx="9144000" cy="5143500"/>
          </a:xfrm>
        </p:grpSpPr>
        <p:grpSp>
          <p:nvGrpSpPr>
            <p:cNvPr id="13" name="Graphic 6">
              <a:extLst>
                <a:ext uri="{FF2B5EF4-FFF2-40B4-BE49-F238E27FC236}">
                  <a16:creationId xmlns:a16="http://schemas.microsoft.com/office/drawing/2014/main" id="{558AAF70-96E2-924D-9AF4-4EA7B32B9457}"/>
                </a:ext>
              </a:extLst>
            </p:cNvPr>
            <p:cNvGrpSpPr/>
            <p:nvPr/>
          </p:nvGrpSpPr>
          <p:grpSpPr>
            <a:xfrm>
              <a:off x="8287702" y="150495"/>
              <a:ext cx="4762" cy="3810"/>
              <a:chOff x="8287702" y="150495"/>
              <a:chExt cx="4762" cy="3810"/>
            </a:xfrm>
          </p:grpSpPr>
          <p:sp>
            <p:nvSpPr>
              <p:cNvPr id="33" name="Freeform 32">
                <a:extLst>
                  <a:ext uri="{FF2B5EF4-FFF2-40B4-BE49-F238E27FC236}">
                    <a16:creationId xmlns:a16="http://schemas.microsoft.com/office/drawing/2014/main" id="{8B782737-35EC-CB47-8677-E6DAC26FEB6E}"/>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96558FB6-2703-7D4E-8E7F-459D23C2CC90}"/>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Graphic 6">
              <a:extLst>
                <a:ext uri="{FF2B5EF4-FFF2-40B4-BE49-F238E27FC236}">
                  <a16:creationId xmlns:a16="http://schemas.microsoft.com/office/drawing/2014/main" id="{9171C94C-7BCC-4F46-A43C-BA38D9CF3B0A}"/>
                </a:ext>
              </a:extLst>
            </p:cNvPr>
            <p:cNvGrpSpPr/>
            <p:nvPr/>
          </p:nvGrpSpPr>
          <p:grpSpPr>
            <a:xfrm>
              <a:off x="0" y="0"/>
              <a:ext cx="9142094" cy="5143500"/>
              <a:chOff x="0" y="0"/>
              <a:chExt cx="9142094" cy="5143500"/>
            </a:xfrm>
          </p:grpSpPr>
          <p:grpSp>
            <p:nvGrpSpPr>
              <p:cNvPr id="15" name="Graphic 6">
                <a:extLst>
                  <a:ext uri="{FF2B5EF4-FFF2-40B4-BE49-F238E27FC236}">
                    <a16:creationId xmlns:a16="http://schemas.microsoft.com/office/drawing/2014/main" id="{A7AFADFF-E78D-DF4B-876B-3EC829221513}"/>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EE20D349-30A2-E545-B363-AFA4214E2F19}"/>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30BEF1CD-0154-2640-9AF8-631E3532B81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19FB78A7-99E3-4B45-91CA-8350C2F7054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76991BF-B0FE-A548-BCF3-1D18AF645B8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D068F89-2AB2-4646-B5C8-E870AA43A037}"/>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468797D7-ED13-8F4D-A720-FB61D4B9E7F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6" name="Graphic 6">
                <a:extLst>
                  <a:ext uri="{FF2B5EF4-FFF2-40B4-BE49-F238E27FC236}">
                    <a16:creationId xmlns:a16="http://schemas.microsoft.com/office/drawing/2014/main" id="{B7BAA8C0-CAE6-7049-A278-55957D0FA979}"/>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267403F8-57F3-E745-9E1D-37571773294F}"/>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6E2D7FF-A16B-7941-B02A-605C107447F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4DAA68EF-E50B-F245-B8AB-57B966DE18FC}"/>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2E80DE2-694E-C945-9B1C-2C1B48D0C3CB}"/>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068F6E99-9CFE-1743-84A6-5162DC53314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8EBA7B0-9097-3E4B-89F9-1314F007B84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0C82A5B-23F3-1549-ADF7-E9B2D82EA07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C958180-A8F0-5249-A460-B7ECE502A3D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FD146E27-AE4D-D14B-A317-433687953C57}"/>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70ACC85D-D513-F442-95DE-B849C020842F}"/>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5" name="TextBox 4">
            <a:extLst>
              <a:ext uri="{FF2B5EF4-FFF2-40B4-BE49-F238E27FC236}">
                <a16:creationId xmlns:a16="http://schemas.microsoft.com/office/drawing/2014/main" id="{EE3BF04B-17CD-F046-8F28-EE00E829327F}"/>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F07449FB-F26E-B54E-9267-C76DCC52D7EC}"/>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AD574896-710B-1A45-823D-80AA127F5A08}"/>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07CC6C13-3ED9-5947-B8CC-AE1A6EEA90CF}"/>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949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959495-80D9-5747-B060-EC5C1DBE9358}"/>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97AC6386-625F-C347-ADD1-F270BC9CDE68}"/>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883D9A8F-1765-3748-B836-667F83AD88F7}"/>
                </a:ext>
              </a:extLst>
            </p:cNvPr>
            <p:cNvGrpSpPr/>
            <p:nvPr/>
          </p:nvGrpSpPr>
          <p:grpSpPr>
            <a:xfrm>
              <a:off x="8287702" y="150495"/>
              <a:ext cx="4762" cy="3810"/>
              <a:chOff x="8287702" y="150495"/>
              <a:chExt cx="4762" cy="3810"/>
            </a:xfrm>
          </p:grpSpPr>
          <p:sp>
            <p:nvSpPr>
              <p:cNvPr id="30" name="Freeform 29">
                <a:extLst>
                  <a:ext uri="{FF2B5EF4-FFF2-40B4-BE49-F238E27FC236}">
                    <a16:creationId xmlns:a16="http://schemas.microsoft.com/office/drawing/2014/main" id="{028CC161-2DF2-1E4F-942A-63AFDE4BE5B7}"/>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D2AC075-8AD2-074A-807A-AA485760CF70}"/>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55B1BBD5-0931-D948-8092-622E10ED596F}"/>
                </a:ext>
              </a:extLst>
            </p:cNvPr>
            <p:cNvGrpSpPr/>
            <p:nvPr/>
          </p:nvGrpSpPr>
          <p:grpSpPr>
            <a:xfrm>
              <a:off x="0" y="0"/>
              <a:ext cx="9142094" cy="5143500"/>
              <a:chOff x="0" y="0"/>
              <a:chExt cx="9142094" cy="5143500"/>
            </a:xfrm>
          </p:grpSpPr>
          <p:grpSp>
            <p:nvGrpSpPr>
              <p:cNvPr id="12" name="Graphic 6">
                <a:extLst>
                  <a:ext uri="{FF2B5EF4-FFF2-40B4-BE49-F238E27FC236}">
                    <a16:creationId xmlns:a16="http://schemas.microsoft.com/office/drawing/2014/main" id="{C2425EF3-3E48-D14D-A01F-5F5A7CA6FC31}"/>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211AA1B0-C051-DF4E-B064-37C9C95CE1EC}"/>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08DE8FD-BF15-AC41-AB36-641F6A74A84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C26ADB85-704F-7646-984A-A248F28B1EB4}"/>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79FBF6F1-05DC-0E40-B66B-3BFA6CB5C636}"/>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2869B081-3536-644D-B20D-ADA6471B1D8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AF3EC0BE-5CED-044F-9A85-668F6DFF9BB5}"/>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FAB4584D-967D-C843-BC59-606AE8EF7E3B}"/>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CD20216-0FAE-BC40-B2D5-9BC65D0F95AD}"/>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FEAB045C-9E09-2B42-A212-344D5841B0C5}"/>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2268CE7-2434-334A-A4DB-74FA3992B7F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0568ADB4-ED96-B546-87CA-DC4F254B8C3E}"/>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37CB478-A686-4341-BD6E-0D655A39CCF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AB876C3-5E03-004F-BB78-08A5B3E4ACE0}"/>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4F7FABE4-5916-4749-9882-C5BAFA599CC6}"/>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64E5BAAA-399E-1442-A651-821F76F86B3B}"/>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4B1E9AB-24E4-8242-8F77-61E5334111C8}"/>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D3F31F47-C41D-DD41-9D21-42FE4105B893}"/>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1A95D8AC-0F77-B249-846F-581573E792C1}"/>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19122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Q&amp;A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C0B04F-5B30-7541-B751-05114D9AF0FD}"/>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Graphic 6">
            <a:extLst>
              <a:ext uri="{FF2B5EF4-FFF2-40B4-BE49-F238E27FC236}">
                <a16:creationId xmlns:a16="http://schemas.microsoft.com/office/drawing/2014/main" id="{89F0171E-04AD-F545-BD0B-441884F26904}"/>
              </a:ext>
            </a:extLst>
          </p:cNvPr>
          <p:cNvGrpSpPr/>
          <p:nvPr userDrawn="1"/>
        </p:nvGrpSpPr>
        <p:grpSpPr>
          <a:xfrm>
            <a:off x="0" y="0"/>
            <a:ext cx="12192000" cy="6858000"/>
            <a:chOff x="0" y="0"/>
            <a:chExt cx="9144000" cy="5143500"/>
          </a:xfrm>
        </p:grpSpPr>
        <p:grpSp>
          <p:nvGrpSpPr>
            <p:cNvPr id="13" name="Graphic 6">
              <a:extLst>
                <a:ext uri="{FF2B5EF4-FFF2-40B4-BE49-F238E27FC236}">
                  <a16:creationId xmlns:a16="http://schemas.microsoft.com/office/drawing/2014/main" id="{C09283B5-D94A-7544-9379-56BA8918B1D3}"/>
                </a:ext>
              </a:extLst>
            </p:cNvPr>
            <p:cNvGrpSpPr/>
            <p:nvPr/>
          </p:nvGrpSpPr>
          <p:grpSpPr>
            <a:xfrm>
              <a:off x="8811577" y="150495"/>
              <a:ext cx="3810" cy="3810"/>
              <a:chOff x="8811577" y="150495"/>
              <a:chExt cx="3810" cy="3810"/>
            </a:xfrm>
          </p:grpSpPr>
          <p:sp>
            <p:nvSpPr>
              <p:cNvPr id="33" name="Freeform 32">
                <a:extLst>
                  <a:ext uri="{FF2B5EF4-FFF2-40B4-BE49-F238E27FC236}">
                    <a16:creationId xmlns:a16="http://schemas.microsoft.com/office/drawing/2014/main" id="{C74010BD-A714-3049-B484-069C1AB97CC2}"/>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F7B182D5-03E5-F746-B4A9-9455DBCBF88C}"/>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Graphic 6">
              <a:extLst>
                <a:ext uri="{FF2B5EF4-FFF2-40B4-BE49-F238E27FC236}">
                  <a16:creationId xmlns:a16="http://schemas.microsoft.com/office/drawing/2014/main" id="{1A5E8C12-7B07-7E4B-8221-4834760B9A6D}"/>
                </a:ext>
              </a:extLst>
            </p:cNvPr>
            <p:cNvGrpSpPr/>
            <p:nvPr/>
          </p:nvGrpSpPr>
          <p:grpSpPr>
            <a:xfrm>
              <a:off x="0" y="0"/>
              <a:ext cx="9142094" cy="5143500"/>
              <a:chOff x="0" y="0"/>
              <a:chExt cx="9142094" cy="5143500"/>
            </a:xfrm>
          </p:grpSpPr>
          <p:grpSp>
            <p:nvGrpSpPr>
              <p:cNvPr id="15" name="Graphic 6">
                <a:extLst>
                  <a:ext uri="{FF2B5EF4-FFF2-40B4-BE49-F238E27FC236}">
                    <a16:creationId xmlns:a16="http://schemas.microsoft.com/office/drawing/2014/main" id="{5EFE7798-6027-9745-8C5D-5628BB45D458}"/>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D14A179C-6CEF-3B4F-BDC8-16B1FA6B60C0}"/>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97975F4D-1021-8147-84A5-95DB3F44A954}"/>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16744C51-A267-1941-BAA4-5C7EFBB9CE2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6A8388C5-D788-7F4D-B9BF-E07CF714CDF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21AC0FA1-61C5-DB41-9DA9-E75DF27ABC3F}"/>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C95B10FB-6146-FD46-8353-0F4519AB2290}"/>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6" name="Graphic 6">
                <a:extLst>
                  <a:ext uri="{FF2B5EF4-FFF2-40B4-BE49-F238E27FC236}">
                    <a16:creationId xmlns:a16="http://schemas.microsoft.com/office/drawing/2014/main" id="{1FF23D5D-B2EE-9D41-A951-2612239B015C}"/>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84AEA73B-42D8-424D-8A02-2D74EB2EACB1}"/>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7EC1166-CB0F-B24E-8D75-98584DC0763B}"/>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2E733F0-18FB-5141-B267-2687F0AE1203}"/>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8E8832CE-E39E-F34C-ABAF-76514CF357F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5BA0A6D9-2B74-B84B-9962-44B03660F3BF}"/>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8417F397-9865-2B48-A47E-1C4DF7695649}"/>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9400C3B-C736-3C48-A2E1-291A4CA09E2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B1E0394B-5F66-B146-ACFD-1A38B1A76443}"/>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12D8EAE3-785C-4E49-93D3-50FD96E3097C}"/>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EFD10E2D-76D2-E54A-BD36-91B91CD0E70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731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FA0AE0-0DC6-F54C-A04C-70F38875AB42}"/>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A39184DF-80A7-E740-A1E7-354796039A67}"/>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93E55D74-E3FE-5B4E-AA18-AC8C745A5B11}"/>
                </a:ext>
              </a:extLst>
            </p:cNvPr>
            <p:cNvGrpSpPr/>
            <p:nvPr/>
          </p:nvGrpSpPr>
          <p:grpSpPr>
            <a:xfrm>
              <a:off x="8811577" y="150495"/>
              <a:ext cx="3810" cy="3810"/>
              <a:chOff x="8811577" y="150495"/>
              <a:chExt cx="3810" cy="3810"/>
            </a:xfrm>
          </p:grpSpPr>
          <p:sp>
            <p:nvSpPr>
              <p:cNvPr id="30" name="Freeform 29">
                <a:extLst>
                  <a:ext uri="{FF2B5EF4-FFF2-40B4-BE49-F238E27FC236}">
                    <a16:creationId xmlns:a16="http://schemas.microsoft.com/office/drawing/2014/main" id="{F73ADBC3-1789-8143-8A21-EA79F1C3FDD6}"/>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90985CC6-72EF-B344-8466-5F1716B27F0A}"/>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9B0A6B15-5C86-0442-ABE9-D834BE950E92}"/>
                </a:ext>
              </a:extLst>
            </p:cNvPr>
            <p:cNvGrpSpPr/>
            <p:nvPr/>
          </p:nvGrpSpPr>
          <p:grpSpPr>
            <a:xfrm>
              <a:off x="0" y="0"/>
              <a:ext cx="9142094" cy="5143500"/>
              <a:chOff x="0" y="0"/>
              <a:chExt cx="9142094" cy="5143500"/>
            </a:xfrm>
          </p:grpSpPr>
          <p:grpSp>
            <p:nvGrpSpPr>
              <p:cNvPr id="12" name="Graphic 6">
                <a:extLst>
                  <a:ext uri="{FF2B5EF4-FFF2-40B4-BE49-F238E27FC236}">
                    <a16:creationId xmlns:a16="http://schemas.microsoft.com/office/drawing/2014/main" id="{AD7E7DAD-E0A7-7B49-AC74-C2ED9653B7F2}"/>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62362DA4-B7CF-E94D-BC48-06F0DBC92145}"/>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25CC224C-FC6D-3240-BC88-D89F1AE11C23}"/>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CC9F14F3-E608-1E4F-8F00-E2E74DF7096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C3C889AC-EA70-6942-86CE-20FD63A2A99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49C06D91-A442-6D4E-8001-5992D611FF8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3B888012-5191-804A-A2EA-D538C713159D}"/>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016F6CE0-48B6-944A-A5E3-AB7CD1A306B8}"/>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33161FA3-C36F-414A-9EDF-9286E59997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E1C2E121-B700-B84A-96C6-4A7D62B02718}"/>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78A26B7-D334-C84D-9440-5DCE6BCA9B8A}"/>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2016823B-65F3-F940-B910-4CAC0F5F390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03C6A549-A032-A343-BB24-5F623B2BD669}"/>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CF98241-847D-454A-8295-E555A117DFF7}"/>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258795F-C01E-2E47-84DF-795E8A08F0B7}"/>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5DC5F3DD-7D1E-E341-8D76-4C85D0B805A9}"/>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0D8D8C2D-92FA-F14B-A2D0-9821B9ABCFF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F8985C0-DA2D-704C-928C-E745CED9202D}"/>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4078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96696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62412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23228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218579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210441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52083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90920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6871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50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7" y="6206838"/>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40691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1157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9"/>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81344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61366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02146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9" y="1033692"/>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20599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85010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1" y="672062"/>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24753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967920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
                <a:schemeClr val="accent2"/>
              </a:buClr>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66768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950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
                <a:schemeClr val="accent2"/>
              </a:buClr>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699709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719930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033454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167143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1" y="92692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3" y="923724"/>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3805059"/>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3805059"/>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7087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437490"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482671"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36486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9"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8"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4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8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2"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1"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1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1354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bg1"/>
        </a:solidFill>
        <a:effectLst/>
      </p:bgPr>
    </p:bg>
    <p:spTree>
      <p:nvGrpSpPr>
        <p:cNvPr id="1" name=""/>
        <p:cNvGrpSpPr/>
        <p:nvPr/>
      </p:nvGrpSpPr>
      <p:grpSpPr>
        <a:xfrm>
          <a:off x="0" y="0"/>
          <a:ext cx="0" cy="0"/>
          <a:chOff x="0" y="0"/>
          <a:chExt cx="0" cy="0"/>
        </a:xfrm>
      </p:grpSpPr>
      <p:grpSp>
        <p:nvGrpSpPr>
          <p:cNvPr id="9" name="Graphic 27">
            <a:extLst>
              <a:ext uri="{FF2B5EF4-FFF2-40B4-BE49-F238E27FC236}">
                <a16:creationId xmlns:a16="http://schemas.microsoft.com/office/drawing/2014/main" id="{4AFFB83B-DA35-4946-9170-FA54D1E38BFA}"/>
              </a:ext>
            </a:extLst>
          </p:cNvPr>
          <p:cNvGrpSpPr/>
          <p:nvPr userDrawn="1"/>
        </p:nvGrpSpPr>
        <p:grpSpPr>
          <a:xfrm>
            <a:off x="1" y="0"/>
            <a:ext cx="12189459" cy="6858000"/>
            <a:chOff x="0" y="0"/>
            <a:chExt cx="9142094" cy="5143500"/>
          </a:xfrm>
        </p:grpSpPr>
        <p:grpSp>
          <p:nvGrpSpPr>
            <p:cNvPr id="11" name="Graphic 27">
              <a:extLst>
                <a:ext uri="{FF2B5EF4-FFF2-40B4-BE49-F238E27FC236}">
                  <a16:creationId xmlns:a16="http://schemas.microsoft.com/office/drawing/2014/main" id="{12A97647-25D2-174A-ACFB-E3D8B79BD615}"/>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E5A41AB3-93AE-844C-9746-AE5E3DAF8CCC}"/>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A96EFCC0-5B61-8C47-925D-A7A314077407}"/>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3C67E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5CA867F-1940-274A-AC9B-D1413F64A837}"/>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A1858D2B-AA61-6E45-A810-EA6CD88BA760}"/>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3C67E9"/>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FEFBE34B-C7AC-A442-A727-915B0917FA8B}"/>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741285A-208C-6248-8DCE-2AF16694C3FD}"/>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3C67E9"/>
              </a:solidFill>
              <a:ln w="9525" cap="flat">
                <a:noFill/>
                <a:prstDash val="solid"/>
                <a:miter/>
              </a:ln>
            </p:spPr>
            <p:txBody>
              <a:bodyPr rtlCol="0" anchor="ctr"/>
              <a:lstStyle/>
              <a:p>
                <a:endParaRPr lang="en-US" sz="2400"/>
              </a:p>
            </p:txBody>
          </p:sp>
        </p:grpSp>
        <p:grpSp>
          <p:nvGrpSpPr>
            <p:cNvPr id="12" name="Graphic 27">
              <a:extLst>
                <a:ext uri="{FF2B5EF4-FFF2-40B4-BE49-F238E27FC236}">
                  <a16:creationId xmlns:a16="http://schemas.microsoft.com/office/drawing/2014/main" id="{A1837DE2-5493-CC40-98A7-3C0B0619DF86}"/>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F99B6794-CC79-4E4F-8757-ACA8F118022E}"/>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3C67E9"/>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DE6C2CFF-2E51-7F4D-8F48-35EE8D4498EB}"/>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BE9D7EBF-D093-734C-A90A-75397BAF8E5D}"/>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BC44887D-D01D-2949-BABE-DA2A800248BD}"/>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B3B01A22-62DF-F540-8B90-982EBF5585F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31C538CE-A78C-1A43-B90C-684A7B8F94CF}"/>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3C67E9"/>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A91D425A-2EF8-4D40-B6A0-293C45BC891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1D8644-BF9A-8548-ADDA-072DF3AA98A9}"/>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F9A035D-055E-EB4A-9F36-C28D0AA84EF0}"/>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E47E804-A158-6B41-A944-56CD492F174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3C67E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4" y="1583391"/>
            <a:ext cx="916233" cy="492468"/>
            <a:chOff x="4228411" y="1187542"/>
            <a:chExt cx="687175" cy="369351"/>
          </a:xfrm>
          <a:solidFill>
            <a:srgbClr val="3C67EA"/>
          </a:solidFill>
        </p:grpSpPr>
        <p:sp>
          <p:nvSpPr>
            <p:cNvPr id="3" name="Freeform 2">
              <a:extLst>
                <a:ext uri="{FF2B5EF4-FFF2-40B4-BE49-F238E27FC236}">
                  <a16:creationId xmlns:a16="http://schemas.microsoft.com/office/drawing/2014/main" id="{6EFD48EB-DEF4-0843-B1FA-5BB5EDAE2716}"/>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DF945222-239A-124E-A57C-93EC1F6077F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23698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bg1"/>
        </a:solidFill>
        <a:effectLst/>
      </p:bgPr>
    </p:bg>
    <p:spTree>
      <p:nvGrpSpPr>
        <p:cNvPr id="1" name=""/>
        <p:cNvGrpSpPr/>
        <p:nvPr/>
      </p:nvGrpSpPr>
      <p:grpSpPr>
        <a:xfrm>
          <a:off x="0" y="0"/>
          <a:ext cx="0" cy="0"/>
          <a:chOff x="0" y="0"/>
          <a:chExt cx="0" cy="0"/>
        </a:xfrm>
      </p:grpSpPr>
      <p:grpSp>
        <p:nvGrpSpPr>
          <p:cNvPr id="32" name="Graphic 27">
            <a:extLst>
              <a:ext uri="{FF2B5EF4-FFF2-40B4-BE49-F238E27FC236}">
                <a16:creationId xmlns:a16="http://schemas.microsoft.com/office/drawing/2014/main" id="{150ACCC7-C6F3-4441-BD1B-DCA82C9176E2}"/>
              </a:ext>
            </a:extLst>
          </p:cNvPr>
          <p:cNvGrpSpPr/>
          <p:nvPr userDrawn="1"/>
        </p:nvGrpSpPr>
        <p:grpSpPr>
          <a:xfrm>
            <a:off x="1" y="0"/>
            <a:ext cx="12189459" cy="6858000"/>
            <a:chOff x="0" y="0"/>
            <a:chExt cx="9142094" cy="5143500"/>
          </a:xfrm>
        </p:grpSpPr>
        <p:grpSp>
          <p:nvGrpSpPr>
            <p:cNvPr id="33" name="Graphic 27">
              <a:extLst>
                <a:ext uri="{FF2B5EF4-FFF2-40B4-BE49-F238E27FC236}">
                  <a16:creationId xmlns:a16="http://schemas.microsoft.com/office/drawing/2014/main" id="{3DB1C7D5-8A78-2A4B-9C2A-03097F36D5A2}"/>
                </a:ext>
              </a:extLst>
            </p:cNvPr>
            <p:cNvGrpSpPr/>
            <p:nvPr/>
          </p:nvGrpSpPr>
          <p:grpSpPr>
            <a:xfrm>
              <a:off x="0" y="3219450"/>
              <a:ext cx="1532572" cy="1924050"/>
              <a:chOff x="0" y="3219450"/>
              <a:chExt cx="1532572" cy="1924050"/>
            </a:xfrm>
          </p:grpSpPr>
          <p:sp>
            <p:nvSpPr>
              <p:cNvPr id="45" name="Freeform 44">
                <a:extLst>
                  <a:ext uri="{FF2B5EF4-FFF2-40B4-BE49-F238E27FC236}">
                    <a16:creationId xmlns:a16="http://schemas.microsoft.com/office/drawing/2014/main" id="{8A69A98B-AC46-DE46-B83E-BAF3C1C6D95A}"/>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2"/>
              </a:solidFill>
              <a:ln w="9525" cap="flat">
                <a:noFill/>
                <a:prstDash val="solid"/>
                <a:miter/>
              </a:ln>
            </p:spPr>
            <p:txBody>
              <a:bodyPr rtlCol="0" anchor="ctr"/>
              <a:lstStyle/>
              <a:p>
                <a:endParaRPr lang="en-US" sz="2400"/>
              </a:p>
            </p:txBody>
          </p:sp>
          <p:sp>
            <p:nvSpPr>
              <p:cNvPr id="46" name="Freeform 45">
                <a:extLst>
                  <a:ext uri="{FF2B5EF4-FFF2-40B4-BE49-F238E27FC236}">
                    <a16:creationId xmlns:a16="http://schemas.microsoft.com/office/drawing/2014/main" id="{40956075-1AA8-E54F-AC0D-8C4AD40D6DF7}"/>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1A587"/>
              </a:solidFill>
              <a:ln w="9525" cap="flat">
                <a:noFill/>
                <a:prstDash val="solid"/>
                <a:miter/>
              </a:ln>
            </p:spPr>
            <p:txBody>
              <a:bodyPr rtlCol="0" anchor="ctr"/>
              <a:lstStyle/>
              <a:p>
                <a:endParaRPr lang="en-US" sz="2400"/>
              </a:p>
            </p:txBody>
          </p:sp>
          <p:sp>
            <p:nvSpPr>
              <p:cNvPr id="47" name="Freeform 46">
                <a:extLst>
                  <a:ext uri="{FF2B5EF4-FFF2-40B4-BE49-F238E27FC236}">
                    <a16:creationId xmlns:a16="http://schemas.microsoft.com/office/drawing/2014/main" id="{47BBCE1F-95B4-1D44-9AE5-CCAF7E8F6C6C}"/>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BC3AC"/>
              </a:solidFill>
              <a:ln w="9525" cap="flat">
                <a:noFill/>
                <a:prstDash val="solid"/>
                <a:miter/>
              </a:ln>
            </p:spPr>
            <p:txBody>
              <a:bodyPr rtlCol="0" anchor="ctr"/>
              <a:lstStyle/>
              <a:p>
                <a:endParaRPr lang="en-US" sz="2400"/>
              </a:p>
            </p:txBody>
          </p:sp>
          <p:sp>
            <p:nvSpPr>
              <p:cNvPr id="48" name="Freeform 47">
                <a:extLst>
                  <a:ext uri="{FF2B5EF4-FFF2-40B4-BE49-F238E27FC236}">
                    <a16:creationId xmlns:a16="http://schemas.microsoft.com/office/drawing/2014/main" id="{30D33029-F2BC-934A-8D25-12A39FB25C5F}"/>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1A587"/>
              </a:solidFill>
              <a:ln w="9525" cap="flat">
                <a:noFill/>
                <a:prstDash val="solid"/>
                <a:miter/>
              </a:ln>
            </p:spPr>
            <p:txBody>
              <a:bodyPr rtlCol="0" anchor="ctr"/>
              <a:lstStyle/>
              <a:p>
                <a:endParaRPr lang="en-US" sz="2400"/>
              </a:p>
            </p:txBody>
          </p:sp>
          <p:sp>
            <p:nvSpPr>
              <p:cNvPr id="49" name="Freeform 48">
                <a:extLst>
                  <a:ext uri="{FF2B5EF4-FFF2-40B4-BE49-F238E27FC236}">
                    <a16:creationId xmlns:a16="http://schemas.microsoft.com/office/drawing/2014/main" id="{CD35C556-323E-4D43-8AC5-5FF962927B3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2"/>
              </a:solidFill>
              <a:ln w="9525" cap="flat">
                <a:noFill/>
                <a:prstDash val="solid"/>
                <a:miter/>
              </a:ln>
            </p:spPr>
            <p:txBody>
              <a:bodyPr rtlCol="0" anchor="ctr"/>
              <a:lstStyle/>
              <a:p>
                <a:endParaRPr lang="en-US" sz="2400"/>
              </a:p>
            </p:txBody>
          </p:sp>
          <p:sp>
            <p:nvSpPr>
              <p:cNvPr id="50" name="Freeform 49">
                <a:extLst>
                  <a:ext uri="{FF2B5EF4-FFF2-40B4-BE49-F238E27FC236}">
                    <a16:creationId xmlns:a16="http://schemas.microsoft.com/office/drawing/2014/main" id="{BC5E6A89-29FA-2346-BDC5-B97E81DE9226}"/>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1A587"/>
              </a:solidFill>
              <a:ln w="9525" cap="flat">
                <a:noFill/>
                <a:prstDash val="solid"/>
                <a:miter/>
              </a:ln>
            </p:spPr>
            <p:txBody>
              <a:bodyPr rtlCol="0" anchor="ctr"/>
              <a:lstStyle/>
              <a:p>
                <a:endParaRPr lang="en-US" sz="2400"/>
              </a:p>
            </p:txBody>
          </p:sp>
        </p:grpSp>
        <p:grpSp>
          <p:nvGrpSpPr>
            <p:cNvPr id="34" name="Graphic 27">
              <a:extLst>
                <a:ext uri="{FF2B5EF4-FFF2-40B4-BE49-F238E27FC236}">
                  <a16:creationId xmlns:a16="http://schemas.microsoft.com/office/drawing/2014/main" id="{CBC06306-8993-7A41-9AAC-8751DC1C268A}"/>
                </a:ext>
              </a:extLst>
            </p:cNvPr>
            <p:cNvGrpSpPr/>
            <p:nvPr/>
          </p:nvGrpSpPr>
          <p:grpSpPr>
            <a:xfrm>
              <a:off x="7319962" y="0"/>
              <a:ext cx="1822132" cy="3084194"/>
              <a:chOff x="7319962" y="0"/>
              <a:chExt cx="1822132" cy="3084194"/>
            </a:xfrm>
          </p:grpSpPr>
          <p:sp>
            <p:nvSpPr>
              <p:cNvPr id="35" name="Freeform 34">
                <a:extLst>
                  <a:ext uri="{FF2B5EF4-FFF2-40B4-BE49-F238E27FC236}">
                    <a16:creationId xmlns:a16="http://schemas.microsoft.com/office/drawing/2014/main" id="{4F02BD20-572C-6041-804E-343A2355C34B}"/>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1A587"/>
              </a:solidFill>
              <a:ln w="9525" cap="flat">
                <a:noFill/>
                <a:prstDash val="solid"/>
                <a:miter/>
              </a:ln>
            </p:spPr>
            <p:txBody>
              <a:bodyPr rtlCol="0" anchor="ctr"/>
              <a:lstStyle/>
              <a:p>
                <a:endParaRPr lang="en-US" sz="2400"/>
              </a:p>
            </p:txBody>
          </p:sp>
          <p:sp>
            <p:nvSpPr>
              <p:cNvPr id="36" name="Freeform 35">
                <a:extLst>
                  <a:ext uri="{FF2B5EF4-FFF2-40B4-BE49-F238E27FC236}">
                    <a16:creationId xmlns:a16="http://schemas.microsoft.com/office/drawing/2014/main" id="{8C790772-4C4E-4644-87B7-9702116548B8}"/>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37" name="Freeform 36">
                <a:extLst>
                  <a:ext uri="{FF2B5EF4-FFF2-40B4-BE49-F238E27FC236}">
                    <a16:creationId xmlns:a16="http://schemas.microsoft.com/office/drawing/2014/main" id="{B2415BD7-EEA2-5142-BC8B-39AA7E8147C5}"/>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BC3AC"/>
              </a:solidFill>
              <a:ln w="9525" cap="flat">
                <a:noFill/>
                <a:prstDash val="solid"/>
                <a:miter/>
              </a:ln>
            </p:spPr>
            <p:txBody>
              <a:bodyPr rtlCol="0" anchor="ctr"/>
              <a:lstStyle/>
              <a:p>
                <a:endParaRPr lang="en-US" sz="2400"/>
              </a:p>
            </p:txBody>
          </p:sp>
          <p:sp>
            <p:nvSpPr>
              <p:cNvPr id="38" name="Freeform 37">
                <a:extLst>
                  <a:ext uri="{FF2B5EF4-FFF2-40B4-BE49-F238E27FC236}">
                    <a16:creationId xmlns:a16="http://schemas.microsoft.com/office/drawing/2014/main" id="{C69E397B-C4AD-F440-9E5F-F3261A99599A}"/>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2"/>
              </a:solidFill>
              <a:ln w="9525" cap="flat">
                <a:noFill/>
                <a:prstDash val="solid"/>
                <a:miter/>
              </a:ln>
            </p:spPr>
            <p:txBody>
              <a:bodyPr rtlCol="0" anchor="ctr"/>
              <a:lstStyle/>
              <a:p>
                <a:endParaRPr lang="en-US" sz="2400"/>
              </a:p>
            </p:txBody>
          </p:sp>
          <p:sp>
            <p:nvSpPr>
              <p:cNvPr id="39" name="Freeform 38">
                <a:extLst>
                  <a:ext uri="{FF2B5EF4-FFF2-40B4-BE49-F238E27FC236}">
                    <a16:creationId xmlns:a16="http://schemas.microsoft.com/office/drawing/2014/main" id="{A6F65765-F17E-164F-A378-F254FCECB95B}"/>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40" name="Freeform 39">
                <a:extLst>
                  <a:ext uri="{FF2B5EF4-FFF2-40B4-BE49-F238E27FC236}">
                    <a16:creationId xmlns:a16="http://schemas.microsoft.com/office/drawing/2014/main" id="{DBFA1783-D710-C64A-8E2E-92CE51A08FF9}"/>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1A587"/>
              </a:solidFill>
              <a:ln w="9525" cap="flat">
                <a:noFill/>
                <a:prstDash val="solid"/>
                <a:miter/>
              </a:ln>
            </p:spPr>
            <p:txBody>
              <a:bodyPr rtlCol="0" anchor="ctr"/>
              <a:lstStyle/>
              <a:p>
                <a:endParaRPr lang="en-US" sz="2400"/>
              </a:p>
            </p:txBody>
          </p:sp>
          <p:sp>
            <p:nvSpPr>
              <p:cNvPr id="41" name="Freeform 40">
                <a:extLst>
                  <a:ext uri="{FF2B5EF4-FFF2-40B4-BE49-F238E27FC236}">
                    <a16:creationId xmlns:a16="http://schemas.microsoft.com/office/drawing/2014/main" id="{1FA3ADA9-421D-9D44-9CBB-1E33C6C2281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42" name="Freeform 41">
                <a:extLst>
                  <a:ext uri="{FF2B5EF4-FFF2-40B4-BE49-F238E27FC236}">
                    <a16:creationId xmlns:a16="http://schemas.microsoft.com/office/drawing/2014/main" id="{8A355C51-671B-BE46-95BF-66BB1B52CDC4}"/>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43" name="Freeform 42">
                <a:extLst>
                  <a:ext uri="{FF2B5EF4-FFF2-40B4-BE49-F238E27FC236}">
                    <a16:creationId xmlns:a16="http://schemas.microsoft.com/office/drawing/2014/main" id="{450138F8-6978-514A-9003-E399817B97A8}"/>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BC3AC"/>
              </a:solidFill>
              <a:ln w="9525" cap="flat">
                <a:noFill/>
                <a:prstDash val="solid"/>
                <a:miter/>
              </a:ln>
            </p:spPr>
            <p:txBody>
              <a:bodyPr rtlCol="0" anchor="ctr"/>
              <a:lstStyle/>
              <a:p>
                <a:endParaRPr lang="en-US" sz="2400"/>
              </a:p>
            </p:txBody>
          </p:sp>
          <p:sp>
            <p:nvSpPr>
              <p:cNvPr id="44" name="Freeform 43">
                <a:extLst>
                  <a:ext uri="{FF2B5EF4-FFF2-40B4-BE49-F238E27FC236}">
                    <a16:creationId xmlns:a16="http://schemas.microsoft.com/office/drawing/2014/main" id="{2E53FE64-B9E4-434D-947D-DB5D552D80D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1A587"/>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4" y="1583391"/>
            <a:ext cx="916233" cy="492468"/>
            <a:chOff x="4228411" y="1187542"/>
            <a:chExt cx="687175" cy="369351"/>
          </a:xfrm>
          <a:solidFill>
            <a:srgbClr val="14A687"/>
          </a:solidFill>
        </p:grpSpPr>
        <p:sp>
          <p:nvSpPr>
            <p:cNvPr id="3" name="Freeform 2">
              <a:extLst>
                <a:ext uri="{FF2B5EF4-FFF2-40B4-BE49-F238E27FC236}">
                  <a16:creationId xmlns:a16="http://schemas.microsoft.com/office/drawing/2014/main" id="{C2188456-885C-FA45-83D4-E64F842DAC4E}"/>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F6EE119C-3352-3E41-A5C3-ED7BF16F2356}"/>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3933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Quote 6">
    <p:bg>
      <p:bgPr>
        <a:solidFill>
          <a:schemeClr val="bg1"/>
        </a:solidFill>
        <a:effectLst/>
      </p:bgPr>
    </p:bg>
    <p:spTree>
      <p:nvGrpSpPr>
        <p:cNvPr id="1" name=""/>
        <p:cNvGrpSpPr/>
        <p:nvPr/>
      </p:nvGrpSpPr>
      <p:grpSpPr>
        <a:xfrm>
          <a:off x="0" y="0"/>
          <a:ext cx="0" cy="0"/>
          <a:chOff x="0" y="0"/>
          <a:chExt cx="0" cy="0"/>
        </a:xfrm>
      </p:grpSpPr>
      <p:grpSp>
        <p:nvGrpSpPr>
          <p:cNvPr id="11" name="Picture 3">
            <a:extLst>
              <a:ext uri="{FF2B5EF4-FFF2-40B4-BE49-F238E27FC236}">
                <a16:creationId xmlns:a16="http://schemas.microsoft.com/office/drawing/2014/main" id="{19EF220B-5788-4346-92DF-62DAC47CD28D}"/>
              </a:ext>
            </a:extLst>
          </p:cNvPr>
          <p:cNvGrpSpPr/>
          <p:nvPr userDrawn="1"/>
        </p:nvGrpSpPr>
        <p:grpSpPr>
          <a:xfrm>
            <a:off x="1" y="0"/>
            <a:ext cx="12189459" cy="6858000"/>
            <a:chOff x="0" y="0"/>
            <a:chExt cx="9142094" cy="5143500"/>
          </a:xfrm>
        </p:grpSpPr>
        <p:grpSp>
          <p:nvGrpSpPr>
            <p:cNvPr id="12" name="Picture 3">
              <a:extLst>
                <a:ext uri="{FF2B5EF4-FFF2-40B4-BE49-F238E27FC236}">
                  <a16:creationId xmlns:a16="http://schemas.microsoft.com/office/drawing/2014/main" id="{8FC93735-20BB-2142-9E7C-381D38AF4F84}"/>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574742B4-36D7-444E-9437-C0A7CC7960E4}"/>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EF1711E-C08E-8F4F-B80C-4E74AEB96F25}"/>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5C5AC3"/>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5A922B0-B359-2A47-9B7C-EAE693CD644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BAFA1FB-E096-1649-8255-57C265E1A43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5C5AC3"/>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A9A8CAE5-78BA-E94B-AF46-A64DEFE23E5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A86B214C-A901-2D40-9108-6D108A0D450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5C5AC3"/>
              </a:solidFill>
              <a:ln w="9525" cap="flat">
                <a:noFill/>
                <a:prstDash val="solid"/>
                <a:miter/>
              </a:ln>
            </p:spPr>
            <p:txBody>
              <a:bodyPr rtlCol="0" anchor="ctr"/>
              <a:lstStyle/>
              <a:p>
                <a:endParaRPr lang="en-US" sz="2400"/>
              </a:p>
            </p:txBody>
          </p:sp>
        </p:grpSp>
        <p:grpSp>
          <p:nvGrpSpPr>
            <p:cNvPr id="13" name="Picture 3">
              <a:extLst>
                <a:ext uri="{FF2B5EF4-FFF2-40B4-BE49-F238E27FC236}">
                  <a16:creationId xmlns:a16="http://schemas.microsoft.com/office/drawing/2014/main" id="{969CB8DA-9FDA-4948-88C9-D3B751A949D9}"/>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5D91369-E0EC-7F48-A725-8BCA6606594A}"/>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5C5AC3"/>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0683597-16B3-F34D-A763-CEF8050F05CD}"/>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8EB3AD05-57DF-2340-AFDD-BFC9D07E09FE}"/>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99145EF-53FE-9242-8E1A-3DF77638D7C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799BF20B-F73B-3847-A0B3-FEC08E3CB47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9CA958A-4B7A-B44A-8F5A-D0DF6A38179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5C5AC3"/>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5E074A4-9225-D846-ADB9-60CD692A80B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B6AF6838-D882-D14E-8E79-9443C5118BF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A126258-9BC3-5543-94E7-A0CF050F281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5C8376D4-42F7-4F47-ACF3-0523341C712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5C5AC3"/>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3"/>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7" name="Graphic 7">
            <a:extLst>
              <a:ext uri="{FF2B5EF4-FFF2-40B4-BE49-F238E27FC236}">
                <a16:creationId xmlns:a16="http://schemas.microsoft.com/office/drawing/2014/main" id="{226E18B2-876E-E54C-8E84-551CC5CE3734}"/>
              </a:ext>
            </a:extLst>
          </p:cNvPr>
          <p:cNvGrpSpPr/>
          <p:nvPr userDrawn="1"/>
        </p:nvGrpSpPr>
        <p:grpSpPr>
          <a:xfrm>
            <a:off x="5637885" y="1583391"/>
            <a:ext cx="916233" cy="492468"/>
            <a:chOff x="4228411" y="1187542"/>
            <a:chExt cx="687175" cy="369351"/>
          </a:xfrm>
          <a:solidFill>
            <a:schemeClr val="accent3"/>
          </a:solidFill>
        </p:grpSpPr>
        <p:sp>
          <p:nvSpPr>
            <p:cNvPr id="28" name="Freeform 27">
              <a:extLst>
                <a:ext uri="{FF2B5EF4-FFF2-40B4-BE49-F238E27FC236}">
                  <a16:creationId xmlns:a16="http://schemas.microsoft.com/office/drawing/2014/main" id="{AEEC3B73-1C44-D347-86B5-EA13F3CD11E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F186DF7-2017-2446-8F81-74E200D69E1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95111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Quote 7">
    <p:bg>
      <p:bgPr>
        <a:solidFill>
          <a:schemeClr val="bg1"/>
        </a:solidFill>
        <a:effectLst/>
      </p:bgPr>
    </p:bg>
    <p:spTree>
      <p:nvGrpSpPr>
        <p:cNvPr id="1" name=""/>
        <p:cNvGrpSpPr/>
        <p:nvPr/>
      </p:nvGrpSpPr>
      <p:grpSpPr>
        <a:xfrm>
          <a:off x="0" y="0"/>
          <a:ext cx="0" cy="0"/>
          <a:chOff x="0" y="0"/>
          <a:chExt cx="0" cy="0"/>
        </a:xfrm>
      </p:grpSpPr>
      <p:grpSp>
        <p:nvGrpSpPr>
          <p:cNvPr id="11" name="Picture 3">
            <a:extLst>
              <a:ext uri="{FF2B5EF4-FFF2-40B4-BE49-F238E27FC236}">
                <a16:creationId xmlns:a16="http://schemas.microsoft.com/office/drawing/2014/main" id="{19EF220B-5788-4346-92DF-62DAC47CD28D}"/>
              </a:ext>
            </a:extLst>
          </p:cNvPr>
          <p:cNvGrpSpPr/>
          <p:nvPr userDrawn="1"/>
        </p:nvGrpSpPr>
        <p:grpSpPr>
          <a:xfrm>
            <a:off x="1" y="0"/>
            <a:ext cx="12189459" cy="6858000"/>
            <a:chOff x="0" y="0"/>
            <a:chExt cx="9142094" cy="5143500"/>
          </a:xfrm>
        </p:grpSpPr>
        <p:grpSp>
          <p:nvGrpSpPr>
            <p:cNvPr id="12" name="Picture 3">
              <a:extLst>
                <a:ext uri="{FF2B5EF4-FFF2-40B4-BE49-F238E27FC236}">
                  <a16:creationId xmlns:a16="http://schemas.microsoft.com/office/drawing/2014/main" id="{8FC93735-20BB-2142-9E7C-381D38AF4F84}"/>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574742B4-36D7-444E-9437-C0A7CC7960E4}"/>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C882D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EF1711E-C08E-8F4F-B80C-4E74AEB96F25}"/>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82149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5A922B0-B359-2A47-9B7C-EAE693CD644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B25DC6"/>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BAFA1FB-E096-1649-8255-57C265E1A43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821499"/>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A9A8CAE5-78BA-E94B-AF46-A64DEFE23E5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C882D9"/>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A86B214C-A901-2D40-9108-6D108A0D450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821499"/>
              </a:solidFill>
              <a:ln w="9525" cap="flat">
                <a:noFill/>
                <a:prstDash val="solid"/>
                <a:miter/>
              </a:ln>
            </p:spPr>
            <p:txBody>
              <a:bodyPr rtlCol="0" anchor="ctr"/>
              <a:lstStyle/>
              <a:p>
                <a:endParaRPr lang="en-US" sz="2400"/>
              </a:p>
            </p:txBody>
          </p:sp>
        </p:grpSp>
        <p:grpSp>
          <p:nvGrpSpPr>
            <p:cNvPr id="13" name="Picture 3">
              <a:extLst>
                <a:ext uri="{FF2B5EF4-FFF2-40B4-BE49-F238E27FC236}">
                  <a16:creationId xmlns:a16="http://schemas.microsoft.com/office/drawing/2014/main" id="{969CB8DA-9FDA-4948-88C9-D3B751A949D9}"/>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5D91369-E0EC-7F48-A725-8BCA6606594A}"/>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82149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0683597-16B3-F34D-A763-CEF8050F05CD}"/>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8EB3AD05-57DF-2340-AFDD-BFC9D07E09FE}"/>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B25DC6"/>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99145EF-53FE-9242-8E1A-3DF77638D7C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C882D9"/>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799BF20B-F73B-3847-A0B3-FEC08E3CB47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9CA958A-4B7A-B44A-8F5A-D0DF6A38179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821499"/>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5E074A4-9225-D846-ADB9-60CD692A80B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B6AF6838-D882-D14E-8E79-9443C5118BF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A126258-9BC3-5543-94E7-A0CF050F281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B25DC6"/>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5C8376D4-42F7-4F47-ACF3-0523341C712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82149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4"/>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7" name="Graphic 7">
            <a:extLst>
              <a:ext uri="{FF2B5EF4-FFF2-40B4-BE49-F238E27FC236}">
                <a16:creationId xmlns:a16="http://schemas.microsoft.com/office/drawing/2014/main" id="{226E18B2-876E-E54C-8E84-551CC5CE3734}"/>
              </a:ext>
            </a:extLst>
          </p:cNvPr>
          <p:cNvGrpSpPr/>
          <p:nvPr userDrawn="1"/>
        </p:nvGrpSpPr>
        <p:grpSpPr>
          <a:xfrm>
            <a:off x="5637885" y="1583391"/>
            <a:ext cx="916233" cy="492468"/>
            <a:chOff x="4228411" y="1187542"/>
            <a:chExt cx="687175" cy="369351"/>
          </a:xfrm>
          <a:solidFill>
            <a:schemeClr val="accent4"/>
          </a:solidFill>
        </p:grpSpPr>
        <p:sp>
          <p:nvSpPr>
            <p:cNvPr id="28" name="Freeform 27">
              <a:extLst>
                <a:ext uri="{FF2B5EF4-FFF2-40B4-BE49-F238E27FC236}">
                  <a16:creationId xmlns:a16="http://schemas.microsoft.com/office/drawing/2014/main" id="{AEEC3B73-1C44-D347-86B5-EA13F3CD11E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F186DF7-2017-2446-8F81-74E200D69E1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56792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12" y="1380744"/>
            <a:ext cx="11599649" cy="5029200"/>
          </a:xfrm>
        </p:spPr>
        <p:txBody>
          <a:bodyPr>
            <a:noAutofit/>
          </a:bodyPr>
          <a:lstStyle>
            <a:lvl1pPr marL="230177" indent="-230177">
              <a:spcBef>
                <a:spcPts val="1800"/>
              </a:spcBef>
              <a:buClr>
                <a:schemeClr val="bg2"/>
              </a:buClr>
              <a:defRPr sz="2000">
                <a:solidFill>
                  <a:schemeClr val="bg2"/>
                </a:solidFill>
              </a:defRPr>
            </a:lvl1pPr>
            <a:lvl2pPr marL="684179" indent="-228589">
              <a:spcBef>
                <a:spcPts val="0"/>
              </a:spcBef>
              <a:spcAft>
                <a:spcPts val="200"/>
              </a:spcAft>
              <a:defRPr sz="1800">
                <a:solidFill>
                  <a:srgbClr val="4C4D4F"/>
                </a:solidFill>
                <a:latin typeface="Arial Narrow" pitchFamily="34" charset="0"/>
              </a:defRPr>
            </a:lvl2pPr>
            <a:lvl3pPr marL="1142942" indent="-228589">
              <a:spcBef>
                <a:spcPts val="0"/>
              </a:spcBef>
              <a:spcAft>
                <a:spcPts val="200"/>
              </a:spcAft>
              <a:defRPr sz="1600">
                <a:solidFill>
                  <a:srgbClr val="4C4D4F"/>
                </a:solidFill>
                <a:latin typeface="Arial Narrow" pitchFamily="34" charset="0"/>
              </a:defRPr>
            </a:lvl3pPr>
            <a:lvl4pPr marL="1428679" indent="-228589">
              <a:defRPr sz="1400">
                <a:solidFill>
                  <a:srgbClr val="4C4D4F"/>
                </a:solidFill>
              </a:defRPr>
            </a:lvl4pPr>
            <a:lvl5pPr marL="1827122" indent="-228589">
              <a:defRPr sz="1400">
                <a:solidFill>
                  <a:srgbClr val="4C4D4F"/>
                </a:solidFill>
              </a:defRPr>
            </a:lvl5pPr>
          </a:lstStyle>
          <a:p>
            <a:pPr lvl="0"/>
            <a:r>
              <a:rPr lang="en-US"/>
              <a:t>Click to edit Master text styles</a:t>
            </a:r>
          </a:p>
          <a:p>
            <a:pPr lvl="1"/>
            <a:r>
              <a:rPr lang="en-US"/>
              <a:t>Second level</a:t>
            </a:r>
          </a:p>
          <a:p>
            <a:pPr lvl="2"/>
            <a:r>
              <a:rPr lang="en-US"/>
              <a:t>Third level</a:t>
            </a:r>
          </a:p>
        </p:txBody>
      </p:sp>
      <p:sp>
        <p:nvSpPr>
          <p:cNvPr id="8" name="Title 7"/>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a:p>
        </p:txBody>
      </p:sp>
    </p:spTree>
    <p:extLst>
      <p:ext uri="{BB962C8B-B14F-4D97-AF65-F5344CB8AC3E}">
        <p14:creationId xmlns:p14="http://schemas.microsoft.com/office/powerpoint/2010/main" val="332857639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20264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59" y="3429001"/>
            <a:ext cx="6500188"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6172335"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 name="Graphic 1">
            <a:extLst>
              <a:ext uri="{FF2B5EF4-FFF2-40B4-BE49-F238E27FC236}">
                <a16:creationId xmlns:a16="http://schemas.microsoft.com/office/drawing/2014/main" id="{F6D7E35A-AF62-1DB7-983F-AE38A09A4885}"/>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1353" y="690307"/>
            <a:ext cx="3140779" cy="404867"/>
          </a:xfrm>
          <a:prstGeom prst="rect">
            <a:avLst/>
          </a:prstGeom>
        </p:spPr>
      </p:pic>
    </p:spTree>
    <p:extLst>
      <p:ext uri="{BB962C8B-B14F-4D97-AF65-F5344CB8AC3E}">
        <p14:creationId xmlns:p14="http://schemas.microsoft.com/office/powerpoint/2010/main" val="254973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0" y="3429001"/>
            <a:ext cx="7975521"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0" y="4434657"/>
            <a:ext cx="7504235"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 name="Graphic 1">
            <a:extLst>
              <a:ext uri="{FF2B5EF4-FFF2-40B4-BE49-F238E27FC236}">
                <a16:creationId xmlns:a16="http://schemas.microsoft.com/office/drawing/2014/main" id="{F6D7E35A-AF62-1DB7-983F-AE38A09A4885}"/>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1353" y="690307"/>
            <a:ext cx="3140779" cy="404867"/>
          </a:xfrm>
          <a:prstGeom prst="rect">
            <a:avLst/>
          </a:prstGeom>
        </p:spPr>
      </p:pic>
    </p:spTree>
    <p:extLst>
      <p:ext uri="{BB962C8B-B14F-4D97-AF65-F5344CB8AC3E}">
        <p14:creationId xmlns:p14="http://schemas.microsoft.com/office/powerpoint/2010/main" val="230869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1351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5447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269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9918916" y="6206837"/>
            <a:ext cx="22730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26494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9131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6" y="3686626"/>
            <a:ext cx="3817249" cy="232018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44494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02375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533520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72712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6077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18784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063BC3A5-6BD6-1942-A1DB-85E4B0D8DD8C}"/>
              </a:ext>
            </a:extLst>
          </p:cNvPr>
          <p:cNvSpPr>
            <a:spLocks noGrp="1"/>
          </p:cNvSpPr>
          <p:nvPr>
            <p:ph type="pic" sz="quarter" idx="11"/>
          </p:nvPr>
        </p:nvSpPr>
        <p:spPr>
          <a:xfrm>
            <a:off x="4534639" y="-317606"/>
            <a:ext cx="7720115" cy="7175607"/>
          </a:xfrm>
          <a:custGeom>
            <a:avLst/>
            <a:gdLst>
              <a:gd name="connsiteX0" fmla="*/ 3023085 w 5559425"/>
              <a:gd name="connsiteY0" fmla="*/ 0 h 5167313"/>
              <a:gd name="connsiteX1" fmla="*/ 5559425 w 5559425"/>
              <a:gd name="connsiteY1" fmla="*/ 0 h 5167313"/>
              <a:gd name="connsiteX2" fmla="*/ 5513769 w 5559425"/>
              <a:gd name="connsiteY2" fmla="*/ 78039 h 5167313"/>
              <a:gd name="connsiteX3" fmla="*/ 5513769 w 5559425"/>
              <a:gd name="connsiteY3" fmla="*/ 2058499 h 5167313"/>
              <a:gd name="connsiteX4" fmla="*/ 5513771 w 5559425"/>
              <a:gd name="connsiteY4" fmla="*/ 2058499 h 5167313"/>
              <a:gd name="connsiteX5" fmla="*/ 5513769 w 5559425"/>
              <a:gd name="connsiteY5" fmla="*/ 2058503 h 5167313"/>
              <a:gd name="connsiteX6" fmla="*/ 5513769 w 5559425"/>
              <a:gd name="connsiteY6" fmla="*/ 2060576 h 5167313"/>
              <a:gd name="connsiteX7" fmla="*/ 5512556 w 5559425"/>
              <a:gd name="connsiteY7" fmla="*/ 2060576 h 5167313"/>
              <a:gd name="connsiteX8" fmla="*/ 3694990 w 5559425"/>
              <a:gd name="connsiteY8" fmla="*/ 5167313 h 5167313"/>
              <a:gd name="connsiteX9" fmla="*/ 2536340 w 5559425"/>
              <a:gd name="connsiteY9" fmla="*/ 5167313 h 5167313"/>
              <a:gd name="connsiteX10" fmla="*/ 2169050 w 5559425"/>
              <a:gd name="connsiteY10" fmla="*/ 5167313 h 5167313"/>
              <a:gd name="connsiteX11" fmla="*/ 0 w 5559425"/>
              <a:gd name="connsiteY11" fmla="*/ 5167313 h 516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59425" h="5167313">
                <a:moveTo>
                  <a:pt x="3023085" y="0"/>
                </a:moveTo>
                <a:lnTo>
                  <a:pt x="5559425" y="0"/>
                </a:lnTo>
                <a:lnTo>
                  <a:pt x="5513769" y="78039"/>
                </a:lnTo>
                <a:lnTo>
                  <a:pt x="5513769" y="2058499"/>
                </a:lnTo>
                <a:lnTo>
                  <a:pt x="5513771" y="2058499"/>
                </a:lnTo>
                <a:lnTo>
                  <a:pt x="5513769" y="2058503"/>
                </a:lnTo>
                <a:lnTo>
                  <a:pt x="5513769" y="2060576"/>
                </a:lnTo>
                <a:lnTo>
                  <a:pt x="5512556" y="2060576"/>
                </a:lnTo>
                <a:lnTo>
                  <a:pt x="3694990" y="5167313"/>
                </a:lnTo>
                <a:lnTo>
                  <a:pt x="2536340" y="5167313"/>
                </a:lnTo>
                <a:lnTo>
                  <a:pt x="2169050" y="5167313"/>
                </a:lnTo>
                <a:lnTo>
                  <a:pt x="0" y="5167313"/>
                </a:lnTo>
                <a:close/>
              </a:path>
            </a:pathLst>
          </a:custGeom>
        </p:spPr>
        <p:txBody>
          <a:bodyPr wrap="square">
            <a:noAutofit/>
          </a:bodyPr>
          <a:lstStyle>
            <a:lvl1pPr marL="0" indent="0">
              <a:buNone/>
              <a:defRPr/>
            </a:lvl1pPr>
          </a:lstStyle>
          <a:p>
            <a:endParaRPr lang="en-US"/>
          </a:p>
        </p:txBody>
      </p:sp>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4"/>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35" name="Freeform 34">
            <a:extLst>
              <a:ext uri="{FF2B5EF4-FFF2-40B4-BE49-F238E27FC236}">
                <a16:creationId xmlns:a16="http://schemas.microsoft.com/office/drawing/2014/main" id="{66E2D241-2072-DB45-8B24-50D8005701B8}"/>
              </a:ext>
            </a:extLst>
          </p:cNvPr>
          <p:cNvSpPr txBox="1">
            <a:spLocks/>
          </p:cNvSpPr>
          <p:nvPr/>
        </p:nvSpPr>
        <p:spPr>
          <a:xfrm>
            <a:off x="8975301" y="-1106080"/>
            <a:ext cx="3241027" cy="1073568"/>
          </a:xfrm>
          <a:custGeom>
            <a:avLst/>
            <a:gdLst>
              <a:gd name="connsiteX0" fmla="*/ 477493 w 2430770"/>
              <a:gd name="connsiteY0" fmla="*/ 0 h 805176"/>
              <a:gd name="connsiteX1" fmla="*/ 1138129 w 2430770"/>
              <a:gd name="connsiteY1" fmla="*/ 0 h 805176"/>
              <a:gd name="connsiteX2" fmla="*/ 2430770 w 2430770"/>
              <a:gd name="connsiteY2" fmla="*/ 0 h 805176"/>
              <a:gd name="connsiteX3" fmla="*/ 2430770 w 2430770"/>
              <a:gd name="connsiteY3" fmla="*/ 141673 h 805176"/>
              <a:gd name="connsiteX4" fmla="*/ 2430770 w 2430770"/>
              <a:gd name="connsiteY4" fmla="*/ 805176 h 805176"/>
              <a:gd name="connsiteX5" fmla="*/ 0 w 2430770"/>
              <a:gd name="connsiteY5" fmla="*/ 805176 h 805176"/>
              <a:gd name="connsiteX6" fmla="*/ 477493 w 2430770"/>
              <a:gd name="connsiteY6" fmla="*/ 0 h 8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0770" h="805176">
                <a:moveTo>
                  <a:pt x="477493" y="0"/>
                </a:moveTo>
                <a:lnTo>
                  <a:pt x="1138129" y="0"/>
                </a:lnTo>
                <a:lnTo>
                  <a:pt x="2430770" y="0"/>
                </a:lnTo>
                <a:lnTo>
                  <a:pt x="2430770" y="141673"/>
                </a:lnTo>
                <a:lnTo>
                  <a:pt x="2430770" y="805176"/>
                </a:lnTo>
                <a:lnTo>
                  <a:pt x="0" y="805176"/>
                </a:lnTo>
                <a:lnTo>
                  <a:pt x="477493" y="0"/>
                </a:lnTo>
                <a:close/>
              </a:path>
            </a:pathLst>
          </a:custGeom>
        </p:spPr>
        <p:txBody>
          <a:bodyPr wrap="square" lIns="3779520" anchor="ctr">
            <a:noAutofit/>
          </a:bodyPr>
          <a:lstStyle>
            <a:lvl1pPr marL="0" indent="0" algn="l" defTabSz="914400" rtl="0" eaLnBrk="1" latinLnBrk="0" hangingPunct="1">
              <a:spcBef>
                <a:spcPct val="20000"/>
              </a:spcBef>
              <a:buClr>
                <a:schemeClr val="accent1"/>
              </a:buClr>
              <a:buFont typeface="Arial" panose="020B0604020202020204" pitchFamily="34" charset="0"/>
              <a:buNone/>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133"/>
          </a:p>
        </p:txBody>
      </p:sp>
      <p:sp>
        <p:nvSpPr>
          <p:cNvPr id="34" name="Freeform 33">
            <a:extLst>
              <a:ext uri="{FF2B5EF4-FFF2-40B4-BE49-F238E27FC236}">
                <a16:creationId xmlns:a16="http://schemas.microsoft.com/office/drawing/2014/main" id="{2CB04278-CDAF-A641-8A79-DEC8A6491D40}"/>
              </a:ext>
            </a:extLst>
          </p:cNvPr>
          <p:cNvSpPr txBox="1">
            <a:spLocks/>
          </p:cNvSpPr>
          <p:nvPr/>
        </p:nvSpPr>
        <p:spPr>
          <a:xfrm>
            <a:off x="8274051" y="-1689862"/>
            <a:ext cx="5039783" cy="1657351"/>
          </a:xfrm>
          <a:custGeom>
            <a:avLst/>
            <a:gdLst>
              <a:gd name="connsiteX0" fmla="*/ 0 w 3779837"/>
              <a:gd name="connsiteY0" fmla="*/ 0 h 1243013"/>
              <a:gd name="connsiteX1" fmla="*/ 3779837 w 3779837"/>
              <a:gd name="connsiteY1" fmla="*/ 0 h 1243013"/>
              <a:gd name="connsiteX2" fmla="*/ 3779837 w 3779837"/>
              <a:gd name="connsiteY2" fmla="*/ 1243013 h 1243013"/>
              <a:gd name="connsiteX3" fmla="*/ 2956708 w 3779837"/>
              <a:gd name="connsiteY3" fmla="*/ 1243013 h 1243013"/>
              <a:gd name="connsiteX4" fmla="*/ 2956708 w 3779837"/>
              <a:gd name="connsiteY4" fmla="*/ 579510 h 1243013"/>
              <a:gd name="connsiteX5" fmla="*/ 2956708 w 3779837"/>
              <a:gd name="connsiteY5" fmla="*/ 437837 h 1243013"/>
              <a:gd name="connsiteX6" fmla="*/ 1664067 w 3779837"/>
              <a:gd name="connsiteY6" fmla="*/ 437837 h 1243013"/>
              <a:gd name="connsiteX7" fmla="*/ 1003431 w 3779837"/>
              <a:gd name="connsiteY7" fmla="*/ 437837 h 1243013"/>
              <a:gd name="connsiteX8" fmla="*/ 525938 w 3779837"/>
              <a:gd name="connsiteY8" fmla="*/ 1243013 h 1243013"/>
              <a:gd name="connsiteX9" fmla="*/ 0 w 3779837"/>
              <a:gd name="connsiteY9" fmla="*/ 1243013 h 1243013"/>
              <a:gd name="connsiteX10" fmla="*/ 0 w 3779837"/>
              <a:gd name="connsiteY10" fmla="*/ 0 h 124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79837" h="1243013">
                <a:moveTo>
                  <a:pt x="0" y="0"/>
                </a:moveTo>
                <a:lnTo>
                  <a:pt x="3779837" y="0"/>
                </a:lnTo>
                <a:lnTo>
                  <a:pt x="3779837" y="1243013"/>
                </a:lnTo>
                <a:lnTo>
                  <a:pt x="2956708" y="1243013"/>
                </a:lnTo>
                <a:lnTo>
                  <a:pt x="2956708" y="579510"/>
                </a:lnTo>
                <a:lnTo>
                  <a:pt x="2956708" y="437837"/>
                </a:lnTo>
                <a:lnTo>
                  <a:pt x="1664067" y="437837"/>
                </a:lnTo>
                <a:lnTo>
                  <a:pt x="1003431" y="437837"/>
                </a:lnTo>
                <a:lnTo>
                  <a:pt x="525938" y="1243013"/>
                </a:lnTo>
                <a:lnTo>
                  <a:pt x="0" y="1243013"/>
                </a:lnTo>
                <a:lnTo>
                  <a:pt x="0" y="0"/>
                </a:lnTo>
                <a:close/>
              </a:path>
            </a:pathLst>
          </a:custGeom>
        </p:spPr>
        <p:txBody>
          <a:bodyPr wrap="square" lIns="3779520" anchor="ctr">
            <a:noAutofit/>
          </a:bodyPr>
          <a:lstStyle>
            <a:lvl1pPr marL="0" indent="0" algn="l" defTabSz="914400" rtl="0" eaLnBrk="1" latinLnBrk="0" hangingPunct="1">
              <a:spcBef>
                <a:spcPct val="20000"/>
              </a:spcBef>
              <a:buClr>
                <a:schemeClr val="accent1"/>
              </a:buClr>
              <a:buFont typeface="Arial" panose="020B0604020202020204" pitchFamily="34" charset="0"/>
              <a:buNone/>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133"/>
          </a:p>
        </p:txBody>
      </p:sp>
    </p:spTree>
    <p:extLst>
      <p:ext uri="{BB962C8B-B14F-4D97-AF65-F5344CB8AC3E}">
        <p14:creationId xmlns:p14="http://schemas.microsoft.com/office/powerpoint/2010/main" val="284993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94567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80312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70654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9323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08830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41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95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86695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54115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Quote ">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EEB7CB-BE24-D840-8B0F-F9F5D2D50B7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17"/>
          <a:stretch/>
        </p:blipFill>
        <p:spPr>
          <a:xfrm>
            <a:off x="0" y="0"/>
            <a:ext cx="12263717" cy="6858000"/>
          </a:xfrm>
          <a:prstGeom prst="rect">
            <a:avLst/>
          </a:prstGeom>
        </p:spPr>
      </p:pic>
      <p:pic>
        <p:nvPicPr>
          <p:cNvPr id="5" name="Graphic 4">
            <a:extLst>
              <a:ext uri="{FF2B5EF4-FFF2-40B4-BE49-F238E27FC236}">
                <a16:creationId xmlns:a16="http://schemas.microsoft.com/office/drawing/2014/main" id="{EB94F310-FA3F-C868-329B-EDD8AFEEAE1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997982" y="6465147"/>
            <a:ext cx="1984553" cy="25582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821499"/>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5971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B26221-88B6-7745-825C-7FD078E49FC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2" name="Graphic 1">
            <a:extLst>
              <a:ext uri="{FF2B5EF4-FFF2-40B4-BE49-F238E27FC236}">
                <a16:creationId xmlns:a16="http://schemas.microsoft.com/office/drawing/2014/main" id="{BEA8C026-B315-48F0-2130-A92E30D9A663}"/>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146724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A268D8F-55FD-5242-9DDD-5EF33CAFE8A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pic>
        <p:nvPicPr>
          <p:cNvPr id="3" name="Graphic 2">
            <a:extLst>
              <a:ext uri="{FF2B5EF4-FFF2-40B4-BE49-F238E27FC236}">
                <a16:creationId xmlns:a16="http://schemas.microsoft.com/office/drawing/2014/main" id="{10C3C5DF-D00D-85DE-DC82-63F927A36B52}"/>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408847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D9D6AF-F5F2-6F41-90DE-CE59F0C6B72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pic>
        <p:nvPicPr>
          <p:cNvPr id="3" name="Graphic 2">
            <a:extLst>
              <a:ext uri="{FF2B5EF4-FFF2-40B4-BE49-F238E27FC236}">
                <a16:creationId xmlns:a16="http://schemas.microsoft.com/office/drawing/2014/main" id="{5337A8A4-C676-4041-B29C-95E33EC20E26}"/>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3313961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Blank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DF359-574E-D358-4C2E-D718E02E75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238490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Title Only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7BF56-527A-3789-DB3F-4913B1A3B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nchor="ctr"/>
          <a:lstStyle>
            <a:lvl1pPr algn="l">
              <a:defRPr sz="24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32412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2_BLANK DARK">
    <p:bg>
      <p:bgPr>
        <a:gradFill flip="none" rotWithShape="1">
          <a:gsLst>
            <a:gs pos="0">
              <a:srgbClr val="001449"/>
            </a:gs>
            <a:gs pos="100000">
              <a:schemeClr val="tx2"/>
            </a:gs>
          </a:gsLst>
          <a:lin ang="10800000" scaled="1"/>
          <a:tileRect/>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010289-40D7-51AD-2164-E129697420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35CC9C-9FB1-5BBB-C552-4FB1026A3C18}"/>
              </a:ext>
            </a:extLst>
          </p:cNvPr>
          <p:cNvSpPr>
            <a:spLocks noGrp="1"/>
          </p:cNvSpPr>
          <p:nvPr>
            <p:ph type="title"/>
          </p:nvPr>
        </p:nvSpPr>
        <p:spPr>
          <a:xfrm>
            <a:off x="449888" y="2766484"/>
            <a:ext cx="11292225" cy="1325033"/>
          </a:xfrm>
          <a:prstGeom prst="rect">
            <a:avLst/>
          </a:prstGeom>
        </p:spPr>
        <p:txBody>
          <a:bodyPr lIns="0" rIns="0" anchor="ctr" anchorCtr="0"/>
          <a:lstStyle>
            <a:lvl1pPr algn="ctr">
              <a:lnSpc>
                <a:spcPct val="90000"/>
              </a:lnSpc>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115407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48">
          <p15:clr>
            <a:srgbClr val="FBAE40"/>
          </p15:clr>
        </p15:guide>
        <p15:guide id="2" pos="2880">
          <p15:clr>
            <a:srgbClr val="FBAE40"/>
          </p15:clr>
        </p15:guide>
        <p15:guide id="3" pos="288">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Section Break 7">
    <p:bg>
      <p:bgPr>
        <a:gradFill flip="none" rotWithShape="1">
          <a:gsLst>
            <a:gs pos="0">
              <a:srgbClr val="001449"/>
            </a:gs>
            <a:gs pos="100000">
              <a:schemeClr val="tx2"/>
            </a:gs>
          </a:gsLst>
          <a:lin ang="10800000" scaled="1"/>
          <a:tileRect/>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010289-40D7-51AD-2164-E129697420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35CC9C-9FB1-5BBB-C552-4FB1026A3C18}"/>
              </a:ext>
            </a:extLst>
          </p:cNvPr>
          <p:cNvSpPr>
            <a:spLocks noGrp="1"/>
          </p:cNvSpPr>
          <p:nvPr>
            <p:ph type="title"/>
          </p:nvPr>
        </p:nvSpPr>
        <p:spPr>
          <a:xfrm>
            <a:off x="449888" y="2766484"/>
            <a:ext cx="11292225" cy="1325033"/>
          </a:xfrm>
          <a:prstGeom prst="rect">
            <a:avLst/>
          </a:prstGeom>
        </p:spPr>
        <p:txBody>
          <a:bodyPr lIns="0" rIns="0" anchor="ctr" anchorCtr="0"/>
          <a:lstStyle>
            <a:lvl1pPr algn="ctr">
              <a:lnSpc>
                <a:spcPct val="90000"/>
              </a:lnSpc>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62999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48">
          <p15:clr>
            <a:srgbClr val="FBAE40"/>
          </p15:clr>
        </p15:guide>
        <p15:guide id="2" pos="2880">
          <p15:clr>
            <a:srgbClr val="FBAE40"/>
          </p15:clr>
        </p15:guide>
        <p15:guide id="3" pos="288">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Title and Content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FF1691-0B77-1050-D38F-17C028B8F0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1"/>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1"/>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1"/>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BCBFC6E5-CFE0-5B58-DB35-8FC17F46F24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811723" y="6100573"/>
            <a:ext cx="1099669" cy="618947"/>
          </a:xfrm>
          <a:prstGeom prst="rect">
            <a:avLst/>
          </a:prstGeom>
        </p:spPr>
      </p:pic>
    </p:spTree>
    <p:extLst>
      <p:ext uri="{BB962C8B-B14F-4D97-AF65-F5344CB8AC3E}">
        <p14:creationId xmlns:p14="http://schemas.microsoft.com/office/powerpoint/2010/main" val="157681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3"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19515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422982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83033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3243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1756934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5CD5F-AF1C-414D-8EA6-A0CAF4044A60}"/>
              </a:ext>
            </a:extLst>
          </p:cNvPr>
          <p:cNvSpPr>
            <a:spLocks noGrp="1"/>
          </p:cNvSpPr>
          <p:nvPr>
            <p:ph idx="1"/>
          </p:nvPr>
        </p:nvSpPr>
        <p:spPr>
          <a:xfrm>
            <a:off x="365904" y="1513290"/>
            <a:ext cx="11454389" cy="4842905"/>
          </a:xfrm>
          <a:prstGeom prst="rect">
            <a:avLst/>
          </a:prstGeom>
        </p:spPr>
        <p:txBody>
          <a:bodyPr/>
          <a:lstStyle>
            <a:lvl1pPr>
              <a:defRPr b="0" i="0">
                <a:solidFill>
                  <a:srgbClr val="333C45"/>
                </a:solidFill>
                <a:latin typeface="Barlow Light" pitchFamily="2" charset="77"/>
              </a:defRPr>
            </a:lvl1pPr>
            <a:lvl2pPr>
              <a:defRPr b="0" i="0">
                <a:solidFill>
                  <a:srgbClr val="333C45"/>
                </a:solidFill>
                <a:latin typeface="Barlow Light" pitchFamily="2" charset="77"/>
              </a:defRPr>
            </a:lvl2pPr>
            <a:lvl3pPr>
              <a:defRPr b="0" i="0">
                <a:solidFill>
                  <a:srgbClr val="333C45"/>
                </a:solidFill>
                <a:latin typeface="Barlow Light" pitchFamily="2" charset="77"/>
              </a:defRPr>
            </a:lvl3pPr>
            <a:lvl4pPr>
              <a:defRPr b="0" i="0">
                <a:solidFill>
                  <a:srgbClr val="333C45"/>
                </a:solidFill>
                <a:latin typeface="Barlow Light" pitchFamily="2" charset="77"/>
              </a:defRPr>
            </a:lvl4pPr>
            <a:lvl5pPr>
              <a:defRPr b="0" i="0">
                <a:solidFill>
                  <a:srgbClr val="333C45"/>
                </a:solidFill>
                <a:latin typeface="Barlow Light" pitchFamily="2"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9EEDE839-6144-D64A-A51F-6EF1250AAD73}"/>
              </a:ext>
            </a:extLst>
          </p:cNvPr>
          <p:cNvSpPr>
            <a:spLocks noGrp="1"/>
          </p:cNvSpPr>
          <p:nvPr>
            <p:ph type="title"/>
          </p:nvPr>
        </p:nvSpPr>
        <p:spPr>
          <a:xfrm>
            <a:off x="555171" y="402945"/>
            <a:ext cx="9407236" cy="1143000"/>
          </a:xfrm>
          <a:prstGeom prst="rect">
            <a:avLst/>
          </a:prstGeom>
        </p:spPr>
        <p:txBody>
          <a:bodyPr vert="horz" lIns="360000" tIns="360000" rIns="180000" bIns="90000" rtlCol="0" anchor="t" anchorCtr="0">
            <a:normAutofit/>
          </a:bodyPr>
          <a:lstStyle>
            <a:lvl1pPr>
              <a:defRPr sz="3000" b="0" i="0">
                <a:solidFill>
                  <a:schemeClr val="tx1"/>
                </a:solidFill>
                <a:latin typeface="Barlow Light" pitchFamily="2" charset="77"/>
              </a:defRPr>
            </a:lvl1pPr>
          </a:lstStyle>
          <a:p>
            <a:r>
              <a:rPr lang="en-US"/>
              <a:t>Click to edit Master title style</a:t>
            </a:r>
          </a:p>
        </p:txBody>
      </p:sp>
    </p:spTree>
    <p:extLst>
      <p:ext uri="{BB962C8B-B14F-4D97-AF65-F5344CB8AC3E}">
        <p14:creationId xmlns:p14="http://schemas.microsoft.com/office/powerpoint/2010/main" val="3009558941"/>
      </p:ext>
    </p:extLst>
  </p:cSld>
  <p:clrMapOvr>
    <a:masterClrMapping/>
  </p:clrMapOvr>
  <p:transition spd="slow">
    <p:wipe dir="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userDrawn="1">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5419" y="-1"/>
            <a:ext cx="12186580" cy="6861044"/>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976924"/>
            <a:ext cx="8643041" cy="830997"/>
          </a:xfrm>
          <a:prstGeom prst="rect">
            <a:avLst/>
          </a:prstGeom>
          <a:noFill/>
        </p:spPr>
        <p:txBody>
          <a:bodyPr wrap="square" rtlCol="0" anchor="ctr">
            <a:spAutoFit/>
          </a:bodyPr>
          <a:lstStyle/>
          <a:p>
            <a:pPr algn="ctr" defTabSz="1219170" rtl="0" eaLnBrk="1" latinLnBrk="0" hangingPunct="1">
              <a:spcBef>
                <a:spcPct val="0"/>
              </a:spcBef>
              <a:buNone/>
            </a:pPr>
            <a:r>
              <a:rPr lang="en-US" sz="4800" b="1" i="0" kern="1200" noProof="0">
                <a:solidFill>
                  <a:schemeClr val="tx2"/>
                </a:solidFill>
                <a:latin typeface="Arial" panose="020B0604020202020204" pitchFamily="34" charset="0"/>
                <a:ea typeface="Verdana" charset="0"/>
                <a:cs typeface="Arial" panose="020B0604020202020204" pitchFamily="34" charset="0"/>
              </a:rPr>
              <a:t>End of slides</a:t>
            </a:r>
            <a:endParaRPr lang="en-US" sz="48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217718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cSld name="25_Custom Layout">
    <p:bg>
      <p:bgPr>
        <a:solidFill>
          <a:schemeClr val="accent1"/>
        </a:solidFill>
        <a:effectLst/>
      </p:bgPr>
    </p:bg>
    <p:spTree>
      <p:nvGrpSpPr>
        <p:cNvPr id="1" name=""/>
        <p:cNvGrpSpPr/>
        <p:nvPr/>
      </p:nvGrpSpPr>
      <p:grpSpPr>
        <a:xfrm>
          <a:off x="0" y="0"/>
          <a:ext cx="0" cy="0"/>
          <a:chOff x="0" y="0"/>
          <a:chExt cx="0" cy="0"/>
        </a:xfrm>
      </p:grpSpPr>
      <p:pic>
        <p:nvPicPr>
          <p:cNvPr id="4" name="Picture 7"/>
          <p:cNvPicPr>
            <a:picLocks noChangeAspect="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869951" y="-16933"/>
            <a:ext cx="8081435" cy="6874933"/>
          </a:xfrm>
          <a:prstGeom prst="rect">
            <a:avLst/>
          </a:prstGeom>
          <a:noFill/>
          <a:ln>
            <a:noFill/>
          </a:ln>
          <a:extLst>
            <a:ext uri="{909E8E84-426E-40DD-AFC4-6F175D3DCCD1}">
              <a14:hiddenFill xmlns:a14="http://schemas.microsoft.com/office/drawing/2010/main">
                <a:solidFill>
                  <a:srgbClr val="FFFFFF">
                    <a:alpha val="10001"/>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28"/>
          <p:cNvSpPr>
            <a:spLocks noGrp="1"/>
          </p:cNvSpPr>
          <p:nvPr>
            <p:ph type="title"/>
          </p:nvPr>
        </p:nvSpPr>
        <p:spPr>
          <a:xfrm>
            <a:off x="1611908" y="3033895"/>
            <a:ext cx="8968184" cy="640175"/>
          </a:xfrm>
        </p:spPr>
        <p:txBody>
          <a:bodyPr/>
          <a:lstStyle>
            <a:lvl1pPr algn="ctr">
              <a:lnSpc>
                <a:spcPct val="90000"/>
              </a:lnSpc>
              <a:defRPr b="1" baseline="0">
                <a:solidFill>
                  <a:schemeClr val="tx2"/>
                </a:solidFill>
              </a:defRPr>
            </a:lvl1pPr>
          </a:lstStyle>
          <a:p>
            <a:r>
              <a:rPr lang="en-GB"/>
              <a:t>Click to edit Master title style</a:t>
            </a:r>
            <a:endParaRPr lang="en-US"/>
          </a:p>
        </p:txBody>
      </p:sp>
      <p:sp>
        <p:nvSpPr>
          <p:cNvPr id="10" name="Text Placeholder 35"/>
          <p:cNvSpPr>
            <a:spLocks noGrp="1"/>
          </p:cNvSpPr>
          <p:nvPr>
            <p:ph type="body" sz="quarter" idx="10"/>
          </p:nvPr>
        </p:nvSpPr>
        <p:spPr>
          <a:xfrm>
            <a:off x="1612194" y="3947498"/>
            <a:ext cx="8967613" cy="455509"/>
          </a:xfrm>
        </p:spPr>
        <p:txBody>
          <a:bodyPr>
            <a:spAutoFit/>
          </a:bodyPr>
          <a:lstStyle>
            <a:lvl1pPr algn="ctr">
              <a:lnSpc>
                <a:spcPct val="90000"/>
              </a:lnSpc>
              <a:defRPr>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742553758"/>
      </p:ext>
    </p:extLst>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1"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6"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1"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4"/>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2"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2"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8"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5"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2"/>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28594" indent="-228594">
              <a:spcBef>
                <a:spcPts val="0"/>
              </a:spcBef>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38417"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72023"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6055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9104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88507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52925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642229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60930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71111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48249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0448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3"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630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15271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Title Only - No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Rectangle 1">
            <a:extLst>
              <a:ext uri="{FF2B5EF4-FFF2-40B4-BE49-F238E27FC236}">
                <a16:creationId xmlns:a16="http://schemas.microsoft.com/office/drawing/2014/main" id="{3F59F4E9-9685-4F49-96ED-E90723A598F6}"/>
              </a:ext>
            </a:extLst>
          </p:cNvPr>
          <p:cNvSpPr/>
          <p:nvPr/>
        </p:nvSpPr>
        <p:spPr>
          <a:xfrm>
            <a:off x="10527957" y="6030099"/>
            <a:ext cx="1664043" cy="827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8083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48735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0285617" y="6206838"/>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3795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832702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71150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77218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21571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p:nvSpPr>
        <p:spPr>
          <a:xfrm>
            <a:off x="5234599" y="1033693"/>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62950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6100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2" y="672062"/>
            <a:ext cx="8824073" cy="5372884"/>
          </a:xfrm>
          <a:prstGeom prst="roundRect">
            <a:avLst>
              <a:gd name="adj" fmla="val 2959"/>
            </a:avLst>
          </a:prstGeom>
        </p:spPr>
        <p:txBody>
          <a:bodyPr wrap="square">
            <a:noAutofit/>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262799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194163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7400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93213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9595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80783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3260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50375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p:nvSpPr>
        <p:spPr>
          <a:xfrm>
            <a:off x="4560241" y="1215342"/>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p:nvSpPr>
        <p:spPr>
          <a:xfrm>
            <a:off x="8991313" y="121213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3331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p:cSld name="1_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p:nvSpPr>
        <p:spPr>
          <a:xfrm>
            <a:off x="652406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p:nvSpPr>
        <p:spPr>
          <a:xfrm>
            <a:off x="977420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p:nvSpPr>
        <p:spPr>
          <a:xfrm>
            <a:off x="327828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038851"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425737"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425737"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60190"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280515"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667401"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667401"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201854"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529394"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916280"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916280"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450733"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25964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7916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p:cSld name="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729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p:cSld name="Quote 11">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B18EC76-FC04-B149-8548-F828EA894429}"/>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A7271039-CDE0-C647-A167-A6B37BD002B9}"/>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1C7D62C3-661D-8541-88D6-43C0DD812D5E}"/>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12133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p:cSld name="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40090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p:cSld name="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598109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p:cSld name="1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FFE8F4B1-DBBB-4468-EECE-18400001EE55}"/>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83247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p:cSld name="2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AF0B57CE-4B36-9B89-6B90-C2E80EFC1E02}"/>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6715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p:cSld name="1_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EB9DD56F-2186-F63B-1E99-9BE4DEDCA90C}"/>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27252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p:cSld name="1_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02A96D41-465F-7651-F5DB-56794B79A56F}"/>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90053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1_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tx2"/>
          </a:solidFill>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84454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7.xml><?xml version="1.0" encoding="utf-8"?>
<p:sldLayout xmlns:a="http://schemas.openxmlformats.org/drawingml/2006/main" xmlns:r="http://schemas.openxmlformats.org/officeDocument/2006/relationships" xmlns:p="http://schemas.openxmlformats.org/presentationml/2006/main">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1788200"/>
      </p:ext>
    </p:extLst>
  </p:cSld>
  <p:clrMapOvr>
    <a:masterClrMapping/>
  </p:clrMapOvr>
  <p:transition/>
</p:sldLayout>
</file>

<file path=ppt/slideLayouts/slideLayout418.xml><?xml version="1.0" encoding="utf-8"?>
<p:sldLayout xmlns:a="http://schemas.openxmlformats.org/drawingml/2006/main" xmlns:r="http://schemas.openxmlformats.org/officeDocument/2006/relationships" xmlns:p="http://schemas.openxmlformats.org/presentationml/2006/main">
  <p:cSld name="1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6" y="3686626"/>
            <a:ext cx="3817249" cy="2320188"/>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1139822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9.xml><?xml version="1.0" encoding="utf-8"?>
<p:sldLayout xmlns:a="http://schemas.openxmlformats.org/drawingml/2006/main" xmlns:r="http://schemas.openxmlformats.org/officeDocument/2006/relationships" xmlns:p="http://schemas.openxmlformats.org/presentationml/2006/main">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a:picLocks noChangeAspect="1"/>
          </p:cNvPicPr>
          <p:nvPr/>
        </p:nvPicPr>
        <p:blipFill>
          <a:blip r:embed="rId2" cstate="screen">
            <a:extLst>
              <a:ext uri="{28A0092B-C50C-407E-A947-70E740481C1C}">
                <a14:useLocalDpi xmlns:a14="http://schemas.microsoft.com/office/drawing/2010/main"/>
              </a:ext>
            </a:extLst>
          </a:blip>
          <a:srcRect/>
          <a:stretch/>
        </p:blipFill>
        <p:spPr>
          <a:xfrm>
            <a:off x="-3749" y="-3"/>
            <a:ext cx="12213656" cy="6876288"/>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tx2"/>
                </a:solidFill>
                <a:latin typeface="Arial" panose="020B0604020202020204" pitchFamily="34" charset="0"/>
                <a:ea typeface="Verdana" charset="0"/>
                <a:cs typeface="Arial" panose="020B0604020202020204" pitchFamily="34" charset="0"/>
              </a:rPr>
              <a:t>Thank you!</a:t>
            </a:r>
            <a:endParaRPr lang="en-US" sz="72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1871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0.xml><?xml version="1.0" encoding="utf-8"?>
<p:sldLayout xmlns:a="http://schemas.openxmlformats.org/drawingml/2006/main" xmlns:r="http://schemas.openxmlformats.org/officeDocument/2006/relationships" xmlns:p="http://schemas.openxmlformats.org/presentationml/2006/main">
  <p:cSld name="Background Image 01">
    <p:bg>
      <p:bgPr>
        <a:solidFill>
          <a:srgbClr val="E6E8E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DCCA2-3729-DB44-8C13-649F9BC9598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93D5F997-2F4B-494D-9CE9-DB899F52ED83}"/>
              </a:ext>
            </a:extLst>
          </p:cNvPr>
          <p:cNvPicPr>
            <a:picLocks noChangeAspect="1"/>
          </p:cNvPicPr>
          <p:nvPr/>
        </p:nvPicPr>
        <p:blipFill rotWithShape="1">
          <a:blip r:embed="rId3"/>
          <a:srcRect l="35376" t="1" r="36524" b="31069"/>
          <a:stretch/>
        </p:blipFill>
        <p:spPr>
          <a:xfrm>
            <a:off x="5268" y="6432959"/>
            <a:ext cx="378016" cy="357007"/>
          </a:xfrm>
          <a:prstGeom prst="rect">
            <a:avLst/>
          </a:prstGeom>
        </p:spPr>
      </p:pic>
      <p:pic>
        <p:nvPicPr>
          <p:cNvPr id="5" name="Picture 4">
            <a:extLst>
              <a:ext uri="{FF2B5EF4-FFF2-40B4-BE49-F238E27FC236}">
                <a16:creationId xmlns:a16="http://schemas.microsoft.com/office/drawing/2014/main" id="{934BE933-B648-154C-86A1-1FB285D0CF95}"/>
              </a:ext>
            </a:extLst>
          </p:cNvPr>
          <p:cNvPicPr>
            <a:picLocks noChangeAspect="1"/>
          </p:cNvPicPr>
          <p:nvPr/>
        </p:nvPicPr>
        <p:blipFill rotWithShape="1">
          <a:blip r:embed="rId3"/>
          <a:srcRect t="78300" r="48615" b="-2999"/>
          <a:stretch/>
        </p:blipFill>
        <p:spPr>
          <a:xfrm>
            <a:off x="391167" y="6495483"/>
            <a:ext cx="1129136" cy="208957"/>
          </a:xfrm>
          <a:prstGeom prst="rect">
            <a:avLst/>
          </a:prstGeom>
        </p:spPr>
      </p:pic>
      <p:grpSp>
        <p:nvGrpSpPr>
          <p:cNvPr id="6" name="Group 5">
            <a:extLst>
              <a:ext uri="{FF2B5EF4-FFF2-40B4-BE49-F238E27FC236}">
                <a16:creationId xmlns:a16="http://schemas.microsoft.com/office/drawing/2014/main" id="{A82F6898-02D1-6B49-8775-88010A07F3B6}"/>
              </a:ext>
            </a:extLst>
          </p:cNvPr>
          <p:cNvGrpSpPr/>
          <p:nvPr/>
        </p:nvGrpSpPr>
        <p:grpSpPr>
          <a:xfrm>
            <a:off x="10514946" y="6301995"/>
            <a:ext cx="1677055" cy="556005"/>
            <a:chOff x="7565835" y="4620281"/>
            <a:chExt cx="1578165" cy="523220"/>
          </a:xfrm>
        </p:grpSpPr>
        <p:grpSp>
          <p:nvGrpSpPr>
            <p:cNvPr id="7" name="Group 6">
              <a:extLst>
                <a:ext uri="{FF2B5EF4-FFF2-40B4-BE49-F238E27FC236}">
                  <a16:creationId xmlns:a16="http://schemas.microsoft.com/office/drawing/2014/main" id="{00247230-5479-564E-8B0A-9922F1A2C76B}"/>
                </a:ext>
              </a:extLst>
            </p:cNvPr>
            <p:cNvGrpSpPr/>
            <p:nvPr userDrawn="1"/>
          </p:nvGrpSpPr>
          <p:grpSpPr>
            <a:xfrm>
              <a:off x="7565835" y="4620281"/>
              <a:ext cx="1578165" cy="523220"/>
              <a:chOff x="7872995" y="4723722"/>
              <a:chExt cx="1271005" cy="421385"/>
            </a:xfrm>
          </p:grpSpPr>
          <p:sp>
            <p:nvSpPr>
              <p:cNvPr id="9" name="Parallelogram 8">
                <a:extLst>
                  <a:ext uri="{FF2B5EF4-FFF2-40B4-BE49-F238E27FC236}">
                    <a16:creationId xmlns:a16="http://schemas.microsoft.com/office/drawing/2014/main" id="{3C72F4D8-A8F0-E24B-A282-2C0F40D8C8BD}"/>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0" name="Rectangle 9">
                <a:extLst>
                  <a:ext uri="{FF2B5EF4-FFF2-40B4-BE49-F238E27FC236}">
                    <a16:creationId xmlns:a16="http://schemas.microsoft.com/office/drawing/2014/main" id="{BE82DD1F-0097-2C45-8D3A-F1043BB14712}"/>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8" name="Picture 7">
              <a:extLst>
                <a:ext uri="{FF2B5EF4-FFF2-40B4-BE49-F238E27FC236}">
                  <a16:creationId xmlns:a16="http://schemas.microsoft.com/office/drawing/2014/main" id="{F6CC3DB4-0D7E-D640-8529-7EED3826F3A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1" name="Picture 10">
            <a:extLst>
              <a:ext uri="{FF2B5EF4-FFF2-40B4-BE49-F238E27FC236}">
                <a16:creationId xmlns:a16="http://schemas.microsoft.com/office/drawing/2014/main" id="{26E4D245-EE84-C249-B0A3-F8453B075E7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Tree>
    <p:extLst>
      <p:ext uri="{BB962C8B-B14F-4D97-AF65-F5344CB8AC3E}">
        <p14:creationId xmlns:p14="http://schemas.microsoft.com/office/powerpoint/2010/main" val="217234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1.xml><?xml version="1.0" encoding="utf-8"?>
<p:sldLayout xmlns:a="http://schemas.openxmlformats.org/drawingml/2006/main" xmlns:r="http://schemas.openxmlformats.org/officeDocument/2006/relationships" xmlns:p="http://schemas.openxmlformats.org/presentationml/2006/main">
  <p:cSld name="Diapositive de titre">
    <p:bg>
      <p:bgRef idx="1001">
        <a:schemeClr val="bg1"/>
      </p:bgRef>
    </p:bg>
    <p:spTree>
      <p:nvGrpSpPr>
        <p:cNvPr id="1" name=""/>
        <p:cNvGrpSpPr/>
        <p:nvPr/>
      </p:nvGrpSpPr>
      <p:grpSpPr>
        <a:xfrm>
          <a:off x="0" y="0"/>
          <a:ext cx="0" cy="0"/>
          <a:chOff x="0" y="0"/>
          <a:chExt cx="0" cy="0"/>
        </a:xfrm>
      </p:grpSpPr>
      <p:pic>
        <p:nvPicPr>
          <p:cNvPr id="6" name="Logo AXA" descr="\\Mac\AllFiles\Volumes\DOSSIERS EN COURS\17_1098 AXA_Creation_gabarits\elements\png\new_logo_axa_rgb.png"/>
          <p:cNvPicPr>
            <a:picLocks noChangeAspect="1" noChangeArrowheads="1"/>
          </p:cNvPicPr>
          <p:nvPr/>
        </p:nvPicPr>
        <p:blipFill>
          <a:blip r:embed="rId2" cstate="print"/>
          <a:srcRect/>
          <a:stretch>
            <a:fillRect/>
          </a:stretch>
        </p:blipFill>
        <p:spPr bwMode="auto">
          <a:xfrm>
            <a:off x="11637032" y="6302818"/>
            <a:ext cx="279961" cy="280069"/>
          </a:xfrm>
          <a:prstGeom prst="rect">
            <a:avLst/>
          </a:prstGeom>
          <a:noFill/>
          <a:ln w="9525">
            <a:noFill/>
            <a:miter lim="800000"/>
            <a:headEnd/>
            <a:tailEnd/>
          </a:ln>
        </p:spPr>
      </p:pic>
      <p:sp>
        <p:nvSpPr>
          <p:cNvPr id="12" name="Sommaire"/>
          <p:cNvSpPr>
            <a:spLocks noGrp="1"/>
          </p:cNvSpPr>
          <p:nvPr>
            <p:ph type="title" hasCustomPrompt="1"/>
          </p:nvPr>
        </p:nvSpPr>
        <p:spPr>
          <a:xfrm>
            <a:off x="365195" y="428781"/>
            <a:ext cx="11461612" cy="456364"/>
          </a:xfrm>
          <a:prstGeom prst="rect">
            <a:avLst/>
          </a:prstGeom>
        </p:spPr>
        <p:txBody>
          <a:bodyPr lIns="0" tIns="0" rIns="0" bIns="0" anchor="t"/>
          <a:lstStyle>
            <a:lvl1pPr algn="l">
              <a:defRPr sz="2965">
                <a:solidFill>
                  <a:srgbClr val="00008F"/>
                </a:solidFill>
                <a:latin typeface="+mj-lt"/>
              </a:defRPr>
            </a:lvl1pPr>
          </a:lstStyle>
          <a:p>
            <a:r>
              <a:rPr lang="en-GB" noProof="0"/>
              <a:t>Click to edit Master title style</a:t>
            </a:r>
          </a:p>
        </p:txBody>
      </p:sp>
      <p:sp>
        <p:nvSpPr>
          <p:cNvPr id="14" name="Espace réservé du texte 4"/>
          <p:cNvSpPr>
            <a:spLocks noGrp="1"/>
          </p:cNvSpPr>
          <p:nvPr>
            <p:ph type="body" sz="quarter" idx="11" hasCustomPrompt="1"/>
          </p:nvPr>
        </p:nvSpPr>
        <p:spPr>
          <a:xfrm>
            <a:off x="365193" y="899284"/>
            <a:ext cx="11461475" cy="337232"/>
          </a:xfrm>
          <a:prstGeom prst="rect">
            <a:avLst/>
          </a:prstGeom>
        </p:spPr>
        <p:txBody>
          <a:bodyPr lIns="0" tIns="0" rIns="0" bIns="0" anchor="t"/>
          <a:lstStyle>
            <a:lvl1pPr marL="0" indent="0">
              <a:buNone/>
              <a:defRPr sz="2341">
                <a:solidFill>
                  <a:srgbClr val="027180"/>
                </a:solidFill>
                <a:latin typeface="+mj-lt"/>
              </a:defRPr>
            </a:lvl1pPr>
          </a:lstStyle>
          <a:p>
            <a:pPr lvl="0"/>
            <a:r>
              <a:rPr lang="en-GB" noProof="0"/>
              <a:t>Click to edit Master text styles</a:t>
            </a:r>
          </a:p>
        </p:txBody>
      </p:sp>
      <p:sp>
        <p:nvSpPr>
          <p:cNvPr id="15" name="Espace réservé du numéro de diapositive 4"/>
          <p:cNvSpPr>
            <a:spLocks noGrp="1"/>
          </p:cNvSpPr>
          <p:nvPr>
            <p:ph type="sldNum" sz="quarter" idx="14"/>
          </p:nvPr>
        </p:nvSpPr>
        <p:spPr>
          <a:xfrm>
            <a:off x="364200" y="6406913"/>
            <a:ext cx="336947" cy="225543"/>
          </a:xfrm>
        </p:spPr>
        <p:txBody>
          <a:bodyPr anchor="ctr"/>
          <a:lstStyle>
            <a:lvl1pPr>
              <a:defRPr>
                <a:latin typeface="+mj-lt"/>
              </a:defRPr>
            </a:lvl1pPr>
          </a:lstStyle>
          <a:p>
            <a:fld id="{62A48C6D-3C16-0E4C-84FB-783A5B086BB5}" type="slidenum">
              <a:rPr lang="en-US" smtClean="0"/>
              <a:t>‹#›</a:t>
            </a:fld>
            <a:endParaRPr lang="en-US"/>
          </a:p>
        </p:txBody>
      </p:sp>
      <p:sp>
        <p:nvSpPr>
          <p:cNvPr id="2" name="Espace réservé de la date 1"/>
          <p:cNvSpPr>
            <a:spLocks noGrp="1"/>
          </p:cNvSpPr>
          <p:nvPr>
            <p:ph type="dt" sz="half" idx="15"/>
          </p:nvPr>
        </p:nvSpPr>
        <p:spPr>
          <a:xfrm>
            <a:off x="609476" y="6340935"/>
            <a:ext cx="2844221" cy="364339"/>
          </a:xfrm>
        </p:spPr>
        <p:txBody>
          <a:bodyPr/>
          <a:lstStyle>
            <a:lvl1pPr>
              <a:defRPr>
                <a:latin typeface="+mj-lt"/>
              </a:defRPr>
            </a:lvl1pPr>
          </a:lstStyle>
          <a:p>
            <a:fld id="{0F95E377-2B5C-C949-9004-817700DCD036}" type="datetimeFigureOut">
              <a:rPr lang="en-US" smtClean="0"/>
              <a:t>1/26/2026</a:t>
            </a:fld>
            <a:endParaRPr lang="en-US"/>
          </a:p>
        </p:txBody>
      </p:sp>
      <p:sp>
        <p:nvSpPr>
          <p:cNvPr id="3" name="Espace réservé du pied de page 2"/>
          <p:cNvSpPr>
            <a:spLocks noGrp="1"/>
          </p:cNvSpPr>
          <p:nvPr>
            <p:ph type="ftr" sz="quarter" idx="16"/>
          </p:nvPr>
        </p:nvSpPr>
        <p:spPr>
          <a:xfrm>
            <a:off x="4164755" y="6340935"/>
            <a:ext cx="3862492" cy="364339"/>
          </a:xfrm>
        </p:spPr>
        <p:txBody>
          <a:bodyPr/>
          <a:lstStyle>
            <a:lvl1pPr>
              <a:defRPr sz="1248">
                <a:solidFill>
                  <a:srgbClr val="FF0000"/>
                </a:solidFill>
                <a:latin typeface="+mj-lt"/>
              </a:defRPr>
            </a:lvl1pPr>
          </a:lstStyle>
          <a:p>
            <a:endParaRPr lang="en-US"/>
          </a:p>
        </p:txBody>
      </p:sp>
    </p:spTree>
    <p:extLst>
      <p:ext uri="{BB962C8B-B14F-4D97-AF65-F5344CB8AC3E}">
        <p14:creationId xmlns:p14="http://schemas.microsoft.com/office/powerpoint/2010/main" val="8537810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2.xml><?xml version="1.0" encoding="utf-8"?>
<p:sldLayout xmlns:a="http://schemas.openxmlformats.org/drawingml/2006/main" xmlns:r="http://schemas.openxmlformats.org/officeDocument/2006/relationships" xmlns:p="http://schemas.openxmlformats.org/presentationml/2006/main">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1"/>
            <a:ext cx="9348787" cy="4633911"/>
          </a:xfrm>
          <a:prstGeom prst="rect">
            <a:avLst/>
          </a:prstGeom>
        </p:spPr>
        <p:txBody>
          <a:bodyPr/>
          <a:lstStyle>
            <a:lvl1pPr>
              <a:tabLst>
                <a:tab pos="8972102" algn="r"/>
              </a:tabLst>
              <a:defRPr/>
            </a:lvl1pPr>
            <a:lvl2pPr>
              <a:tabLst>
                <a:tab pos="8972102" algn="r"/>
              </a:tabLst>
              <a:defRPr/>
            </a:lvl2pPr>
            <a:lvl3pPr>
              <a:tabLst>
                <a:tab pos="8972102" algn="r"/>
              </a:tabLst>
              <a:defRPr/>
            </a:lvl3pPr>
            <a:lvl4pPr>
              <a:tabLst>
                <a:tab pos="8972102" algn="r"/>
              </a:tabLst>
              <a:defRPr/>
            </a:lvl4pPr>
            <a:lvl5pPr>
              <a:tabLst>
                <a:tab pos="6705264" algn="r"/>
              </a:tabLst>
              <a:defRPr baseline="0"/>
            </a:lvl5pPr>
            <a:lvl6pPr>
              <a:tabLst>
                <a:tab pos="8972102" algn="r"/>
              </a:tabLst>
              <a:defRPr/>
            </a:lvl6pPr>
            <a:lvl7pPr>
              <a:tabLst>
                <a:tab pos="8972102" algn="r"/>
              </a:tabLst>
              <a:defRPr/>
            </a:lvl7pPr>
            <a:lvl8pPr>
              <a:tabLst>
                <a:tab pos="8972102" algn="r"/>
              </a:tabLst>
              <a:defRPr/>
            </a:lvl8pPr>
            <a:lvl9pPr>
              <a:tabLst>
                <a:tab pos="8972102"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8"/>
          <p:cNvSpPr>
            <a:spLocks noGrp="1"/>
          </p:cNvSpPr>
          <p:nvPr>
            <p:ph type="body" sz="quarter" idx="13" hasCustomPrompt="1"/>
          </p:nvPr>
        </p:nvSpPr>
        <p:spPr>
          <a:xfrm>
            <a:off x="469900" y="736690"/>
            <a:ext cx="11252200" cy="757255"/>
          </a:xfrm>
          <a:prstGeom prst="rect">
            <a:avLst/>
          </a:prstGeom>
        </p:spPr>
        <p:txBody>
          <a:bodyPr lIns="0" tIns="0" rIns="0" bIns="0">
            <a:noAutofit/>
          </a:bodyPr>
          <a:lstStyle>
            <a:lvl1pPr marL="0" indent="0">
              <a:buNone/>
              <a:defRPr sz="1600" b="0">
                <a:solidFill>
                  <a:srgbClr val="575757"/>
                </a:solidFill>
                <a:latin typeface="+mn-lt"/>
              </a:defRPr>
            </a:lvl1pPr>
          </a:lstStyle>
          <a:p>
            <a:pPr lvl="0"/>
            <a:r>
              <a:rPr lang="en-AU" noProof="0"/>
              <a:t>Click to add subtitle</a:t>
            </a:r>
            <a:endParaRPr lang="en-AU"/>
          </a:p>
        </p:txBody>
      </p:sp>
      <p:sp>
        <p:nvSpPr>
          <p:cNvPr id="6" name="Title Placeholder 1"/>
          <p:cNvSpPr>
            <a:spLocks noGrp="1"/>
          </p:cNvSpPr>
          <p:nvPr>
            <p:ph type="title"/>
          </p:nvPr>
        </p:nvSpPr>
        <p:spPr>
          <a:xfrm>
            <a:off x="469900" y="402587"/>
            <a:ext cx="11252200" cy="334103"/>
          </a:xfrm>
          <a:prstGeom prst="rect">
            <a:avLst/>
          </a:prstGeom>
        </p:spPr>
        <p:txBody>
          <a:bodyPr vert="horz" lIns="0" tIns="0" rIns="0" bIns="0" rtlCol="0" anchor="t" anchorCtr="0">
            <a:noAutofit/>
          </a:bodyPr>
          <a:lstStyle>
            <a:lvl1pPr algn="l">
              <a:defRPr sz="2000" b="1"/>
            </a:lvl1pPr>
          </a:lstStyle>
          <a:p>
            <a:r>
              <a:rPr lang="en-US" noProof="0"/>
              <a:t>Click to edit Master title style</a:t>
            </a:r>
            <a:endParaRPr lang="en-AU" noProof="0"/>
          </a:p>
        </p:txBody>
      </p:sp>
    </p:spTree>
    <p:extLst>
      <p:ext uri="{BB962C8B-B14F-4D97-AF65-F5344CB8AC3E}">
        <p14:creationId xmlns:p14="http://schemas.microsoft.com/office/powerpoint/2010/main" val="84588581"/>
      </p:ext>
    </p:extLst>
  </p:cSld>
  <p:clrMapOvr>
    <a:masterClrMapping/>
  </p:clrMapOvr>
  <p:transition>
    <p:fade/>
  </p:transition>
</p:sldLayout>
</file>

<file path=ppt/slideLayouts/slideLayout423.xml><?xml version="1.0" encoding="utf-8"?>
<p:sldLayout xmlns:a="http://schemas.openxmlformats.org/drawingml/2006/main" xmlns:r="http://schemas.openxmlformats.org/officeDocument/2006/relationships" xmlns:p="http://schemas.openxmlformats.org/presentationml/2006/main">
  <p:cSld name="2_Title only two line">
    <p:spTree>
      <p:nvGrpSpPr>
        <p:cNvPr id="1" name=""/>
        <p:cNvGrpSpPr/>
        <p:nvPr/>
      </p:nvGrpSpPr>
      <p:grpSpPr>
        <a:xfrm>
          <a:off x="0" y="0"/>
          <a:ext cx="0" cy="0"/>
          <a:chOff x="0" y="0"/>
          <a:chExt cx="0" cy="0"/>
        </a:xfrm>
      </p:grpSpPr>
      <p:sp>
        <p:nvSpPr>
          <p:cNvPr id="10" name="Footer Placeholder 4"/>
          <p:cNvSpPr>
            <a:spLocks noGrp="1"/>
          </p:cNvSpPr>
          <p:nvPr>
            <p:ph type="ftr" sz="quarter" idx="11"/>
          </p:nvPr>
        </p:nvSpPr>
        <p:spPr>
          <a:xfrm>
            <a:off x="406400" y="6324600"/>
            <a:ext cx="3860800" cy="365125"/>
          </a:xfrm>
        </p:spPr>
        <p:txBody>
          <a:bodyPr/>
          <a:lstStyle>
            <a:lvl1pPr algn="l">
              <a:defRPr>
                <a:solidFill>
                  <a:schemeClr val="bg1"/>
                </a:solidFill>
              </a:defRPr>
            </a:lvl1pPr>
          </a:lstStyle>
          <a:p>
            <a:endParaRPr lang="en-US"/>
          </a:p>
        </p:txBody>
      </p:sp>
      <p:sp>
        <p:nvSpPr>
          <p:cNvPr id="8" name="Title Placeholder 1"/>
          <p:cNvSpPr>
            <a:spLocks noGrp="1"/>
          </p:cNvSpPr>
          <p:nvPr>
            <p:ph type="title"/>
          </p:nvPr>
        </p:nvSpPr>
        <p:spPr>
          <a:xfrm>
            <a:off x="406400" y="265117"/>
            <a:ext cx="10972800" cy="496887"/>
          </a:xfrm>
          <a:prstGeom prst="rect">
            <a:avLst/>
          </a:prstGeom>
        </p:spPr>
        <p:txBody>
          <a:bodyPr vert="horz" lIns="91440" tIns="45720" rIns="91440" bIns="45720" rtlCol="0" anchor="t" anchorCtr="0">
            <a:noAutofit/>
          </a:bodyPr>
          <a:lstStyle>
            <a:lvl1pPr>
              <a:defRPr sz="3733"/>
            </a:lvl1pPr>
          </a:lstStyle>
          <a:p>
            <a:r>
              <a:rPr lang="en-US"/>
              <a:t>Click to edit Master title style</a:t>
            </a:r>
          </a:p>
        </p:txBody>
      </p:sp>
    </p:spTree>
    <p:extLst>
      <p:ext uri="{BB962C8B-B14F-4D97-AF65-F5344CB8AC3E}">
        <p14:creationId xmlns:p14="http://schemas.microsoft.com/office/powerpoint/2010/main" val="379030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4.xml><?xml version="1.0" encoding="utf-8"?>
<p:sldLayout xmlns:a="http://schemas.openxmlformats.org/drawingml/2006/main" xmlns:r="http://schemas.openxmlformats.org/officeDocument/2006/relationships" xmlns:p="http://schemas.openxmlformats.org/presentationml/2006/main">
  <p:cSld name="Blank 02">
    <p:bg>
      <p:bgPr>
        <a:solidFill>
          <a:srgbClr val="E6E8E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29159D-12C3-8B48-B356-3945354FF27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4" name="Picture 3">
            <a:extLst>
              <a:ext uri="{FF2B5EF4-FFF2-40B4-BE49-F238E27FC236}">
                <a16:creationId xmlns:a16="http://schemas.microsoft.com/office/drawing/2014/main" id="{2FF7FA59-F938-AA42-830D-7516034871A7}"/>
              </a:ext>
            </a:extLst>
          </p:cNvPr>
          <p:cNvPicPr>
            <a:picLocks noChangeAspect="1"/>
          </p:cNvPicPr>
          <p:nvPr/>
        </p:nvPicPr>
        <p:blipFill rotWithShape="1">
          <a:blip r:embed="rId3"/>
          <a:srcRect l="35376" t="1" r="36524" b="31069"/>
          <a:stretch/>
        </p:blipFill>
        <p:spPr>
          <a:xfrm>
            <a:off x="5268" y="6432959"/>
            <a:ext cx="378016" cy="357007"/>
          </a:xfrm>
          <a:prstGeom prst="rect">
            <a:avLst/>
          </a:prstGeom>
        </p:spPr>
      </p:pic>
      <p:pic>
        <p:nvPicPr>
          <p:cNvPr id="5" name="Picture 4">
            <a:extLst>
              <a:ext uri="{FF2B5EF4-FFF2-40B4-BE49-F238E27FC236}">
                <a16:creationId xmlns:a16="http://schemas.microsoft.com/office/drawing/2014/main" id="{264D5ED6-36B8-4D49-AB81-7E29D72762E2}"/>
              </a:ext>
            </a:extLst>
          </p:cNvPr>
          <p:cNvPicPr>
            <a:picLocks noChangeAspect="1"/>
          </p:cNvPicPr>
          <p:nvPr/>
        </p:nvPicPr>
        <p:blipFill rotWithShape="1">
          <a:blip r:embed="rId3"/>
          <a:srcRect t="78300" r="48615" b="-2999"/>
          <a:stretch/>
        </p:blipFill>
        <p:spPr>
          <a:xfrm>
            <a:off x="391167" y="6495483"/>
            <a:ext cx="1129136" cy="208957"/>
          </a:xfrm>
          <a:prstGeom prst="rect">
            <a:avLst/>
          </a:prstGeom>
        </p:spPr>
      </p:pic>
      <p:grpSp>
        <p:nvGrpSpPr>
          <p:cNvPr id="6" name="Group 5">
            <a:extLst>
              <a:ext uri="{FF2B5EF4-FFF2-40B4-BE49-F238E27FC236}">
                <a16:creationId xmlns:a16="http://schemas.microsoft.com/office/drawing/2014/main" id="{C599F9A2-BF4D-FC4C-BF09-B24CF5C7282B}"/>
              </a:ext>
            </a:extLst>
          </p:cNvPr>
          <p:cNvGrpSpPr/>
          <p:nvPr/>
        </p:nvGrpSpPr>
        <p:grpSpPr>
          <a:xfrm>
            <a:off x="10514946" y="6301995"/>
            <a:ext cx="1677055" cy="556005"/>
            <a:chOff x="7565835" y="4620281"/>
            <a:chExt cx="1578165" cy="523220"/>
          </a:xfrm>
        </p:grpSpPr>
        <p:grpSp>
          <p:nvGrpSpPr>
            <p:cNvPr id="7" name="Group 6">
              <a:extLst>
                <a:ext uri="{FF2B5EF4-FFF2-40B4-BE49-F238E27FC236}">
                  <a16:creationId xmlns:a16="http://schemas.microsoft.com/office/drawing/2014/main" id="{89D09FE3-8C00-2448-B21D-967F5CA50B03}"/>
                </a:ext>
              </a:extLst>
            </p:cNvPr>
            <p:cNvGrpSpPr/>
            <p:nvPr userDrawn="1"/>
          </p:nvGrpSpPr>
          <p:grpSpPr>
            <a:xfrm>
              <a:off x="7565835" y="4620281"/>
              <a:ext cx="1578165" cy="523220"/>
              <a:chOff x="7872995" y="4723722"/>
              <a:chExt cx="1271005" cy="421385"/>
            </a:xfrm>
          </p:grpSpPr>
          <p:sp>
            <p:nvSpPr>
              <p:cNvPr id="9" name="Parallelogram 8">
                <a:extLst>
                  <a:ext uri="{FF2B5EF4-FFF2-40B4-BE49-F238E27FC236}">
                    <a16:creationId xmlns:a16="http://schemas.microsoft.com/office/drawing/2014/main" id="{3FA5987D-2FBD-9541-8D5A-FF0CD75EF65E}"/>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0" name="Rectangle 9">
                <a:extLst>
                  <a:ext uri="{FF2B5EF4-FFF2-40B4-BE49-F238E27FC236}">
                    <a16:creationId xmlns:a16="http://schemas.microsoft.com/office/drawing/2014/main" id="{E0FC3300-6262-0D44-A892-4337320A08A7}"/>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8" name="Picture 7">
              <a:extLst>
                <a:ext uri="{FF2B5EF4-FFF2-40B4-BE49-F238E27FC236}">
                  <a16:creationId xmlns:a16="http://schemas.microsoft.com/office/drawing/2014/main" id="{C9DC68ED-5B88-6946-8CF2-41BC43F5733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1" name="Picture 10">
            <a:extLst>
              <a:ext uri="{FF2B5EF4-FFF2-40B4-BE49-F238E27FC236}">
                <a16:creationId xmlns:a16="http://schemas.microsoft.com/office/drawing/2014/main" id="{98D238FA-52AD-BB42-B6F7-7547B12C70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Tree>
    <p:extLst>
      <p:ext uri="{BB962C8B-B14F-4D97-AF65-F5344CB8AC3E}">
        <p14:creationId xmlns:p14="http://schemas.microsoft.com/office/powerpoint/2010/main" val="413096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5.xml><?xml version="1.0" encoding="utf-8"?>
<p:sldLayout xmlns:a="http://schemas.openxmlformats.org/drawingml/2006/main" xmlns:r="http://schemas.openxmlformats.org/officeDocument/2006/relationships" xmlns:p="http://schemas.openxmlformats.org/presentationml/2006/main">
  <p:cSld name="1_Title Only">
    <p:bg>
      <p:bgPr>
        <a:solidFill>
          <a:srgbClr val="E6E8EF"/>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176E186-9E8C-A448-97C1-8862A254B809}"/>
              </a:ext>
            </a:extLst>
          </p:cNvPr>
          <p:cNvSpPr>
            <a:spLocks noGrp="1"/>
          </p:cNvSpPr>
          <p:nvPr>
            <p:ph type="title" hasCustomPrompt="1"/>
          </p:nvPr>
        </p:nvSpPr>
        <p:spPr>
          <a:xfrm>
            <a:off x="741913" y="267488"/>
            <a:ext cx="10588521" cy="697627"/>
          </a:xfrm>
          <a:prstGeom prst="rect">
            <a:avLst/>
          </a:prstGeom>
        </p:spPr>
        <p:txBody>
          <a:bodyPr/>
          <a:lstStyle>
            <a:lvl1pPr algn="ctr">
              <a:defRPr b="0" i="0">
                <a:solidFill>
                  <a:schemeClr val="tx2"/>
                </a:solidFill>
                <a:latin typeface="Proxima Nova Extrabold" panose="02000506030000020004" pitchFamily="2" charset="0"/>
                <a:cs typeface="Gotham Bold" pitchFamily="2" charset="0"/>
              </a:defRPr>
            </a:lvl1pPr>
          </a:lstStyle>
          <a:p>
            <a:r>
              <a:rPr lang="en-US"/>
              <a:t>Click to edit master title style</a:t>
            </a:r>
            <a:endParaRPr lang="en-JM"/>
          </a:p>
        </p:txBody>
      </p:sp>
      <p:grpSp>
        <p:nvGrpSpPr>
          <p:cNvPr id="7" name="Group 6">
            <a:extLst>
              <a:ext uri="{FF2B5EF4-FFF2-40B4-BE49-F238E27FC236}">
                <a16:creationId xmlns:a16="http://schemas.microsoft.com/office/drawing/2014/main" id="{FD6EDD68-36BB-9A4C-8D30-EA332D9B9DA9}"/>
              </a:ext>
            </a:extLst>
          </p:cNvPr>
          <p:cNvGrpSpPr/>
          <p:nvPr/>
        </p:nvGrpSpPr>
        <p:grpSpPr>
          <a:xfrm>
            <a:off x="10514947" y="6301996"/>
            <a:ext cx="1677055" cy="556005"/>
            <a:chOff x="7565835" y="4620281"/>
            <a:chExt cx="1578165" cy="523220"/>
          </a:xfrm>
        </p:grpSpPr>
        <p:grpSp>
          <p:nvGrpSpPr>
            <p:cNvPr id="8" name="Group 7">
              <a:extLst>
                <a:ext uri="{FF2B5EF4-FFF2-40B4-BE49-F238E27FC236}">
                  <a16:creationId xmlns:a16="http://schemas.microsoft.com/office/drawing/2014/main" id="{B0ADC082-3650-384A-91D2-0DE7087488CD}"/>
                </a:ext>
              </a:extLst>
            </p:cNvPr>
            <p:cNvGrpSpPr/>
            <p:nvPr userDrawn="1"/>
          </p:nvGrpSpPr>
          <p:grpSpPr>
            <a:xfrm>
              <a:off x="7565835" y="4620281"/>
              <a:ext cx="1578165" cy="523220"/>
              <a:chOff x="7872995" y="4723722"/>
              <a:chExt cx="1271005" cy="421385"/>
            </a:xfrm>
          </p:grpSpPr>
          <p:sp>
            <p:nvSpPr>
              <p:cNvPr id="11" name="Parallelogram 10">
                <a:extLst>
                  <a:ext uri="{FF2B5EF4-FFF2-40B4-BE49-F238E27FC236}">
                    <a16:creationId xmlns:a16="http://schemas.microsoft.com/office/drawing/2014/main" id="{A2B7EAE8-DFB5-4945-8FAE-BEFCF079F339}"/>
                  </a:ext>
                </a:extLst>
              </p:cNvPr>
              <p:cNvSpPr/>
              <p:nvPr/>
            </p:nvSpPr>
            <p:spPr>
              <a:xfrm>
                <a:off x="7872995" y="4723723"/>
                <a:ext cx="1205691" cy="421384"/>
              </a:xfrm>
              <a:prstGeom prst="parallelogram">
                <a:avLst>
                  <a:gd name="adj" fmla="val 419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6" name="Rectangle 15">
                <a:extLst>
                  <a:ext uri="{FF2B5EF4-FFF2-40B4-BE49-F238E27FC236}">
                    <a16:creationId xmlns:a16="http://schemas.microsoft.com/office/drawing/2014/main" id="{166E88B4-F25C-7F41-A7A5-E06FDD04D9EF}"/>
                  </a:ext>
                </a:extLst>
              </p:cNvPr>
              <p:cNvSpPr/>
              <p:nvPr/>
            </p:nvSpPr>
            <p:spPr>
              <a:xfrm>
                <a:off x="8871942" y="4723722"/>
                <a:ext cx="272058" cy="4213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10" name="Picture 9">
              <a:extLst>
                <a:ext uri="{FF2B5EF4-FFF2-40B4-BE49-F238E27FC236}">
                  <a16:creationId xmlns:a16="http://schemas.microsoft.com/office/drawing/2014/main" id="{0AD10300-339B-8048-BEEA-18003FD9A6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spTree>
    <p:extLst>
      <p:ext uri="{BB962C8B-B14F-4D97-AF65-F5344CB8AC3E}">
        <p14:creationId xmlns:p14="http://schemas.microsoft.com/office/powerpoint/2010/main" val="253499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6.xml><?xml version="1.0" encoding="utf-8"?>
<p:sldLayout xmlns:a="http://schemas.openxmlformats.org/drawingml/2006/main" xmlns:r="http://schemas.openxmlformats.org/officeDocument/2006/relationships" xmlns:p="http://schemas.openxmlformats.org/presentationml/2006/main">
  <p:cSld name="45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0B5ACB-E0F1-5C4A-8AA7-0B1109A6646A}"/>
              </a:ext>
            </a:extLst>
          </p:cNvPr>
          <p:cNvSpPr/>
          <p:nvPr/>
        </p:nvSpPr>
        <p:spPr>
          <a:xfrm>
            <a:off x="10422541" y="6225472"/>
            <a:ext cx="1769459" cy="6325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pic>
        <p:nvPicPr>
          <p:cNvPr id="4" name="Picture 3">
            <a:extLst>
              <a:ext uri="{FF2B5EF4-FFF2-40B4-BE49-F238E27FC236}">
                <a16:creationId xmlns:a16="http://schemas.microsoft.com/office/drawing/2014/main" id="{3356CAD1-8EC6-EE40-906B-70B305125FC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E9528518-B862-354F-A174-B1DF9F5F3946}"/>
              </a:ext>
            </a:extLst>
          </p:cNvPr>
          <p:cNvGrpSpPr/>
          <p:nvPr/>
        </p:nvGrpSpPr>
        <p:grpSpPr>
          <a:xfrm>
            <a:off x="10514946" y="6301995"/>
            <a:ext cx="1677055" cy="556005"/>
            <a:chOff x="7565835" y="4620281"/>
            <a:chExt cx="1578165" cy="523220"/>
          </a:xfrm>
        </p:grpSpPr>
        <p:grpSp>
          <p:nvGrpSpPr>
            <p:cNvPr id="6" name="Group 5">
              <a:extLst>
                <a:ext uri="{FF2B5EF4-FFF2-40B4-BE49-F238E27FC236}">
                  <a16:creationId xmlns:a16="http://schemas.microsoft.com/office/drawing/2014/main" id="{69C8E0A1-463C-1C4C-ACAD-47062484BF70}"/>
                </a:ext>
              </a:extLst>
            </p:cNvPr>
            <p:cNvGrpSpPr/>
            <p:nvPr userDrawn="1"/>
          </p:nvGrpSpPr>
          <p:grpSpPr>
            <a:xfrm>
              <a:off x="7565835" y="4620281"/>
              <a:ext cx="1578165" cy="523220"/>
              <a:chOff x="7872995" y="4723722"/>
              <a:chExt cx="1271005" cy="421385"/>
            </a:xfrm>
          </p:grpSpPr>
          <p:sp>
            <p:nvSpPr>
              <p:cNvPr id="8" name="Parallelogram 7">
                <a:extLst>
                  <a:ext uri="{FF2B5EF4-FFF2-40B4-BE49-F238E27FC236}">
                    <a16:creationId xmlns:a16="http://schemas.microsoft.com/office/drawing/2014/main" id="{343F7AED-2378-EB45-AEF7-0C474F564D76}"/>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9" name="Rectangle 8">
                <a:extLst>
                  <a:ext uri="{FF2B5EF4-FFF2-40B4-BE49-F238E27FC236}">
                    <a16:creationId xmlns:a16="http://schemas.microsoft.com/office/drawing/2014/main" id="{00D4BA00-310B-F446-B42F-F4CC1C85D057}"/>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7" name="Picture 6">
              <a:extLst>
                <a:ext uri="{FF2B5EF4-FFF2-40B4-BE49-F238E27FC236}">
                  <a16:creationId xmlns:a16="http://schemas.microsoft.com/office/drawing/2014/main" id="{E9789B37-1405-7C48-B87E-09F243FF58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0" name="Picture 9">
            <a:extLst>
              <a:ext uri="{FF2B5EF4-FFF2-40B4-BE49-F238E27FC236}">
                <a16:creationId xmlns:a16="http://schemas.microsoft.com/office/drawing/2014/main" id="{00D452C6-346A-B446-9F6D-85FF5D2D233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
        <p:nvSpPr>
          <p:cNvPr id="11" name="Title 1">
            <a:extLst>
              <a:ext uri="{FF2B5EF4-FFF2-40B4-BE49-F238E27FC236}">
                <a16:creationId xmlns:a16="http://schemas.microsoft.com/office/drawing/2014/main" id="{322FBDCC-6D8C-5A46-9B98-62EC51A762E5}"/>
              </a:ext>
            </a:extLst>
          </p:cNvPr>
          <p:cNvSpPr>
            <a:spLocks noGrp="1"/>
          </p:cNvSpPr>
          <p:nvPr>
            <p:ph type="title" hasCustomPrompt="1"/>
          </p:nvPr>
        </p:nvSpPr>
        <p:spPr>
          <a:xfrm>
            <a:off x="460176" y="258038"/>
            <a:ext cx="11271648" cy="615553"/>
          </a:xfrm>
          <a:prstGeom prst="rect">
            <a:avLst/>
          </a:prstGeom>
        </p:spPr>
        <p:txBody>
          <a:bodyPr/>
          <a:lstStyle>
            <a:lvl1pPr>
              <a:defRPr>
                <a:solidFill>
                  <a:schemeClr val="bg1"/>
                </a:solidFill>
              </a:defRPr>
            </a:lvl1pPr>
          </a:lstStyle>
          <a:p>
            <a:r>
              <a:rPr lang="en-US"/>
              <a:t>Click to edit master title style</a:t>
            </a:r>
          </a:p>
        </p:txBody>
      </p:sp>
      <p:grpSp>
        <p:nvGrpSpPr>
          <p:cNvPr id="12" name="Group 11">
            <a:extLst>
              <a:ext uri="{FF2B5EF4-FFF2-40B4-BE49-F238E27FC236}">
                <a16:creationId xmlns:a16="http://schemas.microsoft.com/office/drawing/2014/main" id="{8BB7C666-0921-D644-B34D-3780C15B3DCD}"/>
              </a:ext>
            </a:extLst>
          </p:cNvPr>
          <p:cNvGrpSpPr/>
          <p:nvPr/>
        </p:nvGrpSpPr>
        <p:grpSpPr>
          <a:xfrm>
            <a:off x="10497328" y="6301429"/>
            <a:ext cx="1694673" cy="561847"/>
            <a:chOff x="7872995" y="4723722"/>
            <a:chExt cx="1271005" cy="421385"/>
          </a:xfrm>
          <a:solidFill>
            <a:schemeClr val="bg1"/>
          </a:solidFill>
        </p:grpSpPr>
        <p:sp>
          <p:nvSpPr>
            <p:cNvPr id="13" name="Parallelogram 12">
              <a:extLst>
                <a:ext uri="{FF2B5EF4-FFF2-40B4-BE49-F238E27FC236}">
                  <a16:creationId xmlns:a16="http://schemas.microsoft.com/office/drawing/2014/main" id="{1BC26DFA-5AF4-514B-805C-9073DB8C5C82}"/>
                </a:ext>
              </a:extLst>
            </p:cNvPr>
            <p:cNvSpPr/>
            <p:nvPr/>
          </p:nvSpPr>
          <p:spPr>
            <a:xfrm>
              <a:off x="7872995" y="4723723"/>
              <a:ext cx="1205691" cy="421384"/>
            </a:xfrm>
            <a:prstGeom prst="parallelogram">
              <a:avLst>
                <a:gd name="adj" fmla="val 4191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solidFill>
                <a:latin typeface="Trebuchet MS"/>
                <a:cs typeface="Trebuchet MS"/>
              </a:endParaRPr>
            </a:p>
          </p:txBody>
        </p:sp>
        <p:sp>
          <p:nvSpPr>
            <p:cNvPr id="14" name="Rectangle 13">
              <a:extLst>
                <a:ext uri="{FF2B5EF4-FFF2-40B4-BE49-F238E27FC236}">
                  <a16:creationId xmlns:a16="http://schemas.microsoft.com/office/drawing/2014/main" id="{94C1E2C3-6D60-6D46-8C80-A495BFDFAAE2}"/>
                </a:ext>
              </a:extLst>
            </p:cNvPr>
            <p:cNvSpPr/>
            <p:nvPr/>
          </p:nvSpPr>
          <p:spPr>
            <a:xfrm>
              <a:off x="8871942" y="4723722"/>
              <a:ext cx="272058" cy="42138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Trebuchet MS"/>
                <a:cs typeface="Trebuchet MS"/>
              </a:endParaRPr>
            </a:p>
          </p:txBody>
        </p:sp>
      </p:grpSp>
      <p:pic>
        <p:nvPicPr>
          <p:cNvPr id="15" name="Picture 14">
            <a:extLst>
              <a:ext uri="{FF2B5EF4-FFF2-40B4-BE49-F238E27FC236}">
                <a16:creationId xmlns:a16="http://schemas.microsoft.com/office/drawing/2014/main" id="{1B62BA26-9280-4041-AB67-80D2B996C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5864" y="6478984"/>
            <a:ext cx="1149251" cy="246681"/>
          </a:xfrm>
          <a:prstGeom prst="rect">
            <a:avLst/>
          </a:prstGeom>
        </p:spPr>
      </p:pic>
    </p:spTree>
    <p:extLst>
      <p:ext uri="{BB962C8B-B14F-4D97-AF65-F5344CB8AC3E}">
        <p14:creationId xmlns:p14="http://schemas.microsoft.com/office/powerpoint/2010/main" val="439869913"/>
      </p:ext>
    </p:extLst>
  </p:cSld>
  <p:clrMapOvr>
    <a:masterClrMapping/>
  </p:clrMapOvr>
  <p:transition/>
</p:sldLayout>
</file>

<file path=ppt/slideLayouts/slideLayout427.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128125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9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0522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7685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03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78612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77832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88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6572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272966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94917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7529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67652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8195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02841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94862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3825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416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57694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465918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774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4481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69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280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37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80468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37145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724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07518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134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57.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5661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5063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25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0.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50837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1.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33452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62.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41938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3.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0136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4.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28721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65.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2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75579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2724494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862411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5221864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01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1.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75026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2.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15941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3.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16481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4.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23756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37354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108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7.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5739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8.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9064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952966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0.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867816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0319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536662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48452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45283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55710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6.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66262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0525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002700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9.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35725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0.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95381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1.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61366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2.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4925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40865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205242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5.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03291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0888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0975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8.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8180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9.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5250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0.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8090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1.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53505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2.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1276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3.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573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4.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085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2930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8217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7.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9197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8.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089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9.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30389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0.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097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328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3290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3.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60531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827221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8731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6.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60123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7.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56572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8.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632169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9.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4708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20.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336762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854827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2.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3859010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3.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74115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4.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26312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5.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41575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6.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15989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7.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053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8.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23121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76927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6399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79277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6063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3.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4738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4.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14178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5.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33529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6.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3476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7.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5375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8.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052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9.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6561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0.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4246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1.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917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2.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086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3.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898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4.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2142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5.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22428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6.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65397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6558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55883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9.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47878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0.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59523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1.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273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2.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71949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3.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4591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4.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4139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5.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60731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6.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93547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7.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099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8.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01524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9.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37999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01801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1.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2017182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2.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7926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3.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5081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4.xml><?xml version="1.0" encoding="utf-8"?>
<p:sldLayout xmlns:a="http://schemas.openxmlformats.org/drawingml/2006/main" xmlns:r="http://schemas.openxmlformats.org/officeDocument/2006/relationships" xmlns:p="http://schemas.openxmlformats.org/presentationml/2006/main"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2858153"/>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103280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5.xml><?xml version="1.0" encoding="utf-8"?>
<p:sldLayout xmlns:a="http://schemas.openxmlformats.org/drawingml/2006/main" xmlns:r="http://schemas.openxmlformats.org/officeDocument/2006/relationships" xmlns:p="http://schemas.openxmlformats.org/presentationml/2006/main" userDrawn="1">
  <p:cSld name="1_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1295657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6.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843740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67.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21211012"/>
      </p:ext>
    </p:extLst>
  </p:cSld>
  <p:clrMapOvr>
    <a:masterClrMapping/>
  </p:clrMapOvr>
  <p:extLst>
    <p:ext uri="{DCECCB84-F9BA-43D5-87BE-67443E8EF086}">
      <p15:sldGuideLst xmlns:p15="http://schemas.microsoft.com/office/powerpoint/2012/main"/>
    </p:ext>
  </p:extLst>
</p:sldLayout>
</file>

<file path=ppt/slideLayouts/slideLayout56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2838841"/>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177648161"/>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21518381"/>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653469084"/>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59015708"/>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2576001394"/>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18800903"/>
      </p:ext>
    </p:extLst>
  </p:cSld>
  <p:clrMapOvr>
    <a:overrideClrMapping bg1="lt1" tx1="dk1" bg2="lt2" tx2="dk2" accent1="accent1" accent2="accent2" accent3="accent3" accent4="accent4" accent5="accent5" accent6="accent6" hlink="hlink" folHlink="folHlink"/>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19710597"/>
      </p:ext>
    </p:extLst>
  </p:cSld>
  <p:clrMapOvr>
    <a:overrideClrMapping bg1="lt1" tx1="dk1" bg2="lt2" tx2="dk2" accent1="accent1" accent2="accent2" accent3="accent3" accent4="accent4" accent5="accent5" accent6="accent6" hlink="hlink" folHlink="folHlink"/>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44930922"/>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27342974"/>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69221840"/>
      </p:ext>
    </p:extLst>
  </p:cSld>
  <p:clrMapOvr>
    <a:overrideClrMapping bg1="dk1" tx1="lt1" bg2="dk2" tx2="lt2" accent1="accent1" accent2="accent2" accent3="accent3" accent4="accent4" accent5="accent5" accent6="accent6" hlink="hlink" folHlink="folHlink"/>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15598935"/>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37553933"/>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79762655"/>
      </p:ext>
    </p:extLst>
  </p:cSld>
  <p:clrMapOvr>
    <a:overrideClrMapping bg1="dk1" tx1="lt1" bg2="dk2" tx2="lt2" accent1="accent1" accent2="accent2" accent3="accent3" accent4="accent4" accent5="accent5" accent6="accent6" hlink="hlink" folHlink="folHlink"/>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0567467"/>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0137857"/>
      </p:ext>
    </p:extLst>
  </p:cSld>
  <p:clrMapOvr>
    <a:masterClrMapping/>
  </p:clrMapOvr>
  <p:extLst>
    <p:ext uri="{DCECCB84-F9BA-43D5-87BE-67443E8EF086}">
      <p15:sldGuideLst xmlns:p15="http://schemas.microsoft.com/office/powerpoint/2012/main"/>
    </p:ext>
  </p:extLst>
</p:sldLayout>
</file>

<file path=ppt/slideLayouts/slideLayout58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3958948625"/>
      </p:ext>
    </p:extLst>
  </p:cSld>
  <p:clrMapOvr>
    <a:masterClrMapping/>
  </p:clrMapOvr>
  <p:extLst>
    <p:ext uri="{DCECCB84-F9BA-43D5-87BE-67443E8EF086}">
      <p15:sldGuideLst xmlns:p15="http://schemas.microsoft.com/office/powerpoint/2012/main"/>
    </p:ext>
  </p:extLst>
</p:sldLayout>
</file>

<file path=ppt/slideLayouts/slideLayout585.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755706485"/>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744764367"/>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864369174"/>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31187528"/>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44998851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0.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5860695"/>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1.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30843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2.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210244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3.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9069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4.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4459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84215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96.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52338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97.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88479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8587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99.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40046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0.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0933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601.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953458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2.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178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3.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40056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604.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7356697"/>
      </p:ext>
    </p:extLst>
  </p:cSld>
  <p:clrMapOvr>
    <a:masterClrMapping/>
  </p:clrMapOvr>
  <p:extLst>
    <p:ext uri="{DCECCB84-F9BA-43D5-87BE-67443E8EF086}">
      <p15:sldGuideLst xmlns:p15="http://schemas.microsoft.com/office/powerpoint/2012/main"/>
    </p:ext>
  </p:extLst>
</p:sldLayout>
</file>

<file path=ppt/slideLayouts/slideLayout605.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415436892"/>
      </p:ext>
    </p:extLst>
  </p:cSld>
  <p:clrMapOvr>
    <a:masterClrMapping/>
  </p:clrMapOvr>
  <p:extLst>
    <p:ext uri="{DCECCB84-F9BA-43D5-87BE-67443E8EF086}">
      <p15:sldGuideLst xmlns:p15="http://schemas.microsoft.com/office/powerpoint/2012/main"/>
    </p:ext>
  </p:extLst>
</p:sldLayout>
</file>

<file path=ppt/slideLayouts/slideLayout606.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8000337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7.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6896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8.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89772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9.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6880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3431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2448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2.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94692115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3.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625640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4.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1848212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5.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790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6.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36966568"/>
      </p:ext>
    </p:extLst>
  </p:cSld>
  <p:clrMapOvr>
    <a:overrideClrMapping bg1="lt1" tx1="dk1" bg2="lt2" tx2="dk2" accent1="accent1" accent2="accent2" accent3="accent3" accent4="accent4" accent5="accent5" accent6="accent6" hlink="hlink" folHlink="folHlink"/>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0093837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8.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6684880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9.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521318932"/>
      </p:ext>
    </p:extLst>
  </p:cSld>
  <p:clrMapOvr>
    <a:overrideClrMapping bg1="lt1" tx1="dk1" bg2="lt2" tx2="dk2" accent1="accent1" accent2="accent2" accent3="accent3" accent4="accent4" accent5="accent5" accent6="accent6" hlink="hlink" folHlink="folHlink"/>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64885266"/>
      </p:ext>
    </p:extLst>
  </p:cSld>
  <p:clrMapOvr>
    <a:overrideClrMapping bg1="lt1" tx1="dk1" bg2="lt2" tx2="dk2" accent1="accent1" accent2="accent2" accent3="accent3" accent4="accent4" accent5="accent5" accent6="accent6" hlink="hlink" folHlink="folHlink"/>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72992065"/>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92498293"/>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6367789"/>
      </p:ext>
    </p:extLst>
  </p:cSld>
  <p:clrMapOvr>
    <a:overrideClrMapping bg1="lt1" tx1="dk1" bg2="lt2" tx2="dk2" accent1="accent1" accent2="accent2" accent3="accent3" accent4="accent4" accent5="accent5" accent6="accent6" hlink="hlink" folHlink="folHlink"/>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748646"/>
      </p:ext>
    </p:extLst>
  </p:cSld>
  <p:clrMapOvr>
    <a:overrideClrMapping bg1="lt1" tx1="dk1" bg2="lt2" tx2="dk2" accent1="accent1" accent2="accent2" accent3="accent3" accent4="accent4" accent5="accent5" accent6="accent6" hlink="hlink" folHlink="folHlink"/>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7298125"/>
      </p:ext>
    </p:extLst>
  </p:cSld>
  <p:clrMapOvr>
    <a:overrideClrMapping bg1="lt1" tx1="dk1" bg2="lt2" tx2="dk2" accent1="accent1" accent2="accent2" accent3="accent3" accent4="accent4" accent5="accent5" accent6="accent6" hlink="hlink" folHlink="folHlink"/>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5566084"/>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4119"/>
      </p:ext>
    </p:extLst>
  </p:cSld>
  <p:clrMapOvr>
    <a:overrideClrMapping bg1="lt1" tx1="dk1" bg2="lt2" tx2="dk2" accent1="accent1" accent2="accent2" accent3="accent3" accent4="accent4" accent5="accent5" accent6="accent6" hlink="hlink" folHlink="folHlink"/>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0873173"/>
      </p:ext>
    </p:extLst>
  </p:cSld>
  <p:clrMapOvr>
    <a:overrideClrMapping bg1="lt1" tx1="dk1" bg2="lt2" tx2="dk2" accent1="accent1" accent2="accent2" accent3="accent3" accent4="accent4" accent5="accent5" accent6="accent6" hlink="hlink" folHlink="folHlink"/>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91922896"/>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5595529"/>
      </p:ext>
    </p:extLst>
  </p:cSld>
  <p:clrMapOvr>
    <a:overrideClrMapping bg1="lt1" tx1="dk1" bg2="lt2" tx2="dk2" accent1="accent1" accent2="accent2" accent3="accent3" accent4="accent4" accent5="accent5" accent6="accent6" hlink="hlink" folHlink="folHlink"/>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6081978"/>
      </p:ext>
    </p:extLst>
  </p:cSld>
  <p:clrMapOvr>
    <a:overrideClrMapping bg1="lt1" tx1="dk1" bg2="lt2" tx2="dk2" accent1="accent1" accent2="accent2" accent3="accent3" accent4="accent4" accent5="accent5" accent6="accent6" hlink="hlink" folHlink="folHlink"/>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71756118"/>
      </p:ext>
    </p:extLst>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72854732"/>
      </p:ext>
    </p:extLst>
  </p:cSld>
  <p:clrMapOvr>
    <a:overrideClrMapping bg1="lt1" tx1="dk1" bg2="lt2" tx2="dk2" accent1="accent1" accent2="accent2" accent3="accent3" accent4="accent4" accent5="accent5" accent6="accent6" hlink="hlink" folHlink="folHlink"/>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168704627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5.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816742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6.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306083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7.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622340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8.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61848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9.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577692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328401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1.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519645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6744005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3.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10773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4.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313326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5.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007111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6.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304106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7.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8737543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8.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2365913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9.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2489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0.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8144285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1.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023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2.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038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3.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035302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4.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837890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5.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99573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6.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34017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7.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605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8.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18692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9.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92805962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0.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94289069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5570060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2.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9703727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3.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588997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4.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217305969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5.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9171182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6.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320275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7.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7336384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8.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47855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9.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151305343"/>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14991871"/>
      </p:ext>
    </p:extLst>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41308542"/>
      </p:ext>
    </p:extLst>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97083853"/>
      </p:ext>
    </p:extLst>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90664155"/>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4104446128"/>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75252354"/>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8316555"/>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00598378"/>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20698317"/>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677228764"/>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3328332833"/>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44739865"/>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5368586"/>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34226696"/>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451080714"/>
      </p:ext>
    </p:extLst>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600903048"/>
      </p:ext>
    </p:extLst>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193661853"/>
      </p:ext>
    </p:extLst>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284027100"/>
      </p:ext>
    </p:extLst>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458477509"/>
      </p:ext>
    </p:extLst>
  </p:cSld>
  <p:clrMapOvr>
    <a:overrideClrMapping bg1="dk1" tx1="lt1" bg2="dk2" tx2="lt2" accent1="accent1" accent2="accent2" accent3="accent3" accent4="accent4" accent5="accent5" accent6="accent6" hlink="hlink" folHlink="folHlink"/>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2200243"/>
      </p:ext>
    </p:extLst>
  </p:cSld>
  <p:clrMapOvr>
    <a:overrideClrMapping bg1="dk1" tx1="lt1" bg2="dk2" tx2="lt2" accent1="accent1" accent2="accent2" accent3="accent3" accent4="accent4" accent5="accent5" accent6="accent6" hlink="hlink" folHlink="folHlink"/>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303083"/>
      </p:ext>
    </p:extLst>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30310813"/>
      </p:ext>
    </p:extLst>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848804170"/>
      </p:ext>
    </p:extLst>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293972523"/>
      </p:ext>
    </p:extLst>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3378370"/>
      </p:ext>
    </p:extLst>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258399221"/>
      </p:ext>
    </p:extLst>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38808195"/>
      </p:ext>
    </p:extLst>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65196210"/>
      </p:ext>
    </p:extLst>
  </p:cSld>
  <p:clrMapOvr>
    <a:overrideClrMapping bg1="dk1" tx1="lt1" bg2="dk2" tx2="lt2" accent1="accent1" accent2="accent2" accent3="accent3" accent4="accent4" accent5="accent5" accent6="accent6" hlink="hlink" folHlink="folHlink"/>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94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99.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86786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0.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991898496"/>
      </p:ext>
    </p:extLst>
  </p:cSld>
  <p:clrMapOvr>
    <a:overrideClrMapping bg1="lt1" tx1="dk1" bg2="lt2" tx2="dk2" accent1="accent1" accent2="accent2" accent3="accent3" accent4="accent4" accent5="accent5" accent6="accent6" hlink="hlink" folHlink="folHlink"/>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817042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2.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615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3.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81327027"/>
      </p:ext>
    </p:extLst>
  </p:cSld>
  <p:clrMapOvr>
    <a:masterClrMapping/>
  </p:clrMapOvr>
  <p:extLst>
    <p:ext uri="{DCECCB84-F9BA-43D5-87BE-67443E8EF086}">
      <p15:sldGuideLst xmlns:p15="http://schemas.microsoft.com/office/powerpoint/2012/main"/>
    </p:ext>
  </p:extLst>
</p:sldLayout>
</file>

<file path=ppt/slideLayouts/slideLayout704.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47208959"/>
      </p:ext>
    </p:extLst>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238255537"/>
      </p:ext>
    </p:extLst>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99213228"/>
      </p:ext>
    </p:extLst>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037028991"/>
      </p:ext>
    </p:extLst>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99274509"/>
      </p:ext>
    </p:extLst>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18661153"/>
      </p:ext>
    </p:extLst>
  </p:cSld>
  <p:clrMapOvr>
    <a:masterClrMapping/>
  </p:clrMapOvr>
  <p:extLst>
    <p:ext uri="{DCECCB84-F9BA-43D5-87BE-67443E8EF086}">
      <p15:sldGuideLst xmlns:p15="http://schemas.microsoft.com/office/powerpoint/2012/main"/>
    </p:ext>
  </p:extLst>
</p:sldLayout>
</file>

<file path=ppt/slideLayouts/slideLayout71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2369137628"/>
      </p:ext>
    </p:extLst>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577037313"/>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712.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478641287"/>
      </p:ext>
    </p:extLst>
  </p:cSld>
  <p:clrMapOvr>
    <a:masterClrMapping/>
  </p:clrMapOvr>
  <p:extLst>
    <p:ext uri="{DCECCB84-F9BA-43D5-87BE-67443E8EF086}">
      <p15:sldGuideLst xmlns:p15="http://schemas.microsoft.com/office/powerpoint/2012/main"/>
    </p:ext>
  </p:extLst>
</p:sldLayout>
</file>

<file path=ppt/slideLayouts/slideLayout713.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18598758"/>
      </p:ext>
    </p:extLst>
  </p:cSld>
  <p:clrMapOvr>
    <a:masterClrMapping/>
  </p:clrMapOvr>
  <p:extLst>
    <p:ext uri="{DCECCB84-F9BA-43D5-87BE-67443E8EF086}">
      <p15:sldGuideLst xmlns:p15="http://schemas.microsoft.com/office/powerpoint/2012/main"/>
    </p:ext>
  </p:extLst>
</p:sldLayout>
</file>

<file path=ppt/slideLayouts/slideLayout714.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4067359840"/>
      </p:ext>
    </p:extLst>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4158865660"/>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716.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300464899"/>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717.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marL="0" marR="0" lvl="0" indent="0" algn="l" defTabSz="1219170" rtl="0" eaLnBrk="1" fontAlgn="auto" latinLnBrk="0" hangingPunct="1">
              <a:lnSpc>
                <a:spcPct val="100000"/>
              </a:lnSpc>
              <a:spcBef>
                <a:spcPts val="0"/>
              </a:spcBef>
              <a:spcAft>
                <a:spcPts val="2400"/>
              </a:spcAft>
              <a:buClrTx/>
              <a:buSzTx/>
              <a:buFontTx/>
              <a:buNone/>
              <a:tabLst/>
              <a:defRPr/>
            </a:pPr>
            <a:endParaRPr kumimoji="0" lang="en-US" sz="1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58604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18.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3"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3" y="1113133"/>
            <a:ext cx="10983484" cy="5256323"/>
          </a:xfrm>
          <a:prstGeom prst="rect">
            <a:avLst/>
          </a:prstGeom>
        </p:spPr>
        <p:txBody>
          <a:bodyPr lIns="0" rIns="0"/>
          <a:lstStyle>
            <a:lvl1pPr marL="232812" indent="-23281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50" indent="-232812">
              <a:buClrTx/>
              <a:buFont typeface="Arial"/>
              <a:buChar char="•"/>
              <a:tabLst/>
              <a:defRPr b="0" i="0">
                <a:solidFill>
                  <a:schemeClr val="bg2"/>
                </a:solidFill>
                <a:latin typeface="Arial" panose="020B0604020202020204" pitchFamily="34" charset="0"/>
                <a:cs typeface="Gotham Book" pitchFamily="2" charset="0"/>
              </a:defRPr>
            </a:lvl2pPr>
            <a:lvl3pPr marL="1449773" indent="-23069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87514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7.xml"/><Relationship Id="rId21" Type="http://schemas.openxmlformats.org/officeDocument/2006/relationships/slideLayout" Target="../slideLayouts/slideLayout42.xml"/><Relationship Id="rId42" Type="http://schemas.openxmlformats.org/officeDocument/2006/relationships/slideLayout" Target="../slideLayouts/slideLayout63.xml"/><Relationship Id="rId47" Type="http://schemas.openxmlformats.org/officeDocument/2006/relationships/slideLayout" Target="../slideLayouts/slideLayout68.xml"/><Relationship Id="rId63" Type="http://schemas.openxmlformats.org/officeDocument/2006/relationships/slideLayout" Target="../slideLayouts/slideLayout84.xml"/><Relationship Id="rId68" Type="http://schemas.openxmlformats.org/officeDocument/2006/relationships/slideLayout" Target="../slideLayouts/slideLayout89.xml"/><Relationship Id="rId16" Type="http://schemas.openxmlformats.org/officeDocument/2006/relationships/slideLayout" Target="../slideLayouts/slideLayout3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slideLayout" Target="../slideLayouts/slideLayout58.xml"/><Relationship Id="rId40" Type="http://schemas.openxmlformats.org/officeDocument/2006/relationships/slideLayout" Target="../slideLayouts/slideLayout61.xml"/><Relationship Id="rId45" Type="http://schemas.openxmlformats.org/officeDocument/2006/relationships/slideLayout" Target="../slideLayouts/slideLayout66.xml"/><Relationship Id="rId53" Type="http://schemas.openxmlformats.org/officeDocument/2006/relationships/slideLayout" Target="../slideLayouts/slideLayout74.xml"/><Relationship Id="rId58" Type="http://schemas.openxmlformats.org/officeDocument/2006/relationships/slideLayout" Target="../slideLayouts/slideLayout79.xml"/><Relationship Id="rId66" Type="http://schemas.openxmlformats.org/officeDocument/2006/relationships/slideLayout" Target="../slideLayouts/slideLayout87.xml"/><Relationship Id="rId74" Type="http://schemas.openxmlformats.org/officeDocument/2006/relationships/slideLayout" Target="../slideLayouts/slideLayout95.xml"/><Relationship Id="rId5" Type="http://schemas.openxmlformats.org/officeDocument/2006/relationships/slideLayout" Target="../slideLayouts/slideLayout26.xml"/><Relationship Id="rId61" Type="http://schemas.openxmlformats.org/officeDocument/2006/relationships/slideLayout" Target="../slideLayouts/slideLayout82.xml"/><Relationship Id="rId19" Type="http://schemas.openxmlformats.org/officeDocument/2006/relationships/slideLayout" Target="../slideLayouts/slideLayout4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slideLayout" Target="../slideLayouts/slideLayout56.xml"/><Relationship Id="rId43" Type="http://schemas.openxmlformats.org/officeDocument/2006/relationships/slideLayout" Target="../slideLayouts/slideLayout64.xml"/><Relationship Id="rId48" Type="http://schemas.openxmlformats.org/officeDocument/2006/relationships/slideLayout" Target="../slideLayouts/slideLayout69.xml"/><Relationship Id="rId56" Type="http://schemas.openxmlformats.org/officeDocument/2006/relationships/slideLayout" Target="../slideLayouts/slideLayout77.xml"/><Relationship Id="rId64" Type="http://schemas.openxmlformats.org/officeDocument/2006/relationships/slideLayout" Target="../slideLayouts/slideLayout85.xml"/><Relationship Id="rId69" Type="http://schemas.openxmlformats.org/officeDocument/2006/relationships/slideLayout" Target="../slideLayouts/slideLayout90.xml"/><Relationship Id="rId77" Type="http://schemas.openxmlformats.org/officeDocument/2006/relationships/image" Target="../media/image18.svg"/><Relationship Id="rId8" Type="http://schemas.openxmlformats.org/officeDocument/2006/relationships/slideLayout" Target="../slideLayouts/slideLayout29.xml"/><Relationship Id="rId51" Type="http://schemas.openxmlformats.org/officeDocument/2006/relationships/slideLayout" Target="../slideLayouts/slideLayout72.xml"/><Relationship Id="rId72" Type="http://schemas.openxmlformats.org/officeDocument/2006/relationships/slideLayout" Target="../slideLayouts/slideLayout93.xml"/><Relationship Id="rId3" Type="http://schemas.openxmlformats.org/officeDocument/2006/relationships/slideLayout" Target="../slideLayouts/slideLayout24.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slideLayout" Target="../slideLayouts/slideLayout54.xml"/><Relationship Id="rId38" Type="http://schemas.openxmlformats.org/officeDocument/2006/relationships/slideLayout" Target="../slideLayouts/slideLayout59.xml"/><Relationship Id="rId46" Type="http://schemas.openxmlformats.org/officeDocument/2006/relationships/slideLayout" Target="../slideLayouts/slideLayout67.xml"/><Relationship Id="rId59" Type="http://schemas.openxmlformats.org/officeDocument/2006/relationships/slideLayout" Target="../slideLayouts/slideLayout80.xml"/><Relationship Id="rId67" Type="http://schemas.openxmlformats.org/officeDocument/2006/relationships/slideLayout" Target="../slideLayouts/slideLayout88.xml"/><Relationship Id="rId20" Type="http://schemas.openxmlformats.org/officeDocument/2006/relationships/slideLayout" Target="../slideLayouts/slideLayout41.xml"/><Relationship Id="rId41" Type="http://schemas.openxmlformats.org/officeDocument/2006/relationships/slideLayout" Target="../slideLayouts/slideLayout62.xml"/><Relationship Id="rId54" Type="http://schemas.openxmlformats.org/officeDocument/2006/relationships/slideLayout" Target="../slideLayouts/slideLayout75.xml"/><Relationship Id="rId62" Type="http://schemas.openxmlformats.org/officeDocument/2006/relationships/slideLayout" Target="../slideLayouts/slideLayout83.xml"/><Relationship Id="rId70" Type="http://schemas.openxmlformats.org/officeDocument/2006/relationships/slideLayout" Target="../slideLayouts/slideLayout91.xml"/><Relationship Id="rId75"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slideLayout" Target="../slideLayouts/slideLayout57.xml"/><Relationship Id="rId49" Type="http://schemas.openxmlformats.org/officeDocument/2006/relationships/slideLayout" Target="../slideLayouts/slideLayout70.xml"/><Relationship Id="rId57" Type="http://schemas.openxmlformats.org/officeDocument/2006/relationships/slideLayout" Target="../slideLayouts/slideLayout78.xml"/><Relationship Id="rId10" Type="http://schemas.openxmlformats.org/officeDocument/2006/relationships/slideLayout" Target="../slideLayouts/slideLayout31.xml"/><Relationship Id="rId31" Type="http://schemas.openxmlformats.org/officeDocument/2006/relationships/slideLayout" Target="../slideLayouts/slideLayout52.xml"/><Relationship Id="rId44" Type="http://schemas.openxmlformats.org/officeDocument/2006/relationships/slideLayout" Target="../slideLayouts/slideLayout65.xml"/><Relationship Id="rId52" Type="http://schemas.openxmlformats.org/officeDocument/2006/relationships/slideLayout" Target="../slideLayouts/slideLayout73.xml"/><Relationship Id="rId60" Type="http://schemas.openxmlformats.org/officeDocument/2006/relationships/slideLayout" Target="../slideLayouts/slideLayout81.xml"/><Relationship Id="rId65" Type="http://schemas.openxmlformats.org/officeDocument/2006/relationships/slideLayout" Target="../slideLayouts/slideLayout86.xml"/><Relationship Id="rId73" Type="http://schemas.openxmlformats.org/officeDocument/2006/relationships/slideLayout" Target="../slideLayouts/slideLayout9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9" Type="http://schemas.openxmlformats.org/officeDocument/2006/relationships/slideLayout" Target="../slideLayouts/slideLayout60.xml"/><Relationship Id="rId34" Type="http://schemas.openxmlformats.org/officeDocument/2006/relationships/slideLayout" Target="../slideLayouts/slideLayout55.xml"/><Relationship Id="rId50" Type="http://schemas.openxmlformats.org/officeDocument/2006/relationships/slideLayout" Target="../slideLayouts/slideLayout71.xml"/><Relationship Id="rId55" Type="http://schemas.openxmlformats.org/officeDocument/2006/relationships/slideLayout" Target="../slideLayouts/slideLayout76.xml"/><Relationship Id="rId76" Type="http://schemas.openxmlformats.org/officeDocument/2006/relationships/image" Target="../media/image17.png"/><Relationship Id="rId7" Type="http://schemas.openxmlformats.org/officeDocument/2006/relationships/slideLayout" Target="../slideLayouts/slideLayout28.xml"/><Relationship Id="rId71" Type="http://schemas.openxmlformats.org/officeDocument/2006/relationships/slideLayout" Target="../slideLayouts/slideLayout92.xml"/><Relationship Id="rId2" Type="http://schemas.openxmlformats.org/officeDocument/2006/relationships/slideLayout" Target="../slideLayouts/slideLayout23.xml"/><Relationship Id="rId29"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 Type="http://schemas.openxmlformats.org/officeDocument/2006/relationships/slideLayout" Target="../slideLayouts/slideLayout98.xml"/><Relationship Id="rId21" Type="http://schemas.openxmlformats.org/officeDocument/2006/relationships/slideLayout" Target="../slideLayouts/slideLayout116.xml"/><Relationship Id="rId34" Type="http://schemas.openxmlformats.org/officeDocument/2006/relationships/theme" Target="../theme/theme3.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33" Type="http://schemas.openxmlformats.org/officeDocument/2006/relationships/slideLayout" Target="../slideLayouts/slideLayout128.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29" Type="http://schemas.openxmlformats.org/officeDocument/2006/relationships/slideLayout" Target="../slideLayouts/slideLayout12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32" Type="http://schemas.openxmlformats.org/officeDocument/2006/relationships/slideLayout" Target="../slideLayouts/slideLayout127.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slideLayout" Target="../slideLayouts/slideLayout123.xml"/><Relationship Id="rId36" Type="http://schemas.openxmlformats.org/officeDocument/2006/relationships/image" Target="../media/image18.svg"/><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31" Type="http://schemas.openxmlformats.org/officeDocument/2006/relationships/slideLayout" Target="../slideLayouts/slideLayout126.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 Id="rId30" Type="http://schemas.openxmlformats.org/officeDocument/2006/relationships/slideLayout" Target="../slideLayouts/slideLayout125.xml"/><Relationship Id="rId35" Type="http://schemas.openxmlformats.org/officeDocument/2006/relationships/image" Target="../media/image17.png"/><Relationship Id="rId8" Type="http://schemas.openxmlformats.org/officeDocument/2006/relationships/slideLayout" Target="../slideLayouts/slideLayout10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1.xml"/><Relationship Id="rId18" Type="http://schemas.openxmlformats.org/officeDocument/2006/relationships/slideLayout" Target="../slideLayouts/slideLayout146.xml"/><Relationship Id="rId26" Type="http://schemas.openxmlformats.org/officeDocument/2006/relationships/slideLayout" Target="../slideLayouts/slideLayout154.xml"/><Relationship Id="rId39" Type="http://schemas.openxmlformats.org/officeDocument/2006/relationships/slideLayout" Target="../slideLayouts/slideLayout167.xml"/><Relationship Id="rId21" Type="http://schemas.openxmlformats.org/officeDocument/2006/relationships/slideLayout" Target="../slideLayouts/slideLayout149.xml"/><Relationship Id="rId34" Type="http://schemas.openxmlformats.org/officeDocument/2006/relationships/slideLayout" Target="../slideLayouts/slideLayout162.xml"/><Relationship Id="rId42" Type="http://schemas.openxmlformats.org/officeDocument/2006/relationships/image" Target="../media/image16.svg"/><Relationship Id="rId7" Type="http://schemas.openxmlformats.org/officeDocument/2006/relationships/slideLayout" Target="../slideLayouts/slideLayout135.xml"/><Relationship Id="rId2" Type="http://schemas.openxmlformats.org/officeDocument/2006/relationships/slideLayout" Target="../slideLayouts/slideLayout130.xml"/><Relationship Id="rId16" Type="http://schemas.openxmlformats.org/officeDocument/2006/relationships/slideLayout" Target="../slideLayouts/slideLayout144.xml"/><Relationship Id="rId20" Type="http://schemas.openxmlformats.org/officeDocument/2006/relationships/slideLayout" Target="../slideLayouts/slideLayout148.xml"/><Relationship Id="rId29" Type="http://schemas.openxmlformats.org/officeDocument/2006/relationships/slideLayout" Target="../slideLayouts/slideLayout157.xml"/><Relationship Id="rId41" Type="http://schemas.openxmlformats.org/officeDocument/2006/relationships/image" Target="../media/image15.png"/><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24" Type="http://schemas.openxmlformats.org/officeDocument/2006/relationships/slideLayout" Target="../slideLayouts/slideLayout152.xml"/><Relationship Id="rId32" Type="http://schemas.openxmlformats.org/officeDocument/2006/relationships/slideLayout" Target="../slideLayouts/slideLayout160.xml"/><Relationship Id="rId37" Type="http://schemas.openxmlformats.org/officeDocument/2006/relationships/slideLayout" Target="../slideLayouts/slideLayout165.xml"/><Relationship Id="rId40" Type="http://schemas.openxmlformats.org/officeDocument/2006/relationships/theme" Target="../theme/theme4.xml"/><Relationship Id="rId5" Type="http://schemas.openxmlformats.org/officeDocument/2006/relationships/slideLayout" Target="../slideLayouts/slideLayout133.xml"/><Relationship Id="rId15" Type="http://schemas.openxmlformats.org/officeDocument/2006/relationships/slideLayout" Target="../slideLayouts/slideLayout143.xml"/><Relationship Id="rId23" Type="http://schemas.openxmlformats.org/officeDocument/2006/relationships/slideLayout" Target="../slideLayouts/slideLayout151.xml"/><Relationship Id="rId28" Type="http://schemas.openxmlformats.org/officeDocument/2006/relationships/slideLayout" Target="../slideLayouts/slideLayout156.xml"/><Relationship Id="rId36" Type="http://schemas.openxmlformats.org/officeDocument/2006/relationships/slideLayout" Target="../slideLayouts/slideLayout164.xml"/><Relationship Id="rId10" Type="http://schemas.openxmlformats.org/officeDocument/2006/relationships/slideLayout" Target="../slideLayouts/slideLayout138.xml"/><Relationship Id="rId19" Type="http://schemas.openxmlformats.org/officeDocument/2006/relationships/slideLayout" Target="../slideLayouts/slideLayout147.xml"/><Relationship Id="rId31" Type="http://schemas.openxmlformats.org/officeDocument/2006/relationships/slideLayout" Target="../slideLayouts/slideLayout159.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slideLayout" Target="../slideLayouts/slideLayout142.xml"/><Relationship Id="rId22" Type="http://schemas.openxmlformats.org/officeDocument/2006/relationships/slideLayout" Target="../slideLayouts/slideLayout150.xml"/><Relationship Id="rId27" Type="http://schemas.openxmlformats.org/officeDocument/2006/relationships/slideLayout" Target="../slideLayouts/slideLayout155.xml"/><Relationship Id="rId30" Type="http://schemas.openxmlformats.org/officeDocument/2006/relationships/slideLayout" Target="../slideLayouts/slideLayout158.xml"/><Relationship Id="rId35" Type="http://schemas.openxmlformats.org/officeDocument/2006/relationships/slideLayout" Target="../slideLayouts/slideLayout163.xml"/><Relationship Id="rId8" Type="http://schemas.openxmlformats.org/officeDocument/2006/relationships/slideLayout" Target="../slideLayouts/slideLayout136.xml"/><Relationship Id="rId3" Type="http://schemas.openxmlformats.org/officeDocument/2006/relationships/slideLayout" Target="../slideLayouts/slideLayout131.xml"/><Relationship Id="rId12" Type="http://schemas.openxmlformats.org/officeDocument/2006/relationships/slideLayout" Target="../slideLayouts/slideLayout140.xml"/><Relationship Id="rId17" Type="http://schemas.openxmlformats.org/officeDocument/2006/relationships/slideLayout" Target="../slideLayouts/slideLayout145.xml"/><Relationship Id="rId25" Type="http://schemas.openxmlformats.org/officeDocument/2006/relationships/slideLayout" Target="../slideLayouts/slideLayout153.xml"/><Relationship Id="rId33" Type="http://schemas.openxmlformats.org/officeDocument/2006/relationships/slideLayout" Target="../slideLayouts/slideLayout161.xml"/><Relationship Id="rId38" Type="http://schemas.openxmlformats.org/officeDocument/2006/relationships/slideLayout" Target="../slideLayouts/slideLayout16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80.xml"/><Relationship Id="rId18" Type="http://schemas.openxmlformats.org/officeDocument/2006/relationships/slideLayout" Target="../slideLayouts/slideLayout185.xml"/><Relationship Id="rId26" Type="http://schemas.openxmlformats.org/officeDocument/2006/relationships/slideLayout" Target="../slideLayouts/slideLayout193.xml"/><Relationship Id="rId3" Type="http://schemas.openxmlformats.org/officeDocument/2006/relationships/slideLayout" Target="../slideLayouts/slideLayout170.xml"/><Relationship Id="rId21" Type="http://schemas.openxmlformats.org/officeDocument/2006/relationships/slideLayout" Target="../slideLayouts/slideLayout188.xml"/><Relationship Id="rId34" Type="http://schemas.openxmlformats.org/officeDocument/2006/relationships/theme" Target="../theme/theme5.xml"/><Relationship Id="rId7" Type="http://schemas.openxmlformats.org/officeDocument/2006/relationships/slideLayout" Target="../slideLayouts/slideLayout174.xml"/><Relationship Id="rId12" Type="http://schemas.openxmlformats.org/officeDocument/2006/relationships/slideLayout" Target="../slideLayouts/slideLayout179.xml"/><Relationship Id="rId17" Type="http://schemas.openxmlformats.org/officeDocument/2006/relationships/slideLayout" Target="../slideLayouts/slideLayout184.xml"/><Relationship Id="rId25" Type="http://schemas.openxmlformats.org/officeDocument/2006/relationships/slideLayout" Target="../slideLayouts/slideLayout192.xml"/><Relationship Id="rId33" Type="http://schemas.openxmlformats.org/officeDocument/2006/relationships/slideLayout" Target="../slideLayouts/slideLayout200.xml"/><Relationship Id="rId2" Type="http://schemas.openxmlformats.org/officeDocument/2006/relationships/slideLayout" Target="../slideLayouts/slideLayout169.xml"/><Relationship Id="rId16" Type="http://schemas.openxmlformats.org/officeDocument/2006/relationships/slideLayout" Target="../slideLayouts/slideLayout183.xml"/><Relationship Id="rId20" Type="http://schemas.openxmlformats.org/officeDocument/2006/relationships/slideLayout" Target="../slideLayouts/slideLayout187.xml"/><Relationship Id="rId29" Type="http://schemas.openxmlformats.org/officeDocument/2006/relationships/slideLayout" Target="../slideLayouts/slideLayout196.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24" Type="http://schemas.openxmlformats.org/officeDocument/2006/relationships/slideLayout" Target="../slideLayouts/slideLayout191.xml"/><Relationship Id="rId32" Type="http://schemas.openxmlformats.org/officeDocument/2006/relationships/slideLayout" Target="../slideLayouts/slideLayout199.xml"/><Relationship Id="rId5" Type="http://schemas.openxmlformats.org/officeDocument/2006/relationships/slideLayout" Target="../slideLayouts/slideLayout172.xml"/><Relationship Id="rId15" Type="http://schemas.openxmlformats.org/officeDocument/2006/relationships/slideLayout" Target="../slideLayouts/slideLayout182.xml"/><Relationship Id="rId23" Type="http://schemas.openxmlformats.org/officeDocument/2006/relationships/slideLayout" Target="../slideLayouts/slideLayout190.xml"/><Relationship Id="rId28" Type="http://schemas.openxmlformats.org/officeDocument/2006/relationships/slideLayout" Target="../slideLayouts/slideLayout195.xml"/><Relationship Id="rId36" Type="http://schemas.openxmlformats.org/officeDocument/2006/relationships/image" Target="../media/image18.svg"/><Relationship Id="rId10" Type="http://schemas.openxmlformats.org/officeDocument/2006/relationships/slideLayout" Target="../slideLayouts/slideLayout177.xml"/><Relationship Id="rId19" Type="http://schemas.openxmlformats.org/officeDocument/2006/relationships/slideLayout" Target="../slideLayouts/slideLayout186.xml"/><Relationship Id="rId31" Type="http://schemas.openxmlformats.org/officeDocument/2006/relationships/slideLayout" Target="../slideLayouts/slideLayout198.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slideLayout" Target="../slideLayouts/slideLayout181.xml"/><Relationship Id="rId22" Type="http://schemas.openxmlformats.org/officeDocument/2006/relationships/slideLayout" Target="../slideLayouts/slideLayout189.xml"/><Relationship Id="rId27" Type="http://schemas.openxmlformats.org/officeDocument/2006/relationships/slideLayout" Target="../slideLayouts/slideLayout194.xml"/><Relationship Id="rId30" Type="http://schemas.openxmlformats.org/officeDocument/2006/relationships/slideLayout" Target="../slideLayouts/slideLayout197.xml"/><Relationship Id="rId35" Type="http://schemas.openxmlformats.org/officeDocument/2006/relationships/image" Target="../media/image17.png"/><Relationship Id="rId8" Type="http://schemas.openxmlformats.org/officeDocument/2006/relationships/slideLayout" Target="../slideLayouts/slideLayout17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13.xml"/><Relationship Id="rId18" Type="http://schemas.openxmlformats.org/officeDocument/2006/relationships/slideLayout" Target="../slideLayouts/slideLayout218.xml"/><Relationship Id="rId26" Type="http://schemas.openxmlformats.org/officeDocument/2006/relationships/slideLayout" Target="../slideLayouts/slideLayout226.xml"/><Relationship Id="rId3" Type="http://schemas.openxmlformats.org/officeDocument/2006/relationships/slideLayout" Target="../slideLayouts/slideLayout203.xml"/><Relationship Id="rId21" Type="http://schemas.openxmlformats.org/officeDocument/2006/relationships/slideLayout" Target="../slideLayouts/slideLayout221.xml"/><Relationship Id="rId34" Type="http://schemas.openxmlformats.org/officeDocument/2006/relationships/theme" Target="../theme/theme6.xml"/><Relationship Id="rId7" Type="http://schemas.openxmlformats.org/officeDocument/2006/relationships/slideLayout" Target="../slideLayouts/slideLayout207.xml"/><Relationship Id="rId12" Type="http://schemas.openxmlformats.org/officeDocument/2006/relationships/slideLayout" Target="../slideLayouts/slideLayout212.xml"/><Relationship Id="rId17" Type="http://schemas.openxmlformats.org/officeDocument/2006/relationships/slideLayout" Target="../slideLayouts/slideLayout217.xml"/><Relationship Id="rId25" Type="http://schemas.openxmlformats.org/officeDocument/2006/relationships/slideLayout" Target="../slideLayouts/slideLayout225.xml"/><Relationship Id="rId33" Type="http://schemas.openxmlformats.org/officeDocument/2006/relationships/slideLayout" Target="../slideLayouts/slideLayout233.xml"/><Relationship Id="rId2" Type="http://schemas.openxmlformats.org/officeDocument/2006/relationships/slideLayout" Target="../slideLayouts/slideLayout202.xml"/><Relationship Id="rId16" Type="http://schemas.openxmlformats.org/officeDocument/2006/relationships/slideLayout" Target="../slideLayouts/slideLayout216.xml"/><Relationship Id="rId20" Type="http://schemas.openxmlformats.org/officeDocument/2006/relationships/slideLayout" Target="../slideLayouts/slideLayout220.xml"/><Relationship Id="rId29" Type="http://schemas.openxmlformats.org/officeDocument/2006/relationships/slideLayout" Target="../slideLayouts/slideLayout229.xml"/><Relationship Id="rId1" Type="http://schemas.openxmlformats.org/officeDocument/2006/relationships/slideLayout" Target="../slideLayouts/slideLayout201.xml"/><Relationship Id="rId6" Type="http://schemas.openxmlformats.org/officeDocument/2006/relationships/slideLayout" Target="../slideLayouts/slideLayout206.xml"/><Relationship Id="rId11" Type="http://schemas.openxmlformats.org/officeDocument/2006/relationships/slideLayout" Target="../slideLayouts/slideLayout211.xml"/><Relationship Id="rId24" Type="http://schemas.openxmlformats.org/officeDocument/2006/relationships/slideLayout" Target="../slideLayouts/slideLayout224.xml"/><Relationship Id="rId32" Type="http://schemas.openxmlformats.org/officeDocument/2006/relationships/slideLayout" Target="../slideLayouts/slideLayout232.xml"/><Relationship Id="rId5" Type="http://schemas.openxmlformats.org/officeDocument/2006/relationships/slideLayout" Target="../slideLayouts/slideLayout205.xml"/><Relationship Id="rId15" Type="http://schemas.openxmlformats.org/officeDocument/2006/relationships/slideLayout" Target="../slideLayouts/slideLayout215.xml"/><Relationship Id="rId23" Type="http://schemas.openxmlformats.org/officeDocument/2006/relationships/slideLayout" Target="../slideLayouts/slideLayout223.xml"/><Relationship Id="rId28" Type="http://schemas.openxmlformats.org/officeDocument/2006/relationships/slideLayout" Target="../slideLayouts/slideLayout228.xml"/><Relationship Id="rId36" Type="http://schemas.openxmlformats.org/officeDocument/2006/relationships/image" Target="../media/image67.svg"/><Relationship Id="rId10" Type="http://schemas.openxmlformats.org/officeDocument/2006/relationships/slideLayout" Target="../slideLayouts/slideLayout210.xml"/><Relationship Id="rId19" Type="http://schemas.openxmlformats.org/officeDocument/2006/relationships/slideLayout" Target="../slideLayouts/slideLayout219.xml"/><Relationship Id="rId31" Type="http://schemas.openxmlformats.org/officeDocument/2006/relationships/slideLayout" Target="../slideLayouts/slideLayout231.xml"/><Relationship Id="rId4" Type="http://schemas.openxmlformats.org/officeDocument/2006/relationships/slideLayout" Target="../slideLayouts/slideLayout204.xml"/><Relationship Id="rId9" Type="http://schemas.openxmlformats.org/officeDocument/2006/relationships/slideLayout" Target="../slideLayouts/slideLayout209.xml"/><Relationship Id="rId14" Type="http://schemas.openxmlformats.org/officeDocument/2006/relationships/slideLayout" Target="../slideLayouts/slideLayout214.xml"/><Relationship Id="rId22" Type="http://schemas.openxmlformats.org/officeDocument/2006/relationships/slideLayout" Target="../slideLayouts/slideLayout222.xml"/><Relationship Id="rId27" Type="http://schemas.openxmlformats.org/officeDocument/2006/relationships/slideLayout" Target="../slideLayouts/slideLayout227.xml"/><Relationship Id="rId30" Type="http://schemas.openxmlformats.org/officeDocument/2006/relationships/slideLayout" Target="../slideLayouts/slideLayout230.xml"/><Relationship Id="rId35" Type="http://schemas.openxmlformats.org/officeDocument/2006/relationships/image" Target="../media/image66.png"/><Relationship Id="rId8" Type="http://schemas.openxmlformats.org/officeDocument/2006/relationships/slideLayout" Target="../slideLayouts/slideLayout208.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236.xml"/><Relationship Id="rId7" Type="http://schemas.openxmlformats.org/officeDocument/2006/relationships/slideLayout" Target="../slideLayouts/slideLayout240.xml"/><Relationship Id="rId2" Type="http://schemas.openxmlformats.org/officeDocument/2006/relationships/slideLayout" Target="../slideLayouts/slideLayout235.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5" Type="http://schemas.openxmlformats.org/officeDocument/2006/relationships/slideLayout" Target="../slideLayouts/slideLayout238.xml"/><Relationship Id="rId10" Type="http://schemas.openxmlformats.org/officeDocument/2006/relationships/image" Target="../media/image18.svg"/><Relationship Id="rId4" Type="http://schemas.openxmlformats.org/officeDocument/2006/relationships/slideLayout" Target="../slideLayouts/slideLayout237.xml"/><Relationship Id="rId9" Type="http://schemas.openxmlformats.org/officeDocument/2006/relationships/image" Target="../media/image17.png"/></Relationships>
</file>

<file path=ppt/slideMasters/_rels/slideMaster8.xml.rels><?xml version="1.0" encoding="UTF-8" standalone="yes"?>
<Relationships xmlns="http://schemas.openxmlformats.org/package/2006/relationships"><Relationship Id="rId117" Type="http://schemas.openxmlformats.org/officeDocument/2006/relationships/slideLayout" Target="../slideLayouts/slideLayout357.xml"/><Relationship Id="rId21" Type="http://schemas.openxmlformats.org/officeDocument/2006/relationships/slideLayout" Target="../slideLayouts/slideLayout261.xml"/><Relationship Id="rId42" Type="http://schemas.openxmlformats.org/officeDocument/2006/relationships/slideLayout" Target="../slideLayouts/slideLayout282.xml"/><Relationship Id="rId63" Type="http://schemas.openxmlformats.org/officeDocument/2006/relationships/slideLayout" Target="../slideLayouts/slideLayout303.xml"/><Relationship Id="rId84" Type="http://schemas.openxmlformats.org/officeDocument/2006/relationships/slideLayout" Target="../slideLayouts/slideLayout324.xml"/><Relationship Id="rId138" Type="http://schemas.openxmlformats.org/officeDocument/2006/relationships/slideLayout" Target="../slideLayouts/slideLayout378.xml"/><Relationship Id="rId16" Type="http://schemas.openxmlformats.org/officeDocument/2006/relationships/slideLayout" Target="../slideLayouts/slideLayout256.xml"/><Relationship Id="rId107" Type="http://schemas.openxmlformats.org/officeDocument/2006/relationships/slideLayout" Target="../slideLayouts/slideLayout347.xml"/><Relationship Id="rId11" Type="http://schemas.openxmlformats.org/officeDocument/2006/relationships/slideLayout" Target="../slideLayouts/slideLayout251.xml"/><Relationship Id="rId32" Type="http://schemas.openxmlformats.org/officeDocument/2006/relationships/slideLayout" Target="../slideLayouts/slideLayout272.xml"/><Relationship Id="rId37" Type="http://schemas.openxmlformats.org/officeDocument/2006/relationships/slideLayout" Target="../slideLayouts/slideLayout277.xml"/><Relationship Id="rId53" Type="http://schemas.openxmlformats.org/officeDocument/2006/relationships/slideLayout" Target="../slideLayouts/slideLayout293.xml"/><Relationship Id="rId58" Type="http://schemas.openxmlformats.org/officeDocument/2006/relationships/slideLayout" Target="../slideLayouts/slideLayout298.xml"/><Relationship Id="rId74" Type="http://schemas.openxmlformats.org/officeDocument/2006/relationships/slideLayout" Target="../slideLayouts/slideLayout314.xml"/><Relationship Id="rId79" Type="http://schemas.openxmlformats.org/officeDocument/2006/relationships/slideLayout" Target="../slideLayouts/slideLayout319.xml"/><Relationship Id="rId102" Type="http://schemas.openxmlformats.org/officeDocument/2006/relationships/slideLayout" Target="../slideLayouts/slideLayout342.xml"/><Relationship Id="rId123" Type="http://schemas.openxmlformats.org/officeDocument/2006/relationships/slideLayout" Target="../slideLayouts/slideLayout363.xml"/><Relationship Id="rId128" Type="http://schemas.openxmlformats.org/officeDocument/2006/relationships/slideLayout" Target="../slideLayouts/slideLayout368.xml"/><Relationship Id="rId5" Type="http://schemas.openxmlformats.org/officeDocument/2006/relationships/slideLayout" Target="../slideLayouts/slideLayout245.xml"/><Relationship Id="rId90" Type="http://schemas.openxmlformats.org/officeDocument/2006/relationships/slideLayout" Target="../slideLayouts/slideLayout330.xml"/><Relationship Id="rId95" Type="http://schemas.openxmlformats.org/officeDocument/2006/relationships/slideLayout" Target="../slideLayouts/slideLayout335.xml"/><Relationship Id="rId22" Type="http://schemas.openxmlformats.org/officeDocument/2006/relationships/slideLayout" Target="../slideLayouts/slideLayout262.xml"/><Relationship Id="rId27" Type="http://schemas.openxmlformats.org/officeDocument/2006/relationships/slideLayout" Target="../slideLayouts/slideLayout267.xml"/><Relationship Id="rId43" Type="http://schemas.openxmlformats.org/officeDocument/2006/relationships/slideLayout" Target="../slideLayouts/slideLayout283.xml"/><Relationship Id="rId48" Type="http://schemas.openxmlformats.org/officeDocument/2006/relationships/slideLayout" Target="../slideLayouts/slideLayout288.xml"/><Relationship Id="rId64" Type="http://schemas.openxmlformats.org/officeDocument/2006/relationships/slideLayout" Target="../slideLayouts/slideLayout304.xml"/><Relationship Id="rId69" Type="http://schemas.openxmlformats.org/officeDocument/2006/relationships/slideLayout" Target="../slideLayouts/slideLayout309.xml"/><Relationship Id="rId113" Type="http://schemas.openxmlformats.org/officeDocument/2006/relationships/slideLayout" Target="../slideLayouts/slideLayout353.xml"/><Relationship Id="rId118" Type="http://schemas.openxmlformats.org/officeDocument/2006/relationships/slideLayout" Target="../slideLayouts/slideLayout358.xml"/><Relationship Id="rId134" Type="http://schemas.openxmlformats.org/officeDocument/2006/relationships/slideLayout" Target="../slideLayouts/slideLayout374.xml"/><Relationship Id="rId139" Type="http://schemas.openxmlformats.org/officeDocument/2006/relationships/theme" Target="../theme/theme8.xml"/><Relationship Id="rId80" Type="http://schemas.openxmlformats.org/officeDocument/2006/relationships/slideLayout" Target="../slideLayouts/slideLayout320.xml"/><Relationship Id="rId85" Type="http://schemas.openxmlformats.org/officeDocument/2006/relationships/slideLayout" Target="../slideLayouts/slideLayout325.xml"/><Relationship Id="rId12" Type="http://schemas.openxmlformats.org/officeDocument/2006/relationships/slideLayout" Target="../slideLayouts/slideLayout252.xml"/><Relationship Id="rId17" Type="http://schemas.openxmlformats.org/officeDocument/2006/relationships/slideLayout" Target="../slideLayouts/slideLayout257.xml"/><Relationship Id="rId33" Type="http://schemas.openxmlformats.org/officeDocument/2006/relationships/slideLayout" Target="../slideLayouts/slideLayout273.xml"/><Relationship Id="rId38" Type="http://schemas.openxmlformats.org/officeDocument/2006/relationships/slideLayout" Target="../slideLayouts/slideLayout278.xml"/><Relationship Id="rId59" Type="http://schemas.openxmlformats.org/officeDocument/2006/relationships/slideLayout" Target="../slideLayouts/slideLayout299.xml"/><Relationship Id="rId103" Type="http://schemas.openxmlformats.org/officeDocument/2006/relationships/slideLayout" Target="../slideLayouts/slideLayout343.xml"/><Relationship Id="rId108" Type="http://schemas.openxmlformats.org/officeDocument/2006/relationships/slideLayout" Target="../slideLayouts/slideLayout348.xml"/><Relationship Id="rId124" Type="http://schemas.openxmlformats.org/officeDocument/2006/relationships/slideLayout" Target="../slideLayouts/slideLayout364.xml"/><Relationship Id="rId129" Type="http://schemas.openxmlformats.org/officeDocument/2006/relationships/slideLayout" Target="../slideLayouts/slideLayout369.xml"/><Relationship Id="rId54" Type="http://schemas.openxmlformats.org/officeDocument/2006/relationships/slideLayout" Target="../slideLayouts/slideLayout294.xml"/><Relationship Id="rId70" Type="http://schemas.openxmlformats.org/officeDocument/2006/relationships/slideLayout" Target="../slideLayouts/slideLayout310.xml"/><Relationship Id="rId75" Type="http://schemas.openxmlformats.org/officeDocument/2006/relationships/slideLayout" Target="../slideLayouts/slideLayout315.xml"/><Relationship Id="rId91" Type="http://schemas.openxmlformats.org/officeDocument/2006/relationships/slideLayout" Target="../slideLayouts/slideLayout331.xml"/><Relationship Id="rId96" Type="http://schemas.openxmlformats.org/officeDocument/2006/relationships/slideLayout" Target="../slideLayouts/slideLayout336.xml"/><Relationship Id="rId140" Type="http://schemas.openxmlformats.org/officeDocument/2006/relationships/image" Target="../media/image79.png"/><Relationship Id="rId1" Type="http://schemas.openxmlformats.org/officeDocument/2006/relationships/slideLayout" Target="../slideLayouts/slideLayout241.xml"/><Relationship Id="rId6" Type="http://schemas.openxmlformats.org/officeDocument/2006/relationships/slideLayout" Target="../slideLayouts/slideLayout246.xml"/><Relationship Id="rId23" Type="http://schemas.openxmlformats.org/officeDocument/2006/relationships/slideLayout" Target="../slideLayouts/slideLayout263.xml"/><Relationship Id="rId28" Type="http://schemas.openxmlformats.org/officeDocument/2006/relationships/slideLayout" Target="../slideLayouts/slideLayout268.xml"/><Relationship Id="rId49" Type="http://schemas.openxmlformats.org/officeDocument/2006/relationships/slideLayout" Target="../slideLayouts/slideLayout289.xml"/><Relationship Id="rId114" Type="http://schemas.openxmlformats.org/officeDocument/2006/relationships/slideLayout" Target="../slideLayouts/slideLayout354.xml"/><Relationship Id="rId119" Type="http://schemas.openxmlformats.org/officeDocument/2006/relationships/slideLayout" Target="../slideLayouts/slideLayout359.xml"/><Relationship Id="rId44" Type="http://schemas.openxmlformats.org/officeDocument/2006/relationships/slideLayout" Target="../slideLayouts/slideLayout284.xml"/><Relationship Id="rId60" Type="http://schemas.openxmlformats.org/officeDocument/2006/relationships/slideLayout" Target="../slideLayouts/slideLayout300.xml"/><Relationship Id="rId65" Type="http://schemas.openxmlformats.org/officeDocument/2006/relationships/slideLayout" Target="../slideLayouts/slideLayout305.xml"/><Relationship Id="rId81" Type="http://schemas.openxmlformats.org/officeDocument/2006/relationships/slideLayout" Target="../slideLayouts/slideLayout321.xml"/><Relationship Id="rId86" Type="http://schemas.openxmlformats.org/officeDocument/2006/relationships/slideLayout" Target="../slideLayouts/slideLayout326.xml"/><Relationship Id="rId130" Type="http://schemas.openxmlformats.org/officeDocument/2006/relationships/slideLayout" Target="../slideLayouts/slideLayout370.xml"/><Relationship Id="rId135" Type="http://schemas.openxmlformats.org/officeDocument/2006/relationships/slideLayout" Target="../slideLayouts/slideLayout375.xml"/><Relationship Id="rId13" Type="http://schemas.openxmlformats.org/officeDocument/2006/relationships/slideLayout" Target="../slideLayouts/slideLayout253.xml"/><Relationship Id="rId18" Type="http://schemas.openxmlformats.org/officeDocument/2006/relationships/slideLayout" Target="../slideLayouts/slideLayout258.xml"/><Relationship Id="rId39" Type="http://schemas.openxmlformats.org/officeDocument/2006/relationships/slideLayout" Target="../slideLayouts/slideLayout279.xml"/><Relationship Id="rId109" Type="http://schemas.openxmlformats.org/officeDocument/2006/relationships/slideLayout" Target="../slideLayouts/slideLayout349.xml"/><Relationship Id="rId34" Type="http://schemas.openxmlformats.org/officeDocument/2006/relationships/slideLayout" Target="../slideLayouts/slideLayout274.xml"/><Relationship Id="rId50" Type="http://schemas.openxmlformats.org/officeDocument/2006/relationships/slideLayout" Target="../slideLayouts/slideLayout290.xml"/><Relationship Id="rId55" Type="http://schemas.openxmlformats.org/officeDocument/2006/relationships/slideLayout" Target="../slideLayouts/slideLayout295.xml"/><Relationship Id="rId76" Type="http://schemas.openxmlformats.org/officeDocument/2006/relationships/slideLayout" Target="../slideLayouts/slideLayout316.xml"/><Relationship Id="rId97" Type="http://schemas.openxmlformats.org/officeDocument/2006/relationships/slideLayout" Target="../slideLayouts/slideLayout337.xml"/><Relationship Id="rId104" Type="http://schemas.openxmlformats.org/officeDocument/2006/relationships/slideLayout" Target="../slideLayouts/slideLayout344.xml"/><Relationship Id="rId120" Type="http://schemas.openxmlformats.org/officeDocument/2006/relationships/slideLayout" Target="../slideLayouts/slideLayout360.xml"/><Relationship Id="rId125" Type="http://schemas.openxmlformats.org/officeDocument/2006/relationships/slideLayout" Target="../slideLayouts/slideLayout365.xml"/><Relationship Id="rId7" Type="http://schemas.openxmlformats.org/officeDocument/2006/relationships/slideLayout" Target="../slideLayouts/slideLayout247.xml"/><Relationship Id="rId71" Type="http://schemas.openxmlformats.org/officeDocument/2006/relationships/slideLayout" Target="../slideLayouts/slideLayout311.xml"/><Relationship Id="rId92" Type="http://schemas.openxmlformats.org/officeDocument/2006/relationships/slideLayout" Target="../slideLayouts/slideLayout332.xml"/><Relationship Id="rId2" Type="http://schemas.openxmlformats.org/officeDocument/2006/relationships/slideLayout" Target="../slideLayouts/slideLayout242.xml"/><Relationship Id="rId29" Type="http://schemas.openxmlformats.org/officeDocument/2006/relationships/slideLayout" Target="../slideLayouts/slideLayout269.xml"/><Relationship Id="rId24" Type="http://schemas.openxmlformats.org/officeDocument/2006/relationships/slideLayout" Target="../slideLayouts/slideLayout264.xml"/><Relationship Id="rId40" Type="http://schemas.openxmlformats.org/officeDocument/2006/relationships/slideLayout" Target="../slideLayouts/slideLayout280.xml"/><Relationship Id="rId45" Type="http://schemas.openxmlformats.org/officeDocument/2006/relationships/slideLayout" Target="../slideLayouts/slideLayout285.xml"/><Relationship Id="rId66" Type="http://schemas.openxmlformats.org/officeDocument/2006/relationships/slideLayout" Target="../slideLayouts/slideLayout306.xml"/><Relationship Id="rId87" Type="http://schemas.openxmlformats.org/officeDocument/2006/relationships/slideLayout" Target="../slideLayouts/slideLayout327.xml"/><Relationship Id="rId110" Type="http://schemas.openxmlformats.org/officeDocument/2006/relationships/slideLayout" Target="../slideLayouts/slideLayout350.xml"/><Relationship Id="rId115" Type="http://schemas.openxmlformats.org/officeDocument/2006/relationships/slideLayout" Target="../slideLayouts/slideLayout355.xml"/><Relationship Id="rId131" Type="http://schemas.openxmlformats.org/officeDocument/2006/relationships/slideLayout" Target="../slideLayouts/slideLayout371.xml"/><Relationship Id="rId136" Type="http://schemas.openxmlformats.org/officeDocument/2006/relationships/slideLayout" Target="../slideLayouts/slideLayout376.xml"/><Relationship Id="rId61" Type="http://schemas.openxmlformats.org/officeDocument/2006/relationships/slideLayout" Target="../slideLayouts/slideLayout301.xml"/><Relationship Id="rId82" Type="http://schemas.openxmlformats.org/officeDocument/2006/relationships/slideLayout" Target="../slideLayouts/slideLayout322.xml"/><Relationship Id="rId19" Type="http://schemas.openxmlformats.org/officeDocument/2006/relationships/slideLayout" Target="../slideLayouts/slideLayout259.xml"/><Relationship Id="rId14" Type="http://schemas.openxmlformats.org/officeDocument/2006/relationships/slideLayout" Target="../slideLayouts/slideLayout254.xml"/><Relationship Id="rId30" Type="http://schemas.openxmlformats.org/officeDocument/2006/relationships/slideLayout" Target="../slideLayouts/slideLayout270.xml"/><Relationship Id="rId35" Type="http://schemas.openxmlformats.org/officeDocument/2006/relationships/slideLayout" Target="../slideLayouts/slideLayout275.xml"/><Relationship Id="rId56" Type="http://schemas.openxmlformats.org/officeDocument/2006/relationships/slideLayout" Target="../slideLayouts/slideLayout296.xml"/><Relationship Id="rId77" Type="http://schemas.openxmlformats.org/officeDocument/2006/relationships/slideLayout" Target="../slideLayouts/slideLayout317.xml"/><Relationship Id="rId100" Type="http://schemas.openxmlformats.org/officeDocument/2006/relationships/slideLayout" Target="../slideLayouts/slideLayout340.xml"/><Relationship Id="rId105" Type="http://schemas.openxmlformats.org/officeDocument/2006/relationships/slideLayout" Target="../slideLayouts/slideLayout345.xml"/><Relationship Id="rId126" Type="http://schemas.openxmlformats.org/officeDocument/2006/relationships/slideLayout" Target="../slideLayouts/slideLayout366.xml"/><Relationship Id="rId8" Type="http://schemas.openxmlformats.org/officeDocument/2006/relationships/slideLayout" Target="../slideLayouts/slideLayout248.xml"/><Relationship Id="rId51" Type="http://schemas.openxmlformats.org/officeDocument/2006/relationships/slideLayout" Target="../slideLayouts/slideLayout291.xml"/><Relationship Id="rId72" Type="http://schemas.openxmlformats.org/officeDocument/2006/relationships/slideLayout" Target="../slideLayouts/slideLayout312.xml"/><Relationship Id="rId93" Type="http://schemas.openxmlformats.org/officeDocument/2006/relationships/slideLayout" Target="../slideLayouts/slideLayout333.xml"/><Relationship Id="rId98" Type="http://schemas.openxmlformats.org/officeDocument/2006/relationships/slideLayout" Target="../slideLayouts/slideLayout338.xml"/><Relationship Id="rId121" Type="http://schemas.openxmlformats.org/officeDocument/2006/relationships/slideLayout" Target="../slideLayouts/slideLayout361.xml"/><Relationship Id="rId3" Type="http://schemas.openxmlformats.org/officeDocument/2006/relationships/slideLayout" Target="../slideLayouts/slideLayout243.xml"/><Relationship Id="rId25" Type="http://schemas.openxmlformats.org/officeDocument/2006/relationships/slideLayout" Target="../slideLayouts/slideLayout265.xml"/><Relationship Id="rId46" Type="http://schemas.openxmlformats.org/officeDocument/2006/relationships/slideLayout" Target="../slideLayouts/slideLayout286.xml"/><Relationship Id="rId67" Type="http://schemas.openxmlformats.org/officeDocument/2006/relationships/slideLayout" Target="../slideLayouts/slideLayout307.xml"/><Relationship Id="rId116" Type="http://schemas.openxmlformats.org/officeDocument/2006/relationships/slideLayout" Target="../slideLayouts/slideLayout356.xml"/><Relationship Id="rId137" Type="http://schemas.openxmlformats.org/officeDocument/2006/relationships/slideLayout" Target="../slideLayouts/slideLayout377.xml"/><Relationship Id="rId20" Type="http://schemas.openxmlformats.org/officeDocument/2006/relationships/slideLayout" Target="../slideLayouts/slideLayout260.xml"/><Relationship Id="rId41" Type="http://schemas.openxmlformats.org/officeDocument/2006/relationships/slideLayout" Target="../slideLayouts/slideLayout281.xml"/><Relationship Id="rId62" Type="http://schemas.openxmlformats.org/officeDocument/2006/relationships/slideLayout" Target="../slideLayouts/slideLayout302.xml"/><Relationship Id="rId83" Type="http://schemas.openxmlformats.org/officeDocument/2006/relationships/slideLayout" Target="../slideLayouts/slideLayout323.xml"/><Relationship Id="rId88" Type="http://schemas.openxmlformats.org/officeDocument/2006/relationships/slideLayout" Target="../slideLayouts/slideLayout328.xml"/><Relationship Id="rId111" Type="http://schemas.openxmlformats.org/officeDocument/2006/relationships/slideLayout" Target="../slideLayouts/slideLayout351.xml"/><Relationship Id="rId132" Type="http://schemas.openxmlformats.org/officeDocument/2006/relationships/slideLayout" Target="../slideLayouts/slideLayout372.xml"/><Relationship Id="rId15" Type="http://schemas.openxmlformats.org/officeDocument/2006/relationships/slideLayout" Target="../slideLayouts/slideLayout255.xml"/><Relationship Id="rId36" Type="http://schemas.openxmlformats.org/officeDocument/2006/relationships/slideLayout" Target="../slideLayouts/slideLayout276.xml"/><Relationship Id="rId57" Type="http://schemas.openxmlformats.org/officeDocument/2006/relationships/slideLayout" Target="../slideLayouts/slideLayout297.xml"/><Relationship Id="rId106" Type="http://schemas.openxmlformats.org/officeDocument/2006/relationships/slideLayout" Target="../slideLayouts/slideLayout346.xml"/><Relationship Id="rId127" Type="http://schemas.openxmlformats.org/officeDocument/2006/relationships/slideLayout" Target="../slideLayouts/slideLayout367.xml"/><Relationship Id="rId10" Type="http://schemas.openxmlformats.org/officeDocument/2006/relationships/slideLayout" Target="../slideLayouts/slideLayout250.xml"/><Relationship Id="rId31" Type="http://schemas.openxmlformats.org/officeDocument/2006/relationships/slideLayout" Target="../slideLayouts/slideLayout271.xml"/><Relationship Id="rId52" Type="http://schemas.openxmlformats.org/officeDocument/2006/relationships/slideLayout" Target="../slideLayouts/slideLayout292.xml"/><Relationship Id="rId73" Type="http://schemas.openxmlformats.org/officeDocument/2006/relationships/slideLayout" Target="../slideLayouts/slideLayout313.xml"/><Relationship Id="rId78" Type="http://schemas.openxmlformats.org/officeDocument/2006/relationships/slideLayout" Target="../slideLayouts/slideLayout318.xml"/><Relationship Id="rId94" Type="http://schemas.openxmlformats.org/officeDocument/2006/relationships/slideLayout" Target="../slideLayouts/slideLayout334.xml"/><Relationship Id="rId99" Type="http://schemas.openxmlformats.org/officeDocument/2006/relationships/slideLayout" Target="../slideLayouts/slideLayout339.xml"/><Relationship Id="rId101" Type="http://schemas.openxmlformats.org/officeDocument/2006/relationships/slideLayout" Target="../slideLayouts/slideLayout341.xml"/><Relationship Id="rId122" Type="http://schemas.openxmlformats.org/officeDocument/2006/relationships/slideLayout" Target="../slideLayouts/slideLayout362.xml"/><Relationship Id="rId4" Type="http://schemas.openxmlformats.org/officeDocument/2006/relationships/slideLayout" Target="../slideLayouts/slideLayout244.xml"/><Relationship Id="rId9" Type="http://schemas.openxmlformats.org/officeDocument/2006/relationships/slideLayout" Target="../slideLayouts/slideLayout249.xml"/><Relationship Id="rId26" Type="http://schemas.openxmlformats.org/officeDocument/2006/relationships/slideLayout" Target="../slideLayouts/slideLayout266.xml"/><Relationship Id="rId47" Type="http://schemas.openxmlformats.org/officeDocument/2006/relationships/slideLayout" Target="../slideLayouts/slideLayout287.xml"/><Relationship Id="rId68" Type="http://schemas.openxmlformats.org/officeDocument/2006/relationships/slideLayout" Target="../slideLayouts/slideLayout308.xml"/><Relationship Id="rId89" Type="http://schemas.openxmlformats.org/officeDocument/2006/relationships/slideLayout" Target="../slideLayouts/slideLayout329.xml"/><Relationship Id="rId112" Type="http://schemas.openxmlformats.org/officeDocument/2006/relationships/slideLayout" Target="../slideLayouts/slideLayout352.xml"/><Relationship Id="rId133" Type="http://schemas.openxmlformats.org/officeDocument/2006/relationships/slideLayout" Target="../slideLayouts/slideLayout373.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91.xml"/><Relationship Id="rId18" Type="http://schemas.openxmlformats.org/officeDocument/2006/relationships/slideLayout" Target="../slideLayouts/slideLayout396.xml"/><Relationship Id="rId26" Type="http://schemas.openxmlformats.org/officeDocument/2006/relationships/slideLayout" Target="../slideLayouts/slideLayout404.xml"/><Relationship Id="rId39" Type="http://schemas.openxmlformats.org/officeDocument/2006/relationships/slideLayout" Target="../slideLayouts/slideLayout417.xml"/><Relationship Id="rId21" Type="http://schemas.openxmlformats.org/officeDocument/2006/relationships/slideLayout" Target="../slideLayouts/slideLayout399.xml"/><Relationship Id="rId34" Type="http://schemas.openxmlformats.org/officeDocument/2006/relationships/slideLayout" Target="../slideLayouts/slideLayout412.xml"/><Relationship Id="rId42" Type="http://schemas.openxmlformats.org/officeDocument/2006/relationships/slideLayout" Target="../slideLayouts/slideLayout420.xml"/><Relationship Id="rId47" Type="http://schemas.openxmlformats.org/officeDocument/2006/relationships/slideLayout" Target="../slideLayouts/slideLayout425.xml"/><Relationship Id="rId50" Type="http://schemas.openxmlformats.org/officeDocument/2006/relationships/theme" Target="../theme/theme9.xml"/><Relationship Id="rId7" Type="http://schemas.openxmlformats.org/officeDocument/2006/relationships/slideLayout" Target="../slideLayouts/slideLayout385.xml"/><Relationship Id="rId2" Type="http://schemas.openxmlformats.org/officeDocument/2006/relationships/slideLayout" Target="../slideLayouts/slideLayout380.xml"/><Relationship Id="rId16" Type="http://schemas.openxmlformats.org/officeDocument/2006/relationships/slideLayout" Target="../slideLayouts/slideLayout394.xml"/><Relationship Id="rId29" Type="http://schemas.openxmlformats.org/officeDocument/2006/relationships/slideLayout" Target="../slideLayouts/slideLayout407.xml"/><Relationship Id="rId11" Type="http://schemas.openxmlformats.org/officeDocument/2006/relationships/slideLayout" Target="../slideLayouts/slideLayout389.xml"/><Relationship Id="rId24" Type="http://schemas.openxmlformats.org/officeDocument/2006/relationships/slideLayout" Target="../slideLayouts/slideLayout402.xml"/><Relationship Id="rId32" Type="http://schemas.openxmlformats.org/officeDocument/2006/relationships/slideLayout" Target="../slideLayouts/slideLayout410.xml"/><Relationship Id="rId37" Type="http://schemas.openxmlformats.org/officeDocument/2006/relationships/slideLayout" Target="../slideLayouts/slideLayout415.xml"/><Relationship Id="rId40" Type="http://schemas.openxmlformats.org/officeDocument/2006/relationships/slideLayout" Target="../slideLayouts/slideLayout418.xml"/><Relationship Id="rId45" Type="http://schemas.openxmlformats.org/officeDocument/2006/relationships/slideLayout" Target="../slideLayouts/slideLayout423.xml"/><Relationship Id="rId5" Type="http://schemas.openxmlformats.org/officeDocument/2006/relationships/slideLayout" Target="../slideLayouts/slideLayout383.xml"/><Relationship Id="rId15" Type="http://schemas.openxmlformats.org/officeDocument/2006/relationships/slideLayout" Target="../slideLayouts/slideLayout393.xml"/><Relationship Id="rId23" Type="http://schemas.openxmlformats.org/officeDocument/2006/relationships/slideLayout" Target="../slideLayouts/slideLayout401.xml"/><Relationship Id="rId28" Type="http://schemas.openxmlformats.org/officeDocument/2006/relationships/slideLayout" Target="../slideLayouts/slideLayout406.xml"/><Relationship Id="rId36" Type="http://schemas.openxmlformats.org/officeDocument/2006/relationships/slideLayout" Target="../slideLayouts/slideLayout414.xml"/><Relationship Id="rId49" Type="http://schemas.openxmlformats.org/officeDocument/2006/relationships/slideLayout" Target="../slideLayouts/slideLayout427.xml"/><Relationship Id="rId10" Type="http://schemas.openxmlformats.org/officeDocument/2006/relationships/slideLayout" Target="../slideLayouts/slideLayout388.xml"/><Relationship Id="rId19" Type="http://schemas.openxmlformats.org/officeDocument/2006/relationships/slideLayout" Target="../slideLayouts/slideLayout397.xml"/><Relationship Id="rId31" Type="http://schemas.openxmlformats.org/officeDocument/2006/relationships/slideLayout" Target="../slideLayouts/slideLayout409.xml"/><Relationship Id="rId44" Type="http://schemas.openxmlformats.org/officeDocument/2006/relationships/slideLayout" Target="../slideLayouts/slideLayout422.xml"/><Relationship Id="rId52" Type="http://schemas.openxmlformats.org/officeDocument/2006/relationships/image" Target="../media/image18.svg"/><Relationship Id="rId4" Type="http://schemas.openxmlformats.org/officeDocument/2006/relationships/slideLayout" Target="../slideLayouts/slideLayout382.xml"/><Relationship Id="rId9" Type="http://schemas.openxmlformats.org/officeDocument/2006/relationships/slideLayout" Target="../slideLayouts/slideLayout387.xml"/><Relationship Id="rId14" Type="http://schemas.openxmlformats.org/officeDocument/2006/relationships/slideLayout" Target="../slideLayouts/slideLayout392.xml"/><Relationship Id="rId22" Type="http://schemas.openxmlformats.org/officeDocument/2006/relationships/slideLayout" Target="../slideLayouts/slideLayout400.xml"/><Relationship Id="rId27" Type="http://schemas.openxmlformats.org/officeDocument/2006/relationships/slideLayout" Target="../slideLayouts/slideLayout405.xml"/><Relationship Id="rId30" Type="http://schemas.openxmlformats.org/officeDocument/2006/relationships/slideLayout" Target="../slideLayouts/slideLayout408.xml"/><Relationship Id="rId35" Type="http://schemas.openxmlformats.org/officeDocument/2006/relationships/slideLayout" Target="../slideLayouts/slideLayout413.xml"/><Relationship Id="rId43" Type="http://schemas.openxmlformats.org/officeDocument/2006/relationships/slideLayout" Target="../slideLayouts/slideLayout421.xml"/><Relationship Id="rId48" Type="http://schemas.openxmlformats.org/officeDocument/2006/relationships/slideLayout" Target="../slideLayouts/slideLayout426.xml"/><Relationship Id="rId8" Type="http://schemas.openxmlformats.org/officeDocument/2006/relationships/slideLayout" Target="../slideLayouts/slideLayout386.xml"/><Relationship Id="rId51" Type="http://schemas.openxmlformats.org/officeDocument/2006/relationships/image" Target="../media/image17.png"/><Relationship Id="rId3" Type="http://schemas.openxmlformats.org/officeDocument/2006/relationships/slideLayout" Target="../slideLayouts/slideLayout381.xml"/><Relationship Id="rId12" Type="http://schemas.openxmlformats.org/officeDocument/2006/relationships/slideLayout" Target="../slideLayouts/slideLayout390.xml"/><Relationship Id="rId17" Type="http://schemas.openxmlformats.org/officeDocument/2006/relationships/slideLayout" Target="../slideLayouts/slideLayout395.xml"/><Relationship Id="rId25" Type="http://schemas.openxmlformats.org/officeDocument/2006/relationships/slideLayout" Target="../slideLayouts/slideLayout403.xml"/><Relationship Id="rId33" Type="http://schemas.openxmlformats.org/officeDocument/2006/relationships/slideLayout" Target="../slideLayouts/slideLayout411.xml"/><Relationship Id="rId38" Type="http://schemas.openxmlformats.org/officeDocument/2006/relationships/slideLayout" Target="../slideLayouts/slideLayout416.xml"/><Relationship Id="rId46" Type="http://schemas.openxmlformats.org/officeDocument/2006/relationships/slideLayout" Target="../slideLayouts/slideLayout424.xml"/><Relationship Id="rId20" Type="http://schemas.openxmlformats.org/officeDocument/2006/relationships/slideLayout" Target="../slideLayouts/slideLayout398.xml"/><Relationship Id="rId41" Type="http://schemas.openxmlformats.org/officeDocument/2006/relationships/slideLayout" Target="../slideLayouts/slideLayout419.xml"/><Relationship Id="rId1" Type="http://schemas.openxmlformats.org/officeDocument/2006/relationships/slideLayout" Target="../slideLayouts/slideLayout379.xml"/><Relationship Id="rId6" Type="http://schemas.openxmlformats.org/officeDocument/2006/relationships/slideLayout" Target="../slideLayouts/slideLayout384.xml"/></Relationships>
</file>

<file path=ppt/slideMasters/_rels/slideMaster10.xml.rels><?xml version="1.0" encoding="UTF-8" standalone="yes"?>
<Relationships xmlns="http://schemas.openxmlformats.org/package/2006/relationships"><Relationship Id="rId117" Type="http://schemas.openxmlformats.org/officeDocument/2006/relationships/slideLayout" Target="../slideLayouts/slideLayout544.xml"/><Relationship Id="rId21" Type="http://schemas.openxmlformats.org/officeDocument/2006/relationships/slideLayout" Target="../slideLayouts/slideLayout448.xml"/><Relationship Id="rId42" Type="http://schemas.openxmlformats.org/officeDocument/2006/relationships/slideLayout" Target="../slideLayouts/slideLayout469.xml"/><Relationship Id="rId63" Type="http://schemas.openxmlformats.org/officeDocument/2006/relationships/slideLayout" Target="../slideLayouts/slideLayout490.xml"/><Relationship Id="rId84" Type="http://schemas.openxmlformats.org/officeDocument/2006/relationships/slideLayout" Target="../slideLayouts/slideLayout511.xml"/><Relationship Id="rId138" Type="http://schemas.openxmlformats.org/officeDocument/2006/relationships/slideLayout" Target="../slideLayouts/slideLayout565.xml"/><Relationship Id="rId107" Type="http://schemas.openxmlformats.org/officeDocument/2006/relationships/slideLayout" Target="../slideLayouts/slideLayout534.xml"/><Relationship Id="rId11" Type="http://schemas.openxmlformats.org/officeDocument/2006/relationships/slideLayout" Target="../slideLayouts/slideLayout438.xml"/><Relationship Id="rId32" Type="http://schemas.openxmlformats.org/officeDocument/2006/relationships/slideLayout" Target="../slideLayouts/slideLayout459.xml"/><Relationship Id="rId37" Type="http://schemas.openxmlformats.org/officeDocument/2006/relationships/slideLayout" Target="../slideLayouts/slideLayout464.xml"/><Relationship Id="rId53" Type="http://schemas.openxmlformats.org/officeDocument/2006/relationships/slideLayout" Target="../slideLayouts/slideLayout480.xml"/><Relationship Id="rId58" Type="http://schemas.openxmlformats.org/officeDocument/2006/relationships/slideLayout" Target="../slideLayouts/slideLayout485.xml"/><Relationship Id="rId74" Type="http://schemas.openxmlformats.org/officeDocument/2006/relationships/slideLayout" Target="../slideLayouts/slideLayout501.xml"/><Relationship Id="rId79" Type="http://schemas.openxmlformats.org/officeDocument/2006/relationships/slideLayout" Target="../slideLayouts/slideLayout506.xml"/><Relationship Id="rId102" Type="http://schemas.openxmlformats.org/officeDocument/2006/relationships/slideLayout" Target="../slideLayouts/slideLayout529.xml"/><Relationship Id="rId123" Type="http://schemas.openxmlformats.org/officeDocument/2006/relationships/slideLayout" Target="../slideLayouts/slideLayout550.xml"/><Relationship Id="rId128" Type="http://schemas.openxmlformats.org/officeDocument/2006/relationships/slideLayout" Target="../slideLayouts/slideLayout555.xml"/><Relationship Id="rId5" Type="http://schemas.openxmlformats.org/officeDocument/2006/relationships/slideLayout" Target="../slideLayouts/slideLayout432.xml"/><Relationship Id="rId90" Type="http://schemas.openxmlformats.org/officeDocument/2006/relationships/slideLayout" Target="../slideLayouts/slideLayout517.xml"/><Relationship Id="rId95" Type="http://schemas.openxmlformats.org/officeDocument/2006/relationships/slideLayout" Target="../slideLayouts/slideLayout522.xml"/><Relationship Id="rId22" Type="http://schemas.openxmlformats.org/officeDocument/2006/relationships/slideLayout" Target="../slideLayouts/slideLayout449.xml"/><Relationship Id="rId27" Type="http://schemas.openxmlformats.org/officeDocument/2006/relationships/slideLayout" Target="../slideLayouts/slideLayout454.xml"/><Relationship Id="rId43" Type="http://schemas.openxmlformats.org/officeDocument/2006/relationships/slideLayout" Target="../slideLayouts/slideLayout470.xml"/><Relationship Id="rId48" Type="http://schemas.openxmlformats.org/officeDocument/2006/relationships/slideLayout" Target="../slideLayouts/slideLayout475.xml"/><Relationship Id="rId64" Type="http://schemas.openxmlformats.org/officeDocument/2006/relationships/slideLayout" Target="../slideLayouts/slideLayout491.xml"/><Relationship Id="rId69" Type="http://schemas.openxmlformats.org/officeDocument/2006/relationships/slideLayout" Target="../slideLayouts/slideLayout496.xml"/><Relationship Id="rId113" Type="http://schemas.openxmlformats.org/officeDocument/2006/relationships/slideLayout" Target="../slideLayouts/slideLayout540.xml"/><Relationship Id="rId118" Type="http://schemas.openxmlformats.org/officeDocument/2006/relationships/slideLayout" Target="../slideLayouts/slideLayout545.xml"/><Relationship Id="rId134" Type="http://schemas.openxmlformats.org/officeDocument/2006/relationships/slideLayout" Target="../slideLayouts/slideLayout561.xml"/><Relationship Id="rId139" Type="http://schemas.openxmlformats.org/officeDocument/2006/relationships/slideLayout" Target="../slideLayouts/slideLayout566.xml"/><Relationship Id="rId80" Type="http://schemas.openxmlformats.org/officeDocument/2006/relationships/slideLayout" Target="../slideLayouts/slideLayout507.xml"/><Relationship Id="rId85" Type="http://schemas.openxmlformats.org/officeDocument/2006/relationships/slideLayout" Target="../slideLayouts/slideLayout512.xml"/><Relationship Id="rId12" Type="http://schemas.openxmlformats.org/officeDocument/2006/relationships/slideLayout" Target="../slideLayouts/slideLayout439.xml"/><Relationship Id="rId17" Type="http://schemas.openxmlformats.org/officeDocument/2006/relationships/slideLayout" Target="../slideLayouts/slideLayout444.xml"/><Relationship Id="rId33" Type="http://schemas.openxmlformats.org/officeDocument/2006/relationships/slideLayout" Target="../slideLayouts/slideLayout460.xml"/><Relationship Id="rId38" Type="http://schemas.openxmlformats.org/officeDocument/2006/relationships/slideLayout" Target="../slideLayouts/slideLayout465.xml"/><Relationship Id="rId59" Type="http://schemas.openxmlformats.org/officeDocument/2006/relationships/slideLayout" Target="../slideLayouts/slideLayout486.xml"/><Relationship Id="rId103" Type="http://schemas.openxmlformats.org/officeDocument/2006/relationships/slideLayout" Target="../slideLayouts/slideLayout530.xml"/><Relationship Id="rId108" Type="http://schemas.openxmlformats.org/officeDocument/2006/relationships/slideLayout" Target="../slideLayouts/slideLayout535.xml"/><Relationship Id="rId124" Type="http://schemas.openxmlformats.org/officeDocument/2006/relationships/slideLayout" Target="../slideLayouts/slideLayout551.xml"/><Relationship Id="rId129" Type="http://schemas.openxmlformats.org/officeDocument/2006/relationships/slideLayout" Target="../slideLayouts/slideLayout556.xml"/><Relationship Id="rId54" Type="http://schemas.openxmlformats.org/officeDocument/2006/relationships/slideLayout" Target="../slideLayouts/slideLayout481.xml"/><Relationship Id="rId70" Type="http://schemas.openxmlformats.org/officeDocument/2006/relationships/slideLayout" Target="../slideLayouts/slideLayout497.xml"/><Relationship Id="rId75" Type="http://schemas.openxmlformats.org/officeDocument/2006/relationships/slideLayout" Target="../slideLayouts/slideLayout502.xml"/><Relationship Id="rId91" Type="http://schemas.openxmlformats.org/officeDocument/2006/relationships/slideLayout" Target="../slideLayouts/slideLayout518.xml"/><Relationship Id="rId96" Type="http://schemas.openxmlformats.org/officeDocument/2006/relationships/slideLayout" Target="../slideLayouts/slideLayout523.xml"/><Relationship Id="rId140" Type="http://schemas.openxmlformats.org/officeDocument/2006/relationships/theme" Target="../theme/theme10.xml"/><Relationship Id="rId1" Type="http://schemas.openxmlformats.org/officeDocument/2006/relationships/slideLayout" Target="../slideLayouts/slideLayout428.xml"/><Relationship Id="rId6" Type="http://schemas.openxmlformats.org/officeDocument/2006/relationships/slideLayout" Target="../slideLayouts/slideLayout433.xml"/><Relationship Id="rId23" Type="http://schemas.openxmlformats.org/officeDocument/2006/relationships/slideLayout" Target="../slideLayouts/slideLayout450.xml"/><Relationship Id="rId28" Type="http://schemas.openxmlformats.org/officeDocument/2006/relationships/slideLayout" Target="../slideLayouts/slideLayout455.xml"/><Relationship Id="rId49" Type="http://schemas.openxmlformats.org/officeDocument/2006/relationships/slideLayout" Target="../slideLayouts/slideLayout476.xml"/><Relationship Id="rId114" Type="http://schemas.openxmlformats.org/officeDocument/2006/relationships/slideLayout" Target="../slideLayouts/slideLayout541.xml"/><Relationship Id="rId119" Type="http://schemas.openxmlformats.org/officeDocument/2006/relationships/slideLayout" Target="../slideLayouts/slideLayout546.xml"/><Relationship Id="rId44" Type="http://schemas.openxmlformats.org/officeDocument/2006/relationships/slideLayout" Target="../slideLayouts/slideLayout471.xml"/><Relationship Id="rId60" Type="http://schemas.openxmlformats.org/officeDocument/2006/relationships/slideLayout" Target="../slideLayouts/slideLayout487.xml"/><Relationship Id="rId65" Type="http://schemas.openxmlformats.org/officeDocument/2006/relationships/slideLayout" Target="../slideLayouts/slideLayout492.xml"/><Relationship Id="rId81" Type="http://schemas.openxmlformats.org/officeDocument/2006/relationships/slideLayout" Target="../slideLayouts/slideLayout508.xml"/><Relationship Id="rId86" Type="http://schemas.openxmlformats.org/officeDocument/2006/relationships/slideLayout" Target="../slideLayouts/slideLayout513.xml"/><Relationship Id="rId130" Type="http://schemas.openxmlformats.org/officeDocument/2006/relationships/slideLayout" Target="../slideLayouts/slideLayout557.xml"/><Relationship Id="rId135" Type="http://schemas.openxmlformats.org/officeDocument/2006/relationships/slideLayout" Target="../slideLayouts/slideLayout562.xml"/><Relationship Id="rId13" Type="http://schemas.openxmlformats.org/officeDocument/2006/relationships/slideLayout" Target="../slideLayouts/slideLayout440.xml"/><Relationship Id="rId18" Type="http://schemas.openxmlformats.org/officeDocument/2006/relationships/slideLayout" Target="../slideLayouts/slideLayout445.xml"/><Relationship Id="rId39" Type="http://schemas.openxmlformats.org/officeDocument/2006/relationships/slideLayout" Target="../slideLayouts/slideLayout466.xml"/><Relationship Id="rId109" Type="http://schemas.openxmlformats.org/officeDocument/2006/relationships/slideLayout" Target="../slideLayouts/slideLayout536.xml"/><Relationship Id="rId34" Type="http://schemas.openxmlformats.org/officeDocument/2006/relationships/slideLayout" Target="../slideLayouts/slideLayout461.xml"/><Relationship Id="rId50" Type="http://schemas.openxmlformats.org/officeDocument/2006/relationships/slideLayout" Target="../slideLayouts/slideLayout477.xml"/><Relationship Id="rId55" Type="http://schemas.openxmlformats.org/officeDocument/2006/relationships/slideLayout" Target="../slideLayouts/slideLayout482.xml"/><Relationship Id="rId76" Type="http://schemas.openxmlformats.org/officeDocument/2006/relationships/slideLayout" Target="../slideLayouts/slideLayout503.xml"/><Relationship Id="rId97" Type="http://schemas.openxmlformats.org/officeDocument/2006/relationships/slideLayout" Target="../slideLayouts/slideLayout524.xml"/><Relationship Id="rId104" Type="http://schemas.openxmlformats.org/officeDocument/2006/relationships/slideLayout" Target="../slideLayouts/slideLayout531.xml"/><Relationship Id="rId120" Type="http://schemas.openxmlformats.org/officeDocument/2006/relationships/slideLayout" Target="../slideLayouts/slideLayout547.xml"/><Relationship Id="rId125" Type="http://schemas.openxmlformats.org/officeDocument/2006/relationships/slideLayout" Target="../slideLayouts/slideLayout552.xml"/><Relationship Id="rId141" Type="http://schemas.openxmlformats.org/officeDocument/2006/relationships/image" Target="../media/image79.png"/><Relationship Id="rId7" Type="http://schemas.openxmlformats.org/officeDocument/2006/relationships/slideLayout" Target="../slideLayouts/slideLayout434.xml"/><Relationship Id="rId71" Type="http://schemas.openxmlformats.org/officeDocument/2006/relationships/slideLayout" Target="../slideLayouts/slideLayout498.xml"/><Relationship Id="rId92" Type="http://schemas.openxmlformats.org/officeDocument/2006/relationships/slideLayout" Target="../slideLayouts/slideLayout519.xml"/><Relationship Id="rId2" Type="http://schemas.openxmlformats.org/officeDocument/2006/relationships/slideLayout" Target="../slideLayouts/slideLayout429.xml"/><Relationship Id="rId29" Type="http://schemas.openxmlformats.org/officeDocument/2006/relationships/slideLayout" Target="../slideLayouts/slideLayout456.xml"/><Relationship Id="rId24" Type="http://schemas.openxmlformats.org/officeDocument/2006/relationships/slideLayout" Target="../slideLayouts/slideLayout451.xml"/><Relationship Id="rId40" Type="http://schemas.openxmlformats.org/officeDocument/2006/relationships/slideLayout" Target="../slideLayouts/slideLayout467.xml"/><Relationship Id="rId45" Type="http://schemas.openxmlformats.org/officeDocument/2006/relationships/slideLayout" Target="../slideLayouts/slideLayout472.xml"/><Relationship Id="rId66" Type="http://schemas.openxmlformats.org/officeDocument/2006/relationships/slideLayout" Target="../slideLayouts/slideLayout493.xml"/><Relationship Id="rId87" Type="http://schemas.openxmlformats.org/officeDocument/2006/relationships/slideLayout" Target="../slideLayouts/slideLayout514.xml"/><Relationship Id="rId110" Type="http://schemas.openxmlformats.org/officeDocument/2006/relationships/slideLayout" Target="../slideLayouts/slideLayout537.xml"/><Relationship Id="rId115" Type="http://schemas.openxmlformats.org/officeDocument/2006/relationships/slideLayout" Target="../slideLayouts/slideLayout542.xml"/><Relationship Id="rId131" Type="http://schemas.openxmlformats.org/officeDocument/2006/relationships/slideLayout" Target="../slideLayouts/slideLayout558.xml"/><Relationship Id="rId136" Type="http://schemas.openxmlformats.org/officeDocument/2006/relationships/slideLayout" Target="../slideLayouts/slideLayout563.xml"/><Relationship Id="rId61" Type="http://schemas.openxmlformats.org/officeDocument/2006/relationships/slideLayout" Target="../slideLayouts/slideLayout488.xml"/><Relationship Id="rId82" Type="http://schemas.openxmlformats.org/officeDocument/2006/relationships/slideLayout" Target="../slideLayouts/slideLayout509.xml"/><Relationship Id="rId19" Type="http://schemas.openxmlformats.org/officeDocument/2006/relationships/slideLayout" Target="../slideLayouts/slideLayout446.xml"/><Relationship Id="rId14" Type="http://schemas.openxmlformats.org/officeDocument/2006/relationships/slideLayout" Target="../slideLayouts/slideLayout441.xml"/><Relationship Id="rId30" Type="http://schemas.openxmlformats.org/officeDocument/2006/relationships/slideLayout" Target="../slideLayouts/slideLayout457.xml"/><Relationship Id="rId35" Type="http://schemas.openxmlformats.org/officeDocument/2006/relationships/slideLayout" Target="../slideLayouts/slideLayout462.xml"/><Relationship Id="rId56" Type="http://schemas.openxmlformats.org/officeDocument/2006/relationships/slideLayout" Target="../slideLayouts/slideLayout483.xml"/><Relationship Id="rId77" Type="http://schemas.openxmlformats.org/officeDocument/2006/relationships/slideLayout" Target="../slideLayouts/slideLayout504.xml"/><Relationship Id="rId100" Type="http://schemas.openxmlformats.org/officeDocument/2006/relationships/slideLayout" Target="../slideLayouts/slideLayout527.xml"/><Relationship Id="rId105" Type="http://schemas.openxmlformats.org/officeDocument/2006/relationships/slideLayout" Target="../slideLayouts/slideLayout532.xml"/><Relationship Id="rId126" Type="http://schemas.openxmlformats.org/officeDocument/2006/relationships/slideLayout" Target="../slideLayouts/slideLayout553.xml"/><Relationship Id="rId8" Type="http://schemas.openxmlformats.org/officeDocument/2006/relationships/slideLayout" Target="../slideLayouts/slideLayout435.xml"/><Relationship Id="rId51" Type="http://schemas.openxmlformats.org/officeDocument/2006/relationships/slideLayout" Target="../slideLayouts/slideLayout478.xml"/><Relationship Id="rId72" Type="http://schemas.openxmlformats.org/officeDocument/2006/relationships/slideLayout" Target="../slideLayouts/slideLayout499.xml"/><Relationship Id="rId93" Type="http://schemas.openxmlformats.org/officeDocument/2006/relationships/slideLayout" Target="../slideLayouts/slideLayout520.xml"/><Relationship Id="rId98" Type="http://schemas.openxmlformats.org/officeDocument/2006/relationships/slideLayout" Target="../slideLayouts/slideLayout525.xml"/><Relationship Id="rId121" Type="http://schemas.openxmlformats.org/officeDocument/2006/relationships/slideLayout" Target="../slideLayouts/slideLayout548.xml"/><Relationship Id="rId3" Type="http://schemas.openxmlformats.org/officeDocument/2006/relationships/slideLayout" Target="../slideLayouts/slideLayout430.xml"/><Relationship Id="rId25" Type="http://schemas.openxmlformats.org/officeDocument/2006/relationships/slideLayout" Target="../slideLayouts/slideLayout452.xml"/><Relationship Id="rId46" Type="http://schemas.openxmlformats.org/officeDocument/2006/relationships/slideLayout" Target="../slideLayouts/slideLayout473.xml"/><Relationship Id="rId67" Type="http://schemas.openxmlformats.org/officeDocument/2006/relationships/slideLayout" Target="../slideLayouts/slideLayout494.xml"/><Relationship Id="rId116" Type="http://schemas.openxmlformats.org/officeDocument/2006/relationships/slideLayout" Target="../slideLayouts/slideLayout543.xml"/><Relationship Id="rId137" Type="http://schemas.openxmlformats.org/officeDocument/2006/relationships/slideLayout" Target="../slideLayouts/slideLayout564.xml"/><Relationship Id="rId20" Type="http://schemas.openxmlformats.org/officeDocument/2006/relationships/slideLayout" Target="../slideLayouts/slideLayout447.xml"/><Relationship Id="rId41" Type="http://schemas.openxmlformats.org/officeDocument/2006/relationships/slideLayout" Target="../slideLayouts/slideLayout468.xml"/><Relationship Id="rId62" Type="http://schemas.openxmlformats.org/officeDocument/2006/relationships/slideLayout" Target="../slideLayouts/slideLayout489.xml"/><Relationship Id="rId83" Type="http://schemas.openxmlformats.org/officeDocument/2006/relationships/slideLayout" Target="../slideLayouts/slideLayout510.xml"/><Relationship Id="rId88" Type="http://schemas.openxmlformats.org/officeDocument/2006/relationships/slideLayout" Target="../slideLayouts/slideLayout515.xml"/><Relationship Id="rId111" Type="http://schemas.openxmlformats.org/officeDocument/2006/relationships/slideLayout" Target="../slideLayouts/slideLayout538.xml"/><Relationship Id="rId132" Type="http://schemas.openxmlformats.org/officeDocument/2006/relationships/slideLayout" Target="../slideLayouts/slideLayout559.xml"/><Relationship Id="rId15" Type="http://schemas.openxmlformats.org/officeDocument/2006/relationships/slideLayout" Target="../slideLayouts/slideLayout442.xml"/><Relationship Id="rId36" Type="http://schemas.openxmlformats.org/officeDocument/2006/relationships/slideLayout" Target="../slideLayouts/slideLayout463.xml"/><Relationship Id="rId57" Type="http://schemas.openxmlformats.org/officeDocument/2006/relationships/slideLayout" Target="../slideLayouts/slideLayout484.xml"/><Relationship Id="rId106" Type="http://schemas.openxmlformats.org/officeDocument/2006/relationships/slideLayout" Target="../slideLayouts/slideLayout533.xml"/><Relationship Id="rId127" Type="http://schemas.openxmlformats.org/officeDocument/2006/relationships/slideLayout" Target="../slideLayouts/slideLayout554.xml"/><Relationship Id="rId10" Type="http://schemas.openxmlformats.org/officeDocument/2006/relationships/slideLayout" Target="../slideLayouts/slideLayout437.xml"/><Relationship Id="rId31" Type="http://schemas.openxmlformats.org/officeDocument/2006/relationships/slideLayout" Target="../slideLayouts/slideLayout458.xml"/><Relationship Id="rId52" Type="http://schemas.openxmlformats.org/officeDocument/2006/relationships/slideLayout" Target="../slideLayouts/slideLayout479.xml"/><Relationship Id="rId73" Type="http://schemas.openxmlformats.org/officeDocument/2006/relationships/slideLayout" Target="../slideLayouts/slideLayout500.xml"/><Relationship Id="rId78" Type="http://schemas.openxmlformats.org/officeDocument/2006/relationships/slideLayout" Target="../slideLayouts/slideLayout505.xml"/><Relationship Id="rId94" Type="http://schemas.openxmlformats.org/officeDocument/2006/relationships/slideLayout" Target="../slideLayouts/slideLayout521.xml"/><Relationship Id="rId99" Type="http://schemas.openxmlformats.org/officeDocument/2006/relationships/slideLayout" Target="../slideLayouts/slideLayout526.xml"/><Relationship Id="rId101" Type="http://schemas.openxmlformats.org/officeDocument/2006/relationships/slideLayout" Target="../slideLayouts/slideLayout528.xml"/><Relationship Id="rId122" Type="http://schemas.openxmlformats.org/officeDocument/2006/relationships/slideLayout" Target="../slideLayouts/slideLayout549.xml"/><Relationship Id="rId4" Type="http://schemas.openxmlformats.org/officeDocument/2006/relationships/slideLayout" Target="../slideLayouts/slideLayout431.xml"/><Relationship Id="rId9" Type="http://schemas.openxmlformats.org/officeDocument/2006/relationships/slideLayout" Target="../slideLayouts/slideLayout436.xml"/><Relationship Id="rId26" Type="http://schemas.openxmlformats.org/officeDocument/2006/relationships/slideLayout" Target="../slideLayouts/slideLayout453.xml"/><Relationship Id="rId47" Type="http://schemas.openxmlformats.org/officeDocument/2006/relationships/slideLayout" Target="../slideLayouts/slideLayout474.xml"/><Relationship Id="rId68" Type="http://schemas.openxmlformats.org/officeDocument/2006/relationships/slideLayout" Target="../slideLayouts/slideLayout495.xml"/><Relationship Id="rId89" Type="http://schemas.openxmlformats.org/officeDocument/2006/relationships/slideLayout" Target="../slideLayouts/slideLayout516.xml"/><Relationship Id="rId112" Type="http://schemas.openxmlformats.org/officeDocument/2006/relationships/slideLayout" Target="../slideLayouts/slideLayout539.xml"/><Relationship Id="rId133" Type="http://schemas.openxmlformats.org/officeDocument/2006/relationships/slideLayout" Target="../slideLayouts/slideLayout560.xml"/><Relationship Id="rId16" Type="http://schemas.openxmlformats.org/officeDocument/2006/relationships/slideLayout" Target="../slideLayouts/slideLayout443.xml"/></Relationships>
</file>

<file path=ppt/slideMasters/_rels/slideMaster11.xml.rels><?xml version="1.0" encoding="UTF-8" standalone="yes"?>
<Relationships xmlns="http://schemas.openxmlformats.org/package/2006/relationships"><Relationship Id="rId117" Type="http://schemas.openxmlformats.org/officeDocument/2006/relationships/slideLayout" Target="../slideLayouts/slideLayout683.xml"/><Relationship Id="rId21" Type="http://schemas.openxmlformats.org/officeDocument/2006/relationships/slideLayout" Target="../slideLayouts/slideLayout587.xml"/><Relationship Id="rId42" Type="http://schemas.openxmlformats.org/officeDocument/2006/relationships/slideLayout" Target="../slideLayouts/slideLayout608.xml"/><Relationship Id="rId63" Type="http://schemas.openxmlformats.org/officeDocument/2006/relationships/slideLayout" Target="../slideLayouts/slideLayout629.xml"/><Relationship Id="rId84" Type="http://schemas.openxmlformats.org/officeDocument/2006/relationships/slideLayout" Target="../slideLayouts/slideLayout650.xml"/><Relationship Id="rId138" Type="http://schemas.openxmlformats.org/officeDocument/2006/relationships/slideLayout" Target="../slideLayouts/slideLayout704.xml"/><Relationship Id="rId107" Type="http://schemas.openxmlformats.org/officeDocument/2006/relationships/slideLayout" Target="../slideLayouts/slideLayout673.xml"/><Relationship Id="rId11" Type="http://schemas.openxmlformats.org/officeDocument/2006/relationships/slideLayout" Target="../slideLayouts/slideLayout577.xml"/><Relationship Id="rId32" Type="http://schemas.openxmlformats.org/officeDocument/2006/relationships/slideLayout" Target="../slideLayouts/slideLayout598.xml"/><Relationship Id="rId53" Type="http://schemas.openxmlformats.org/officeDocument/2006/relationships/slideLayout" Target="../slideLayouts/slideLayout619.xml"/><Relationship Id="rId74" Type="http://schemas.openxmlformats.org/officeDocument/2006/relationships/slideLayout" Target="../slideLayouts/slideLayout640.xml"/><Relationship Id="rId128" Type="http://schemas.openxmlformats.org/officeDocument/2006/relationships/slideLayout" Target="../slideLayouts/slideLayout694.xml"/><Relationship Id="rId149" Type="http://schemas.openxmlformats.org/officeDocument/2006/relationships/slideLayout" Target="../slideLayouts/slideLayout715.xml"/><Relationship Id="rId5" Type="http://schemas.openxmlformats.org/officeDocument/2006/relationships/slideLayout" Target="../slideLayouts/slideLayout571.xml"/><Relationship Id="rId95" Type="http://schemas.openxmlformats.org/officeDocument/2006/relationships/slideLayout" Target="../slideLayouts/slideLayout661.xml"/><Relationship Id="rId22" Type="http://schemas.openxmlformats.org/officeDocument/2006/relationships/slideLayout" Target="../slideLayouts/slideLayout588.xml"/><Relationship Id="rId27" Type="http://schemas.openxmlformats.org/officeDocument/2006/relationships/slideLayout" Target="../slideLayouts/slideLayout593.xml"/><Relationship Id="rId43" Type="http://schemas.openxmlformats.org/officeDocument/2006/relationships/slideLayout" Target="../slideLayouts/slideLayout609.xml"/><Relationship Id="rId48" Type="http://schemas.openxmlformats.org/officeDocument/2006/relationships/slideLayout" Target="../slideLayouts/slideLayout614.xml"/><Relationship Id="rId64" Type="http://schemas.openxmlformats.org/officeDocument/2006/relationships/slideLayout" Target="../slideLayouts/slideLayout630.xml"/><Relationship Id="rId69" Type="http://schemas.openxmlformats.org/officeDocument/2006/relationships/slideLayout" Target="../slideLayouts/slideLayout635.xml"/><Relationship Id="rId113" Type="http://schemas.openxmlformats.org/officeDocument/2006/relationships/slideLayout" Target="../slideLayouts/slideLayout679.xml"/><Relationship Id="rId118" Type="http://schemas.openxmlformats.org/officeDocument/2006/relationships/slideLayout" Target="../slideLayouts/slideLayout684.xml"/><Relationship Id="rId134" Type="http://schemas.openxmlformats.org/officeDocument/2006/relationships/slideLayout" Target="../slideLayouts/slideLayout700.xml"/><Relationship Id="rId139" Type="http://schemas.openxmlformats.org/officeDocument/2006/relationships/slideLayout" Target="../slideLayouts/slideLayout705.xml"/><Relationship Id="rId80" Type="http://schemas.openxmlformats.org/officeDocument/2006/relationships/slideLayout" Target="../slideLayouts/slideLayout646.xml"/><Relationship Id="rId85" Type="http://schemas.openxmlformats.org/officeDocument/2006/relationships/slideLayout" Target="../slideLayouts/slideLayout651.xml"/><Relationship Id="rId150" Type="http://schemas.openxmlformats.org/officeDocument/2006/relationships/slideLayout" Target="../slideLayouts/slideLayout716.xml"/><Relationship Id="rId12" Type="http://schemas.openxmlformats.org/officeDocument/2006/relationships/slideLayout" Target="../slideLayouts/slideLayout578.xml"/><Relationship Id="rId17" Type="http://schemas.openxmlformats.org/officeDocument/2006/relationships/slideLayout" Target="../slideLayouts/slideLayout583.xml"/><Relationship Id="rId33" Type="http://schemas.openxmlformats.org/officeDocument/2006/relationships/slideLayout" Target="../slideLayouts/slideLayout599.xml"/><Relationship Id="rId38" Type="http://schemas.openxmlformats.org/officeDocument/2006/relationships/slideLayout" Target="../slideLayouts/slideLayout604.xml"/><Relationship Id="rId59" Type="http://schemas.openxmlformats.org/officeDocument/2006/relationships/slideLayout" Target="../slideLayouts/slideLayout625.xml"/><Relationship Id="rId103" Type="http://schemas.openxmlformats.org/officeDocument/2006/relationships/slideLayout" Target="../slideLayouts/slideLayout669.xml"/><Relationship Id="rId108" Type="http://schemas.openxmlformats.org/officeDocument/2006/relationships/slideLayout" Target="../slideLayouts/slideLayout674.xml"/><Relationship Id="rId124" Type="http://schemas.openxmlformats.org/officeDocument/2006/relationships/slideLayout" Target="../slideLayouts/slideLayout690.xml"/><Relationship Id="rId129" Type="http://schemas.openxmlformats.org/officeDocument/2006/relationships/slideLayout" Target="../slideLayouts/slideLayout695.xml"/><Relationship Id="rId54" Type="http://schemas.openxmlformats.org/officeDocument/2006/relationships/slideLayout" Target="../slideLayouts/slideLayout620.xml"/><Relationship Id="rId70" Type="http://schemas.openxmlformats.org/officeDocument/2006/relationships/slideLayout" Target="../slideLayouts/slideLayout636.xml"/><Relationship Id="rId75" Type="http://schemas.openxmlformats.org/officeDocument/2006/relationships/slideLayout" Target="../slideLayouts/slideLayout641.xml"/><Relationship Id="rId91" Type="http://schemas.openxmlformats.org/officeDocument/2006/relationships/slideLayout" Target="../slideLayouts/slideLayout657.xml"/><Relationship Id="rId96" Type="http://schemas.openxmlformats.org/officeDocument/2006/relationships/slideLayout" Target="../slideLayouts/slideLayout662.xml"/><Relationship Id="rId140" Type="http://schemas.openxmlformats.org/officeDocument/2006/relationships/slideLayout" Target="../slideLayouts/slideLayout706.xml"/><Relationship Id="rId145" Type="http://schemas.openxmlformats.org/officeDocument/2006/relationships/slideLayout" Target="../slideLayouts/slideLayout711.xml"/><Relationship Id="rId1" Type="http://schemas.openxmlformats.org/officeDocument/2006/relationships/slideLayout" Target="../slideLayouts/slideLayout567.xml"/><Relationship Id="rId6" Type="http://schemas.openxmlformats.org/officeDocument/2006/relationships/slideLayout" Target="../slideLayouts/slideLayout572.xml"/><Relationship Id="rId23" Type="http://schemas.openxmlformats.org/officeDocument/2006/relationships/slideLayout" Target="../slideLayouts/slideLayout589.xml"/><Relationship Id="rId28" Type="http://schemas.openxmlformats.org/officeDocument/2006/relationships/slideLayout" Target="../slideLayouts/slideLayout594.xml"/><Relationship Id="rId49" Type="http://schemas.openxmlformats.org/officeDocument/2006/relationships/slideLayout" Target="../slideLayouts/slideLayout615.xml"/><Relationship Id="rId114" Type="http://schemas.openxmlformats.org/officeDocument/2006/relationships/slideLayout" Target="../slideLayouts/slideLayout680.xml"/><Relationship Id="rId119" Type="http://schemas.openxmlformats.org/officeDocument/2006/relationships/slideLayout" Target="../slideLayouts/slideLayout685.xml"/><Relationship Id="rId44" Type="http://schemas.openxmlformats.org/officeDocument/2006/relationships/slideLayout" Target="../slideLayouts/slideLayout610.xml"/><Relationship Id="rId60" Type="http://schemas.openxmlformats.org/officeDocument/2006/relationships/slideLayout" Target="../slideLayouts/slideLayout626.xml"/><Relationship Id="rId65" Type="http://schemas.openxmlformats.org/officeDocument/2006/relationships/slideLayout" Target="../slideLayouts/slideLayout631.xml"/><Relationship Id="rId81" Type="http://schemas.openxmlformats.org/officeDocument/2006/relationships/slideLayout" Target="../slideLayouts/slideLayout647.xml"/><Relationship Id="rId86" Type="http://schemas.openxmlformats.org/officeDocument/2006/relationships/slideLayout" Target="../slideLayouts/slideLayout652.xml"/><Relationship Id="rId130" Type="http://schemas.openxmlformats.org/officeDocument/2006/relationships/slideLayout" Target="../slideLayouts/slideLayout696.xml"/><Relationship Id="rId135" Type="http://schemas.openxmlformats.org/officeDocument/2006/relationships/slideLayout" Target="../slideLayouts/slideLayout701.xml"/><Relationship Id="rId151" Type="http://schemas.openxmlformats.org/officeDocument/2006/relationships/slideLayout" Target="../slideLayouts/slideLayout717.xml"/><Relationship Id="rId13" Type="http://schemas.openxmlformats.org/officeDocument/2006/relationships/slideLayout" Target="../slideLayouts/slideLayout579.xml"/><Relationship Id="rId18" Type="http://schemas.openxmlformats.org/officeDocument/2006/relationships/slideLayout" Target="../slideLayouts/slideLayout584.xml"/><Relationship Id="rId39" Type="http://schemas.openxmlformats.org/officeDocument/2006/relationships/slideLayout" Target="../slideLayouts/slideLayout605.xml"/><Relationship Id="rId109" Type="http://schemas.openxmlformats.org/officeDocument/2006/relationships/slideLayout" Target="../slideLayouts/slideLayout675.xml"/><Relationship Id="rId34" Type="http://schemas.openxmlformats.org/officeDocument/2006/relationships/slideLayout" Target="../slideLayouts/slideLayout600.xml"/><Relationship Id="rId50" Type="http://schemas.openxmlformats.org/officeDocument/2006/relationships/slideLayout" Target="../slideLayouts/slideLayout616.xml"/><Relationship Id="rId55" Type="http://schemas.openxmlformats.org/officeDocument/2006/relationships/slideLayout" Target="../slideLayouts/slideLayout621.xml"/><Relationship Id="rId76" Type="http://schemas.openxmlformats.org/officeDocument/2006/relationships/slideLayout" Target="../slideLayouts/slideLayout642.xml"/><Relationship Id="rId97" Type="http://schemas.openxmlformats.org/officeDocument/2006/relationships/slideLayout" Target="../slideLayouts/slideLayout663.xml"/><Relationship Id="rId104" Type="http://schemas.openxmlformats.org/officeDocument/2006/relationships/slideLayout" Target="../slideLayouts/slideLayout670.xml"/><Relationship Id="rId120" Type="http://schemas.openxmlformats.org/officeDocument/2006/relationships/slideLayout" Target="../slideLayouts/slideLayout686.xml"/><Relationship Id="rId125" Type="http://schemas.openxmlformats.org/officeDocument/2006/relationships/slideLayout" Target="../slideLayouts/slideLayout691.xml"/><Relationship Id="rId141" Type="http://schemas.openxmlformats.org/officeDocument/2006/relationships/slideLayout" Target="../slideLayouts/slideLayout707.xml"/><Relationship Id="rId146" Type="http://schemas.openxmlformats.org/officeDocument/2006/relationships/slideLayout" Target="../slideLayouts/slideLayout712.xml"/><Relationship Id="rId7" Type="http://schemas.openxmlformats.org/officeDocument/2006/relationships/slideLayout" Target="../slideLayouts/slideLayout573.xml"/><Relationship Id="rId71" Type="http://schemas.openxmlformats.org/officeDocument/2006/relationships/slideLayout" Target="../slideLayouts/slideLayout637.xml"/><Relationship Id="rId92" Type="http://schemas.openxmlformats.org/officeDocument/2006/relationships/slideLayout" Target="../slideLayouts/slideLayout658.xml"/><Relationship Id="rId2" Type="http://schemas.openxmlformats.org/officeDocument/2006/relationships/slideLayout" Target="../slideLayouts/slideLayout568.xml"/><Relationship Id="rId29" Type="http://schemas.openxmlformats.org/officeDocument/2006/relationships/slideLayout" Target="../slideLayouts/slideLayout595.xml"/><Relationship Id="rId24" Type="http://schemas.openxmlformats.org/officeDocument/2006/relationships/slideLayout" Target="../slideLayouts/slideLayout590.xml"/><Relationship Id="rId40" Type="http://schemas.openxmlformats.org/officeDocument/2006/relationships/slideLayout" Target="../slideLayouts/slideLayout606.xml"/><Relationship Id="rId45" Type="http://schemas.openxmlformats.org/officeDocument/2006/relationships/slideLayout" Target="../slideLayouts/slideLayout611.xml"/><Relationship Id="rId66" Type="http://schemas.openxmlformats.org/officeDocument/2006/relationships/slideLayout" Target="../slideLayouts/slideLayout632.xml"/><Relationship Id="rId87" Type="http://schemas.openxmlformats.org/officeDocument/2006/relationships/slideLayout" Target="../slideLayouts/slideLayout653.xml"/><Relationship Id="rId110" Type="http://schemas.openxmlformats.org/officeDocument/2006/relationships/slideLayout" Target="../slideLayouts/slideLayout676.xml"/><Relationship Id="rId115" Type="http://schemas.openxmlformats.org/officeDocument/2006/relationships/slideLayout" Target="../slideLayouts/slideLayout681.xml"/><Relationship Id="rId131" Type="http://schemas.openxmlformats.org/officeDocument/2006/relationships/slideLayout" Target="../slideLayouts/slideLayout697.xml"/><Relationship Id="rId136" Type="http://schemas.openxmlformats.org/officeDocument/2006/relationships/slideLayout" Target="../slideLayouts/slideLayout702.xml"/><Relationship Id="rId61" Type="http://schemas.openxmlformats.org/officeDocument/2006/relationships/slideLayout" Target="../slideLayouts/slideLayout627.xml"/><Relationship Id="rId82" Type="http://schemas.openxmlformats.org/officeDocument/2006/relationships/slideLayout" Target="../slideLayouts/slideLayout648.xml"/><Relationship Id="rId152" Type="http://schemas.openxmlformats.org/officeDocument/2006/relationships/slideLayout" Target="../slideLayouts/slideLayout718.xml"/><Relationship Id="rId19" Type="http://schemas.openxmlformats.org/officeDocument/2006/relationships/slideLayout" Target="../slideLayouts/slideLayout585.xml"/><Relationship Id="rId14" Type="http://schemas.openxmlformats.org/officeDocument/2006/relationships/slideLayout" Target="../slideLayouts/slideLayout580.xml"/><Relationship Id="rId30" Type="http://schemas.openxmlformats.org/officeDocument/2006/relationships/slideLayout" Target="../slideLayouts/slideLayout596.xml"/><Relationship Id="rId35" Type="http://schemas.openxmlformats.org/officeDocument/2006/relationships/slideLayout" Target="../slideLayouts/slideLayout601.xml"/><Relationship Id="rId56" Type="http://schemas.openxmlformats.org/officeDocument/2006/relationships/slideLayout" Target="../slideLayouts/slideLayout622.xml"/><Relationship Id="rId77" Type="http://schemas.openxmlformats.org/officeDocument/2006/relationships/slideLayout" Target="../slideLayouts/slideLayout643.xml"/><Relationship Id="rId100" Type="http://schemas.openxmlformats.org/officeDocument/2006/relationships/slideLayout" Target="../slideLayouts/slideLayout666.xml"/><Relationship Id="rId105" Type="http://schemas.openxmlformats.org/officeDocument/2006/relationships/slideLayout" Target="../slideLayouts/slideLayout671.xml"/><Relationship Id="rId126" Type="http://schemas.openxmlformats.org/officeDocument/2006/relationships/slideLayout" Target="../slideLayouts/slideLayout692.xml"/><Relationship Id="rId147" Type="http://schemas.openxmlformats.org/officeDocument/2006/relationships/slideLayout" Target="../slideLayouts/slideLayout713.xml"/><Relationship Id="rId8" Type="http://schemas.openxmlformats.org/officeDocument/2006/relationships/slideLayout" Target="../slideLayouts/slideLayout574.xml"/><Relationship Id="rId51" Type="http://schemas.openxmlformats.org/officeDocument/2006/relationships/slideLayout" Target="../slideLayouts/slideLayout617.xml"/><Relationship Id="rId72" Type="http://schemas.openxmlformats.org/officeDocument/2006/relationships/slideLayout" Target="../slideLayouts/slideLayout638.xml"/><Relationship Id="rId93" Type="http://schemas.openxmlformats.org/officeDocument/2006/relationships/slideLayout" Target="../slideLayouts/slideLayout659.xml"/><Relationship Id="rId98" Type="http://schemas.openxmlformats.org/officeDocument/2006/relationships/slideLayout" Target="../slideLayouts/slideLayout664.xml"/><Relationship Id="rId121" Type="http://schemas.openxmlformats.org/officeDocument/2006/relationships/slideLayout" Target="../slideLayouts/slideLayout687.xml"/><Relationship Id="rId142" Type="http://schemas.openxmlformats.org/officeDocument/2006/relationships/slideLayout" Target="../slideLayouts/slideLayout708.xml"/><Relationship Id="rId3" Type="http://schemas.openxmlformats.org/officeDocument/2006/relationships/slideLayout" Target="../slideLayouts/slideLayout569.xml"/><Relationship Id="rId25" Type="http://schemas.openxmlformats.org/officeDocument/2006/relationships/slideLayout" Target="../slideLayouts/slideLayout591.xml"/><Relationship Id="rId46" Type="http://schemas.openxmlformats.org/officeDocument/2006/relationships/slideLayout" Target="../slideLayouts/slideLayout612.xml"/><Relationship Id="rId67" Type="http://schemas.openxmlformats.org/officeDocument/2006/relationships/slideLayout" Target="../slideLayouts/slideLayout633.xml"/><Relationship Id="rId116" Type="http://schemas.openxmlformats.org/officeDocument/2006/relationships/slideLayout" Target="../slideLayouts/slideLayout682.xml"/><Relationship Id="rId137" Type="http://schemas.openxmlformats.org/officeDocument/2006/relationships/slideLayout" Target="../slideLayouts/slideLayout703.xml"/><Relationship Id="rId20" Type="http://schemas.openxmlformats.org/officeDocument/2006/relationships/slideLayout" Target="../slideLayouts/slideLayout586.xml"/><Relationship Id="rId41" Type="http://schemas.openxmlformats.org/officeDocument/2006/relationships/slideLayout" Target="../slideLayouts/slideLayout607.xml"/><Relationship Id="rId62" Type="http://schemas.openxmlformats.org/officeDocument/2006/relationships/slideLayout" Target="../slideLayouts/slideLayout628.xml"/><Relationship Id="rId83" Type="http://schemas.openxmlformats.org/officeDocument/2006/relationships/slideLayout" Target="../slideLayouts/slideLayout649.xml"/><Relationship Id="rId88" Type="http://schemas.openxmlformats.org/officeDocument/2006/relationships/slideLayout" Target="../slideLayouts/slideLayout654.xml"/><Relationship Id="rId111" Type="http://schemas.openxmlformats.org/officeDocument/2006/relationships/slideLayout" Target="../slideLayouts/slideLayout677.xml"/><Relationship Id="rId132" Type="http://schemas.openxmlformats.org/officeDocument/2006/relationships/slideLayout" Target="../slideLayouts/slideLayout698.xml"/><Relationship Id="rId153" Type="http://schemas.openxmlformats.org/officeDocument/2006/relationships/theme" Target="../theme/theme11.xml"/><Relationship Id="rId15" Type="http://schemas.openxmlformats.org/officeDocument/2006/relationships/slideLayout" Target="../slideLayouts/slideLayout581.xml"/><Relationship Id="rId36" Type="http://schemas.openxmlformats.org/officeDocument/2006/relationships/slideLayout" Target="../slideLayouts/slideLayout602.xml"/><Relationship Id="rId57" Type="http://schemas.openxmlformats.org/officeDocument/2006/relationships/slideLayout" Target="../slideLayouts/slideLayout623.xml"/><Relationship Id="rId106" Type="http://schemas.openxmlformats.org/officeDocument/2006/relationships/slideLayout" Target="../slideLayouts/slideLayout672.xml"/><Relationship Id="rId127" Type="http://schemas.openxmlformats.org/officeDocument/2006/relationships/slideLayout" Target="../slideLayouts/slideLayout693.xml"/><Relationship Id="rId10" Type="http://schemas.openxmlformats.org/officeDocument/2006/relationships/slideLayout" Target="../slideLayouts/slideLayout576.xml"/><Relationship Id="rId31" Type="http://schemas.openxmlformats.org/officeDocument/2006/relationships/slideLayout" Target="../slideLayouts/slideLayout597.xml"/><Relationship Id="rId52" Type="http://schemas.openxmlformats.org/officeDocument/2006/relationships/slideLayout" Target="../slideLayouts/slideLayout618.xml"/><Relationship Id="rId73" Type="http://schemas.openxmlformats.org/officeDocument/2006/relationships/slideLayout" Target="../slideLayouts/slideLayout639.xml"/><Relationship Id="rId78" Type="http://schemas.openxmlformats.org/officeDocument/2006/relationships/slideLayout" Target="../slideLayouts/slideLayout644.xml"/><Relationship Id="rId94" Type="http://schemas.openxmlformats.org/officeDocument/2006/relationships/slideLayout" Target="../slideLayouts/slideLayout660.xml"/><Relationship Id="rId99" Type="http://schemas.openxmlformats.org/officeDocument/2006/relationships/slideLayout" Target="../slideLayouts/slideLayout665.xml"/><Relationship Id="rId101" Type="http://schemas.openxmlformats.org/officeDocument/2006/relationships/slideLayout" Target="../slideLayouts/slideLayout667.xml"/><Relationship Id="rId122" Type="http://schemas.openxmlformats.org/officeDocument/2006/relationships/slideLayout" Target="../slideLayouts/slideLayout688.xml"/><Relationship Id="rId143" Type="http://schemas.openxmlformats.org/officeDocument/2006/relationships/slideLayout" Target="../slideLayouts/slideLayout709.xml"/><Relationship Id="rId148" Type="http://schemas.openxmlformats.org/officeDocument/2006/relationships/slideLayout" Target="../slideLayouts/slideLayout714.xml"/><Relationship Id="rId4" Type="http://schemas.openxmlformats.org/officeDocument/2006/relationships/slideLayout" Target="../slideLayouts/slideLayout570.xml"/><Relationship Id="rId9" Type="http://schemas.openxmlformats.org/officeDocument/2006/relationships/slideLayout" Target="../slideLayouts/slideLayout575.xml"/><Relationship Id="rId26" Type="http://schemas.openxmlformats.org/officeDocument/2006/relationships/slideLayout" Target="../slideLayouts/slideLayout592.xml"/><Relationship Id="rId47" Type="http://schemas.openxmlformats.org/officeDocument/2006/relationships/slideLayout" Target="../slideLayouts/slideLayout613.xml"/><Relationship Id="rId68" Type="http://schemas.openxmlformats.org/officeDocument/2006/relationships/slideLayout" Target="../slideLayouts/slideLayout634.xml"/><Relationship Id="rId89" Type="http://schemas.openxmlformats.org/officeDocument/2006/relationships/slideLayout" Target="../slideLayouts/slideLayout655.xml"/><Relationship Id="rId112" Type="http://schemas.openxmlformats.org/officeDocument/2006/relationships/slideLayout" Target="../slideLayouts/slideLayout678.xml"/><Relationship Id="rId133" Type="http://schemas.openxmlformats.org/officeDocument/2006/relationships/slideLayout" Target="../slideLayouts/slideLayout699.xml"/><Relationship Id="rId154" Type="http://schemas.openxmlformats.org/officeDocument/2006/relationships/image" Target="../media/image79.png"/><Relationship Id="rId16" Type="http://schemas.openxmlformats.org/officeDocument/2006/relationships/slideLayout" Target="../slideLayouts/slideLayout582.xml"/><Relationship Id="rId37" Type="http://schemas.openxmlformats.org/officeDocument/2006/relationships/slideLayout" Target="../slideLayouts/slideLayout603.xml"/><Relationship Id="rId58" Type="http://schemas.openxmlformats.org/officeDocument/2006/relationships/slideLayout" Target="../slideLayouts/slideLayout624.xml"/><Relationship Id="rId79" Type="http://schemas.openxmlformats.org/officeDocument/2006/relationships/slideLayout" Target="../slideLayouts/slideLayout645.xml"/><Relationship Id="rId102" Type="http://schemas.openxmlformats.org/officeDocument/2006/relationships/slideLayout" Target="../slideLayouts/slideLayout668.xml"/><Relationship Id="rId123" Type="http://schemas.openxmlformats.org/officeDocument/2006/relationships/slideLayout" Target="../slideLayouts/slideLayout689.xml"/><Relationship Id="rId144" Type="http://schemas.openxmlformats.org/officeDocument/2006/relationships/slideLayout" Target="../slideLayouts/slideLayout710.xml"/><Relationship Id="rId90" Type="http://schemas.openxmlformats.org/officeDocument/2006/relationships/slideLayout" Target="../slideLayouts/slideLayout6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68068"/>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3869"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1"/>
          </a:solidFill>
          <a:latin typeface="Arial" panose="020B0604020202020204" pitchFamily="34" charset="0"/>
          <a:ea typeface="Verdana" charset="0"/>
          <a:cs typeface="Arial" panose="020B0604020202020204" pitchFamily="34" charset="0"/>
        </a:defRPr>
      </a:lvl1pPr>
    </p:titleStyle>
    <p:bodyStyle>
      <a:lvl1pPr marL="160863" indent="-160863" algn="l" defTabSz="1219170" rtl="0" eaLnBrk="1" latinLnBrk="0" hangingPunct="1">
        <a:spcBef>
          <a:spcPct val="20000"/>
        </a:spcBef>
        <a:buClr>
          <a:schemeClr val="accent1"/>
        </a:buClr>
        <a:buFont typeface="Arial" panose="020B0604020202020204" pitchFamily="34" charset="0"/>
        <a:buChar char="•"/>
        <a:tabLst/>
        <a:defRPr sz="2133" b="0" i="0" kern="1200">
          <a:solidFill>
            <a:schemeClr val="bg1"/>
          </a:solidFill>
          <a:latin typeface="Arial" panose="020B0604020202020204" pitchFamily="34" charset="0"/>
          <a:ea typeface="Verdana" charset="0"/>
          <a:cs typeface="Arial" panose="020B0604020202020204" pitchFamily="34" charset="0"/>
        </a:defRPr>
      </a:lvl1pPr>
      <a:lvl2pPr marL="764098" indent="-154513" algn="l" defTabSz="1219170" rtl="0" eaLnBrk="1" latinLnBrk="0" hangingPunct="1">
        <a:spcBef>
          <a:spcPct val="20000"/>
        </a:spcBef>
        <a:buFont typeface="Arial"/>
        <a:buChar char="•"/>
        <a:tabLst/>
        <a:defRPr sz="2133" b="0" i="0" kern="1200">
          <a:solidFill>
            <a:schemeClr val="bg1"/>
          </a:solidFill>
          <a:latin typeface="Arial" panose="020B0604020202020204" pitchFamily="34" charset="0"/>
          <a:ea typeface="Verdana" charset="0"/>
          <a:cs typeface="Arial" panose="020B0604020202020204" pitchFamily="34" charset="0"/>
        </a:defRPr>
      </a:lvl2pPr>
      <a:lvl3pPr marL="1380032" indent="-160863" algn="l" defTabSz="1219170" rtl="0" eaLnBrk="1" latinLnBrk="0" hangingPunct="1">
        <a:spcBef>
          <a:spcPct val="20000"/>
        </a:spcBef>
        <a:buFont typeface="Arial"/>
        <a:buChar char="•"/>
        <a:tabLst/>
        <a:defRPr sz="2133" b="0" i="0" kern="1200">
          <a:solidFill>
            <a:schemeClr val="bg1"/>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236801059"/>
      </p:ext>
    </p:extLst>
  </p:cSld>
  <p:clrMap bg1="lt1" tx1="dk1" bg2="lt2" tx2="dk2" accent1="accent1" accent2="accent2" accent3="accent3" accent4="accent4" accent5="accent5" accent6="accent6" hlink="hlink" folHlink="folHlink"/>
  <p:sldLayoutIdLst>
    <p:sldLayoutId id="2147484563" r:id="rId1"/>
    <p:sldLayoutId id="2147484564" r:id="rId2"/>
    <p:sldLayoutId id="2147484565" r:id="rId3"/>
    <p:sldLayoutId id="2147484566" r:id="rId4"/>
    <p:sldLayoutId id="2147484567" r:id="rId5"/>
    <p:sldLayoutId id="2147484568" r:id="rId6"/>
    <p:sldLayoutId id="2147484569" r:id="rId7"/>
    <p:sldLayoutId id="2147484570" r:id="rId8"/>
    <p:sldLayoutId id="2147484624" r:id="rId9"/>
    <p:sldLayoutId id="2147484625" r:id="rId10"/>
    <p:sldLayoutId id="2147484626" r:id="rId11"/>
    <p:sldLayoutId id="2147484627" r:id="rId12"/>
    <p:sldLayoutId id="2147484628" r:id="rId13"/>
    <p:sldLayoutId id="2147484629" r:id="rId14"/>
    <p:sldLayoutId id="2147484630" r:id="rId15"/>
    <p:sldLayoutId id="2147484631" r:id="rId16"/>
    <p:sldLayoutId id="2147484632" r:id="rId17"/>
    <p:sldLayoutId id="2147484633" r:id="rId18"/>
    <p:sldLayoutId id="2147484634" r:id="rId19"/>
    <p:sldLayoutId id="2147484635" r:id="rId20"/>
    <p:sldLayoutId id="2147484636" r:id="rId21"/>
    <p:sldLayoutId id="2147484637" r:id="rId22"/>
    <p:sldLayoutId id="2147484571" r:id="rId23"/>
    <p:sldLayoutId id="2147484638" r:id="rId24"/>
    <p:sldLayoutId id="2147484639" r:id="rId25"/>
    <p:sldLayoutId id="2147484572" r:id="rId26"/>
    <p:sldLayoutId id="2147484573" r:id="rId27"/>
    <p:sldLayoutId id="2147484574" r:id="rId28"/>
    <p:sldLayoutId id="2147484575" r:id="rId29"/>
    <p:sldLayoutId id="2147484576" r:id="rId30"/>
    <p:sldLayoutId id="2147484577" r:id="rId31"/>
    <p:sldLayoutId id="2147484640" r:id="rId32"/>
    <p:sldLayoutId id="2147484641" r:id="rId33"/>
    <p:sldLayoutId id="2147484642" r:id="rId34"/>
    <p:sldLayoutId id="2147483701" r:id="rId35"/>
    <p:sldLayoutId id="2147484643" r:id="rId36"/>
    <p:sldLayoutId id="2147484644" r:id="rId37"/>
    <p:sldLayoutId id="2147484578" r:id="rId38"/>
    <p:sldLayoutId id="2147484579" r:id="rId39"/>
    <p:sldLayoutId id="2147484580" r:id="rId40"/>
    <p:sldLayoutId id="2147484581" r:id="rId41"/>
    <p:sldLayoutId id="2147484582" r:id="rId42"/>
    <p:sldLayoutId id="2147484583" r:id="rId43"/>
    <p:sldLayoutId id="2147484584" r:id="rId44"/>
    <p:sldLayoutId id="2147484585" r:id="rId45"/>
    <p:sldLayoutId id="2147484586" r:id="rId46"/>
    <p:sldLayoutId id="2147484587" r:id="rId47"/>
    <p:sldLayoutId id="2147484588" r:id="rId48"/>
    <p:sldLayoutId id="2147484589" r:id="rId49"/>
    <p:sldLayoutId id="2147484590" r:id="rId50"/>
    <p:sldLayoutId id="2147484591" r:id="rId51"/>
    <p:sldLayoutId id="2147484592" r:id="rId52"/>
    <p:sldLayoutId id="2147484593" r:id="rId53"/>
    <p:sldLayoutId id="2147484594" r:id="rId54"/>
    <p:sldLayoutId id="2147484595" r:id="rId55"/>
    <p:sldLayoutId id="2147484596" r:id="rId56"/>
    <p:sldLayoutId id="2147484597" r:id="rId57"/>
    <p:sldLayoutId id="2147484598" r:id="rId58"/>
    <p:sldLayoutId id="2147484599" r:id="rId59"/>
    <p:sldLayoutId id="2147484600" r:id="rId60"/>
    <p:sldLayoutId id="2147484645" r:id="rId61"/>
    <p:sldLayoutId id="2147484646" r:id="rId62"/>
    <p:sldLayoutId id="2147484647" r:id="rId63"/>
    <p:sldLayoutId id="2147484648" r:id="rId64"/>
    <p:sldLayoutId id="2147484649" r:id="rId65"/>
    <p:sldLayoutId id="2147484650" r:id="rId66"/>
    <p:sldLayoutId id="2147484651" r:id="rId67"/>
    <p:sldLayoutId id="2147483711" r:id="rId68"/>
    <p:sldLayoutId id="2147483712" r:id="rId69"/>
    <p:sldLayoutId id="2147483713" r:id="rId70"/>
    <p:sldLayoutId id="2147483714" r:id="rId71"/>
    <p:sldLayoutId id="2147483871" r:id="rId72"/>
    <p:sldLayoutId id="2147484601" r:id="rId73"/>
    <p:sldLayoutId id="2147484652" r:id="rId7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35" cstate="print">
            <a:extLst>
              <a:ext uri="{28A0092B-C50C-407E-A947-70E740481C1C}">
                <a14:useLocalDpi xmlns:a14="http://schemas.microsoft.com/office/drawing/2010/main"/>
              </a:ext>
              <a:ext uri="{96DAC541-7B7A-43D3-8B79-37D633B846F1}">
                <asvg:svgBlip xmlns:asvg="http://schemas.microsoft.com/office/drawing/2016/SVG/main" r:embed="rId36"/>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690582243"/>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872"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41" cstate="screen">
            <a:extLst>
              <a:ext uri="{28A0092B-C50C-407E-A947-70E740481C1C}">
                <a14:useLocalDpi xmlns:a14="http://schemas.microsoft.com/office/drawing/2010/main"/>
              </a:ext>
              <a:ext uri="{96DAC541-7B7A-43D3-8B79-37D633B846F1}">
                <asvg:svgBlip xmlns:asvg="http://schemas.microsoft.com/office/drawing/2016/SVG/main" r:embed="rId42"/>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507823687"/>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 id="2147483822" r:id="rId30"/>
    <p:sldLayoutId id="2147483823" r:id="rId31"/>
    <p:sldLayoutId id="2147483824" r:id="rId32"/>
    <p:sldLayoutId id="2147483825" r:id="rId33"/>
    <p:sldLayoutId id="2147483826" r:id="rId34"/>
    <p:sldLayoutId id="2147483827" r:id="rId35"/>
    <p:sldLayoutId id="2147483828" r:id="rId36"/>
    <p:sldLayoutId id="2147483829" r:id="rId37"/>
    <p:sldLayoutId id="2147483830" r:id="rId38"/>
    <p:sldLayoutId id="2147483831" r:id="rId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50724022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 id="2147483853" r:id="rId18"/>
    <p:sldLayoutId id="2147483854" r:id="rId19"/>
    <p:sldLayoutId id="2147483855" r:id="rId20"/>
    <p:sldLayoutId id="2147483856" r:id="rId21"/>
    <p:sldLayoutId id="2147483857" r:id="rId22"/>
    <p:sldLayoutId id="2147483858" r:id="rId23"/>
    <p:sldLayoutId id="2147483859" r:id="rId24"/>
    <p:sldLayoutId id="2147483860" r:id="rId25"/>
    <p:sldLayoutId id="2147483861" r:id="rId26"/>
    <p:sldLayoutId id="2147483862" r:id="rId27"/>
    <p:sldLayoutId id="2147483863" r:id="rId28"/>
    <p:sldLayoutId id="2147483864" r:id="rId29"/>
    <p:sldLayoutId id="2147483865" r:id="rId30"/>
    <p:sldLayoutId id="2147483866" r:id="rId31"/>
    <p:sldLayoutId id="2147483867" r:id="rId32"/>
    <p:sldLayoutId id="2147483868"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4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81" indent="-380981" algn="l" defTabSz="121914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50" indent="-380981"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17" indent="-457178"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493"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062"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E6D52A0-C258-A89C-938D-72D9341DDCEE}"/>
              </a:ext>
            </a:extLst>
          </p:cNvPr>
          <p:cNvPicPr>
            <a:picLocks noChangeAspect="1"/>
          </p:cNvPicPr>
          <p:nvPr userDrawn="1"/>
        </p:nvPicPr>
        <p:blipFill>
          <a:blip r:embed="rId35" cstate="screen">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9997980" y="6465147"/>
            <a:ext cx="1984557" cy="255821"/>
          </a:xfrm>
          <a:prstGeom prst="rect">
            <a:avLst/>
          </a:prstGeom>
        </p:spPr>
      </p:pic>
    </p:spTree>
    <p:extLst>
      <p:ext uri="{BB962C8B-B14F-4D97-AF65-F5344CB8AC3E}">
        <p14:creationId xmlns:p14="http://schemas.microsoft.com/office/powerpoint/2010/main" val="3015748333"/>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 id="2147483891" r:id="rId17"/>
    <p:sldLayoutId id="2147483892" r:id="rId18"/>
    <p:sldLayoutId id="2147483893" r:id="rId19"/>
    <p:sldLayoutId id="2147483894" r:id="rId20"/>
    <p:sldLayoutId id="2147483895" r:id="rId21"/>
    <p:sldLayoutId id="2147483896" r:id="rId22"/>
    <p:sldLayoutId id="2147483897" r:id="rId23"/>
    <p:sldLayoutId id="2147483898" r:id="rId24"/>
    <p:sldLayoutId id="2147483899" r:id="rId25"/>
    <p:sldLayoutId id="2147483900" r:id="rId26"/>
    <p:sldLayoutId id="2147483901" r:id="rId27"/>
    <p:sldLayoutId id="2147483902" r:id="rId28"/>
    <p:sldLayoutId id="2147483903" r:id="rId29"/>
    <p:sldLayoutId id="2147483904" r:id="rId30"/>
    <p:sldLayoutId id="2147483905" r:id="rId31"/>
    <p:sldLayoutId id="2147483906" r:id="rId32"/>
    <p:sldLayoutId id="2147483907"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961562955"/>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0"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 id="2147484653" r:id="rId137"/>
    <p:sldLayoutId id="2147484654" r:id="rId1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776" userDrawn="1">
          <p15:clr>
            <a:srgbClr val="F26B43"/>
          </p15:clr>
        </p15:guide>
        <p15:guide id="3" pos="352" userDrawn="1">
          <p15:clr>
            <a:srgbClr val="F26B43"/>
          </p15:clr>
        </p15:guide>
        <p15:guide id="4" pos="7200" userDrawn="1">
          <p15:clr>
            <a:srgbClr val="F26B43"/>
          </p15:clr>
        </p15:guide>
        <p15:guide id="5" orient="horz" pos="4048" userDrawn="1">
          <p15:clr>
            <a:srgbClr val="F26B43"/>
          </p15:clr>
        </p15:guide>
        <p15:guide id="6" pos="2048" userDrawn="1">
          <p15:clr>
            <a:srgbClr val="F26B43"/>
          </p15:clr>
        </p15:guide>
        <p15:guide id="7" pos="5472" userDrawn="1">
          <p15:clr>
            <a:srgbClr val="F26B43"/>
          </p15:clr>
        </p15:guide>
        <p15:guide id="8" pos="2624" userDrawn="1">
          <p15:clr>
            <a:srgbClr val="F26B43"/>
          </p15:clr>
        </p15:guide>
        <p15:guide id="9" pos="492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5657650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4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81" indent="-380981" algn="l" defTabSz="121914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50" indent="-380981"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17" indent="-457178"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493"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062"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1"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9274793"/>
      </p:ext>
    </p:extLst>
  </p:cSld>
  <p:clrMap bg1="lt1" tx1="dk1" bg2="lt2" tx2="dk2" accent1="accent1" accent2="accent2" accent3="accent3" accent4="accent4" accent5="accent5" accent6="accent6" hlink="hlink" folHlink="folHlink"/>
  <p:sldLayoutIdLst>
    <p:sldLayoutId id="2147484656" r:id="rId1"/>
    <p:sldLayoutId id="2147484657" r:id="rId2"/>
    <p:sldLayoutId id="2147484658" r:id="rId3"/>
    <p:sldLayoutId id="2147484659" r:id="rId4"/>
    <p:sldLayoutId id="2147484660" r:id="rId5"/>
    <p:sldLayoutId id="2147484661" r:id="rId6"/>
    <p:sldLayoutId id="2147484662" r:id="rId7"/>
    <p:sldLayoutId id="2147484663" r:id="rId8"/>
    <p:sldLayoutId id="2147484664" r:id="rId9"/>
    <p:sldLayoutId id="2147484665" r:id="rId10"/>
    <p:sldLayoutId id="2147484666" r:id="rId11"/>
    <p:sldLayoutId id="2147484667" r:id="rId12"/>
    <p:sldLayoutId id="2147484668" r:id="rId13"/>
    <p:sldLayoutId id="2147484669" r:id="rId14"/>
    <p:sldLayoutId id="2147484670" r:id="rId15"/>
    <p:sldLayoutId id="2147484671" r:id="rId16"/>
    <p:sldLayoutId id="2147484672" r:id="rId17"/>
    <p:sldLayoutId id="2147484673" r:id="rId18"/>
    <p:sldLayoutId id="2147484674" r:id="rId19"/>
    <p:sldLayoutId id="2147484675" r:id="rId20"/>
    <p:sldLayoutId id="2147484676" r:id="rId21"/>
    <p:sldLayoutId id="2147484677" r:id="rId22"/>
    <p:sldLayoutId id="2147484678" r:id="rId23"/>
    <p:sldLayoutId id="2147484679" r:id="rId24"/>
    <p:sldLayoutId id="2147484680" r:id="rId25"/>
    <p:sldLayoutId id="2147484681" r:id="rId26"/>
    <p:sldLayoutId id="2147484682" r:id="rId27"/>
    <p:sldLayoutId id="2147484683" r:id="rId28"/>
    <p:sldLayoutId id="2147484684" r:id="rId29"/>
    <p:sldLayoutId id="2147484685" r:id="rId30"/>
    <p:sldLayoutId id="2147484686" r:id="rId31"/>
    <p:sldLayoutId id="2147484687" r:id="rId32"/>
    <p:sldLayoutId id="2147484688" r:id="rId33"/>
    <p:sldLayoutId id="2147484689" r:id="rId34"/>
    <p:sldLayoutId id="2147484690" r:id="rId35"/>
    <p:sldLayoutId id="2147484691" r:id="rId36"/>
    <p:sldLayoutId id="2147484692" r:id="rId37"/>
    <p:sldLayoutId id="2147484693" r:id="rId38"/>
    <p:sldLayoutId id="2147484694" r:id="rId39"/>
    <p:sldLayoutId id="2147484695" r:id="rId40"/>
    <p:sldLayoutId id="2147484696" r:id="rId41"/>
    <p:sldLayoutId id="2147484697" r:id="rId42"/>
    <p:sldLayoutId id="2147484698" r:id="rId43"/>
    <p:sldLayoutId id="2147484699" r:id="rId44"/>
    <p:sldLayoutId id="2147484700" r:id="rId45"/>
    <p:sldLayoutId id="2147484701" r:id="rId46"/>
    <p:sldLayoutId id="2147484702" r:id="rId47"/>
    <p:sldLayoutId id="2147484703" r:id="rId48"/>
    <p:sldLayoutId id="2147484704" r:id="rId49"/>
    <p:sldLayoutId id="2147484705" r:id="rId50"/>
    <p:sldLayoutId id="2147484706" r:id="rId51"/>
    <p:sldLayoutId id="2147484707" r:id="rId52"/>
    <p:sldLayoutId id="2147484708" r:id="rId53"/>
    <p:sldLayoutId id="2147484709" r:id="rId54"/>
    <p:sldLayoutId id="2147484710" r:id="rId55"/>
    <p:sldLayoutId id="2147484711" r:id="rId56"/>
    <p:sldLayoutId id="2147484712" r:id="rId57"/>
    <p:sldLayoutId id="2147484713" r:id="rId58"/>
    <p:sldLayoutId id="2147484714" r:id="rId59"/>
    <p:sldLayoutId id="2147484715" r:id="rId60"/>
    <p:sldLayoutId id="2147484716" r:id="rId61"/>
    <p:sldLayoutId id="2147484717" r:id="rId62"/>
    <p:sldLayoutId id="2147484718" r:id="rId63"/>
    <p:sldLayoutId id="2147484719" r:id="rId64"/>
    <p:sldLayoutId id="2147484720" r:id="rId65"/>
    <p:sldLayoutId id="2147484721" r:id="rId66"/>
    <p:sldLayoutId id="2147484722" r:id="rId67"/>
    <p:sldLayoutId id="2147484723" r:id="rId68"/>
    <p:sldLayoutId id="2147484724" r:id="rId69"/>
    <p:sldLayoutId id="2147484725" r:id="rId70"/>
    <p:sldLayoutId id="2147484726" r:id="rId71"/>
    <p:sldLayoutId id="2147484727" r:id="rId72"/>
    <p:sldLayoutId id="2147484728" r:id="rId73"/>
    <p:sldLayoutId id="2147484729" r:id="rId74"/>
    <p:sldLayoutId id="2147484730" r:id="rId75"/>
    <p:sldLayoutId id="2147484731" r:id="rId76"/>
    <p:sldLayoutId id="2147484732" r:id="rId77"/>
    <p:sldLayoutId id="2147484733" r:id="rId78"/>
    <p:sldLayoutId id="2147484734" r:id="rId79"/>
    <p:sldLayoutId id="2147484735" r:id="rId80"/>
    <p:sldLayoutId id="2147484736" r:id="rId81"/>
    <p:sldLayoutId id="2147484737" r:id="rId82"/>
    <p:sldLayoutId id="2147484738" r:id="rId83"/>
    <p:sldLayoutId id="2147484739" r:id="rId84"/>
    <p:sldLayoutId id="2147484740" r:id="rId85"/>
    <p:sldLayoutId id="2147484741" r:id="rId86"/>
    <p:sldLayoutId id="2147484742" r:id="rId87"/>
    <p:sldLayoutId id="2147484743" r:id="rId88"/>
    <p:sldLayoutId id="2147484744" r:id="rId89"/>
    <p:sldLayoutId id="2147484745" r:id="rId90"/>
    <p:sldLayoutId id="2147484746" r:id="rId91"/>
    <p:sldLayoutId id="2147484747" r:id="rId92"/>
    <p:sldLayoutId id="2147484748" r:id="rId93"/>
    <p:sldLayoutId id="2147484749" r:id="rId94"/>
    <p:sldLayoutId id="2147484750" r:id="rId95"/>
    <p:sldLayoutId id="2147484751" r:id="rId96"/>
    <p:sldLayoutId id="2147484752" r:id="rId97"/>
    <p:sldLayoutId id="2147484753" r:id="rId98"/>
    <p:sldLayoutId id="2147484754" r:id="rId99"/>
    <p:sldLayoutId id="2147484755" r:id="rId100"/>
    <p:sldLayoutId id="2147484756" r:id="rId101"/>
    <p:sldLayoutId id="2147484757" r:id="rId102"/>
    <p:sldLayoutId id="2147484758" r:id="rId103"/>
    <p:sldLayoutId id="2147484759" r:id="rId104"/>
    <p:sldLayoutId id="2147484760" r:id="rId105"/>
    <p:sldLayoutId id="2147484761" r:id="rId106"/>
    <p:sldLayoutId id="2147484762" r:id="rId107"/>
    <p:sldLayoutId id="2147484763" r:id="rId108"/>
    <p:sldLayoutId id="2147484764" r:id="rId109"/>
    <p:sldLayoutId id="2147484765" r:id="rId110"/>
    <p:sldLayoutId id="2147484766" r:id="rId111"/>
    <p:sldLayoutId id="2147484767" r:id="rId112"/>
    <p:sldLayoutId id="2147484768" r:id="rId113"/>
    <p:sldLayoutId id="2147484769" r:id="rId114"/>
    <p:sldLayoutId id="2147484770" r:id="rId115"/>
    <p:sldLayoutId id="2147484771" r:id="rId116"/>
    <p:sldLayoutId id="2147484772" r:id="rId117"/>
    <p:sldLayoutId id="2147484773" r:id="rId118"/>
    <p:sldLayoutId id="2147484774" r:id="rId119"/>
    <p:sldLayoutId id="2147484775" r:id="rId120"/>
    <p:sldLayoutId id="2147484776" r:id="rId121"/>
    <p:sldLayoutId id="2147484777" r:id="rId122"/>
    <p:sldLayoutId id="2147484778" r:id="rId123"/>
    <p:sldLayoutId id="2147484779" r:id="rId124"/>
    <p:sldLayoutId id="2147484780" r:id="rId125"/>
    <p:sldLayoutId id="2147484781" r:id="rId126"/>
    <p:sldLayoutId id="2147484782" r:id="rId127"/>
    <p:sldLayoutId id="2147484783" r:id="rId128"/>
    <p:sldLayoutId id="2147484784" r:id="rId129"/>
    <p:sldLayoutId id="2147484785" r:id="rId130"/>
    <p:sldLayoutId id="2147484786" r:id="rId131"/>
    <p:sldLayoutId id="2147484787" r:id="rId132"/>
    <p:sldLayoutId id="2147484788" r:id="rId133"/>
    <p:sldLayoutId id="2147484789" r:id="rId134"/>
    <p:sldLayoutId id="2147484790" r:id="rId135"/>
    <p:sldLayoutId id="2147484791" r:id="rId136"/>
    <p:sldLayoutId id="2147484792" r:id="rId137"/>
    <p:sldLayoutId id="2147484794" r:id="rId138"/>
    <p:sldLayoutId id="2147484796" r:id="rId1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4"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9243067"/>
      </p:ext>
    </p:extLst>
  </p:cSld>
  <p:clrMap bg1="lt1" tx1="dk1" bg2="lt2" tx2="dk2" accent1="accent1" accent2="accent2" accent3="accent3" accent4="accent4" accent5="accent5" accent6="accent6" hlink="hlink" folHlink="folHlink"/>
  <p:sldLayoutIdLst>
    <p:sldLayoutId id="2147484800" r:id="rId1"/>
    <p:sldLayoutId id="2147484801" r:id="rId2"/>
    <p:sldLayoutId id="2147484802"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5" r:id="rId16"/>
    <p:sldLayoutId id="2147484816" r:id="rId17"/>
    <p:sldLayoutId id="2147484817" r:id="rId18"/>
    <p:sldLayoutId id="2147484818" r:id="rId19"/>
    <p:sldLayoutId id="2147484819" r:id="rId20"/>
    <p:sldLayoutId id="2147484820" r:id="rId21"/>
    <p:sldLayoutId id="2147484821" r:id="rId22"/>
    <p:sldLayoutId id="2147484822" r:id="rId23"/>
    <p:sldLayoutId id="2147484823" r:id="rId24"/>
    <p:sldLayoutId id="2147484824" r:id="rId25"/>
    <p:sldLayoutId id="2147484825" r:id="rId26"/>
    <p:sldLayoutId id="2147484826" r:id="rId27"/>
    <p:sldLayoutId id="2147484827" r:id="rId28"/>
    <p:sldLayoutId id="2147484828" r:id="rId29"/>
    <p:sldLayoutId id="2147484829" r:id="rId30"/>
    <p:sldLayoutId id="2147484830" r:id="rId31"/>
    <p:sldLayoutId id="2147484831" r:id="rId32"/>
    <p:sldLayoutId id="2147484832" r:id="rId33"/>
    <p:sldLayoutId id="2147484833" r:id="rId34"/>
    <p:sldLayoutId id="2147484834" r:id="rId35"/>
    <p:sldLayoutId id="2147484835" r:id="rId36"/>
    <p:sldLayoutId id="2147484836" r:id="rId37"/>
    <p:sldLayoutId id="2147484837" r:id="rId38"/>
    <p:sldLayoutId id="2147484838" r:id="rId39"/>
    <p:sldLayoutId id="2147484839" r:id="rId40"/>
    <p:sldLayoutId id="2147484840" r:id="rId41"/>
    <p:sldLayoutId id="2147484841" r:id="rId42"/>
    <p:sldLayoutId id="2147484842" r:id="rId43"/>
    <p:sldLayoutId id="2147484843" r:id="rId44"/>
    <p:sldLayoutId id="2147484844" r:id="rId45"/>
    <p:sldLayoutId id="2147484845" r:id="rId46"/>
    <p:sldLayoutId id="2147484846" r:id="rId47"/>
    <p:sldLayoutId id="2147484847" r:id="rId48"/>
    <p:sldLayoutId id="2147484848" r:id="rId49"/>
    <p:sldLayoutId id="2147484849" r:id="rId50"/>
    <p:sldLayoutId id="2147484850" r:id="rId51"/>
    <p:sldLayoutId id="2147484851" r:id="rId52"/>
    <p:sldLayoutId id="2147484852" r:id="rId53"/>
    <p:sldLayoutId id="2147484853" r:id="rId54"/>
    <p:sldLayoutId id="2147484854" r:id="rId55"/>
    <p:sldLayoutId id="2147484855" r:id="rId56"/>
    <p:sldLayoutId id="2147484856" r:id="rId57"/>
    <p:sldLayoutId id="2147484857" r:id="rId58"/>
    <p:sldLayoutId id="2147484858" r:id="rId59"/>
    <p:sldLayoutId id="2147484859" r:id="rId60"/>
    <p:sldLayoutId id="2147484860" r:id="rId61"/>
    <p:sldLayoutId id="2147484861" r:id="rId62"/>
    <p:sldLayoutId id="2147484862" r:id="rId63"/>
    <p:sldLayoutId id="2147484863" r:id="rId64"/>
    <p:sldLayoutId id="2147484864" r:id="rId65"/>
    <p:sldLayoutId id="2147484865" r:id="rId66"/>
    <p:sldLayoutId id="2147484866" r:id="rId67"/>
    <p:sldLayoutId id="2147484867" r:id="rId68"/>
    <p:sldLayoutId id="2147484868" r:id="rId69"/>
    <p:sldLayoutId id="2147484869" r:id="rId70"/>
    <p:sldLayoutId id="2147484870" r:id="rId71"/>
    <p:sldLayoutId id="2147484871" r:id="rId72"/>
    <p:sldLayoutId id="2147484872" r:id="rId73"/>
    <p:sldLayoutId id="2147484873" r:id="rId74"/>
    <p:sldLayoutId id="2147484874" r:id="rId75"/>
    <p:sldLayoutId id="2147484875" r:id="rId76"/>
    <p:sldLayoutId id="2147484876" r:id="rId77"/>
    <p:sldLayoutId id="2147484877" r:id="rId78"/>
    <p:sldLayoutId id="2147484878" r:id="rId79"/>
    <p:sldLayoutId id="2147484879" r:id="rId80"/>
    <p:sldLayoutId id="2147484880" r:id="rId81"/>
    <p:sldLayoutId id="2147484881" r:id="rId82"/>
    <p:sldLayoutId id="2147484882" r:id="rId83"/>
    <p:sldLayoutId id="2147484883" r:id="rId84"/>
    <p:sldLayoutId id="2147484884" r:id="rId85"/>
    <p:sldLayoutId id="2147484885" r:id="rId86"/>
    <p:sldLayoutId id="2147484886" r:id="rId87"/>
    <p:sldLayoutId id="2147484887" r:id="rId88"/>
    <p:sldLayoutId id="2147484888" r:id="rId89"/>
    <p:sldLayoutId id="2147484889" r:id="rId90"/>
    <p:sldLayoutId id="2147484890" r:id="rId91"/>
    <p:sldLayoutId id="2147484891" r:id="rId92"/>
    <p:sldLayoutId id="2147484892" r:id="rId93"/>
    <p:sldLayoutId id="2147484893" r:id="rId94"/>
    <p:sldLayoutId id="2147484894" r:id="rId95"/>
    <p:sldLayoutId id="2147484895" r:id="rId96"/>
    <p:sldLayoutId id="2147484896" r:id="rId97"/>
    <p:sldLayoutId id="2147484897" r:id="rId98"/>
    <p:sldLayoutId id="2147484898" r:id="rId99"/>
    <p:sldLayoutId id="2147484899" r:id="rId100"/>
    <p:sldLayoutId id="2147484900" r:id="rId101"/>
    <p:sldLayoutId id="2147484901" r:id="rId102"/>
    <p:sldLayoutId id="2147484902" r:id="rId103"/>
    <p:sldLayoutId id="2147484903" r:id="rId104"/>
    <p:sldLayoutId id="2147484904" r:id="rId105"/>
    <p:sldLayoutId id="2147484905" r:id="rId106"/>
    <p:sldLayoutId id="2147484906" r:id="rId107"/>
    <p:sldLayoutId id="2147484907" r:id="rId108"/>
    <p:sldLayoutId id="2147484908" r:id="rId109"/>
    <p:sldLayoutId id="2147484909" r:id="rId110"/>
    <p:sldLayoutId id="2147484910" r:id="rId111"/>
    <p:sldLayoutId id="2147484911" r:id="rId112"/>
    <p:sldLayoutId id="2147484912" r:id="rId113"/>
    <p:sldLayoutId id="2147484913" r:id="rId114"/>
    <p:sldLayoutId id="2147484914" r:id="rId115"/>
    <p:sldLayoutId id="2147484915" r:id="rId116"/>
    <p:sldLayoutId id="2147484916" r:id="rId117"/>
    <p:sldLayoutId id="2147484917" r:id="rId118"/>
    <p:sldLayoutId id="2147484918" r:id="rId119"/>
    <p:sldLayoutId id="2147484919" r:id="rId120"/>
    <p:sldLayoutId id="2147484920" r:id="rId121"/>
    <p:sldLayoutId id="2147484921" r:id="rId122"/>
    <p:sldLayoutId id="2147484922" r:id="rId123"/>
    <p:sldLayoutId id="2147484923" r:id="rId124"/>
    <p:sldLayoutId id="2147484924" r:id="rId125"/>
    <p:sldLayoutId id="2147484925" r:id="rId126"/>
    <p:sldLayoutId id="2147484926" r:id="rId127"/>
    <p:sldLayoutId id="2147484927" r:id="rId128"/>
    <p:sldLayoutId id="2147484928" r:id="rId129"/>
    <p:sldLayoutId id="2147484929" r:id="rId130"/>
    <p:sldLayoutId id="2147484930" r:id="rId131"/>
    <p:sldLayoutId id="2147484931" r:id="rId132"/>
    <p:sldLayoutId id="2147484932" r:id="rId133"/>
    <p:sldLayoutId id="2147484933" r:id="rId134"/>
    <p:sldLayoutId id="2147484934" r:id="rId135"/>
    <p:sldLayoutId id="2147484935" r:id="rId136"/>
    <p:sldLayoutId id="2147484936" r:id="rId137"/>
    <p:sldLayoutId id="2147484937" r:id="rId138"/>
    <p:sldLayoutId id="2147484938" r:id="rId139"/>
    <p:sldLayoutId id="2147484939" r:id="rId140"/>
    <p:sldLayoutId id="2147484940" r:id="rId141"/>
    <p:sldLayoutId id="2147484941" r:id="rId142"/>
    <p:sldLayoutId id="2147484942" r:id="rId143"/>
    <p:sldLayoutId id="2147484943" r:id="rId144"/>
    <p:sldLayoutId id="2147484944" r:id="rId145"/>
    <p:sldLayoutId id="2147484945" r:id="rId146"/>
    <p:sldLayoutId id="2147484946" r:id="rId147"/>
    <p:sldLayoutId id="2147484947" r:id="rId148"/>
    <p:sldLayoutId id="2147484948" r:id="rId149"/>
    <p:sldLayoutId id="2147484949" r:id="rId150"/>
    <p:sldLayoutId id="2147484950" r:id="rId151"/>
    <p:sldLayoutId id="2147484951" r:id="rId152"/>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0.xml"/></Relationships>
</file>

<file path=ppt/slides/_rels/slide3.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slide" Target="slide5.xml"/><Relationship Id="rId7" Type="http://schemas.openxmlformats.org/officeDocument/2006/relationships/slide" Target="slide67.xml"/><Relationship Id="rId2" Type="http://schemas.openxmlformats.org/officeDocument/2006/relationships/notesSlide" Target="../notesSlides/notesSlide1.xml"/><Relationship Id="rId1" Type="http://schemas.openxmlformats.org/officeDocument/2006/relationships/slideLayout" Target="../slideLayouts/slideLayout269.xml"/><Relationship Id="rId6" Type="http://schemas.openxmlformats.org/officeDocument/2006/relationships/slide" Target="slide35.xml"/><Relationship Id="rId5" Type="http://schemas.openxmlformats.org/officeDocument/2006/relationships/slide" Target="slide24.xml"/><Relationship Id="rId4" Type="http://schemas.openxmlformats.org/officeDocument/2006/relationships/slide" Target="slide16.xml"/><Relationship Id="rId9" Type="http://schemas.openxmlformats.org/officeDocument/2006/relationships/slide" Target="slide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65.xml"/></Relationships>
</file>

<file path=ppt/slides/_rels/slide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65.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65.xml"/></Relationships>
</file>

<file path=ppt/slides/_rels/slide1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65.xml"/></Relationships>
</file>

<file path=ppt/slides/_rels/slide11.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14.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15.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1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xml"/><Relationship Id="rId1" Type="http://schemas.openxmlformats.org/officeDocument/2006/relationships/slideLayout" Target="../slideLayouts/slideLayout269.xml"/><Relationship Id="rId5" Type="http://schemas.openxmlformats.org/officeDocument/2006/relationships/image" Target="../media/image114.png"/><Relationship Id="rId4" Type="http://schemas.openxmlformats.org/officeDocument/2006/relationships/image" Target="../media/image1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1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65.xml"/></Relationships>
</file>

<file path=ppt/slides/_rels/slide2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65.xml"/></Relationships>
</file>

<file path=ppt/slides/_rels/slide2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65.xml"/></Relationships>
</file>

<file path=ppt/slides/_rels/slide2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65.xml"/></Relationships>
</file>

<file path=ppt/slides/_rels/slide23.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7FFFFFDC_41B9F70D.xml"/><Relationship Id="rId1" Type="http://schemas.openxmlformats.org/officeDocument/2006/relationships/slideLayout" Target="../slideLayouts/slideLayout26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6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3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65.xml"/></Relationships>
</file>

<file path=ppt/slides/_rels/slide3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65.xml"/></Relationships>
</file>

<file path=ppt/slides/_rels/slide3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65.xml"/></Relationships>
</file>

<file path=ppt/slides/_rels/slide3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65.xml"/></Relationships>
</file>

<file path=ppt/slides/_rels/slide3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6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3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6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3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65.xml"/></Relationships>
</file>

<file path=ppt/slides/_rels/slide39.xml.rels><?xml version="1.0" encoding="UTF-8" standalone="yes"?>
<Relationships xmlns="http://schemas.openxmlformats.org/package/2006/relationships"><Relationship Id="rId3" Type="http://schemas.openxmlformats.org/officeDocument/2006/relationships/image" Target="../media/image131.png"/><Relationship Id="rId2" Type="http://schemas.microsoft.com/office/2018/10/relationships/comments" Target="../comments/modernComment_7FFFFFE6_E28050D.xml"/><Relationship Id="rId1" Type="http://schemas.openxmlformats.org/officeDocument/2006/relationships/slideLayout" Target="../slideLayouts/slideLayout265.xml"/></Relationships>
</file>

<file path=ppt/slides/_rels/slide4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65.xml"/></Relationships>
</file>

<file path=ppt/slides/_rels/slide4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65.xml"/></Relationships>
</file>

<file path=ppt/slides/_rels/slide4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65.xml"/></Relationships>
</file>

<file path=ppt/slides/_rels/slide4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65.xml"/></Relationships>
</file>

<file path=ppt/slides/_rels/slide4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65.xml"/><Relationship Id="rId4" Type="http://schemas.openxmlformats.org/officeDocument/2006/relationships/image" Target="../media/image139.png"/></Relationships>
</file>

<file path=ppt/slides/_rels/slide4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65.xml"/></Relationships>
</file>

<file path=ppt/slides/_rels/slide4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65.xml"/></Relationships>
</file>

<file path=ppt/slides/_rels/slide4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65.xml"/><Relationship Id="rId5" Type="http://schemas.openxmlformats.org/officeDocument/2006/relationships/image" Target="../media/image146.png"/><Relationship Id="rId4" Type="http://schemas.openxmlformats.org/officeDocument/2006/relationships/image" Target="../media/image145.png"/></Relationships>
</file>

<file path=ppt/slides/_rels/slide4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65.xml"/></Relationships>
</file>

<file path=ppt/slides/_rels/slide4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65.xml"/></Relationships>
</file>

<file path=ppt/slides/_rels/slide50.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65.xml"/><Relationship Id="rId5" Type="http://schemas.openxmlformats.org/officeDocument/2006/relationships/image" Target="../media/image154.png"/><Relationship Id="rId4" Type="http://schemas.openxmlformats.org/officeDocument/2006/relationships/image" Target="../media/image153.png"/></Relationships>
</file>

<file path=ppt/slides/_rels/slide5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65.xml"/></Relationships>
</file>

<file path=ppt/slides/_rels/slide5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65.xml"/></Relationships>
</file>

<file path=ppt/slides/_rels/slide5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65.xml"/></Relationships>
</file>

<file path=ppt/slides/_rels/slide5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65.xml"/></Relationships>
</file>

<file path=ppt/slides/_rels/slide5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65.xml"/></Relationships>
</file>

<file path=ppt/slides/_rels/slide5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65.xml"/><Relationship Id="rId4" Type="http://schemas.openxmlformats.org/officeDocument/2006/relationships/image" Target="../media/image165.png"/></Relationships>
</file>

<file path=ppt/slides/_rels/slide5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65.xml"/></Relationships>
</file>

<file path=ppt/slides/_rels/slide58.xml.rels><?xml version="1.0" encoding="UTF-8" standalone="yes"?>
<Relationships xmlns="http://schemas.openxmlformats.org/package/2006/relationships"><Relationship Id="rId3" Type="http://schemas.openxmlformats.org/officeDocument/2006/relationships/image" Target="../media/image168.png"/><Relationship Id="rId2" Type="http://schemas.microsoft.com/office/2018/10/relationships/comments" Target="../comments/modernComment_7FFFFFFF_913AFF00.xml"/><Relationship Id="rId1" Type="http://schemas.openxmlformats.org/officeDocument/2006/relationships/slideLayout" Target="../slideLayouts/slideLayout265.xml"/><Relationship Id="rId4" Type="http://schemas.openxmlformats.org/officeDocument/2006/relationships/image" Target="../media/image169.png"/></Relationships>
</file>

<file path=ppt/slides/_rels/slide5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65.xml"/></Relationships>
</file>

<file path=ppt/slides/_rels/slide6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65.xml"/><Relationship Id="rId4" Type="http://schemas.openxmlformats.org/officeDocument/2006/relationships/image" Target="../media/image174.png"/></Relationships>
</file>

<file path=ppt/slides/_rels/slide61.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65.xml"/></Relationships>
</file>

<file path=ppt/slides/_rels/slide62.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65.xml"/></Relationships>
</file>

<file path=ppt/slides/_rels/slide63.xml.rels><?xml version="1.0" encoding="UTF-8" standalone="yes"?>
<Relationships xmlns="http://schemas.openxmlformats.org/package/2006/relationships"><Relationship Id="rId3" Type="http://schemas.openxmlformats.org/officeDocument/2006/relationships/image" Target="../media/image177.png"/><Relationship Id="rId2" Type="http://schemas.microsoft.com/office/2018/10/relationships/comments" Target="../comments/modernComment_103_9B64128A.xml"/><Relationship Id="rId1" Type="http://schemas.openxmlformats.org/officeDocument/2006/relationships/slideLayout" Target="../slideLayouts/slideLayout265.xml"/></Relationships>
</file>

<file path=ppt/slides/_rels/slide64.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65.xml"/></Relationships>
</file>

<file path=ppt/slides/_rels/slide65.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65.xml"/></Relationships>
</file>

<file path=ppt/slides/_rels/slide66.xml.rels><?xml version="1.0" encoding="UTF-8" standalone="yes"?>
<Relationships xmlns="http://schemas.openxmlformats.org/package/2006/relationships"><Relationship Id="rId3" Type="http://schemas.openxmlformats.org/officeDocument/2006/relationships/image" Target="../media/image180.png"/><Relationship Id="rId2" Type="http://schemas.microsoft.com/office/2018/10/relationships/comments" Target="../comments/modernComment_106_548F4F0C.xml"/><Relationship Id="rId1" Type="http://schemas.openxmlformats.org/officeDocument/2006/relationships/slideLayout" Target="../slideLayouts/slideLayout265.xml"/><Relationship Id="rId4" Type="http://schemas.openxmlformats.org/officeDocument/2006/relationships/image" Target="../media/image1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94220-9F22-C0D9-1F1D-CD1AEB426A9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6488FC0-CEFC-EA5C-35B8-E54F06673998}"/>
              </a:ext>
            </a:extLst>
          </p:cNvPr>
          <p:cNvSpPr>
            <a:spLocks noGrp="1"/>
          </p:cNvSpPr>
          <p:nvPr>
            <p:ph type="title"/>
          </p:nvPr>
        </p:nvSpPr>
        <p:spPr/>
        <p:txBody>
          <a:bodyPr anchor="ctr"/>
          <a:lstStyle/>
          <a:p>
            <a:r>
              <a:rPr lang="en-US" sz="6000"/>
              <a:t>Anaplan Sales</a:t>
            </a:r>
            <a:br>
              <a:rPr lang="en-US" sz="6000"/>
            </a:br>
            <a:r>
              <a:rPr lang="en-US" sz="6000"/>
              <a:t>Applications</a:t>
            </a:r>
          </a:p>
        </p:txBody>
      </p:sp>
      <p:sp>
        <p:nvSpPr>
          <p:cNvPr id="7" name="Subtitle 2">
            <a:extLst>
              <a:ext uri="{FF2B5EF4-FFF2-40B4-BE49-F238E27FC236}">
                <a16:creationId xmlns:a16="http://schemas.microsoft.com/office/drawing/2014/main" id="{42FCE0BB-2FF6-2DA7-DB95-D12EFDBCE1A0}"/>
              </a:ext>
            </a:extLst>
          </p:cNvPr>
          <p:cNvSpPr>
            <a:spLocks noGrp="1"/>
          </p:cNvSpPr>
          <p:nvPr>
            <p:ph type="body" sz="quarter" idx="10"/>
          </p:nvPr>
        </p:nvSpPr>
        <p:spPr/>
        <p:txBody>
          <a:bodyPr vert="horz" lIns="0" tIns="45720" rIns="91440" bIns="45720" rtlCol="0" anchor="ctr">
            <a:normAutofit/>
          </a:bodyPr>
          <a:lstStyle/>
          <a:p>
            <a:pPr>
              <a:lnSpc>
                <a:spcPts val="2500"/>
              </a:lnSpc>
            </a:pPr>
            <a:r>
              <a:rPr lang="en-US" sz="2200">
                <a:latin typeface="Arial"/>
                <a:cs typeface="Arial"/>
              </a:rPr>
              <a:t>Segmentation and Scoring</a:t>
            </a:r>
          </a:p>
          <a:p>
            <a:pPr>
              <a:lnSpc>
                <a:spcPts val="2500"/>
              </a:lnSpc>
            </a:pPr>
            <a:r>
              <a:rPr lang="en-US" sz="2200">
                <a:solidFill>
                  <a:schemeClr val="accent1"/>
                </a:solidFill>
                <a:latin typeface="Arial"/>
                <a:cs typeface="Arial"/>
              </a:rPr>
              <a:t>Post-model generation updates</a:t>
            </a:r>
          </a:p>
        </p:txBody>
      </p:sp>
      <p:sp>
        <p:nvSpPr>
          <p:cNvPr id="8" name="TextBox 7">
            <a:extLst>
              <a:ext uri="{FF2B5EF4-FFF2-40B4-BE49-F238E27FC236}">
                <a16:creationId xmlns:a16="http://schemas.microsoft.com/office/drawing/2014/main" id="{517653A9-6C7D-32EF-2FCF-565691E3CA8A}"/>
              </a:ext>
            </a:extLst>
          </p:cNvPr>
          <p:cNvSpPr txBox="1"/>
          <p:nvPr/>
        </p:nvSpPr>
        <p:spPr>
          <a:xfrm>
            <a:off x="7674243" y="6198173"/>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1.1.0</a:t>
            </a:r>
          </a:p>
          <a:p>
            <a:r>
              <a:rPr lang="en-US" sz="1200">
                <a:solidFill>
                  <a:schemeClr val="bg2"/>
                </a:solidFill>
                <a:ea typeface="Calibri"/>
                <a:cs typeface="Calibri"/>
              </a:rPr>
              <a:t>Last updated July 15, 2025</a:t>
            </a:r>
          </a:p>
        </p:txBody>
      </p:sp>
    </p:spTree>
    <p:extLst>
      <p:ext uri="{BB962C8B-B14F-4D97-AF65-F5344CB8AC3E}">
        <p14:creationId xmlns:p14="http://schemas.microsoft.com/office/powerpoint/2010/main" val="32977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623733"/>
            <a:ext cx="8228710" cy="2246769"/>
          </a:xfrm>
          <a:prstGeom prst="rect">
            <a:avLst/>
          </a:prstGeom>
          <a:noFill/>
        </p:spPr>
        <p:txBody>
          <a:bodyPr wrap="square" lIns="0" tIns="45720" rIns="91440" bIns="45720" rtlCol="0" anchor="t">
            <a:spAutoFit/>
          </a:bodyPr>
          <a:lstStyle/>
          <a:p>
            <a:pPr>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and any related materials are provided solely for the use of authorized Anaplan customers who have purchased the </a:t>
            </a:r>
            <a:r>
              <a:rPr lang="en-US" sz="1000">
                <a:solidFill>
                  <a:srgbClr val="0A2F46"/>
                </a:solidFill>
                <a:latin typeface="Arial" panose="020B0604020202020204"/>
              </a:rPr>
              <a:t>S</a:t>
            </a:r>
            <a:r>
              <a:rPr lang="en-US" sz="1000" b="1">
                <a:solidFill>
                  <a:srgbClr val="0A2F46"/>
                </a:solidFill>
                <a:latin typeface="Arial" panose="020B0604020202020204"/>
              </a:rPr>
              <a:t>egmentation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and </a:t>
            </a:r>
            <a:r>
              <a:rPr lang="en-US" sz="1000" b="1">
                <a:solidFill>
                  <a:srgbClr val="0A2F46"/>
                </a:solidFill>
                <a:latin typeface="Arial" panose="020B0604020202020204"/>
              </a:rPr>
              <a:t>Scoring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and are considered Anaplan proprietary information</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The information contained herein is intended exclusively for the purpose of implementing the 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by authorized customers</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 Any use outside of this intended purpose is strictly prohibited</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including but not limited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Sharing, distributing, or disclosing this content with or to individuals or entities not directly involved in the customer’s authorized implementation.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Using the documentation, in whole or in part, to replicate, retrofit, or reverse-engineer the functionality in other models, environments, or platforms.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000" b="0" i="0" u="none" strike="noStrike" kern="1200" cap="none" spc="0" normalizeH="0" baseline="0" noProof="0">
                <a:ln>
                  <a:noFill/>
                </a:ln>
                <a:effectLst/>
                <a:uLnTx/>
                <a:uFillTx/>
                <a:latin typeface="Arial" panose="020B0604020202020204"/>
              </a:rPr>
            </a:b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contains proprietary information of Anaplan and is protected by applicable intellectual property laws. Any unauthorized use, reproduction, or dissemination is a violation of these terms and may result in legal action. </a:t>
            </a:r>
            <a:br>
              <a:rPr lang="en-US" sz="1000" b="0" i="0" u="none" strike="noStrike" kern="1200" cap="none" spc="0" normalizeH="0" baseline="0" noProof="0">
                <a:ln>
                  <a:noFill/>
                </a:ln>
                <a:effectLst/>
                <a:uLnTx/>
                <a:uFillTx/>
                <a:latin typeface="Arial" panose="020B0604020202020204"/>
              </a:rPr>
            </a:b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70979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856D-BFF9-E399-C7BA-6B117B5D3AB5}"/>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916ED981-C2CD-84AB-CD07-B4D741563948}"/>
              </a:ext>
            </a:extLst>
          </p:cNvPr>
          <p:cNvGrpSpPr/>
          <p:nvPr/>
        </p:nvGrpSpPr>
        <p:grpSpPr>
          <a:xfrm>
            <a:off x="610649" y="867286"/>
            <a:ext cx="5989320" cy="617517"/>
            <a:chOff x="665018" y="1199408"/>
            <a:chExt cx="5989320" cy="617517"/>
          </a:xfrm>
        </p:grpSpPr>
        <p:cxnSp>
          <p:nvCxnSpPr>
            <p:cNvPr id="4" name="Straight Connector 3">
              <a:extLst>
                <a:ext uri="{FF2B5EF4-FFF2-40B4-BE49-F238E27FC236}">
                  <a16:creationId xmlns:a16="http://schemas.microsoft.com/office/drawing/2014/main" id="{EDF00A99-C6D3-16E7-6710-4D2EC1D8A237}"/>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9786DB6-BFC8-E34E-0EE8-002C9D65DA5D}"/>
                </a:ext>
              </a:extLst>
            </p:cNvPr>
            <p:cNvSpPr txBox="1"/>
            <p:nvPr/>
          </p:nvSpPr>
          <p:spPr>
            <a:xfrm>
              <a:off x="665018" y="1199408"/>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FF51F142-F692-3E36-8ABD-1D3765EF1AC1}"/>
                </a:ext>
              </a:extLst>
            </p:cNvPr>
            <p:cNvSpPr txBox="1"/>
            <p:nvPr/>
          </p:nvSpPr>
          <p:spPr>
            <a:xfrm>
              <a:off x="1196788" y="1199408"/>
              <a:ext cx="5455522"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Miscellaneous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3" name="Group 32">
            <a:extLst>
              <a:ext uri="{FF2B5EF4-FFF2-40B4-BE49-F238E27FC236}">
                <a16:creationId xmlns:a16="http://schemas.microsoft.com/office/drawing/2014/main" id="{3EF742ED-0BC3-CE41-B292-4C77342B7326}"/>
              </a:ext>
            </a:extLst>
          </p:cNvPr>
          <p:cNvGrpSpPr/>
          <p:nvPr/>
        </p:nvGrpSpPr>
        <p:grpSpPr>
          <a:xfrm>
            <a:off x="610649" y="1808950"/>
            <a:ext cx="5990738" cy="741025"/>
            <a:chOff x="665018" y="1954270"/>
            <a:chExt cx="5990738" cy="741025"/>
          </a:xfrm>
        </p:grpSpPr>
        <p:cxnSp>
          <p:nvCxnSpPr>
            <p:cNvPr id="6" name="Straight Connector 5">
              <a:extLst>
                <a:ext uri="{FF2B5EF4-FFF2-40B4-BE49-F238E27FC236}">
                  <a16:creationId xmlns:a16="http://schemas.microsoft.com/office/drawing/2014/main" id="{CD86D70A-2ED7-F2BF-D80E-57E9262D2854}"/>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68E0653-DF54-9F8E-2857-739531C16F68}"/>
                </a:ext>
              </a:extLst>
            </p:cNvPr>
            <p:cNvSpPr txBox="1"/>
            <p:nvPr/>
          </p:nvSpPr>
          <p:spPr>
            <a:xfrm>
              <a:off x="665018" y="1954270"/>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C63D3CE-B326-4383-0189-11AB1179E4BA}"/>
                </a:ext>
              </a:extLst>
            </p:cNvPr>
            <p:cNvSpPr txBox="1"/>
            <p:nvPr/>
          </p:nvSpPr>
          <p:spPr>
            <a:xfrm>
              <a:off x="1196788" y="198504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Saved View </a:t>
              </a:r>
              <a:r>
                <a:rPr lang="en-US" sz="2600">
                  <a:solidFill>
                    <a:srgbClr val="0A2F46"/>
                  </a:solidFill>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&amp; </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Actions</a:t>
              </a:r>
              <a:r>
                <a:rPr lang="en-US" sz="2600">
                  <a:solidFill>
                    <a:srgbClr val="0A2F46"/>
                  </a:solidFill>
                  <a:latin typeface="Arial"/>
                  <a:ea typeface="Inter Light" panose="02000503000000020004" pitchFamily="2" charset="0"/>
                  <a:cs typeface="Arial"/>
                </a:rPr>
                <a:t> update</a:t>
              </a:r>
              <a:endParaRPr lang="en-US" sz="2600"/>
            </a:p>
          </p:txBody>
        </p:sp>
      </p:grpSp>
      <p:grpSp>
        <p:nvGrpSpPr>
          <p:cNvPr id="34" name="Group 33">
            <a:extLst>
              <a:ext uri="{FF2B5EF4-FFF2-40B4-BE49-F238E27FC236}">
                <a16:creationId xmlns:a16="http://schemas.microsoft.com/office/drawing/2014/main" id="{FE472167-E7DE-507C-0C73-99A718834054}"/>
              </a:ext>
            </a:extLst>
          </p:cNvPr>
          <p:cNvGrpSpPr/>
          <p:nvPr/>
        </p:nvGrpSpPr>
        <p:grpSpPr>
          <a:xfrm>
            <a:off x="610649" y="2761660"/>
            <a:ext cx="5990738" cy="747145"/>
            <a:chOff x="665018" y="2920817"/>
            <a:chExt cx="5990738" cy="747145"/>
          </a:xfrm>
        </p:grpSpPr>
        <p:cxnSp>
          <p:nvCxnSpPr>
            <p:cNvPr id="8" name="Straight Connector 7">
              <a:extLst>
                <a:ext uri="{FF2B5EF4-FFF2-40B4-BE49-F238E27FC236}">
                  <a16:creationId xmlns:a16="http://schemas.microsoft.com/office/drawing/2014/main" id="{9B7B9426-D39C-3D57-DDC3-5CF7FD854165}"/>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9CF80F-4EF1-4189-2599-6ABB9AB67BCE}"/>
                </a:ext>
              </a:extLst>
            </p:cNvPr>
            <p:cNvSpPr txBox="1"/>
            <p:nvPr/>
          </p:nvSpPr>
          <p:spPr>
            <a:xfrm>
              <a:off x="665018" y="2920817"/>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A1B91D8-FD75-DB54-21CD-BE678E67658C}"/>
                </a:ext>
              </a:extLst>
            </p:cNvPr>
            <p:cNvSpPr txBox="1"/>
            <p:nvPr/>
          </p:nvSpPr>
          <p:spPr>
            <a:xfrm>
              <a:off x="1196788" y="292081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Lists </a:t>
              </a:r>
              <a:r>
                <a:rPr lang="en-US" sz="2600">
                  <a:solidFill>
                    <a:srgbClr val="0A2F46"/>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&amp; Data</a:t>
              </a:r>
              <a:r>
                <a:rPr lang="en-US" sz="2600">
                  <a:solidFill>
                    <a:srgbClr val="0A2F46"/>
                  </a:solidFill>
                  <a:latin typeface="Arial"/>
                  <a:ea typeface="Inter Light" panose="02000503000000020004" pitchFamily="2" charset="0"/>
                  <a:cs typeface="Arial"/>
                </a:rPr>
                <a:t> 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5" name="Group 34">
            <a:extLst>
              <a:ext uri="{FF2B5EF4-FFF2-40B4-BE49-F238E27FC236}">
                <a16:creationId xmlns:a16="http://schemas.microsoft.com/office/drawing/2014/main" id="{CDEA85C5-ACA2-8A7C-9DA3-5FC02285FF29}"/>
              </a:ext>
            </a:extLst>
          </p:cNvPr>
          <p:cNvGrpSpPr/>
          <p:nvPr/>
        </p:nvGrpSpPr>
        <p:grpSpPr>
          <a:xfrm>
            <a:off x="610649" y="4654662"/>
            <a:ext cx="5990738" cy="771803"/>
            <a:chOff x="665018" y="3963123"/>
            <a:chExt cx="5990738" cy="771803"/>
          </a:xfrm>
        </p:grpSpPr>
        <p:cxnSp>
          <p:nvCxnSpPr>
            <p:cNvPr id="10" name="Straight Connector 9">
              <a:extLst>
                <a:ext uri="{FF2B5EF4-FFF2-40B4-BE49-F238E27FC236}">
                  <a16:creationId xmlns:a16="http://schemas.microsoft.com/office/drawing/2014/main" id="{12D91B9E-36F4-43DD-0245-D4B5008CE9EE}"/>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FDE425-D440-C6AB-C687-169C55106692}"/>
                </a:ext>
              </a:extLst>
            </p:cNvPr>
            <p:cNvSpPr txBox="1"/>
            <p:nvPr/>
          </p:nvSpPr>
          <p:spPr>
            <a:xfrm>
              <a:off x="665018" y="3963123"/>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5 </a:t>
              </a:r>
            </a:p>
          </p:txBody>
        </p:sp>
        <p:sp>
          <p:nvSpPr>
            <p:cNvPr id="17" name="TextBox 16">
              <a:extLst>
                <a:ext uri="{FF2B5EF4-FFF2-40B4-BE49-F238E27FC236}">
                  <a16:creationId xmlns:a16="http://schemas.microsoft.com/office/drawing/2014/main" id="{1DCEA953-D365-79CD-D88D-A34275AAE207}"/>
                </a:ext>
              </a:extLst>
            </p:cNvPr>
            <p:cNvSpPr txBox="1"/>
            <p:nvPr/>
          </p:nvSpPr>
          <p:spPr>
            <a:xfrm>
              <a:off x="1196788" y="3963123"/>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App Pa</a:t>
              </a:r>
              <a:r>
                <a:rPr kumimoji="0" lang="en-US" sz="2600" b="0" i="0"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g</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es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6" name="Group 35">
            <a:extLst>
              <a:ext uri="{FF2B5EF4-FFF2-40B4-BE49-F238E27FC236}">
                <a16:creationId xmlns:a16="http://schemas.microsoft.com/office/drawing/2014/main" id="{2B8372E9-314C-3652-F998-DC00CB595ACF}"/>
              </a:ext>
            </a:extLst>
          </p:cNvPr>
          <p:cNvGrpSpPr/>
          <p:nvPr/>
        </p:nvGrpSpPr>
        <p:grpSpPr>
          <a:xfrm>
            <a:off x="610649" y="5638150"/>
            <a:ext cx="5990738" cy="747144"/>
            <a:chOff x="665018" y="5054746"/>
            <a:chExt cx="5990738" cy="747144"/>
          </a:xfrm>
        </p:grpSpPr>
        <p:cxnSp>
          <p:nvCxnSpPr>
            <p:cNvPr id="12" name="Straight Connector 11">
              <a:extLst>
                <a:ext uri="{FF2B5EF4-FFF2-40B4-BE49-F238E27FC236}">
                  <a16:creationId xmlns:a16="http://schemas.microsoft.com/office/drawing/2014/main" id="{93B4947D-671B-9AA4-DD2A-1445FD7AA69C}"/>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1296509-D519-1E2A-5A58-FA2705AB22E4}"/>
                </a:ext>
              </a:extLst>
            </p:cNvPr>
            <p:cNvSpPr txBox="1"/>
            <p:nvPr/>
          </p:nvSpPr>
          <p:spPr>
            <a:xfrm>
              <a:off x="665018" y="5054746"/>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6 </a:t>
              </a:r>
            </a:p>
          </p:txBody>
        </p:sp>
        <p:sp>
          <p:nvSpPr>
            <p:cNvPr id="18" name="TextBox 17">
              <a:extLst>
                <a:ext uri="{FF2B5EF4-FFF2-40B4-BE49-F238E27FC236}">
                  <a16:creationId xmlns:a16="http://schemas.microsoft.com/office/drawing/2014/main" id="{B914E6C9-9718-7B9B-CBB2-3D7175D0BAF8}"/>
                </a:ext>
              </a:extLst>
            </p:cNvPr>
            <p:cNvSpPr txBox="1"/>
            <p:nvPr/>
          </p:nvSpPr>
          <p:spPr>
            <a:xfrm>
              <a:off x="1196788" y="5054746"/>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7" action="ppaction://hlinksldjump">
                    <a:extLst>
                      <a:ext uri="{A12FA001-AC4F-418D-AE19-62706E023703}">
                        <ahyp:hlinkClr xmlns:ahyp="http://schemas.microsoft.com/office/drawing/2018/hyperlinkcolor" val="tx"/>
                      </a:ext>
                    </a:extLst>
                  </a:hlinkClick>
                </a:rPr>
                <a:t>Security</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pic>
        <p:nvPicPr>
          <p:cNvPr id="25" name="Picture Placeholder 8">
            <a:extLst>
              <a:ext uri="{FF2B5EF4-FFF2-40B4-BE49-F238E27FC236}">
                <a16:creationId xmlns:a16="http://schemas.microsoft.com/office/drawing/2014/main" id="{D378358F-7487-22C3-A2A2-6CBF3B25C546}"/>
              </a:ext>
            </a:extLst>
          </p:cNvPr>
          <p:cNvPicPr>
            <a:picLocks noChangeAspect="1"/>
          </p:cNvPicPr>
          <p:nvPr/>
        </p:nvPicPr>
        <p:blipFill>
          <a:blip r:embed="rId8" cstate="print">
            <a:extLst>
              <a:ext uri="{28A0092B-C50C-407E-A947-70E740481C1C}">
                <a14:useLocalDpi xmlns:a14="http://schemas.microsoft.com/office/drawing/2010/main"/>
              </a:ext>
            </a:extLst>
          </a:blip>
          <a:srcRect l="38121" t="916" r="8482" b="178"/>
          <a:stretch>
            <a:fillRect/>
          </a:stretch>
        </p:blipFill>
        <p:spPr>
          <a:xfrm flipH="1">
            <a:off x="7031554" y="973628"/>
            <a:ext cx="4382476" cy="541165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19" name="Title 18">
            <a:extLst>
              <a:ext uri="{FF2B5EF4-FFF2-40B4-BE49-F238E27FC236}">
                <a16:creationId xmlns:a16="http://schemas.microsoft.com/office/drawing/2014/main" id="{6A298C28-3F44-B676-BE5B-8C732AAB0B70}"/>
              </a:ext>
            </a:extLst>
          </p:cNvPr>
          <p:cNvSpPr>
            <a:spLocks noGrp="1"/>
          </p:cNvSpPr>
          <p:nvPr>
            <p:ph type="title"/>
          </p:nvPr>
        </p:nvSpPr>
        <p:spPr>
          <a:xfrm>
            <a:off x="542829" y="156841"/>
            <a:ext cx="10871201" cy="451405"/>
          </a:xfrm>
        </p:spPr>
        <p:txBody>
          <a:bodyPr/>
          <a:lstStyle/>
          <a:p>
            <a:r>
              <a:rPr lang="en-US" b="1">
                <a:solidFill>
                  <a:schemeClr val="tx2"/>
                </a:solidFill>
              </a:rPr>
              <a:t>Post model generation updates</a:t>
            </a:r>
          </a:p>
        </p:txBody>
      </p:sp>
      <p:grpSp>
        <p:nvGrpSpPr>
          <p:cNvPr id="2" name="Group 1">
            <a:extLst>
              <a:ext uri="{FF2B5EF4-FFF2-40B4-BE49-F238E27FC236}">
                <a16:creationId xmlns:a16="http://schemas.microsoft.com/office/drawing/2014/main" id="{0E13A77A-C37C-521B-9DD1-F7F4FEDD4680}"/>
              </a:ext>
            </a:extLst>
          </p:cNvPr>
          <p:cNvGrpSpPr/>
          <p:nvPr/>
        </p:nvGrpSpPr>
        <p:grpSpPr>
          <a:xfrm>
            <a:off x="610649" y="3726610"/>
            <a:ext cx="5990738" cy="741025"/>
            <a:chOff x="665018" y="5060865"/>
            <a:chExt cx="5990738" cy="741025"/>
          </a:xfrm>
        </p:grpSpPr>
        <p:cxnSp>
          <p:nvCxnSpPr>
            <p:cNvPr id="3" name="Straight Connector 2">
              <a:extLst>
                <a:ext uri="{FF2B5EF4-FFF2-40B4-BE49-F238E27FC236}">
                  <a16:creationId xmlns:a16="http://schemas.microsoft.com/office/drawing/2014/main" id="{C37CCC2B-6A7C-FF9C-90D1-F2B0361932F1}"/>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E1A6B48-51EE-5D20-A073-27F6917F6400}"/>
                </a:ext>
              </a:extLst>
            </p:cNvPr>
            <p:cNvSpPr txBox="1"/>
            <p:nvPr/>
          </p:nvSpPr>
          <p:spPr>
            <a:xfrm>
              <a:off x="665018" y="5060865"/>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4 </a:t>
              </a:r>
            </a:p>
          </p:txBody>
        </p:sp>
        <p:sp>
          <p:nvSpPr>
            <p:cNvPr id="21" name="TextBox 20">
              <a:extLst>
                <a:ext uri="{FF2B5EF4-FFF2-40B4-BE49-F238E27FC236}">
                  <a16:creationId xmlns:a16="http://schemas.microsoft.com/office/drawing/2014/main" id="{D8C9A400-51FB-5827-5335-3B7A2535819B}"/>
                </a:ext>
              </a:extLst>
            </p:cNvPr>
            <p:cNvSpPr txBox="1"/>
            <p:nvPr/>
          </p:nvSpPr>
          <p:spPr>
            <a:xfrm>
              <a:off x="1196788" y="5060865"/>
              <a:ext cx="5458968" cy="492443"/>
            </a:xfrm>
            <a:prstGeom prst="rect">
              <a:avLst/>
            </a:prstGeom>
            <a:noFill/>
          </p:spPr>
          <p:txBody>
            <a:bodyPr wrap="square" lIns="0" tIns="45720" rIns="91440" bIns="45720" rtlCol="0" anchor="t">
              <a:spAutoFit/>
            </a:bodyPr>
            <a:lstStyle/>
            <a:p>
              <a:pPr>
                <a:defRPr/>
              </a:pPr>
              <a:r>
                <a:rPr lang="en-US" sz="2600">
                  <a:solidFill>
                    <a:srgbClr val="0A2F46"/>
                  </a:solidFill>
                  <a:latin typeface="Arial"/>
                  <a:ea typeface="Inter Light" panose="02000503000000020004" pitchFamily="2" charset="0"/>
                  <a:cs typeface="Arial"/>
                  <a:hlinkClick r:id="rId9" action="ppaction://hlinksldjump">
                    <a:extLst>
                      <a:ext uri="{A12FA001-AC4F-418D-AE19-62706E023703}">
                        <ahyp:hlinkClr xmlns:ahyp="http://schemas.microsoft.com/office/drawing/2018/hyperlinkcolor" val="tx"/>
                      </a:ext>
                    </a:extLst>
                  </a:hlinkClick>
                </a:rPr>
                <a:t>Module &amp; Li</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ne</a:t>
              </a:r>
              <a:r>
                <a:rPr kumimoji="0" lang="en-US" sz="26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 </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Item</a:t>
              </a:r>
              <a:r>
                <a:rPr lang="en-US" sz="2600">
                  <a:solidFill>
                    <a:schemeClr val="tx2"/>
                  </a:solidFill>
                  <a:latin typeface="Arial"/>
                  <a:ea typeface="Inter Light" panose="02000503000000020004" pitchFamily="2" charset="0"/>
                  <a:cs typeface="Arial"/>
                </a:rPr>
                <a:t> u</a:t>
              </a:r>
              <a:r>
                <a:rPr lang="en-US" sz="2600">
                  <a:solidFill>
                    <a:srgbClr val="0A2F46"/>
                  </a:solidFill>
                  <a:latin typeface="Arial"/>
                  <a:ea typeface="Inter Light" panose="02000503000000020004" pitchFamily="2" charset="0"/>
                  <a:cs typeface="Arial"/>
                </a:rPr>
                <a:t>pdates</a:t>
              </a:r>
              <a:endPar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endParaRPr>
            </a:p>
          </p:txBody>
        </p:sp>
      </p:grpSp>
    </p:spTree>
    <p:extLst>
      <p:ext uri="{BB962C8B-B14F-4D97-AF65-F5344CB8AC3E}">
        <p14:creationId xmlns:p14="http://schemas.microsoft.com/office/powerpoint/2010/main" val="120609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C016-DD55-F1C3-51A4-9A21E812EAB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1896CB12-CBE4-9E86-7086-B02ACA90527D}"/>
              </a:ext>
            </a:extLst>
          </p:cNvPr>
          <p:cNvSpPr/>
          <p:nvPr/>
        </p:nvSpPr>
        <p:spPr>
          <a:xfrm>
            <a:off x="8815876" y="1780760"/>
            <a:ext cx="2614124" cy="4310631"/>
          </a:xfrm>
          <a:prstGeom prst="roundRect">
            <a:avLst>
              <a:gd name="adj" fmla="val 513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243840" tIns="243840" rIns="243840" rtlCol="0" anchor="t"/>
          <a:lstStyle/>
          <a:p>
            <a:pPr defTabSz="1219140">
              <a:spcBef>
                <a:spcPts val="1200"/>
              </a:spcBef>
              <a:spcAft>
                <a:spcPts val="4800"/>
              </a:spcAft>
              <a:defRPr/>
            </a:pP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*As a rough estimate, </a:t>
            </a:r>
            <a:r>
              <a:rPr lang="en-US" sz="2000" b="1">
                <a:solidFill>
                  <a:srgbClr val="FF721C"/>
                </a:solidFill>
                <a:latin typeface="Arial" panose="020B0604020202020204" pitchFamily="34" charset="0"/>
                <a:ea typeface="Inter Medium" panose="02000503000000020004" pitchFamily="2" charset="0"/>
                <a:cs typeface="Arial" panose="020B0604020202020204" pitchFamily="34" charset="0"/>
              </a:rPr>
              <a:t>budget at least a day</a:t>
            </a:r>
            <a:r>
              <a:rPr lang="en-US" sz="2000">
                <a:solidFill>
                  <a:srgbClr val="FF721C"/>
                </a:solidFill>
                <a:latin typeface="Arial" panose="020B0604020202020204" pitchFamily="34" charset="0"/>
                <a:ea typeface="Inter Medium" panose="02000503000000020004" pitchFamily="2" charset="0"/>
                <a:cs typeface="Arial" panose="020B0604020202020204" pitchFamily="34" charset="0"/>
              </a:rPr>
              <a:t> </a:t>
            </a: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to complete those changes after generation.</a:t>
            </a:r>
          </a:p>
        </p:txBody>
      </p:sp>
      <p:sp>
        <p:nvSpPr>
          <p:cNvPr id="14" name="Rounded Rectangle 13">
            <a:extLst>
              <a:ext uri="{FF2B5EF4-FFF2-40B4-BE49-F238E27FC236}">
                <a16:creationId xmlns:a16="http://schemas.microsoft.com/office/drawing/2014/main" id="{C4877710-D12B-8847-E2D1-7AF768C7DD86}"/>
              </a:ext>
            </a:extLst>
          </p:cNvPr>
          <p:cNvSpPr/>
          <p:nvPr/>
        </p:nvSpPr>
        <p:spPr>
          <a:xfrm>
            <a:off x="558801" y="1780760"/>
            <a:ext cx="7995264" cy="4310631"/>
          </a:xfrm>
          <a:prstGeom prst="roundRect">
            <a:avLst>
              <a:gd name="adj" fmla="val 3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A304CDBD-D439-2301-4107-A7C37DED1CCD}"/>
              </a:ext>
            </a:extLst>
          </p:cNvPr>
          <p:cNvSpPr txBox="1"/>
          <p:nvPr/>
        </p:nvSpPr>
        <p:spPr>
          <a:xfrm>
            <a:off x="848167" y="2061444"/>
            <a:ext cx="7098800" cy="3416320"/>
          </a:xfrm>
          <a:prstGeom prst="rect">
            <a:avLst/>
          </a:prstGeom>
          <a:noFill/>
        </p:spPr>
        <p:txBody>
          <a:bodyPr wrap="square" lIns="91440" tIns="45720" rIns="91440" bIns="45720" rtlCol="0" anchor="t">
            <a:spAutoFit/>
          </a:bodyPr>
          <a:lstStyle/>
          <a:p>
            <a:pPr defTabSz="1219140">
              <a:spcBef>
                <a:spcPts val="1200"/>
              </a:spcBef>
              <a:spcAft>
                <a:spcPts val="4800"/>
              </a:spcAft>
              <a:defRPr/>
            </a:pP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Multiple areas will require updates to both the structure and user experience that are not generated with the models and application pages. </a:t>
            </a: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Depending on the level of configuration a customer has and how familiar the page builder is with the changes needed, the time to make the required changes so that the model will function as expected may vary.</a:t>
            </a:r>
          </a:p>
        </p:txBody>
      </p:sp>
      <p:sp>
        <p:nvSpPr>
          <p:cNvPr id="3" name="Title 2">
            <a:extLst>
              <a:ext uri="{FF2B5EF4-FFF2-40B4-BE49-F238E27FC236}">
                <a16:creationId xmlns:a16="http://schemas.microsoft.com/office/drawing/2014/main" id="{826B8B6F-AA54-E883-0131-4F31A981E3FC}"/>
              </a:ext>
            </a:extLst>
          </p:cNvPr>
          <p:cNvSpPr>
            <a:spLocks noGrp="1"/>
          </p:cNvSpPr>
          <p:nvPr>
            <p:ph type="title"/>
          </p:nvPr>
        </p:nvSpPr>
        <p:spPr>
          <a:xfrm>
            <a:off x="558801" y="392854"/>
            <a:ext cx="10871201" cy="451405"/>
          </a:xfrm>
        </p:spPr>
        <p:txBody>
          <a:bodyPr/>
          <a:lstStyle/>
          <a:p>
            <a:r>
              <a:rPr lang="en-US" b="1">
                <a:latin typeface="Arial" panose="020B0604020202020204" pitchFamily="34" charset="0"/>
              </a:rPr>
              <a:t>Time and effort estimation​</a:t>
            </a:r>
          </a:p>
        </p:txBody>
      </p:sp>
    </p:spTree>
    <p:extLst>
      <p:ext uri="{BB962C8B-B14F-4D97-AF65-F5344CB8AC3E}">
        <p14:creationId xmlns:p14="http://schemas.microsoft.com/office/powerpoint/2010/main" val="2087644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C4152-F76C-BE34-6BAC-42013628BC5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76CD6A9-8857-0F2C-A944-200340C5B228}"/>
              </a:ext>
            </a:extLst>
          </p:cNvPr>
          <p:cNvSpPr>
            <a:spLocks noGrp="1"/>
          </p:cNvSpPr>
          <p:nvPr>
            <p:ph type="title"/>
          </p:nvPr>
        </p:nvSpPr>
        <p:spPr/>
        <p:txBody>
          <a:bodyPr lIns="0" tIns="45720" rIns="0" bIns="45720" anchor="b"/>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Miscellaneous updates</a:t>
            </a:r>
            <a:endParaRPr lang="en-US" sz="4200">
              <a:solidFill>
                <a:schemeClr val="accent1"/>
              </a:solidFill>
            </a:endParaRPr>
          </a:p>
        </p:txBody>
      </p:sp>
      <p:sp>
        <p:nvSpPr>
          <p:cNvPr id="3" name="Text Placeholder 2">
            <a:extLst>
              <a:ext uri="{FF2B5EF4-FFF2-40B4-BE49-F238E27FC236}">
                <a16:creationId xmlns:a16="http://schemas.microsoft.com/office/drawing/2014/main" id="{66BFF31C-28F3-CB73-FB04-176BFEA7C570}"/>
              </a:ext>
            </a:extLst>
          </p:cNvPr>
          <p:cNvSpPr>
            <a:spLocks noGrp="1"/>
          </p:cNvSpPr>
          <p:nvPr>
            <p:ph type="body" sz="quarter" idx="11"/>
          </p:nvPr>
        </p:nvSpPr>
        <p:spPr>
          <a:xfrm>
            <a:off x="4383133" y="2810363"/>
            <a:ext cx="6601856" cy="509871"/>
          </a:xfrm>
        </p:spPr>
        <p:txBody>
          <a:bodyPr lIns="0" tIns="45720" rIns="91440" bIns="45720" anchor="t"/>
          <a:lstStyle/>
          <a:p>
            <a:r>
              <a:rPr lang="en-US">
                <a:solidFill>
                  <a:schemeClr val="accent1"/>
                </a:solidFill>
                <a:latin typeface="Arial"/>
                <a:cs typeface="Arial"/>
              </a:rPr>
              <a:t>Section 1</a:t>
            </a:r>
          </a:p>
        </p:txBody>
      </p:sp>
    </p:spTree>
    <p:extLst>
      <p:ext uri="{BB962C8B-B14F-4D97-AF65-F5344CB8AC3E}">
        <p14:creationId xmlns:p14="http://schemas.microsoft.com/office/powerpoint/2010/main" val="84790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7679FE-ACDA-63C4-52C1-B114DC0F632D}"/>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Check dashboards are generated correctly</a:t>
            </a:r>
            <a:endParaRPr lang="en-GB" sz="1800" b="1">
              <a:solidFill>
                <a:srgbClr val="0C314B"/>
              </a:solidFill>
              <a:latin typeface="Arial"/>
              <a:ea typeface="Verdana"/>
              <a:cs typeface="Arial"/>
            </a:endParaRPr>
          </a:p>
        </p:txBody>
      </p:sp>
      <p:grpSp>
        <p:nvGrpSpPr>
          <p:cNvPr id="5" name="Group 4">
            <a:extLst>
              <a:ext uri="{FF2B5EF4-FFF2-40B4-BE49-F238E27FC236}">
                <a16:creationId xmlns:a16="http://schemas.microsoft.com/office/drawing/2014/main" id="{72651B39-5595-9E08-87F6-EFD133824B9F}"/>
              </a:ext>
            </a:extLst>
          </p:cNvPr>
          <p:cNvGrpSpPr/>
          <p:nvPr/>
        </p:nvGrpSpPr>
        <p:grpSpPr>
          <a:xfrm>
            <a:off x="615101" y="2379159"/>
            <a:ext cx="5480897" cy="2823588"/>
            <a:chOff x="6342869" y="1785874"/>
            <a:chExt cx="5480897" cy="2823588"/>
          </a:xfrm>
        </p:grpSpPr>
        <p:sp>
          <p:nvSpPr>
            <p:cNvPr id="6" name="TextBox 5">
              <a:extLst>
                <a:ext uri="{FF2B5EF4-FFF2-40B4-BE49-F238E27FC236}">
                  <a16:creationId xmlns:a16="http://schemas.microsoft.com/office/drawing/2014/main" id="{7FC35471-34CD-0A35-902A-ED71776C90DE}"/>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7E656924-1602-5F06-DFDE-8FF1DD9D71A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AE864FF-F678-731A-423D-757D47B84653}"/>
                </a:ext>
              </a:extLst>
            </p:cNvPr>
            <p:cNvSpPr txBox="1"/>
            <p:nvPr/>
          </p:nvSpPr>
          <p:spPr>
            <a:xfrm>
              <a:off x="6649814" y="2453393"/>
              <a:ext cx="4921800" cy="1488549"/>
            </a:xfrm>
            <a:prstGeom prst="rect">
              <a:avLst/>
            </a:prstGeom>
            <a:noFill/>
          </p:spPr>
          <p:txBody>
            <a:bodyPr wrap="square" rtlCol="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C314B"/>
                  </a:solidFill>
                  <a:effectLst/>
                  <a:uLnTx/>
                  <a:uFillTx/>
                  <a:latin typeface="Arial" panose="020B0604020202020204"/>
                  <a:ea typeface="+mn-ea"/>
                  <a:cs typeface="+mn-cs"/>
                </a:rPr>
                <a:t>If a dashboard fails to generate,</a:t>
              </a:r>
              <a:br>
                <a:rPr kumimoji="0" lang="en-US" sz="2600" b="0" i="0" u="none" strike="noStrike" kern="1200" cap="none" spc="0" normalizeH="0" baseline="0" noProof="0">
                  <a:ln>
                    <a:noFill/>
                  </a:ln>
                  <a:solidFill>
                    <a:srgbClr val="0C314B"/>
                  </a:solidFill>
                  <a:effectLst/>
                  <a:uLnTx/>
                  <a:uFillTx/>
                  <a:latin typeface="Arial" panose="020B0604020202020204"/>
                  <a:ea typeface="+mn-ea"/>
                  <a:cs typeface="+mn-cs"/>
                </a:rPr>
              </a:br>
              <a:r>
                <a:rPr kumimoji="0" lang="en-US" sz="2600" i="0" strike="noStrike" kern="1200" cap="none" spc="0" normalizeH="0" baseline="0" noProof="0">
                  <a:ln>
                    <a:noFill/>
                  </a:ln>
                  <a:solidFill>
                    <a:schemeClr val="accent1"/>
                  </a:solidFill>
                  <a:effectLst/>
                  <a:uLnTx/>
                  <a:uFillTx/>
                  <a:latin typeface="Arial" panose="020B0604020202020204"/>
                  <a:ea typeface="+mn-ea"/>
                  <a:cs typeface="+mn-cs"/>
                </a:rPr>
                <a:t>delete and regenerate the</a:t>
              </a:r>
              <a:br>
                <a:rPr kumimoji="0" lang="en-US" sz="2600" i="0" strike="noStrike" kern="1200" cap="none" spc="0" normalizeH="0" baseline="0" noProof="0">
                  <a:ln>
                    <a:noFill/>
                  </a:ln>
                  <a:solidFill>
                    <a:schemeClr val="accent1"/>
                  </a:solidFill>
                  <a:effectLst/>
                  <a:uLnTx/>
                  <a:uFillTx/>
                  <a:latin typeface="Arial" panose="020B0604020202020204"/>
                  <a:ea typeface="+mn-ea"/>
                  <a:cs typeface="+mn-cs"/>
                </a:rPr>
              </a:br>
              <a:r>
                <a:rPr kumimoji="0" lang="en-US" sz="2600" i="0" strike="noStrike" kern="1200" cap="none" spc="0" normalizeH="0" baseline="0" noProof="0">
                  <a:ln>
                    <a:noFill/>
                  </a:ln>
                  <a:solidFill>
                    <a:schemeClr val="accent1"/>
                  </a:solidFill>
                  <a:effectLst/>
                  <a:uLnTx/>
                  <a:uFillTx/>
                  <a:latin typeface="Arial" panose="020B0604020202020204"/>
                  <a:ea typeface="+mn-ea"/>
                  <a:cs typeface="+mn-cs"/>
                </a:rPr>
                <a:t>apps and models.</a:t>
              </a:r>
            </a:p>
          </p:txBody>
        </p:sp>
      </p:grpSp>
      <p:sp>
        <p:nvSpPr>
          <p:cNvPr id="9" name="Rounded Rectangle 8">
            <a:extLst>
              <a:ext uri="{FF2B5EF4-FFF2-40B4-BE49-F238E27FC236}">
                <a16:creationId xmlns:a16="http://schemas.microsoft.com/office/drawing/2014/main" id="{EB1D2037-0EEF-75CE-62D8-9C15E0891833}"/>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2A2AB8A3-4E00-8E2E-8938-1584FB63085E}"/>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742140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E79483-D9F8-6916-8230-EC04AA119AE6}"/>
              </a:ext>
            </a:extLst>
          </p:cNvPr>
          <p:cNvSpPr txBox="1"/>
          <p:nvPr/>
        </p:nvSpPr>
        <p:spPr>
          <a:xfrm>
            <a:off x="508716" y="1212623"/>
            <a:ext cx="4607813" cy="197490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1400" b="0" i="0" u="none" strike="noStrike" kern="0" cap="none" spc="0" normalizeH="0" baseline="0" noProof="0">
                <a:ln>
                  <a:noFill/>
                </a:ln>
                <a:solidFill>
                  <a:srgbClr val="FFFFFF"/>
                </a:solidFill>
                <a:effectLst/>
                <a:uLnTx/>
                <a:uFillTx/>
                <a:cs typeface="Arial"/>
              </a:rPr>
              <a:t>We have seen cases where a generated model, when imported to another workspace, is unable to execute any imports from itself (for example, from a saved view to a list). This happens because the source model's entry that you would need to edit is no longer visible, so you cannot edit it. </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900" b="0" i="0" u="none" strike="noStrike" kern="0" cap="none" spc="0" normalizeH="0" baseline="0" noProof="0">
                <a:ln>
                  <a:noFill/>
                </a:ln>
                <a:solidFill>
                  <a:srgbClr val="FFFFFF"/>
                </a:solidFill>
                <a:effectLst/>
                <a:uLnTx/>
                <a:uFillTx/>
                <a:cs typeface="Arial"/>
              </a:rPr>
              <a:t>(SPT-477, SPT-581)</a:t>
            </a:r>
          </a:p>
        </p:txBody>
      </p:sp>
      <p:sp>
        <p:nvSpPr>
          <p:cNvPr id="13" name="TextBox 12">
            <a:extLst>
              <a:ext uri="{FF2B5EF4-FFF2-40B4-BE49-F238E27FC236}">
                <a16:creationId xmlns:a16="http://schemas.microsoft.com/office/drawing/2014/main" id="{718BF22E-C7EE-5CF7-F3D4-7064BD7FA1A8}"/>
              </a:ext>
            </a:extLst>
          </p:cNvPr>
          <p:cNvSpPr txBox="1"/>
          <p:nvPr/>
        </p:nvSpPr>
        <p:spPr>
          <a:xfrm>
            <a:off x="508716" y="3429000"/>
            <a:ext cx="4535894" cy="290335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How do I fix it?</a:t>
            </a:r>
          </a:p>
          <a:p>
            <a:pPr marL="342900" marR="0" lvl="0" indent="-342900" defTabSz="914400" eaLnBrk="1" fontAlgn="auto" latinLnBrk="0" hangingPunct="1">
              <a:lnSpc>
                <a:spcPct val="100000"/>
              </a:lnSpc>
              <a:spcBef>
                <a:spcPts val="0"/>
              </a:spcBef>
              <a:spcAft>
                <a:spcPts val="800"/>
              </a:spcAft>
              <a:buClrTx/>
              <a:buSzTx/>
              <a:buFont typeface="+mj-lt"/>
              <a:buAutoNum type="arabicPeriod"/>
              <a:tabLst/>
              <a:defRPr/>
            </a:pPr>
            <a:r>
              <a:rPr kumimoji="0" lang="en-GB" sz="1400" b="0" i="0" u="none" strike="noStrike" kern="0" cap="none" spc="0" normalizeH="0" baseline="0" noProof="0">
                <a:ln>
                  <a:noFill/>
                </a:ln>
                <a:solidFill>
                  <a:srgbClr val="FFFFFF"/>
                </a:solidFill>
                <a:effectLst/>
                <a:uLnTx/>
                <a:uFillTx/>
                <a:cs typeface="Arial"/>
              </a:rPr>
              <a:t> Before you do anything else, either:</a:t>
            </a:r>
          </a:p>
          <a:p>
            <a:pPr marL="742315" lvl="1" indent="-285115">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Easy: </a:t>
            </a:r>
            <a:r>
              <a:rPr kumimoji="0" lang="en-GB" sz="1400" b="0" i="0" u="none" strike="noStrike" kern="0" cap="none" spc="0" normalizeH="0" baseline="0" noProof="0">
                <a:ln>
                  <a:noFill/>
                </a:ln>
                <a:solidFill>
                  <a:srgbClr val="FFFFFF"/>
                </a:solidFill>
                <a:effectLst/>
                <a:uLnTx/>
                <a:uFillTx/>
                <a:cs typeface="Arial"/>
              </a:rPr>
              <a:t>Rename your generated data hub &amp; spoke models</a:t>
            </a:r>
            <a:endParaRPr lang="en-GB" sz="1400" b="0" i="0" u="none" strike="noStrike" kern="0" cap="none" spc="0" normalizeH="0" baseline="0" noProof="0">
              <a:ln>
                <a:noFill/>
              </a:ln>
              <a:solidFill>
                <a:srgbClr val="FFFFFF"/>
              </a:solidFill>
              <a:effectLst/>
              <a:uLnTx/>
              <a:uFillTx/>
              <a:cs typeface="Arial"/>
            </a:endParaRPr>
          </a:p>
          <a:p>
            <a:pPr marL="742315" lvl="1" indent="-285115">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Less easy: </a:t>
            </a:r>
            <a:r>
              <a:rPr kumimoji="0" lang="en-GB" sz="1400" b="0" i="0" u="none" strike="noStrike" kern="0" cap="none" spc="0" normalizeH="0" baseline="0" noProof="0">
                <a:ln>
                  <a:noFill/>
                </a:ln>
                <a:solidFill>
                  <a:srgbClr val="FFFFFF"/>
                </a:solidFill>
                <a:effectLst/>
                <a:uLnTx/>
                <a:uFillTx/>
                <a:cs typeface="Arial"/>
              </a:rPr>
              <a:t>Copy generated data hub and spoke models or import the models to another workspace.</a:t>
            </a:r>
            <a:endParaRPr lang="en-GB" sz="1400" b="0" i="0" u="none" strike="noStrike" kern="0" cap="none" spc="0" normalizeH="0" baseline="0" noProof="0">
              <a:ln>
                <a:noFill/>
              </a:ln>
              <a:solidFill>
                <a:srgbClr val="FFFFFF"/>
              </a:solidFill>
              <a:effectLst/>
              <a:uLnTx/>
              <a:uFillTx/>
              <a:cs typeface="Arial"/>
            </a:endParaRPr>
          </a:p>
          <a:p>
            <a:pPr marL="342900" indent="-342900">
              <a:spcAft>
                <a:spcPts val="800"/>
              </a:spcAft>
              <a:buFont typeface="Arial" panose="020B0604020202020204"/>
              <a:buAutoNum type="arabicPeriod"/>
              <a:defRPr/>
            </a:pPr>
            <a:r>
              <a:rPr kumimoji="0" lang="en-GB" sz="1400" b="0" i="0" u="none" strike="noStrike" kern="0" cap="none" spc="0" normalizeH="0" baseline="0" noProof="0">
                <a:ln>
                  <a:noFill/>
                </a:ln>
                <a:solidFill>
                  <a:srgbClr val="FFFFFF"/>
                </a:solidFill>
                <a:effectLst/>
                <a:uLnTx/>
                <a:uFillTx/>
                <a:cs typeface="Arial"/>
              </a:rPr>
              <a:t>In each renamed/copied/imported model, go to </a:t>
            </a:r>
            <a:r>
              <a:rPr lang="en-GB" sz="1400" kern="0">
                <a:solidFill>
                  <a:srgbClr val="FFFFFF"/>
                </a:solidFill>
                <a:cs typeface="Arial"/>
              </a:rPr>
              <a:t>the </a:t>
            </a:r>
            <a:r>
              <a:rPr lang="en-GB" sz="1400" b="1" kern="0">
                <a:solidFill>
                  <a:srgbClr val="FFFFFF"/>
                </a:solidFill>
                <a:cs typeface="Arial"/>
              </a:rPr>
              <a:t>Source </a:t>
            </a:r>
            <a:r>
              <a:rPr kumimoji="0" lang="en-GB" sz="1400" b="1" i="0" u="none" strike="noStrike" kern="0" cap="none" spc="0" normalizeH="0" baseline="0" noProof="0">
                <a:ln>
                  <a:noFill/>
                </a:ln>
                <a:solidFill>
                  <a:srgbClr val="FFFFFF"/>
                </a:solidFill>
                <a:effectLst/>
                <a:uLnTx/>
                <a:uFillTx/>
                <a:cs typeface="Arial"/>
              </a:rPr>
              <a:t>Models</a:t>
            </a:r>
            <a:r>
              <a:rPr lang="en-GB" sz="1400" kern="0">
                <a:solidFill>
                  <a:srgbClr val="FFFFFF"/>
                </a:solidFill>
                <a:cs typeface="Arial"/>
              </a:rPr>
              <a:t> </a:t>
            </a:r>
            <a:r>
              <a:rPr kumimoji="0" lang="en-GB" sz="1400" b="0" i="0" u="none" strike="noStrike" kern="0" cap="none" spc="0" normalizeH="0" baseline="0" noProof="0">
                <a:ln>
                  <a:noFill/>
                </a:ln>
                <a:solidFill>
                  <a:srgbClr val="FFFFFF"/>
                </a:solidFill>
                <a:effectLst/>
                <a:uLnTx/>
                <a:uFillTx/>
                <a:cs typeface="Arial"/>
              </a:rPr>
              <a:t>tab, edit all entries to point to </a:t>
            </a:r>
            <a:r>
              <a:rPr lang="en-GB" sz="1400" kern="0">
                <a:solidFill>
                  <a:srgbClr val="FFFFFF"/>
                </a:solidFill>
                <a:cs typeface="Arial"/>
              </a:rPr>
              <a:t>the names </a:t>
            </a:r>
            <a:r>
              <a:rPr kumimoji="0" lang="en-GB" sz="1400" b="0" i="0" u="none" strike="noStrike" kern="0" cap="none" spc="0" normalizeH="0" baseline="0" noProof="0">
                <a:ln>
                  <a:noFill/>
                </a:ln>
                <a:solidFill>
                  <a:srgbClr val="FFFFFF"/>
                </a:solidFill>
                <a:effectLst/>
                <a:uLnTx/>
                <a:uFillTx/>
                <a:cs typeface="Arial"/>
              </a:rPr>
              <a:t>or copies you just made so </a:t>
            </a:r>
            <a:r>
              <a:rPr lang="en-GB" sz="1400" kern="0">
                <a:solidFill>
                  <a:srgbClr val="FFFFFF"/>
                </a:solidFill>
                <a:cs typeface="Arial"/>
              </a:rPr>
              <a:t>that the</a:t>
            </a:r>
            <a:r>
              <a:rPr kumimoji="0" lang="en-GB" sz="1400" b="0" i="0" u="none" strike="noStrike" kern="0" cap="none" spc="0" normalizeH="0" baseline="0" noProof="0">
                <a:ln>
                  <a:noFill/>
                </a:ln>
                <a:solidFill>
                  <a:srgbClr val="FFFFFF"/>
                </a:solidFill>
                <a:effectLst/>
                <a:uLnTx/>
                <a:uFillTx/>
                <a:cs typeface="Arial"/>
              </a:rPr>
              <a:t> </a:t>
            </a:r>
            <a:r>
              <a:rPr kumimoji="0" lang="en-GB" sz="1400" b="1" i="0" u="none" strike="noStrike" kern="0" cap="none" spc="0" normalizeH="0" baseline="0" noProof="0">
                <a:ln>
                  <a:noFill/>
                </a:ln>
                <a:solidFill>
                  <a:srgbClr val="FFFFFF"/>
                </a:solidFill>
                <a:effectLst/>
                <a:uLnTx/>
                <a:uFillTx/>
                <a:cs typeface="Arial"/>
              </a:rPr>
              <a:t>Mapped to</a:t>
            </a:r>
            <a:r>
              <a:rPr kumimoji="0" lang="en-GB" sz="1400" b="0" i="0" u="none" strike="noStrike" kern="0" cap="none" spc="0" normalizeH="0" baseline="0" noProof="0">
                <a:ln>
                  <a:noFill/>
                </a:ln>
                <a:solidFill>
                  <a:srgbClr val="FFFFFF"/>
                </a:solidFill>
                <a:effectLst/>
                <a:uLnTx/>
                <a:uFillTx/>
                <a:cs typeface="Arial"/>
              </a:rPr>
              <a:t> column on the right is not blank.</a:t>
            </a:r>
            <a:endParaRPr lang="en-GB" sz="16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15" name="Picture 14" descr="A screenshot of a computer&#10;&#10;AI-generated content may be incorrect.">
            <a:extLst>
              <a:ext uri="{FF2B5EF4-FFF2-40B4-BE49-F238E27FC236}">
                <a16:creationId xmlns:a16="http://schemas.microsoft.com/office/drawing/2014/main" id="{9D9904CC-5917-5B47-BA1A-A71A0D1D500D}"/>
              </a:ext>
            </a:extLst>
          </p:cNvPr>
          <p:cNvPicPr>
            <a:picLocks noChangeAspect="1"/>
          </p:cNvPicPr>
          <p:nvPr/>
        </p:nvPicPr>
        <p:blipFill>
          <a:blip r:embed="rId2"/>
          <a:stretch>
            <a:fillRect/>
          </a:stretch>
        </p:blipFill>
        <p:spPr>
          <a:xfrm>
            <a:off x="5527498" y="2200073"/>
            <a:ext cx="6155786" cy="2571493"/>
          </a:xfrm>
          <a:prstGeom prst="roundRect">
            <a:avLst>
              <a:gd name="adj" fmla="val 2820"/>
            </a:avLst>
          </a:prstGeom>
        </p:spPr>
      </p:pic>
    </p:spTree>
    <p:extLst>
      <p:ext uri="{BB962C8B-B14F-4D97-AF65-F5344CB8AC3E}">
        <p14:creationId xmlns:p14="http://schemas.microsoft.com/office/powerpoint/2010/main" val="50267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0E63-39DB-1E3C-643F-E9899C08C9BF}"/>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38562EF4-0E76-AA60-7779-FB743F32416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9819E99D-DC99-C33D-1DF7-C1AB1054E2E7}"/>
              </a:ext>
            </a:extLst>
          </p:cNvPr>
          <p:cNvSpPr txBox="1"/>
          <p:nvPr/>
        </p:nvSpPr>
        <p:spPr>
          <a:xfrm>
            <a:off x="512360" y="1030939"/>
            <a:ext cx="6515164" cy="5308216"/>
          </a:xfrm>
          <a:prstGeom prst="rect">
            <a:avLst/>
          </a:prstGeom>
        </p:spPr>
        <p:txBody>
          <a:bodyPr rot="0" spcFirstLastPara="0" vertOverflow="overflow" horzOverflow="overflow" vert="horz" lIns="0" tIns="45720" rIns="0" bIns="45720" numCol="1" spcCol="0" rtlCol="0" fromWordArt="0" anchor="t" anchorCtr="0" forceAA="0" compatLnSpc="1">
            <a:prstTxWarp prst="textNoShape">
              <a:avLst/>
            </a:prstTxWarp>
            <a:normAutofit/>
          </a:bodyPr>
          <a:lstStyle/>
          <a:p>
            <a:pPr defTabSz="1219140">
              <a:lnSpc>
                <a:spcPts val="1700"/>
              </a:lnSpc>
              <a:spcBef>
                <a:spcPct val="20000"/>
              </a:spcBef>
              <a:defRPr/>
            </a:pPr>
            <a:r>
              <a:rPr kumimoji="0" lang="en-US" sz="1600" b="1" i="0" u="none" strike="noStrike" kern="1200" cap="none" spc="0" normalizeH="0" baseline="0" noProof="0">
                <a:ln>
                  <a:noFill/>
                </a:ln>
                <a:effectLst/>
                <a:uLnTx/>
                <a:uFillTx/>
                <a:latin typeface="Arial"/>
                <a:ea typeface="Verdana"/>
                <a:cs typeface="Arial"/>
              </a:rPr>
              <a:t>What if I already have the </a:t>
            </a:r>
            <a:r>
              <a:rPr lang="en-US" sz="1600" b="1">
                <a:latin typeface="Arial"/>
                <a:ea typeface="Verdana"/>
                <a:cs typeface="Arial"/>
              </a:rPr>
              <a:t>problem where a source</a:t>
            </a:r>
            <a:r>
              <a:rPr kumimoji="0" lang="en-US" sz="1600" b="1" i="0" u="none" strike="noStrike" kern="1200" cap="none" spc="0" normalizeH="0" baseline="0" noProof="0">
                <a:ln>
                  <a:noFill/>
                </a:ln>
                <a:effectLst/>
                <a:uLnTx/>
                <a:uFillTx/>
                <a:latin typeface="Arial"/>
                <a:ea typeface="Verdana"/>
                <a:cs typeface="Arial"/>
              </a:rPr>
              <a:t> </a:t>
            </a:r>
            <a:r>
              <a:rPr lang="en-US" sz="1600" b="1">
                <a:latin typeface="Arial"/>
                <a:ea typeface="Verdana"/>
                <a:cs typeface="Arial"/>
              </a:rPr>
              <a:t>model's</a:t>
            </a:r>
            <a:r>
              <a:rPr kumimoji="0" lang="en-US" sz="1600" b="1" i="0" u="none" strike="noStrike" kern="1200" cap="none" spc="0" normalizeH="0" baseline="0" noProof="0">
                <a:ln>
                  <a:noFill/>
                </a:ln>
                <a:effectLst/>
                <a:uLnTx/>
                <a:uFillTx/>
                <a:latin typeface="Arial"/>
                <a:ea typeface="Verdana"/>
                <a:cs typeface="Arial"/>
              </a:rPr>
              <a:t> screen is missing the entry to edit? You have two options:</a:t>
            </a:r>
            <a:br>
              <a:rPr kumimoji="0" lang="en-US" sz="1600" b="1" i="0" u="none" strike="noStrike" kern="1200" cap="none" spc="0" normalizeH="0" baseline="0" noProof="0">
                <a:ln>
                  <a:noFill/>
                </a:ln>
                <a:effectLst/>
                <a:uLnTx/>
                <a:uFillTx/>
                <a:latin typeface="Arial"/>
                <a:ea typeface="Verdana"/>
                <a:cs typeface="Arial"/>
              </a:rPr>
            </a:br>
            <a:endParaRPr kumimoji="0" lang="en-US" sz="1400" b="1" i="0" u="none" strike="noStrike" kern="1200" cap="none" spc="0" normalizeH="0" baseline="0" noProof="0">
              <a:ln>
                <a:noFill/>
              </a:ln>
              <a:effectLst/>
              <a:uLnTx/>
              <a:uFillTx/>
              <a:latin typeface="Arial"/>
              <a:ea typeface="Verdana"/>
              <a:cs typeface="Arial"/>
            </a:endParaRPr>
          </a:p>
          <a:p>
            <a:pPr marL="342900" marR="0" lvl="0" indent="-342900" algn="l" defTabSz="1219140" rtl="0" eaLnBrk="1" fontAlgn="auto" latinLnBrk="0" hangingPunct="1">
              <a:lnSpc>
                <a:spcPts val="1600"/>
              </a:lnSpc>
              <a:spcBef>
                <a:spcPct val="20000"/>
              </a:spcBef>
              <a:spcAft>
                <a:spcPts val="0"/>
              </a:spcAft>
              <a:buClrTx/>
              <a:buSzTx/>
              <a:buAutoNum type="arabicPeriod"/>
              <a:tabLst/>
              <a:defRPr/>
            </a:pPr>
            <a:r>
              <a:rPr kumimoji="0" lang="en-US" sz="1400" b="1" i="0" u="none" strike="noStrike" kern="1200" cap="none" spc="0" normalizeH="0" baseline="0" noProof="0">
                <a:ln>
                  <a:noFill/>
                </a:ln>
                <a:solidFill>
                  <a:srgbClr val="FF721C"/>
                </a:solidFill>
                <a:effectLst/>
                <a:uLnTx/>
                <a:uFillTx/>
                <a:latin typeface="Arial"/>
                <a:ea typeface="Verdana"/>
                <a:cs typeface="Arial"/>
              </a:rPr>
              <a:t>Restore each affected model</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Restore the models to a history ID </a:t>
            </a:r>
            <a:r>
              <a:rPr lang="en-US" sz="1400" b="1" i="1">
                <a:latin typeface="Arial"/>
                <a:ea typeface="Verdana"/>
                <a:cs typeface="Arial"/>
              </a:rPr>
              <a:t>before </a:t>
            </a:r>
            <a:r>
              <a:rPr lang="en-US" sz="1400">
                <a:latin typeface="Arial"/>
                <a:ea typeface="Verdana"/>
                <a:cs typeface="Arial"/>
              </a:rPr>
              <a:t>the</a:t>
            </a:r>
            <a:r>
              <a:rPr kumimoji="0" lang="en-US" sz="1400" b="0" i="0" u="none" strike="noStrike" kern="1200" cap="none" spc="0" normalizeH="0" baseline="0" noProof="0">
                <a:ln>
                  <a:noFill/>
                </a:ln>
                <a:effectLst/>
                <a:uLnTx/>
                <a:uFillTx/>
                <a:latin typeface="Arial"/>
                <a:ea typeface="Verdana"/>
                <a:cs typeface="Arial"/>
              </a:rPr>
              <a:t> first time a self-to-self import runs. Up until this point, the Source Model screen works.</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restored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lang="en-US" sz="1400" b="0" i="0" u="none" strike="noStrike" kern="1200" cap="none" spc="0" normalizeH="0" baseline="0" noProof="0">
              <a:ln>
                <a:noFill/>
              </a:ln>
              <a:effectLst/>
              <a:uLnTx/>
              <a:uFillTx/>
              <a:latin typeface="Arial"/>
              <a:ea typeface="Verdana"/>
              <a:cs typeface="Arial"/>
            </a:endParaRPr>
          </a:p>
          <a:p>
            <a:pPr marL="800100" marR="0" lvl="1" indent="-34290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br>
              <a:rPr kumimoji="0" lang="en-US" sz="1400" b="0" i="0" u="none" strike="noStrike" kern="1200" cap="none" spc="0" normalizeH="0" baseline="0" noProof="0">
                <a:ln>
                  <a:noFill/>
                </a:ln>
                <a:effectLst/>
                <a:uLnTx/>
                <a:uFillTx/>
                <a:latin typeface="Arial"/>
                <a:ea typeface="Verdana"/>
                <a:cs typeface="Arial"/>
              </a:rPr>
            </a:br>
            <a:endParaRPr kumimoji="0" lang="en-US" sz="1400" b="0" i="0" u="none" strike="noStrike" kern="1200" cap="none" spc="0" normalizeH="0" baseline="0" noProof="0">
              <a:ln>
                <a:noFill/>
              </a:ln>
              <a:effectLst/>
              <a:uLnTx/>
              <a:uFillTx/>
              <a:latin typeface="Arial" panose="020B0604020202020204"/>
              <a:ea typeface="+mn-ea"/>
              <a:cs typeface="+mn-cs"/>
            </a:endParaRPr>
          </a:p>
          <a:p>
            <a:pPr marL="232410" indent="-232410" defTabSz="1219140">
              <a:lnSpc>
                <a:spcPts val="1600"/>
              </a:lnSpc>
              <a:spcBef>
                <a:spcPct val="20000"/>
              </a:spcBef>
              <a:buFontTx/>
              <a:buAutoNum type="arabicPeriod"/>
              <a:defRPr/>
            </a:pPr>
            <a:r>
              <a:rPr lang="en-US" sz="1400" b="1">
                <a:solidFill>
                  <a:srgbClr val="FF721C"/>
                </a:solidFill>
                <a:latin typeface="Arial"/>
                <a:ea typeface="Verdana"/>
                <a:cs typeface="Arial"/>
              </a:rPr>
              <a:t>  </a:t>
            </a:r>
            <a:r>
              <a:rPr kumimoji="0" lang="en-US" sz="1400" b="1" i="0" u="none" strike="noStrike" kern="1200" cap="none" spc="0" normalizeH="0" baseline="0" noProof="0">
                <a:ln>
                  <a:noFill/>
                </a:ln>
                <a:solidFill>
                  <a:srgbClr val="FF721C"/>
                </a:solidFill>
                <a:effectLst/>
                <a:uLnTx/>
                <a:uFillTx/>
                <a:latin typeface="Arial"/>
                <a:ea typeface="Verdana"/>
                <a:cs typeface="Arial"/>
              </a:rPr>
              <a:t>Don't restore, fix</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kumimoji="0" lang="en-US" sz="1400" b="0" i="0" u="none" strike="noStrike" kern="1200" cap="none" spc="0" normalizeH="0" baseline="0" noProof="0">
              <a:ln>
                <a:noFill/>
              </a:ln>
              <a:effectLst/>
              <a:uLnTx/>
              <a:uFillTx/>
              <a:latin typeface="Arial" panose="020B0604020202020204"/>
              <a:ea typeface="+mn-ea"/>
              <a:cs typeface="+mn-cs"/>
            </a:endParaRPr>
          </a:p>
          <a:p>
            <a:pPr marL="689610" marR="0" lvl="1" indent="-23241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Go to Actions/Import Data Sources.</a:t>
            </a:r>
            <a:endParaRPr kumimoji="0" lang="en-US" sz="1400" b="0" i="0" u="none" strike="noStrike" kern="1200" cap="none" spc="0" normalizeH="0" baseline="0" noProof="0">
              <a:ln>
                <a:noFill/>
              </a:ln>
              <a:effectLst/>
              <a:uLnTx/>
              <a:uFillTx/>
              <a:latin typeface="Arial" panose="020B0604020202020204"/>
              <a:ea typeface="+mn-ea"/>
              <a:cs typeface="Arial" panose="020B0604020202020204"/>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For each entry that serves a self-to-self import, copy the name of the source saved view from the "Source Object Name" column, edit the import data source, change to the correct copied/imported model, and reselect the correct saved view in this model copy.</a:t>
            </a:r>
            <a:endParaRPr lang="en-US" sz="1400">
              <a:latin typeface="Arial"/>
              <a:ea typeface="Verdana"/>
              <a:cs typeface="Arial"/>
            </a:endParaRPr>
          </a:p>
          <a:p>
            <a:pPr marL="689610" marR="0" lvl="1" indent="-232410" algn="l" defTabSz="1219140">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endParaRPr lang="en-US" sz="1400" b="0" i="0" u="none" strike="noStrike" kern="1200" cap="none" spc="0" normalizeH="0" baseline="0" noProof="0">
              <a:ln>
                <a:noFill/>
              </a:ln>
              <a:effectLst/>
              <a:uLnTx/>
              <a:uFillTx/>
              <a:latin typeface="Arial"/>
              <a:ea typeface="Verdana"/>
              <a:cs typeface="Arial"/>
            </a:endParaRPr>
          </a:p>
          <a:p>
            <a:pPr marL="232410" marR="0" lvl="0" indent="-232410" algn="l" defTabSz="1219140" rtl="0" eaLnBrk="1" fontAlgn="auto" latinLnBrk="0" hangingPunct="1">
              <a:lnSpc>
                <a:spcPts val="1600"/>
              </a:lnSpc>
              <a:spcBef>
                <a:spcPct val="20000"/>
              </a:spcBef>
              <a:spcAft>
                <a:spcPts val="0"/>
              </a:spcAft>
              <a:buClrTx/>
              <a:buSzTx/>
              <a:buFontTx/>
              <a:buAutoNum type="arabicPeriod"/>
              <a:tabLst/>
              <a:defRPr/>
            </a:pPr>
            <a:endParaRPr kumimoji="0" lang="en-US" sz="12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1219140" rtl="0" eaLnBrk="1" fontAlgn="auto" latinLnBrk="0" hangingPunct="1">
              <a:lnSpc>
                <a:spcPts val="1600"/>
              </a:lnSpc>
              <a:spcBef>
                <a:spcPct val="2000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Verdana"/>
                <a:cs typeface="Arial"/>
              </a:rPr>
              <a:t>(SPT-477, SPT-581)</a:t>
            </a:r>
            <a:endParaRPr lang="en-US" sz="900" b="0" i="0" u="none" strike="noStrike" kern="1200" cap="none" spc="0" normalizeH="0" baseline="0" noProof="0">
              <a:ln>
                <a:noFill/>
              </a:ln>
              <a:effectLst/>
              <a:uLnTx/>
              <a:uFillTx/>
              <a:latin typeface="Arial"/>
              <a:ea typeface="Verdana"/>
              <a:cs typeface="Arial"/>
            </a:endParaRPr>
          </a:p>
        </p:txBody>
      </p:sp>
      <p:grpSp>
        <p:nvGrpSpPr>
          <p:cNvPr id="5" name="Group 4">
            <a:extLst>
              <a:ext uri="{FF2B5EF4-FFF2-40B4-BE49-F238E27FC236}">
                <a16:creationId xmlns:a16="http://schemas.microsoft.com/office/drawing/2014/main" id="{7964F0B0-D2A0-0457-AE07-4D5FE7211CB8}"/>
              </a:ext>
            </a:extLst>
          </p:cNvPr>
          <p:cNvGrpSpPr/>
          <p:nvPr/>
        </p:nvGrpSpPr>
        <p:grpSpPr>
          <a:xfrm>
            <a:off x="7191910" y="1726057"/>
            <a:ext cx="3949419" cy="4440977"/>
            <a:chOff x="6389718" y="1315553"/>
            <a:chExt cx="4751611" cy="4851482"/>
          </a:xfrm>
        </p:grpSpPr>
        <p:pic>
          <p:nvPicPr>
            <p:cNvPr id="2" name="Picture 1" descr="A screenshot of a computer&#10;&#10;Description automatically generated">
              <a:extLst>
                <a:ext uri="{FF2B5EF4-FFF2-40B4-BE49-F238E27FC236}">
                  <a16:creationId xmlns:a16="http://schemas.microsoft.com/office/drawing/2014/main" id="{1431D519-8254-7D57-E2D9-AB7F087C6B67}"/>
                </a:ext>
              </a:extLst>
            </p:cNvPr>
            <p:cNvPicPr>
              <a:picLocks noChangeAspect="1"/>
            </p:cNvPicPr>
            <p:nvPr/>
          </p:nvPicPr>
          <p:blipFill>
            <a:blip r:embed="rId2"/>
            <a:stretch>
              <a:fillRect/>
            </a:stretch>
          </p:blipFill>
          <p:spPr>
            <a:xfrm>
              <a:off x="6389718" y="1315553"/>
              <a:ext cx="4751611" cy="4851482"/>
            </a:xfrm>
            <a:prstGeom prst="roundRect">
              <a:avLst>
                <a:gd name="adj" fmla="val 1285"/>
              </a:avLst>
            </a:prstGeom>
            <a:noFill/>
          </p:spPr>
        </p:pic>
        <p:sp>
          <p:nvSpPr>
            <p:cNvPr id="4" name="Rectangle 3">
              <a:extLst>
                <a:ext uri="{FF2B5EF4-FFF2-40B4-BE49-F238E27FC236}">
                  <a16:creationId xmlns:a16="http://schemas.microsoft.com/office/drawing/2014/main" id="{A4D9273F-9213-C1F0-CDF2-1DD08C7A02BD}"/>
                </a:ext>
              </a:extLst>
            </p:cNvPr>
            <p:cNvSpPr/>
            <p:nvPr/>
          </p:nvSpPr>
          <p:spPr>
            <a:xfrm>
              <a:off x="10712138" y="1348208"/>
              <a:ext cx="409598" cy="2223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grpSp>
    </p:spTree>
    <p:extLst>
      <p:ext uri="{BB962C8B-B14F-4D97-AF65-F5344CB8AC3E}">
        <p14:creationId xmlns:p14="http://schemas.microsoft.com/office/powerpoint/2010/main" val="268679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F356-4BCB-A205-4A85-3D58678D94B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172EC5B7-1A05-30C4-01B6-E729AFF25104}"/>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time settings &amp; time ranges to match customer needs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E9B9FC68-1B31-DF30-02E4-16D721C8B4E2}"/>
              </a:ext>
            </a:extLst>
          </p:cNvPr>
          <p:cNvSpPr txBox="1"/>
          <p:nvPr/>
        </p:nvSpPr>
        <p:spPr>
          <a:xfrm>
            <a:off x="6252261" y="4828081"/>
            <a:ext cx="520823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effectLst/>
                <a:uLnTx/>
                <a:uFillTx/>
                <a:latin typeface="Arial"/>
                <a:ea typeface="Verdana"/>
                <a:cs typeface="Arial"/>
              </a:rPr>
              <a:t>Fiscal Year Start Month</a:t>
            </a:r>
            <a:r>
              <a:rPr kumimoji="0" lang="en-US" sz="1400" b="0" i="0" u="none" strike="noStrike" kern="1200" cap="none" spc="0" normalizeH="0" baseline="0" noProof="0">
                <a:ln>
                  <a:noFill/>
                </a:ln>
                <a:effectLst/>
                <a:uLnTx/>
                <a:uFillTx/>
                <a:latin typeface="Arial"/>
                <a:ea typeface="Verdana"/>
                <a:cs typeface="Arial"/>
              </a:rPr>
              <a:t> – match to customer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effectLst/>
                <a:uLnTx/>
                <a:uFillTx/>
                <a:latin typeface="Arial"/>
                <a:ea typeface="Verdana"/>
                <a:cs typeface="Arial"/>
              </a:rPr>
              <a:t>Current Fiscal Year</a:t>
            </a:r>
            <a:r>
              <a:rPr kumimoji="0" lang="en-US" sz="1400" b="0" i="0" u="none" strike="noStrike" kern="1200" cap="none" spc="0" normalizeH="0" baseline="0" noProof="0">
                <a:ln>
                  <a:noFill/>
                </a:ln>
                <a:effectLst/>
                <a:uLnTx/>
                <a:uFillTx/>
                <a:latin typeface="Arial"/>
                <a:ea typeface="Verdana"/>
                <a:cs typeface="Arial"/>
              </a:rPr>
              <a:t> – match to customer</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effectLst/>
                <a:uLnTx/>
                <a:uFillTx/>
                <a:latin typeface="Arial"/>
                <a:ea typeface="Verdana"/>
                <a:cs typeface="Arial"/>
              </a:rPr>
              <a:t>Time Ranges</a:t>
            </a:r>
            <a:r>
              <a:rPr kumimoji="0" lang="en-US" sz="1400" b="0" i="0" u="none" strike="noStrike" kern="1200" cap="none" spc="0" normalizeH="0" baseline="0" noProof="0">
                <a:ln>
                  <a:noFill/>
                </a:ln>
                <a:effectLst/>
                <a:uLnTx/>
                <a:uFillTx/>
                <a:latin typeface="Arial"/>
                <a:ea typeface="Verdana"/>
                <a:cs typeface="Arial"/>
              </a:rPr>
              <a:t> – match to customer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latin typeface="Arial"/>
                <a:ea typeface="Verdana"/>
                <a:cs typeface="Arial"/>
              </a:rPr>
              <a:t>1-2 Past Years</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latin typeface="Arial"/>
                <a:ea typeface="Verdana"/>
                <a:cs typeface="Arial"/>
              </a:rPr>
              <a:t>1 Future Year</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latin typeface="Arial"/>
                <a:ea typeface="Verdana"/>
                <a:cs typeface="Arial"/>
              </a:rPr>
              <a:t>Select 'Total of All Periods' </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47E713A7-86A8-CD21-BFAB-867250D6A8B0}"/>
              </a:ext>
            </a:extLst>
          </p:cNvPr>
          <p:cNvSpPr txBox="1"/>
          <p:nvPr/>
        </p:nvSpPr>
        <p:spPr>
          <a:xfrm>
            <a:off x="6134343" y="976543"/>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6">
                    <a:lumMod val="90000"/>
                  </a:schemeClr>
                </a:solidFill>
                <a:effectLst/>
                <a:uLnTx/>
                <a:uFillTx/>
                <a:latin typeface="Arial"/>
                <a:ea typeface="Verdana"/>
                <a:cs typeface="Arial"/>
              </a:rPr>
              <a:t>Spoke </a:t>
            </a:r>
            <a:r>
              <a:rPr lang="en-US" sz="1600" b="1">
                <a:solidFill>
                  <a:schemeClr val="accent6">
                    <a:lumMod val="90000"/>
                  </a:schemeClr>
                </a:solidFill>
                <a:latin typeface="Arial"/>
                <a:ea typeface="Verdana"/>
                <a:cs typeface="Arial"/>
              </a:rPr>
              <a:t>model</a:t>
            </a:r>
            <a:endParaRPr kumimoji="0" lang="en-US" sz="1600" b="1" i="0" u="none" strike="noStrike" kern="1200" cap="none" spc="0" normalizeH="0" baseline="0" noProof="0">
              <a:ln>
                <a:noFill/>
              </a:ln>
              <a:solidFill>
                <a:schemeClr val="accent6">
                  <a:lumMod val="90000"/>
                </a:schemeClr>
              </a:solidFill>
              <a:effectLst/>
              <a:uLnTx/>
              <a:uFillTx/>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53996123-BF6D-CDE9-03B4-850FC0C5CDEF}"/>
              </a:ext>
            </a:extLst>
          </p:cNvPr>
          <p:cNvSpPr txBox="1"/>
          <p:nvPr/>
        </p:nvSpPr>
        <p:spPr>
          <a:xfrm>
            <a:off x="562161" y="980152"/>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kumimoji="0" lang="en-US" sz="1600" b="1" i="0" u="none" strike="noStrike" kern="1200" cap="none" spc="0" normalizeH="0" baseline="0" noProof="0">
                <a:ln>
                  <a:noFill/>
                </a:ln>
                <a:solidFill>
                  <a:srgbClr val="FF721C"/>
                </a:solidFill>
                <a:effectLst/>
                <a:uLnTx/>
                <a:uFillTx/>
                <a:latin typeface="Arial"/>
                <a:ea typeface="Verdana"/>
                <a:cs typeface="Arial"/>
              </a:rPr>
              <a:t>Data </a:t>
            </a:r>
            <a:r>
              <a:rPr lang="en-US" sz="1600" b="1">
                <a:solidFill>
                  <a:srgbClr val="FF721C"/>
                </a:solidFill>
                <a:latin typeface="Arial"/>
                <a:ea typeface="Verdana"/>
                <a:cs typeface="Arial"/>
              </a:rPr>
              <a:t>Hub model</a:t>
            </a:r>
            <a:endParaRPr kumimoji="0" lang="en-US" sz="1800" b="1" i="0" u="none" strike="noStrike" kern="1200" cap="none" spc="0" normalizeH="0" baseline="0" noProof="0">
              <a:ln>
                <a:noFill/>
              </a:ln>
              <a:solidFill>
                <a:srgbClr val="FF721C"/>
              </a:solidFill>
              <a:effectLst/>
              <a:uLnTx/>
              <a:uFillTx/>
              <a:latin typeface="Arial" panose="020B0604020202020204"/>
              <a:ea typeface="+mn-ea"/>
              <a:cs typeface="Arial"/>
            </a:endParaRPr>
          </a:p>
        </p:txBody>
      </p:sp>
      <p:sp>
        <p:nvSpPr>
          <p:cNvPr id="5" name="TextBox 4">
            <a:extLst>
              <a:ext uri="{FF2B5EF4-FFF2-40B4-BE49-F238E27FC236}">
                <a16:creationId xmlns:a16="http://schemas.microsoft.com/office/drawing/2014/main" id="{054CBE3C-55EC-7077-39BD-67FC333C22C0}"/>
              </a:ext>
            </a:extLst>
          </p:cNvPr>
          <p:cNvSpPr txBox="1"/>
          <p:nvPr/>
        </p:nvSpPr>
        <p:spPr>
          <a:xfrm>
            <a:off x="669571" y="4828081"/>
            <a:ext cx="520823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effectLst/>
                <a:uLnTx/>
                <a:uFillTx/>
                <a:latin typeface="Arial"/>
                <a:ea typeface="Verdana"/>
                <a:cs typeface="Arial"/>
              </a:rPr>
              <a:t>Fiscal Year Start Month – match to customer</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effectLst/>
                <a:uLnTx/>
                <a:uFillTx/>
                <a:latin typeface="Arial"/>
                <a:ea typeface="Verdana"/>
                <a:cs typeface="Arial"/>
              </a:rPr>
              <a:t>Current Fiscal Year – match to customer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CC3DBDC6-A55E-F78D-65CE-928E33B8F689}"/>
              </a:ext>
            </a:extLst>
          </p:cNvPr>
          <p:cNvSpPr txBox="1"/>
          <p:nvPr/>
        </p:nvSpPr>
        <p:spPr>
          <a:xfrm>
            <a:off x="607540" y="5903919"/>
            <a:ext cx="4324383" cy="830997"/>
          </a:xfrm>
          <a:prstGeom prst="rect">
            <a:avLst/>
          </a:prstGeom>
          <a:noFill/>
          <a:ln>
            <a:solidFill>
              <a:srgbClr val="FF721C"/>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a:ln>
                  <a:noFill/>
                </a:ln>
                <a:solidFill>
                  <a:srgbClr val="FF721C"/>
                </a:solidFill>
                <a:effectLst/>
                <a:uLnTx/>
                <a:uFillTx/>
                <a:latin typeface="Arial"/>
                <a:ea typeface="Verdana"/>
                <a:cs typeface="Arial"/>
              </a:rPr>
              <a:t>Note: </a:t>
            </a:r>
            <a:r>
              <a:rPr lang="en-US" sz="2400">
                <a:latin typeface="Arial"/>
                <a:ea typeface="Verdana"/>
                <a:cs typeface="Arial"/>
              </a:rPr>
              <a:t>Make</a:t>
            </a:r>
            <a:r>
              <a:rPr kumimoji="0" lang="en-US" sz="2400" u="none" strike="noStrike" kern="1200" cap="none" spc="0" normalizeH="0" baseline="0" noProof="0">
                <a:ln>
                  <a:noFill/>
                </a:ln>
                <a:effectLst/>
                <a:uLnTx/>
                <a:uFillTx/>
                <a:latin typeface="Arial"/>
                <a:ea typeface="Verdana"/>
                <a:cs typeface="Arial"/>
              </a:rPr>
              <a:t> time changes before the first data load.</a:t>
            </a:r>
            <a:endParaRPr lang="en-US" sz="240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pic>
        <p:nvPicPr>
          <p:cNvPr id="8" name="Picture 7" descr="A screenshot of a calendar&#10;&#10;Description automatically generated">
            <a:extLst>
              <a:ext uri="{FF2B5EF4-FFF2-40B4-BE49-F238E27FC236}">
                <a16:creationId xmlns:a16="http://schemas.microsoft.com/office/drawing/2014/main" id="{9860F1FC-9278-75AF-EBA1-2AEA4A474DF1}"/>
              </a:ext>
            </a:extLst>
          </p:cNvPr>
          <p:cNvPicPr>
            <a:picLocks noChangeAspect="1"/>
          </p:cNvPicPr>
          <p:nvPr/>
        </p:nvPicPr>
        <p:blipFill>
          <a:blip r:embed="rId2"/>
          <a:stretch>
            <a:fillRect/>
          </a:stretch>
        </p:blipFill>
        <p:spPr>
          <a:xfrm>
            <a:off x="669571" y="1364075"/>
            <a:ext cx="4139720" cy="3292592"/>
          </a:xfrm>
          <a:prstGeom prst="roundRect">
            <a:avLst>
              <a:gd name="adj" fmla="val 1009"/>
            </a:avLst>
          </a:prstGeom>
        </p:spPr>
      </p:pic>
      <p:pic>
        <p:nvPicPr>
          <p:cNvPr id="9" name="Picture 8" descr="A screenshot of a calendar&#10;&#10;AI-generated content may be incorrect.">
            <a:extLst>
              <a:ext uri="{FF2B5EF4-FFF2-40B4-BE49-F238E27FC236}">
                <a16:creationId xmlns:a16="http://schemas.microsoft.com/office/drawing/2014/main" id="{D0E13B8B-BF8A-2C6D-821D-388537A17E5E}"/>
              </a:ext>
            </a:extLst>
          </p:cNvPr>
          <p:cNvPicPr>
            <a:picLocks noChangeAspect="1"/>
          </p:cNvPicPr>
          <p:nvPr/>
        </p:nvPicPr>
        <p:blipFill>
          <a:blip r:embed="rId3"/>
          <a:stretch>
            <a:fillRect/>
          </a:stretch>
        </p:blipFill>
        <p:spPr>
          <a:xfrm>
            <a:off x="6249964" y="1359243"/>
            <a:ext cx="4367046" cy="3295137"/>
          </a:xfrm>
          <a:prstGeom prst="rect">
            <a:avLst/>
          </a:prstGeom>
        </p:spPr>
      </p:pic>
    </p:spTree>
    <p:extLst>
      <p:ext uri="{BB962C8B-B14F-4D97-AF65-F5344CB8AC3E}">
        <p14:creationId xmlns:p14="http://schemas.microsoft.com/office/powerpoint/2010/main" val="72372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E79483-D9F8-6916-8230-EC04AA119AE6}"/>
              </a:ext>
            </a:extLst>
          </p:cNvPr>
          <p:cNvSpPr txBox="1"/>
          <p:nvPr/>
        </p:nvSpPr>
        <p:spPr>
          <a:xfrm>
            <a:off x="615102" y="1561945"/>
            <a:ext cx="4614444" cy="872034"/>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a:spcAft>
                <a:spcPts val="800"/>
              </a:spcAft>
              <a:defRPr/>
            </a:pPr>
            <a:r>
              <a:rPr lang="en-GB" sz="1400" b="1" kern="0" dirty="0">
                <a:solidFill>
                  <a:srgbClr val="FFFFFF"/>
                </a:solidFill>
                <a:cs typeface="Arial"/>
              </a:rPr>
              <a:t>Today's Date and Planning Year</a:t>
            </a:r>
            <a:r>
              <a:rPr kumimoji="0" lang="en-GB" sz="1400" b="1" i="0" u="none" strike="noStrike" kern="0" cap="none" spc="0" normalizeH="0" baseline="0" noProof="0" dirty="0">
                <a:ln>
                  <a:noFill/>
                </a:ln>
                <a:solidFill>
                  <a:srgbClr val="FFFFFF"/>
                </a:solidFill>
                <a:effectLst/>
                <a:uLnTx/>
                <a:uFillTx/>
                <a:cs typeface="Arial"/>
              </a:rPr>
              <a:t> should be set </a:t>
            </a:r>
            <a:r>
              <a:rPr kumimoji="0" lang="en-GB" sz="1400" b="0" i="0" u="none" strike="noStrike" kern="0" cap="none" spc="0" normalizeH="0" baseline="0" noProof="0" dirty="0">
                <a:ln>
                  <a:noFill/>
                </a:ln>
                <a:solidFill>
                  <a:srgbClr val="FFFFFF"/>
                </a:solidFill>
                <a:effectLst/>
                <a:uLnTx/>
                <a:uFillTx/>
                <a:cs typeface="Arial"/>
              </a:rPr>
              <a:t>in </a:t>
            </a:r>
            <a:r>
              <a:rPr lang="en-GB" sz="1400" kern="0" dirty="0" err="1">
                <a:solidFill>
                  <a:srgbClr val="FFFFFF"/>
                </a:solidFill>
                <a:cs typeface="Arial"/>
              </a:rPr>
              <a:t>theSYS</a:t>
            </a:r>
            <a:r>
              <a:rPr lang="en-GB" sz="1400" kern="0">
                <a:solidFill>
                  <a:srgbClr val="FFFFFF"/>
                </a:solidFill>
                <a:cs typeface="Arial"/>
              </a:rPr>
              <a:t>: Today Date </a:t>
            </a:r>
            <a:r>
              <a:rPr kumimoji="0" lang="en-GB" sz="1400" b="0" i="0" u="none" strike="noStrike" kern="0" cap="none" spc="0" normalizeH="0" baseline="0" noProof="0">
                <a:ln>
                  <a:noFill/>
                </a:ln>
                <a:solidFill>
                  <a:srgbClr val="FFFFFF"/>
                </a:solidFill>
                <a:effectLst/>
                <a:uLnTx/>
                <a:uFillTx/>
                <a:cs typeface="Arial"/>
              </a:rPr>
              <a:t>module.</a:t>
            </a:r>
            <a:endParaRPr lang="en-GB" sz="14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kumimoji="0" lang="en-GB" sz="2400" b="1" i="0" u="none" strike="noStrike" kern="1200" cap="none" spc="0" normalizeH="0" baseline="0" noProof="0">
                <a:ln>
                  <a:noFill/>
                </a:ln>
                <a:solidFill>
                  <a:srgbClr val="FFFFFF"/>
                </a:solidFill>
                <a:effectLst/>
                <a:uLnTx/>
                <a:uFillTx/>
                <a:latin typeface="Arial"/>
                <a:ea typeface="Verdana"/>
                <a:cs typeface="Arial"/>
              </a:rPr>
              <a:t>Time settings </a:t>
            </a:r>
            <a:r>
              <a:rPr lang="en-GB">
                <a:solidFill>
                  <a:srgbClr val="FFFFFF"/>
                </a:solidFill>
                <a:latin typeface="Arial"/>
                <a:ea typeface="Verdana"/>
                <a:cs typeface="Arial"/>
              </a:rPr>
              <a:t>m odule</a:t>
            </a:r>
            <a:r>
              <a:rPr kumimoji="0" lang="en-GB" sz="2400" b="1" i="0" u="none" strike="noStrike" kern="1200" cap="none" spc="0" normalizeH="0" baseline="0" noProof="0" dirty="0">
                <a:ln>
                  <a:noFill/>
                </a:ln>
                <a:solidFill>
                  <a:srgbClr val="FFFFFF"/>
                </a:solidFill>
                <a:effectLst/>
                <a:uLnTx/>
                <a:uFillTx/>
                <a:latin typeface="Arial"/>
                <a:ea typeface="Verdana"/>
                <a:cs typeface="Arial"/>
              </a:rPr>
              <a:t> - spoke</a:t>
            </a:r>
            <a:endParaRPr kumimoji="0" lang="en-GB" sz="2400" b="0" i="0" u="none" strike="noStrike" kern="1200" cap="none" spc="0" normalizeH="0" baseline="0" noProof="0" dirty="0">
              <a:ln>
                <a:noFill/>
              </a:ln>
              <a:solidFill>
                <a:srgbClr val="FFFFFF"/>
              </a:solidFill>
              <a:effectLst/>
              <a:uLnTx/>
              <a:uFillTx/>
              <a:latin typeface="Arial"/>
              <a:ea typeface="Verdana"/>
              <a:cs typeface="Arial"/>
            </a:endParaRPr>
          </a:p>
        </p:txBody>
      </p:sp>
      <p:pic>
        <p:nvPicPr>
          <p:cNvPr id="5" name="Content Placeholder 4" descr="A screenshot of a calendar&#10;&#10;AI-generated content may be incorrect.">
            <a:extLst>
              <a:ext uri="{FF2B5EF4-FFF2-40B4-BE49-F238E27FC236}">
                <a16:creationId xmlns:a16="http://schemas.microsoft.com/office/drawing/2014/main" id="{CA3242AB-1F6C-1ABB-CA74-1506234081F1}"/>
              </a:ext>
            </a:extLst>
          </p:cNvPr>
          <p:cNvPicPr>
            <a:picLocks noGrp="1" noChangeAspect="1"/>
          </p:cNvPicPr>
          <p:nvPr>
            <p:ph idx="1"/>
          </p:nvPr>
        </p:nvPicPr>
        <p:blipFill>
          <a:blip r:embed="rId2"/>
          <a:stretch>
            <a:fillRect/>
          </a:stretch>
        </p:blipFill>
        <p:spPr>
          <a:xfrm>
            <a:off x="6383123" y="1558579"/>
            <a:ext cx="4628030" cy="3226174"/>
          </a:xfrm>
          <a:prstGeom prst="rect">
            <a:avLst/>
          </a:prstGeom>
        </p:spPr>
      </p:pic>
    </p:spTree>
    <p:extLst>
      <p:ext uri="{BB962C8B-B14F-4D97-AF65-F5344CB8AC3E}">
        <p14:creationId xmlns:p14="http://schemas.microsoft.com/office/powerpoint/2010/main" val="419417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6DC8-68E0-7569-E010-DE32745927C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3D8FAA0-56B3-795F-4146-F35A68FDBFAD}"/>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number formats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4CD66D14-F820-C98C-C0F8-CBCB5E02E9C5}"/>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BC1B7BAE-4D09-A5F1-6C7B-AA6A8C394809}"/>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B759E4A0-C481-8F12-2442-0BE8E2BF62C9}"/>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B4D9A12F-0BF7-CE36-74C8-430D5E900462}"/>
                </a:ext>
              </a:extLst>
            </p:cNvPr>
            <p:cNvSpPr txBox="1"/>
            <p:nvPr/>
          </p:nvSpPr>
          <p:spPr>
            <a:xfrm>
              <a:off x="6622417" y="2597503"/>
              <a:ext cx="4921800" cy="1200329"/>
            </a:xfrm>
            <a:prstGeom prst="rect">
              <a:avLst/>
            </a:prstGeom>
            <a:noFill/>
          </p:spPr>
          <p:txBody>
            <a:bodyPr wrap="square" rtlCol="0">
              <a:spAutoFit/>
            </a:bodyPr>
            <a:lstStyle/>
            <a:p>
              <a:pPr algn="ctr"/>
              <a:r>
                <a:rPr lang="en-US" sz="2400">
                  <a:solidFill>
                    <a:schemeClr val="tx2"/>
                  </a:solidFill>
                  <a:ea typeface="Verdana"/>
                  <a:cs typeface="Arial"/>
                </a:rPr>
                <a:t>Review number formats in pages and adjust as necessary in the model.</a:t>
              </a:r>
              <a:endParaRPr lang="en-US" sz="2400">
                <a:solidFill>
                  <a:schemeClr val="tx2"/>
                </a:solidFill>
              </a:endParaRPr>
            </a:p>
          </p:txBody>
        </p:sp>
      </p:grpSp>
      <p:sp>
        <p:nvSpPr>
          <p:cNvPr id="9" name="Rounded Rectangle 8">
            <a:extLst>
              <a:ext uri="{FF2B5EF4-FFF2-40B4-BE49-F238E27FC236}">
                <a16:creationId xmlns:a16="http://schemas.microsoft.com/office/drawing/2014/main" id="{77664EA5-1315-4FFD-D6FD-7CF5E657F32A}"/>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A5C73460-44F6-666A-7044-B6D3A84DC7A7}"/>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26442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Initial model loads &amp; setup</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B2FBF340-16A7-F0B9-7665-77B790216613}"/>
              </a:ext>
            </a:extLst>
          </p:cNvPr>
          <p:cNvSpPr txBox="1">
            <a:spLocks/>
          </p:cNvSpPr>
          <p:nvPr/>
        </p:nvSpPr>
        <p:spPr>
          <a:xfrm>
            <a:off x="615102" y="1113133"/>
            <a:ext cx="4824543" cy="35172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Gather data files </a:t>
            </a:r>
            <a:endParaRPr lang="en-US" sz="1600" b="1">
              <a:solidFill>
                <a:srgbClr val="FF721C"/>
              </a:solidFill>
            </a:endParaRPr>
          </a:p>
          <a:p>
            <a:pPr marL="800100" lvl="1" indent="-285750"/>
            <a:r>
              <a:rPr lang="en-US" sz="1400">
                <a:latin typeface="Arial"/>
                <a:ea typeface="Verdana"/>
                <a:cs typeface="Arial"/>
              </a:rPr>
              <a:t>List data for territory, account, product, employees</a:t>
            </a:r>
          </a:p>
          <a:p>
            <a:pPr marL="800100" lvl="1" indent="-285750"/>
            <a:r>
              <a:rPr lang="en-US" sz="1400">
                <a:latin typeface="Arial"/>
                <a:ea typeface="Verdana"/>
                <a:cs typeface="Arial"/>
              </a:rPr>
              <a:t>Include transactional data for sales and opportunities </a:t>
            </a:r>
            <a:br>
              <a:rPr lang="en-US" sz="1400">
                <a:latin typeface="Arial"/>
                <a:ea typeface="Verdana"/>
                <a:cs typeface="Arial"/>
              </a:rPr>
            </a:br>
            <a:endParaRPr lang="en-US" sz="1400">
              <a:cs typeface="Arial"/>
            </a:endParaRPr>
          </a:p>
          <a:p>
            <a:pPr marL="38100" indent="0">
              <a:buNone/>
            </a:pPr>
            <a:r>
              <a:rPr lang="en-US" sz="1600" b="1">
                <a:solidFill>
                  <a:srgbClr val="FF721C"/>
                </a:solidFill>
                <a:latin typeface="Arial"/>
                <a:ea typeface="Verdana"/>
                <a:cs typeface="Arial"/>
              </a:rPr>
              <a:t>Method 1 for loading data:</a:t>
            </a:r>
          </a:p>
          <a:p>
            <a:pPr marL="933434" lvl="1" indent="-285750"/>
            <a:r>
              <a:rPr lang="en-US" sz="1400">
                <a:latin typeface="Arial"/>
                <a:ea typeface="Verdana"/>
                <a:cs typeface="Arial"/>
              </a:rPr>
              <a:t>Publish each data hub process &lt;list&gt;_</a:t>
            </a:r>
            <a:r>
              <a:rPr lang="en-US" sz="1400" err="1">
                <a:latin typeface="Arial"/>
                <a:ea typeface="Verdana"/>
                <a:cs typeface="Arial"/>
              </a:rPr>
              <a:t>from_Files</a:t>
            </a:r>
            <a:r>
              <a:rPr lang="en-US" sz="1400">
                <a:latin typeface="Arial"/>
                <a:ea typeface="Verdana"/>
                <a:cs typeface="Arial"/>
              </a:rPr>
              <a:t> to a classic dashboard; this way you can test each set of imports independently. Make sure you have them in logical order.</a:t>
            </a:r>
            <a:br>
              <a:rPr lang="en-US" sz="1400">
                <a:latin typeface="Arial"/>
                <a:ea typeface="Verdana"/>
                <a:cs typeface="Arial"/>
              </a:rPr>
            </a:br>
            <a:endParaRPr lang="en-US" sz="1400">
              <a:latin typeface="Arial"/>
              <a:ea typeface="Verdana"/>
              <a:cs typeface="Arial"/>
            </a:endParaRPr>
          </a:p>
          <a:p>
            <a:pPr marL="0" indent="0">
              <a:buNone/>
            </a:pPr>
            <a:r>
              <a:rPr lang="en-US" sz="1600" b="1">
                <a:solidFill>
                  <a:srgbClr val="FF721C"/>
                </a:solidFill>
                <a:latin typeface="Arial"/>
                <a:ea typeface="Verdana"/>
                <a:cs typeface="Arial"/>
              </a:rPr>
              <a:t>Method 2 for loading data: </a:t>
            </a:r>
            <a:endParaRPr lang="en-US" sz="1600" b="1">
              <a:solidFill>
                <a:srgbClr val="FF721C"/>
              </a:solidFill>
              <a:ea typeface="Verdana"/>
              <a:cs typeface="Arial"/>
            </a:endParaRPr>
          </a:p>
          <a:p>
            <a:pPr lvl="1"/>
            <a:r>
              <a:rPr lang="en-US" sz="1400">
                <a:latin typeface="Arial"/>
                <a:ea typeface="Verdana"/>
                <a:cs typeface="Arial"/>
              </a:rPr>
              <a:t>Publish process </a:t>
            </a:r>
            <a:r>
              <a:rPr lang="en-US" sz="1400" b="1">
                <a:latin typeface="Arial"/>
                <a:ea typeface="Verdana"/>
                <a:cs typeface="Arial"/>
              </a:rPr>
              <a:t>import from template</a:t>
            </a:r>
            <a:r>
              <a:rPr lang="en-US" sz="1400">
                <a:latin typeface="Arial"/>
                <a:ea typeface="Verdana"/>
                <a:cs typeface="Arial"/>
              </a:rPr>
              <a:t> in data hub to a classic dashboard</a:t>
            </a:r>
          </a:p>
          <a:p>
            <a:pPr lvl="1"/>
            <a:r>
              <a:rPr lang="en-US" sz="1400">
                <a:latin typeface="Arial"/>
                <a:ea typeface="Verdana"/>
                <a:cs typeface="Arial"/>
              </a:rPr>
              <a:t>Run the data hub imports and validate saved views in the data by/attribute by modules</a:t>
            </a:r>
          </a:p>
          <a:p>
            <a:pPr lvl="1"/>
            <a:r>
              <a:rPr lang="en-US" sz="1400">
                <a:latin typeface="Arial"/>
                <a:ea typeface="Verdana"/>
                <a:cs typeface="Arial"/>
              </a:rPr>
              <a:t>Load data to spoke T&amp;Q model with process </a:t>
            </a:r>
            <a:r>
              <a:rPr lang="en-US" sz="1400" b="1" err="1">
                <a:latin typeface="Arial"/>
                <a:ea typeface="Verdana"/>
                <a:cs typeface="Arial"/>
              </a:rPr>
              <a:t>Load_All_Lists_and_Data_from_HUB</a:t>
            </a:r>
            <a:endParaRPr lang="en-US" sz="1400" b="1">
              <a:latin typeface="Arial"/>
              <a:ea typeface="Verdana"/>
              <a:cs typeface="Arial"/>
            </a:endParaRPr>
          </a:p>
          <a:p>
            <a:pPr marL="800100" lvl="1" indent="-285750"/>
            <a:endParaRPr lang="en-US" sz="1400">
              <a:latin typeface="Arial"/>
              <a:ea typeface="Verdana"/>
              <a:cs typeface="Arial"/>
            </a:endParaRPr>
          </a:p>
        </p:txBody>
      </p:sp>
      <p:sp>
        <p:nvSpPr>
          <p:cNvPr id="4" name="Content Placeholder 2">
            <a:extLst>
              <a:ext uri="{FF2B5EF4-FFF2-40B4-BE49-F238E27FC236}">
                <a16:creationId xmlns:a16="http://schemas.microsoft.com/office/drawing/2014/main" id="{8D7D3FF7-B31C-5B02-3B6B-61D7403F2F48}"/>
              </a:ext>
            </a:extLst>
          </p:cNvPr>
          <p:cNvSpPr txBox="1">
            <a:spLocks/>
          </p:cNvSpPr>
          <p:nvPr/>
        </p:nvSpPr>
        <p:spPr>
          <a:xfrm>
            <a:off x="1125306" y="4722834"/>
            <a:ext cx="4550285" cy="1620340"/>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latin typeface="Arial"/>
              <a:ea typeface="Verdana"/>
              <a:cs typeface="Arial"/>
            </a:endParaRPr>
          </a:p>
        </p:txBody>
      </p:sp>
      <p:sp>
        <p:nvSpPr>
          <p:cNvPr id="2" name="Content Placeholder 2">
            <a:extLst>
              <a:ext uri="{FF2B5EF4-FFF2-40B4-BE49-F238E27FC236}">
                <a16:creationId xmlns:a16="http://schemas.microsoft.com/office/drawing/2014/main" id="{710FCAE6-04A0-FCDF-AC75-31654B1D9C3C}"/>
              </a:ext>
            </a:extLst>
          </p:cNvPr>
          <p:cNvSpPr txBox="1">
            <a:spLocks/>
          </p:cNvSpPr>
          <p:nvPr/>
        </p:nvSpPr>
        <p:spPr>
          <a:xfrm>
            <a:off x="6350697" y="1113133"/>
            <a:ext cx="4824543" cy="35172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rgbClr val="FF721C"/>
                </a:solidFill>
                <a:latin typeface="Arial"/>
                <a:ea typeface="Verdana"/>
                <a:cs typeface="Arial"/>
              </a:rPr>
              <a:t>Page 6.1 Manage Lists </a:t>
            </a:r>
            <a:endParaRPr lang="en-US" sz="1600" b="1">
              <a:solidFill>
                <a:srgbClr val="FF721C"/>
              </a:solidFill>
            </a:endParaRPr>
          </a:p>
          <a:p>
            <a:pPr marL="800100" lvl="1" indent="-285750"/>
            <a:r>
              <a:rPr lang="en-US" sz="1400" dirty="0">
                <a:latin typeface="Arial"/>
                <a:ea typeface="Verdana"/>
                <a:cs typeface="Arial"/>
              </a:rPr>
              <a:t>Build your tiers appropriately for this customer</a:t>
            </a:r>
          </a:p>
          <a:p>
            <a:pPr marL="800100" lvl="1" indent="-285750"/>
            <a:r>
              <a:rPr lang="en-US" sz="1400" dirty="0">
                <a:latin typeface="Arial"/>
                <a:ea typeface="Verdana"/>
                <a:cs typeface="Arial"/>
              </a:rPr>
              <a:t>Compare the template page for reference</a:t>
            </a:r>
          </a:p>
          <a:p>
            <a:pPr marL="800100" lvl="1" indent="-285750"/>
            <a:r>
              <a:rPr lang="en-US" sz="1400" dirty="0">
                <a:latin typeface="Arial"/>
                <a:ea typeface="Verdana"/>
                <a:cs typeface="Arial"/>
              </a:rPr>
              <a:t>You may need to manually sort list contents</a:t>
            </a:r>
          </a:p>
        </p:txBody>
      </p:sp>
    </p:spTree>
    <p:extLst>
      <p:ext uri="{BB962C8B-B14F-4D97-AF65-F5344CB8AC3E}">
        <p14:creationId xmlns:p14="http://schemas.microsoft.com/office/powerpoint/2010/main" val="393294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Page updates – grids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AB6AA001-DF90-55E8-C9B7-45425584D048}"/>
              </a:ext>
            </a:extLst>
          </p:cNvPr>
          <p:cNvSpPr txBox="1">
            <a:spLocks/>
          </p:cNvSpPr>
          <p:nvPr/>
        </p:nvSpPr>
        <p:spPr>
          <a:xfrm>
            <a:off x="615102" y="1492511"/>
            <a:ext cx="5085307" cy="48888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2410" indent="-232410"/>
            <a:r>
              <a:rPr lang="en-US" sz="1400" b="1" dirty="0">
                <a:latin typeface="Arial"/>
                <a:ea typeface="Verdana"/>
                <a:cs typeface="Arial"/>
              </a:rPr>
              <a:t>UX grids set to </a:t>
            </a:r>
            <a:r>
              <a:rPr lang="en-US" sz="1400" b="1" dirty="0">
                <a:solidFill>
                  <a:srgbClr val="FF721C"/>
                </a:solidFill>
                <a:latin typeface="Arial"/>
                <a:ea typeface="Verdana"/>
                <a:cs typeface="Arial"/>
              </a:rPr>
              <a:t>synchronize scrolling </a:t>
            </a:r>
            <a:r>
              <a:rPr lang="en-US" sz="1400" b="1" dirty="0">
                <a:latin typeface="Arial"/>
                <a:ea typeface="Verdana"/>
                <a:cs typeface="Arial"/>
              </a:rPr>
              <a:t>are</a:t>
            </a:r>
            <a:br>
              <a:rPr lang="en-US" sz="1400" b="1" dirty="0">
                <a:latin typeface="Arial"/>
                <a:ea typeface="Verdana"/>
                <a:cs typeface="Arial"/>
              </a:rPr>
            </a:br>
            <a:r>
              <a:rPr lang="en-US" sz="1400" b="1" dirty="0">
                <a:latin typeface="Arial"/>
                <a:ea typeface="Verdana"/>
                <a:cs typeface="Arial"/>
              </a:rPr>
              <a:t>not generating that way.  Synchronized grids should be expected where 2 grids are side by side with the same list on rows.</a:t>
            </a:r>
            <a:br>
              <a:rPr lang="en-US" sz="1800" b="1" dirty="0">
                <a:latin typeface="Arial"/>
                <a:ea typeface="Verdana"/>
                <a:cs typeface="Arial"/>
              </a:rPr>
            </a:br>
            <a:r>
              <a:rPr lang="en-US" sz="900" dirty="0">
                <a:latin typeface="Arial"/>
                <a:ea typeface="Verdana"/>
                <a:cs typeface="Arial"/>
              </a:rPr>
              <a:t>(SPT-294)</a:t>
            </a:r>
            <a:endParaRPr lang="en-US"/>
          </a:p>
          <a:p>
            <a:pPr marL="0" indent="0">
              <a:buNone/>
            </a:pPr>
            <a:endParaRPr lang="en-US" sz="1400" b="1">
              <a:latin typeface="Arial"/>
              <a:ea typeface="Verdana"/>
              <a:cs typeface="Arial"/>
            </a:endParaRPr>
          </a:p>
          <a:p>
            <a:pPr marL="232410" indent="-232410"/>
            <a:r>
              <a:rPr lang="en-US" sz="1400" b="1" dirty="0">
                <a:latin typeface="Arial"/>
                <a:ea typeface="Verdana"/>
                <a:cs typeface="Arial"/>
              </a:rPr>
              <a:t>Grids that in template have </a:t>
            </a:r>
            <a:r>
              <a:rPr lang="en-US" sz="1400" b="1" dirty="0">
                <a:solidFill>
                  <a:srgbClr val="FF721C"/>
                </a:solidFill>
                <a:latin typeface="Arial"/>
                <a:ea typeface="Verdana"/>
                <a:cs typeface="Arial"/>
              </a:rPr>
              <a:t>hierarchy filter </a:t>
            </a:r>
            <a:r>
              <a:rPr lang="en-US" sz="1400" b="1" dirty="0">
                <a:latin typeface="Arial"/>
                <a:ea typeface="Verdana"/>
                <a:cs typeface="Arial"/>
              </a:rPr>
              <a:t>turned on will generate without it.</a:t>
            </a:r>
          </a:p>
          <a:p>
            <a:pPr marL="232410" indent="-232410"/>
            <a:r>
              <a:rPr lang="en-US" sz="900" dirty="0">
                <a:latin typeface="Arial"/>
                <a:ea typeface="Verdana"/>
                <a:cs typeface="Arial"/>
              </a:rPr>
              <a:t>(SPT-562)</a:t>
            </a:r>
            <a:endParaRPr lang="en-US" sz="900" dirty="0">
              <a:ea typeface="Verdana"/>
            </a:endParaRPr>
          </a:p>
          <a:p>
            <a:pPr marL="232410" indent="-232410"/>
            <a:endParaRPr lang="en-US" sz="1800" b="1">
              <a:latin typeface="Arial"/>
              <a:ea typeface="Verdana"/>
              <a:cs typeface="Arial"/>
            </a:endParaRPr>
          </a:p>
          <a:p>
            <a:pPr marL="232410" indent="-232410"/>
            <a:endParaRPr lang="en-US" sz="1800" b="1">
              <a:latin typeface="Arial"/>
              <a:ea typeface="Verdana"/>
              <a:cs typeface="Arial"/>
            </a:endParaRPr>
          </a:p>
        </p:txBody>
      </p:sp>
      <p:sp>
        <p:nvSpPr>
          <p:cNvPr id="2" name="Content Placeholder 2">
            <a:extLst>
              <a:ext uri="{FF2B5EF4-FFF2-40B4-BE49-F238E27FC236}">
                <a16:creationId xmlns:a16="http://schemas.microsoft.com/office/drawing/2014/main" id="{3661C581-232B-BA0B-30D6-ADB7CDCCB16A}"/>
              </a:ext>
            </a:extLst>
          </p:cNvPr>
          <p:cNvSpPr txBox="1">
            <a:spLocks/>
          </p:cNvSpPr>
          <p:nvPr/>
        </p:nvSpPr>
        <p:spPr>
          <a:xfrm>
            <a:off x="6179324" y="1492511"/>
            <a:ext cx="4696199" cy="48888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2410" indent="-232410"/>
            <a:r>
              <a:rPr lang="en-US" sz="1400" b="1" dirty="0">
                <a:latin typeface="Arial"/>
                <a:ea typeface="Verdana"/>
                <a:cs typeface="Arial"/>
              </a:rPr>
              <a:t>UX grids whose page context selectors are choosing line items with Show/Hide: you will need to select the line items manually and save the page.</a:t>
            </a:r>
            <a:br>
              <a:rPr lang="en-US" sz="1400" b="1" dirty="0">
                <a:latin typeface="Arial"/>
                <a:ea typeface="Verdana"/>
                <a:cs typeface="Arial"/>
              </a:rPr>
            </a:br>
            <a:r>
              <a:rPr lang="en-US" sz="900" dirty="0">
                <a:latin typeface="Arial"/>
                <a:ea typeface="Verdana"/>
                <a:cs typeface="Arial"/>
              </a:rPr>
              <a:t>(SPT-741)</a:t>
            </a:r>
            <a:endParaRPr lang="en-US"/>
          </a:p>
          <a:p>
            <a:pPr marL="232410" indent="-232410"/>
            <a:endParaRPr lang="en-US" sz="1800" b="1">
              <a:latin typeface="Arial"/>
              <a:ea typeface="Verdana"/>
              <a:cs typeface="Arial"/>
            </a:endParaRPr>
          </a:p>
          <a:p>
            <a:pPr marL="232410" indent="-232410"/>
            <a:r>
              <a:rPr lang="en-US" sz="1400" b="1" dirty="0">
                <a:latin typeface="Arial"/>
                <a:ea typeface="Verdana"/>
                <a:cs typeface="Arial"/>
              </a:rPr>
              <a:t>You will need to compare page context selectors to the template app and adjust accordingly (hide, filter, select).</a:t>
            </a:r>
            <a:br>
              <a:rPr lang="en-US" sz="1400" b="1" dirty="0">
                <a:latin typeface="Arial"/>
                <a:ea typeface="Verdana"/>
                <a:cs typeface="Arial"/>
              </a:rPr>
            </a:br>
            <a:r>
              <a:rPr lang="en-US" sz="900" dirty="0">
                <a:latin typeface="Arial"/>
                <a:ea typeface="Verdana"/>
                <a:cs typeface="Arial"/>
              </a:rPr>
              <a:t>(SPT-293, SPT-452)</a:t>
            </a:r>
          </a:p>
          <a:p>
            <a:pPr marL="232410" indent="-232410"/>
            <a:endParaRPr lang="en-US" sz="1800" b="1">
              <a:latin typeface="Arial"/>
              <a:ea typeface="Verdana"/>
              <a:cs typeface="Arial"/>
            </a:endParaRPr>
          </a:p>
          <a:p>
            <a:pPr marL="232410" indent="-232410"/>
            <a:endParaRPr lang="en-US" sz="1800" b="1">
              <a:latin typeface="Arial"/>
              <a:ea typeface="Verdana"/>
              <a:cs typeface="Arial"/>
            </a:endParaRPr>
          </a:p>
        </p:txBody>
      </p:sp>
    </p:spTree>
    <p:extLst>
      <p:ext uri="{BB962C8B-B14F-4D97-AF65-F5344CB8AC3E}">
        <p14:creationId xmlns:p14="http://schemas.microsoft.com/office/powerpoint/2010/main" val="221185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4EF2-D895-D3D3-3793-F5049B14F9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F8AA596-7604-F870-C8DC-4A1E488087E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page number ordering </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F8DCBB73-6C39-6AC9-9A55-990155AA0FBD}"/>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8E3ABA9F-615A-78AE-F068-406CE3900C76}"/>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E3568F92-FB38-99FA-DA05-1B4C877DE763}"/>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2953414A-420E-8E5A-24EC-A2714937F0E9}"/>
                </a:ext>
              </a:extLst>
            </p:cNvPr>
            <p:cNvSpPr txBox="1"/>
            <p:nvPr/>
          </p:nvSpPr>
          <p:spPr>
            <a:xfrm>
              <a:off x="6622417" y="2597503"/>
              <a:ext cx="4921800" cy="1569660"/>
            </a:xfrm>
            <a:prstGeom prst="rect">
              <a:avLst/>
            </a:prstGeom>
            <a:noFill/>
          </p:spPr>
          <p:txBody>
            <a:bodyPr wrap="square" rtlCol="0">
              <a:spAutoFit/>
            </a:bodyPr>
            <a:lstStyle/>
            <a:p>
              <a:pPr algn="ctr"/>
              <a:r>
                <a:rPr lang="en-US" sz="2400">
                  <a:ea typeface="Verdana"/>
                  <a:cs typeface="Arial"/>
                </a:rPr>
                <a:t>Pages generate within their category in randomized order. They must be manually reordered.</a:t>
              </a:r>
              <a:br>
                <a:rPr lang="en-US" sz="2400">
                  <a:ea typeface="Verdana"/>
                  <a:cs typeface="Arial"/>
                </a:rPr>
              </a:br>
              <a:endParaRPr lang="en-US" sz="2400">
                <a:solidFill>
                  <a:schemeClr val="tx2"/>
                </a:solidFill>
              </a:endParaRPr>
            </a:p>
          </p:txBody>
        </p:sp>
      </p:grpSp>
      <p:sp>
        <p:nvSpPr>
          <p:cNvPr id="9" name="Rounded Rectangle 8">
            <a:extLst>
              <a:ext uri="{FF2B5EF4-FFF2-40B4-BE49-F238E27FC236}">
                <a16:creationId xmlns:a16="http://schemas.microsoft.com/office/drawing/2014/main" id="{D85D4643-6611-7F49-BE76-7C19C344C21D}"/>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158AAC0A-D94B-9096-26A2-91F17AAF1C92}"/>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222720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19A1A-CD40-8156-AD89-6E59200987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D1D779-1B2E-3466-61F4-00EEBC3D95A1}"/>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Add page navigation links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C746EDDB-ACBF-C581-56FA-4590AEBFBB40}"/>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36AE9972-47E7-F4DB-9B7B-05608AFB2703}"/>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20C22E15-F783-5177-347D-3034449B269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18DD393-5A93-A1F8-083A-855844C8E828}"/>
                </a:ext>
              </a:extLst>
            </p:cNvPr>
            <p:cNvSpPr txBox="1"/>
            <p:nvPr/>
          </p:nvSpPr>
          <p:spPr>
            <a:xfrm>
              <a:off x="6622417" y="2328953"/>
              <a:ext cx="4921800" cy="1938992"/>
            </a:xfrm>
            <a:prstGeom prst="rect">
              <a:avLst/>
            </a:prstGeom>
            <a:noFill/>
          </p:spPr>
          <p:txBody>
            <a:bodyPr wrap="square" rtlCol="0">
              <a:spAutoFit/>
            </a:bodyPr>
            <a:lstStyle/>
            <a:p>
              <a:pPr algn="ctr"/>
              <a:r>
                <a:rPr lang="en-US" sz="2400">
                  <a:ea typeface="Verdana"/>
                  <a:cs typeface="Arial"/>
                </a:rPr>
                <a:t>Navigation links are not included in the application. For improved user flow it is recommended to add navigation buttons between relevant pages. </a:t>
              </a:r>
              <a:endParaRPr lang="en-US" sz="2400">
                <a:solidFill>
                  <a:schemeClr val="tx2"/>
                </a:solidFill>
              </a:endParaRPr>
            </a:p>
          </p:txBody>
        </p:sp>
      </p:grpSp>
      <p:sp>
        <p:nvSpPr>
          <p:cNvPr id="9" name="Rounded Rectangle 8">
            <a:extLst>
              <a:ext uri="{FF2B5EF4-FFF2-40B4-BE49-F238E27FC236}">
                <a16:creationId xmlns:a16="http://schemas.microsoft.com/office/drawing/2014/main" id="{0D41E920-9DB9-87C9-0604-B94AEDBB6016}"/>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5E8EB272-D232-B3AA-B0EA-63490EDF89DD}"/>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790544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F839-88E2-709B-AB7D-1CE8A0D7EED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D7D23EF-A561-D9E4-EC91-9D11150F87F9}"/>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Saved view &amp; action updates</a:t>
            </a:r>
            <a:endParaRPr lang="en-US" sz="4200"/>
          </a:p>
        </p:txBody>
      </p:sp>
      <p:sp>
        <p:nvSpPr>
          <p:cNvPr id="3" name="Text Placeholder 2">
            <a:extLst>
              <a:ext uri="{FF2B5EF4-FFF2-40B4-BE49-F238E27FC236}">
                <a16:creationId xmlns:a16="http://schemas.microsoft.com/office/drawing/2014/main" id="{A49B30F7-58DE-2654-294F-C98BFFF493D2}"/>
              </a:ext>
            </a:extLst>
          </p:cNvPr>
          <p:cNvSpPr>
            <a:spLocks noGrp="1"/>
          </p:cNvSpPr>
          <p:nvPr>
            <p:ph type="body" sz="quarter" idx="11"/>
          </p:nvPr>
        </p:nvSpPr>
        <p:spPr>
          <a:xfrm>
            <a:off x="4485133" y="2678363"/>
            <a:ext cx="6601856" cy="509871"/>
          </a:xfrm>
        </p:spPr>
        <p:txBody>
          <a:bodyPr lIns="0" tIns="45720" rIns="91440" bIns="45720" anchor="t"/>
          <a:lstStyle/>
          <a:p>
            <a:r>
              <a:rPr lang="en-US">
                <a:solidFill>
                  <a:schemeClr val="accent1"/>
                </a:solidFill>
                <a:latin typeface="Arial"/>
                <a:cs typeface="Arial"/>
              </a:rPr>
              <a:t>Section 2</a:t>
            </a:r>
            <a:endParaRPr lang="en-US">
              <a:solidFill>
                <a:schemeClr val="accent1"/>
              </a:solidFill>
            </a:endParaRPr>
          </a:p>
        </p:txBody>
      </p:sp>
    </p:spTree>
    <p:extLst>
      <p:ext uri="{BB962C8B-B14F-4D97-AF65-F5344CB8AC3E}">
        <p14:creationId xmlns:p14="http://schemas.microsoft.com/office/powerpoint/2010/main" val="1114497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6600-6B2D-999D-61E8-F2309899334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247B7AC-A7EC-DF64-B05F-A43C8928DE18}"/>
              </a:ext>
            </a:extLst>
          </p:cNvPr>
          <p:cNvGraphicFramePr>
            <a:graphicFrameLocks noGrp="1"/>
          </p:cNvGraphicFramePr>
          <p:nvPr/>
        </p:nvGraphicFramePr>
        <p:xfrm>
          <a:off x="615102" y="1235220"/>
          <a:ext cx="11058090" cy="1307256"/>
        </p:xfrm>
        <a:graphic>
          <a:graphicData uri="http://schemas.openxmlformats.org/drawingml/2006/table">
            <a:tbl>
              <a:tblPr firstRow="1" bandRow="1">
                <a:tableStyleId>{793D81CF-94F2-401A-BA57-92F5A7B2D0C5}</a:tableStyleId>
              </a:tblPr>
              <a:tblGrid>
                <a:gridCol w="1337666">
                  <a:extLst>
                    <a:ext uri="{9D8B030D-6E8A-4147-A177-3AD203B41FA5}">
                      <a16:colId xmlns:a16="http://schemas.microsoft.com/office/drawing/2014/main" val="1864817081"/>
                    </a:ext>
                  </a:extLst>
                </a:gridCol>
                <a:gridCol w="2155874">
                  <a:extLst>
                    <a:ext uri="{9D8B030D-6E8A-4147-A177-3AD203B41FA5}">
                      <a16:colId xmlns:a16="http://schemas.microsoft.com/office/drawing/2014/main" val="4217760758"/>
                    </a:ext>
                  </a:extLst>
                </a:gridCol>
                <a:gridCol w="765898">
                  <a:extLst>
                    <a:ext uri="{9D8B030D-6E8A-4147-A177-3AD203B41FA5}">
                      <a16:colId xmlns:a16="http://schemas.microsoft.com/office/drawing/2014/main" val="3767658921"/>
                    </a:ext>
                  </a:extLst>
                </a:gridCol>
                <a:gridCol w="669572">
                  <a:extLst>
                    <a:ext uri="{9D8B030D-6E8A-4147-A177-3AD203B41FA5}">
                      <a16:colId xmlns:a16="http://schemas.microsoft.com/office/drawing/2014/main" val="920554230"/>
                    </a:ext>
                  </a:extLst>
                </a:gridCol>
                <a:gridCol w="641672">
                  <a:extLst>
                    <a:ext uri="{9D8B030D-6E8A-4147-A177-3AD203B41FA5}">
                      <a16:colId xmlns:a16="http://schemas.microsoft.com/office/drawing/2014/main" val="3774889597"/>
                    </a:ext>
                  </a:extLst>
                </a:gridCol>
                <a:gridCol w="935173">
                  <a:extLst>
                    <a:ext uri="{9D8B030D-6E8A-4147-A177-3AD203B41FA5}">
                      <a16:colId xmlns:a16="http://schemas.microsoft.com/office/drawing/2014/main" val="3199948770"/>
                    </a:ext>
                  </a:extLst>
                </a:gridCol>
                <a:gridCol w="974573">
                  <a:extLst>
                    <a:ext uri="{9D8B030D-6E8A-4147-A177-3AD203B41FA5}">
                      <a16:colId xmlns:a16="http://schemas.microsoft.com/office/drawing/2014/main" val="4083444417"/>
                    </a:ext>
                  </a:extLst>
                </a:gridCol>
                <a:gridCol w="1496316">
                  <a:extLst>
                    <a:ext uri="{9D8B030D-6E8A-4147-A177-3AD203B41FA5}">
                      <a16:colId xmlns:a16="http://schemas.microsoft.com/office/drawing/2014/main" val="2435117924"/>
                    </a:ext>
                  </a:extLst>
                </a:gridCol>
                <a:gridCol w="2081346">
                  <a:extLst>
                    <a:ext uri="{9D8B030D-6E8A-4147-A177-3AD203B41FA5}">
                      <a16:colId xmlns:a16="http://schemas.microsoft.com/office/drawing/2014/main" val="3563028006"/>
                    </a:ext>
                  </a:extLst>
                </a:gridCol>
              </a:tblGrid>
              <a:tr h="671763">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Export Name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Reference Saved View</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lvl="0" algn="ctr">
                        <a:buNone/>
                      </a:pPr>
                      <a:r>
                        <a:rPr lang="en-US" sz="1100" b="0">
                          <a:solidFill>
                            <a:schemeClr val="bg1"/>
                          </a:solidFill>
                          <a:effectLst/>
                          <a:latin typeface="Arial" panose="020B0604020202020204" pitchFamily="34" charset="0"/>
                          <a:cs typeface="Arial" panose="020B0604020202020204" pitchFamily="34" charset="0"/>
                        </a:rPr>
                        <a:t>Line Item</a:t>
                      </a:r>
                    </a:p>
                  </a:txBody>
                  <a:tcPr marL="9524" marR="9524"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File type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Layout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Pages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Omit</a:t>
                      </a:r>
                      <a:br>
                        <a:rPr lang="en-US" sz="1100" b="0">
                          <a:solidFill>
                            <a:schemeClr val="bg1"/>
                          </a:solidFill>
                          <a:effectLst/>
                          <a:latin typeface="Arial" panose="020B0604020202020204" pitchFamily="34" charset="0"/>
                          <a:cs typeface="Arial" panose="020B0604020202020204" pitchFamily="34" charset="0"/>
                        </a:rPr>
                      </a:br>
                      <a:r>
                        <a:rPr lang="en-US" sz="1100" b="0">
                          <a:solidFill>
                            <a:schemeClr val="bg1"/>
                          </a:solidFill>
                          <a:effectLst/>
                          <a:latin typeface="Arial" panose="020B0604020202020204" pitchFamily="34" charset="0"/>
                          <a:cs typeface="Arial" panose="020B0604020202020204" pitchFamily="34" charset="0"/>
                        </a:rPr>
                        <a:t>Summary</a:t>
                      </a:r>
                      <a:br>
                        <a:rPr lang="en-US" sz="1100" b="0">
                          <a:solidFill>
                            <a:schemeClr val="bg1"/>
                          </a:solidFill>
                          <a:effectLst/>
                          <a:latin typeface="Arial" panose="020B0604020202020204" pitchFamily="34" charset="0"/>
                          <a:cs typeface="Arial" panose="020B0604020202020204" pitchFamily="34" charset="0"/>
                        </a:rPr>
                      </a:br>
                      <a:r>
                        <a:rPr lang="en-US" sz="1100" b="0">
                          <a:solidFill>
                            <a:schemeClr val="bg1"/>
                          </a:solidFill>
                          <a:effectLst/>
                          <a:latin typeface="Arial" panose="020B0604020202020204" pitchFamily="34" charset="0"/>
                          <a:cs typeface="Arial" panose="020B0604020202020204" pitchFamily="34" charset="0"/>
                        </a:rPr>
                        <a:t>Items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Empty Rows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tc>
                  <a:txBody>
                    <a:bodyPr/>
                    <a:lstStyle/>
                    <a:p>
                      <a:pPr algn="ctr" fontAlgn="b"/>
                      <a:r>
                        <a:rPr lang="en-US" sz="1100" b="0">
                          <a:solidFill>
                            <a:schemeClr val="bg1"/>
                          </a:solidFill>
                          <a:effectLst/>
                          <a:latin typeface="Arial" panose="020B0604020202020204" pitchFamily="34" charset="0"/>
                          <a:cs typeface="Arial" panose="020B0604020202020204" pitchFamily="34" charset="0"/>
                        </a:rPr>
                        <a:t>Include Row Label Headers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C314B"/>
                    </a:solidFill>
                  </a:tcPr>
                </a:tc>
                <a:extLst>
                  <a:ext uri="{0D108BD9-81ED-4DB2-BD59-A6C34878D82A}">
                    <a16:rowId xmlns:a16="http://schemas.microsoft.com/office/drawing/2014/main" val="3188938074"/>
                  </a:ext>
                </a:extLst>
              </a:tr>
              <a:tr h="635493">
                <a:tc>
                  <a:txBody>
                    <a:bodyPr/>
                    <a:lstStyle/>
                    <a:p>
                      <a:pPr lvl="0" algn="ctr">
                        <a:buNone/>
                      </a:pPr>
                      <a:r>
                        <a:rPr lang="en-US" sz="1100" b="0" i="0" u="none" strike="noStrike" noProof="0">
                          <a:effectLst/>
                          <a:latin typeface="Arial" panose="020B0604020202020204" pitchFamily="34" charset="0"/>
                          <a:cs typeface="Arial" panose="020B0604020202020204" pitchFamily="34" charset="0"/>
                        </a:rPr>
                        <a:t>Export Account</a:t>
                      </a:r>
                      <a:br>
                        <a:rPr lang="en-US" sz="1100" b="0" i="0" u="none" strike="noStrike" noProof="0">
                          <a:effectLst/>
                          <a:latin typeface="Arial" panose="020B0604020202020204" pitchFamily="34" charset="0"/>
                          <a:cs typeface="Arial" panose="020B0604020202020204" pitchFamily="34" charset="0"/>
                        </a:rPr>
                      </a:br>
                      <a:r>
                        <a:rPr lang="en-US" sz="1100" b="0" i="0" u="none" strike="noStrike" noProof="0">
                          <a:effectLst/>
                          <a:latin typeface="Arial" panose="020B0604020202020204" pitchFamily="34" charset="0"/>
                          <a:cs typeface="Arial" panose="020B0604020202020204" pitchFamily="34" charset="0"/>
                        </a:rPr>
                        <a:t>ARR &amp; Wallet</a:t>
                      </a:r>
                      <a:endParaRPr lang="en-US" sz="1100">
                        <a:latin typeface="Arial" panose="020B0604020202020204" pitchFamily="34" charset="0"/>
                        <a:cs typeface="Arial" panose="020B0604020202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effectLst/>
                          <a:latin typeface="Arial" panose="020B0604020202020204" pitchFamily="34" charset="0"/>
                          <a:cs typeface="Arial" panose="020B0604020202020204" pitchFamily="34" charset="0"/>
                        </a:rPr>
                        <a:t>Account Value </a:t>
                      </a:r>
                      <a:r>
                        <a:rPr lang="en-US" sz="1100" b="0" i="0" u="none" strike="noStrike" noProof="0" err="1">
                          <a:effectLst/>
                          <a:latin typeface="Arial" panose="020B0604020202020204" pitchFamily="34" charset="0"/>
                          <a:cs typeface="Arial" panose="020B0604020202020204" pitchFamily="34" charset="0"/>
                        </a:rPr>
                        <a:t>Template.DAT</a:t>
                      </a:r>
                      <a:r>
                        <a:rPr lang="en-US" sz="1100" b="0" i="0" u="none" strike="noStrike" noProof="0">
                          <a:effectLst/>
                          <a:latin typeface="Arial" panose="020B0604020202020204" pitchFamily="34" charset="0"/>
                          <a:cs typeface="Arial" panose="020B0604020202020204" pitchFamily="34" charset="0"/>
                        </a:rPr>
                        <a:t>: Account Value Import</a:t>
                      </a:r>
                      <a:endParaRPr lang="en-US" sz="1100">
                        <a:latin typeface="Arial" panose="020B0604020202020204" pitchFamily="34" charset="0"/>
                        <a:cs typeface="Arial" panose="020B0604020202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effectLst/>
                        <a:latin typeface="Arial" panose="020B0604020202020204" pitchFamily="34" charset="0"/>
                        <a:cs typeface="Arial" panose="020B0604020202020204" pitchFamily="34" charset="0"/>
                      </a:endParaRPr>
                    </a:p>
                  </a:txBody>
                  <a:tcPr marL="9524" marR="9524"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a:effectLst/>
                          <a:latin typeface="Arial" panose="020B0604020202020204" pitchFamily="34" charset="0"/>
                          <a:cs typeface="Arial" panose="020B0604020202020204" pitchFamily="34" charset="0"/>
                        </a:rPr>
                        <a:t>csv</a:t>
                      </a:r>
                      <a:endParaRPr lang="en-US" sz="1100">
                        <a:latin typeface="Arial" panose="020B0604020202020204" pitchFamily="34" charset="0"/>
                        <a:cs typeface="Arial" panose="020B0604020202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a:effectLst/>
                          <a:latin typeface="Arial" panose="020B0604020202020204" pitchFamily="34" charset="0"/>
                          <a:cs typeface="Arial" panose="020B0604020202020204" pitchFamily="34" charset="0"/>
                        </a:rPr>
                        <a:t>Grid</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a:effectLst/>
                          <a:latin typeface="Arial" panose="020B0604020202020204" pitchFamily="34" charset="0"/>
                          <a:cs typeface="Arial" panose="020B0604020202020204" pitchFamily="34" charset="0"/>
                        </a:rPr>
                        <a:t>Current Page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a:effectLst/>
                          <a:latin typeface="Arial" panose="020B0604020202020204" pitchFamily="34" charset="0"/>
                          <a:cs typeface="Arial" panose="020B0604020202020204" pitchFamily="34" charset="0"/>
                        </a:rPr>
                        <a:t>FALSE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a:effectLst/>
                          <a:latin typeface="Arial" panose="020B0604020202020204" pitchFamily="34" charset="0"/>
                          <a:cs typeface="Arial" panose="020B0604020202020204" pitchFamily="34" charset="0"/>
                        </a:rPr>
                        <a:t>Omit Empty Rows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endParaRPr lang="en-US" sz="1100" u="none" strike="noStrike" noProof="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652564"/>
                  </a:ext>
                </a:extLst>
              </a:tr>
            </a:tbl>
          </a:graphicData>
        </a:graphic>
      </p:graphicFrame>
      <p:graphicFrame>
        <p:nvGraphicFramePr>
          <p:cNvPr id="4" name="Table 3">
            <a:extLst>
              <a:ext uri="{FF2B5EF4-FFF2-40B4-BE49-F238E27FC236}">
                <a16:creationId xmlns:a16="http://schemas.microsoft.com/office/drawing/2014/main" id="{C8B8DC9A-CA0A-C24B-3D52-1FA470882C44}"/>
              </a:ext>
            </a:extLst>
          </p:cNvPr>
          <p:cNvGraphicFramePr>
            <a:graphicFrameLocks noGrp="1"/>
          </p:cNvGraphicFramePr>
          <p:nvPr/>
        </p:nvGraphicFramePr>
        <p:xfrm>
          <a:off x="615102" y="2978409"/>
          <a:ext cx="3350299" cy="1116756"/>
        </p:xfrm>
        <a:graphic>
          <a:graphicData uri="http://schemas.openxmlformats.org/drawingml/2006/table">
            <a:tbl>
              <a:tblPr firstRow="1" bandRow="1">
                <a:tableStyleId>{793D81CF-94F2-401A-BA57-92F5A7B2D0C5}</a:tableStyleId>
              </a:tblPr>
              <a:tblGrid>
                <a:gridCol w="1282819">
                  <a:extLst>
                    <a:ext uri="{9D8B030D-6E8A-4147-A177-3AD203B41FA5}">
                      <a16:colId xmlns:a16="http://schemas.microsoft.com/office/drawing/2014/main" val="1864817081"/>
                    </a:ext>
                  </a:extLst>
                </a:gridCol>
                <a:gridCol w="2067480">
                  <a:extLst>
                    <a:ext uri="{9D8B030D-6E8A-4147-A177-3AD203B41FA5}">
                      <a16:colId xmlns:a16="http://schemas.microsoft.com/office/drawing/2014/main" val="4217760758"/>
                    </a:ext>
                  </a:extLst>
                </a:gridCol>
              </a:tblGrid>
              <a:tr h="481263">
                <a:tc>
                  <a:txBody>
                    <a:bodyPr/>
                    <a:lstStyle/>
                    <a:p>
                      <a:pPr algn="ctr" fontAlgn="b"/>
                      <a:r>
                        <a:rPr lang="en-US" sz="1100" b="0">
                          <a:solidFill>
                            <a:schemeClr val="bg1"/>
                          </a:solidFill>
                          <a:effectLst/>
                        </a:rPr>
                        <a:t>Import Name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pPr algn="ctr" fontAlgn="b"/>
                      <a:r>
                        <a:rPr lang="en-US" sz="1100" b="0">
                          <a:solidFill>
                            <a:schemeClr val="bg1"/>
                          </a:solidFill>
                          <a:effectLst/>
                        </a:rPr>
                        <a:t>Reference Saved View</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extLst>
                  <a:ext uri="{0D108BD9-81ED-4DB2-BD59-A6C34878D82A}">
                    <a16:rowId xmlns:a16="http://schemas.microsoft.com/office/drawing/2014/main" val="3188938074"/>
                  </a:ext>
                </a:extLst>
              </a:tr>
              <a:tr h="635493">
                <a:tc>
                  <a:txBody>
                    <a:bodyPr/>
                    <a:lstStyle/>
                    <a:p>
                      <a:pPr lvl="0" algn="ctr">
                        <a:buNone/>
                      </a:pPr>
                      <a:r>
                        <a:rPr lang="en-US" sz="1000" b="0" i="0" u="none" strike="noStrike" noProof="0">
                          <a:effectLst/>
                        </a:rPr>
                        <a:t>F2M: Account</a:t>
                      </a:r>
                      <a:br>
                        <a:rPr lang="en-US" sz="1000" b="0" i="0" u="none" strike="noStrike" noProof="0">
                          <a:effectLst/>
                        </a:rPr>
                      </a:br>
                      <a:r>
                        <a:rPr lang="en-US" sz="1000" b="0" i="0" u="none" strike="noStrike" noProof="0">
                          <a:effectLst/>
                        </a:rPr>
                        <a:t>ARR &amp; Wallet</a:t>
                      </a:r>
                      <a:br>
                        <a:rPr lang="en-US" sz="1000" b="0" i="0" u="none" strike="noStrike" noProof="0">
                          <a:effectLst/>
                        </a:rPr>
                      </a:br>
                      <a:r>
                        <a:rPr lang="en-US" sz="1000" b="0" i="0" u="none" strike="noStrike" noProof="0">
                          <a:effectLst/>
                        </a:rPr>
                        <a:t>Import from File</a:t>
                      </a:r>
                      <a:endParaRPr lang="en-US" sz="1000"/>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lvl="0" algn="ctr">
                        <a:buNone/>
                      </a:pPr>
                      <a:r>
                        <a:rPr lang="en-US" sz="1000" b="0" i="0" u="none" strike="noStrike" noProof="0">
                          <a:effectLst/>
                        </a:rPr>
                        <a:t>Account Value </a:t>
                      </a:r>
                      <a:r>
                        <a:rPr lang="en-US" sz="1000" b="0" i="0" u="none" strike="noStrike" noProof="0" err="1">
                          <a:effectLst/>
                        </a:rPr>
                        <a:t>Template.DAT</a:t>
                      </a:r>
                      <a:r>
                        <a:rPr lang="en-US" sz="1000" b="0" i="0" u="none" strike="noStrike" noProof="0">
                          <a:effectLst/>
                        </a:rPr>
                        <a:t>: Account Value Import</a:t>
                      </a:r>
                      <a:endParaRPr lang="en-US" sz="1000"/>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6652564"/>
                  </a:ext>
                </a:extLst>
              </a:tr>
            </a:tbl>
          </a:graphicData>
        </a:graphic>
      </p:graphicFrame>
      <p:pic>
        <p:nvPicPr>
          <p:cNvPr id="5" name="Picture 4" descr="A screen shot of a computer&#10;&#10;AI-generated content may be incorrect.">
            <a:extLst>
              <a:ext uri="{FF2B5EF4-FFF2-40B4-BE49-F238E27FC236}">
                <a16:creationId xmlns:a16="http://schemas.microsoft.com/office/drawing/2014/main" id="{B105E6C6-5054-DDA6-F141-9D6DEF165202}"/>
              </a:ext>
            </a:extLst>
          </p:cNvPr>
          <p:cNvPicPr>
            <a:picLocks noChangeAspect="1"/>
          </p:cNvPicPr>
          <p:nvPr/>
        </p:nvPicPr>
        <p:blipFill>
          <a:blip r:embed="rId3"/>
          <a:srcRect l="3499"/>
          <a:stretch>
            <a:fillRect/>
          </a:stretch>
        </p:blipFill>
        <p:spPr>
          <a:xfrm>
            <a:off x="4139275" y="2900763"/>
            <a:ext cx="3467756" cy="701968"/>
          </a:xfrm>
          <a:prstGeom prst="rect">
            <a:avLst/>
          </a:prstGeom>
        </p:spPr>
      </p:pic>
      <p:pic>
        <p:nvPicPr>
          <p:cNvPr id="7" name="Picture 6" descr="A screenshot of a notebook&#10;&#10;AI-generated content may be incorrect.">
            <a:extLst>
              <a:ext uri="{FF2B5EF4-FFF2-40B4-BE49-F238E27FC236}">
                <a16:creationId xmlns:a16="http://schemas.microsoft.com/office/drawing/2014/main" id="{C1264340-95D4-E079-BDFC-A0FF92045DF6}"/>
              </a:ext>
            </a:extLst>
          </p:cNvPr>
          <p:cNvPicPr>
            <a:picLocks noChangeAspect="1"/>
          </p:cNvPicPr>
          <p:nvPr/>
        </p:nvPicPr>
        <p:blipFill>
          <a:blip r:embed="rId4"/>
          <a:stretch>
            <a:fillRect/>
          </a:stretch>
        </p:blipFill>
        <p:spPr>
          <a:xfrm>
            <a:off x="7711302" y="2900763"/>
            <a:ext cx="3913743" cy="163485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020CEE8-9E1E-7169-F3D3-88A0B8BB71A8}"/>
              </a:ext>
            </a:extLst>
          </p:cNvPr>
          <p:cNvPicPr>
            <a:picLocks noChangeAspect="1"/>
          </p:cNvPicPr>
          <p:nvPr/>
        </p:nvPicPr>
        <p:blipFill>
          <a:blip r:embed="rId5"/>
          <a:srcRect l="1965" t="14076" r="4998"/>
          <a:stretch>
            <a:fillRect/>
          </a:stretch>
        </p:blipFill>
        <p:spPr>
          <a:xfrm>
            <a:off x="5887959" y="4648929"/>
            <a:ext cx="5785233" cy="1235722"/>
          </a:xfrm>
          <a:prstGeom prst="rect">
            <a:avLst/>
          </a:prstGeom>
        </p:spPr>
      </p:pic>
      <p:graphicFrame>
        <p:nvGraphicFramePr>
          <p:cNvPr id="9" name="Table 8">
            <a:extLst>
              <a:ext uri="{FF2B5EF4-FFF2-40B4-BE49-F238E27FC236}">
                <a16:creationId xmlns:a16="http://schemas.microsoft.com/office/drawing/2014/main" id="{30690808-37CB-F774-67FA-FA319DFDCBA3}"/>
              </a:ext>
            </a:extLst>
          </p:cNvPr>
          <p:cNvGraphicFramePr>
            <a:graphicFrameLocks noGrp="1"/>
          </p:cNvGraphicFramePr>
          <p:nvPr/>
        </p:nvGraphicFramePr>
        <p:xfrm>
          <a:off x="615102" y="4531099"/>
          <a:ext cx="5163128" cy="1353552"/>
        </p:xfrm>
        <a:graphic>
          <a:graphicData uri="http://schemas.openxmlformats.org/drawingml/2006/table">
            <a:tbl>
              <a:tblPr firstRow="1" bandRow="1">
                <a:tableStyleId>{793D81CF-94F2-401A-BA57-92F5A7B2D0C5}</a:tableStyleId>
              </a:tblPr>
              <a:tblGrid>
                <a:gridCol w="2401467">
                  <a:extLst>
                    <a:ext uri="{9D8B030D-6E8A-4147-A177-3AD203B41FA5}">
                      <a16:colId xmlns:a16="http://schemas.microsoft.com/office/drawing/2014/main" val="1864817081"/>
                    </a:ext>
                  </a:extLst>
                </a:gridCol>
                <a:gridCol w="2761661">
                  <a:extLst>
                    <a:ext uri="{9D8B030D-6E8A-4147-A177-3AD203B41FA5}">
                      <a16:colId xmlns:a16="http://schemas.microsoft.com/office/drawing/2014/main" val="4217760758"/>
                    </a:ext>
                  </a:extLst>
                </a:gridCol>
              </a:tblGrid>
              <a:tr h="511342">
                <a:tc>
                  <a:txBody>
                    <a:bodyPr/>
                    <a:lstStyle/>
                    <a:p>
                      <a:pPr algn="ctr" fontAlgn="b"/>
                      <a:r>
                        <a:rPr lang="en-US" sz="1100">
                          <a:solidFill>
                            <a:schemeClr val="bg1"/>
                          </a:solidFill>
                          <a:effectLst/>
                        </a:rPr>
                        <a:t>Process Name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pPr algn="ctr" fontAlgn="b"/>
                      <a:r>
                        <a:rPr lang="en-US" sz="1100">
                          <a:solidFill>
                            <a:schemeClr val="bg1"/>
                          </a:solidFill>
                          <a:effectLst/>
                        </a:rPr>
                        <a:t>Actions to Include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extLst>
                  <a:ext uri="{0D108BD9-81ED-4DB2-BD59-A6C34878D82A}">
                    <a16:rowId xmlns:a16="http://schemas.microsoft.com/office/drawing/2014/main" val="3188938074"/>
                  </a:ext>
                </a:extLst>
              </a:tr>
              <a:tr h="842210">
                <a:tc>
                  <a:txBody>
                    <a:bodyPr/>
                    <a:lstStyle/>
                    <a:p>
                      <a:pPr lvl="0" algn="ctr">
                        <a:buNone/>
                      </a:pPr>
                      <a:r>
                        <a:rPr lang="en-US" sz="1000" b="0" i="0" u="none" strike="noStrike" noProof="0">
                          <a:solidFill>
                            <a:srgbClr val="333333"/>
                          </a:solidFill>
                          <a:effectLst/>
                          <a:latin typeface="Arial" panose="020B0604020202020204" pitchFamily="34" charset="0"/>
                          <a:cs typeface="Arial" panose="020B0604020202020204" pitchFamily="34" charset="0"/>
                        </a:rPr>
                        <a:t>Import Account ARR &amp; Wallet</a:t>
                      </a:r>
                      <a:endParaRPr lang="en-US" sz="1000" b="0">
                        <a:latin typeface="Arial" panose="020B0604020202020204" pitchFamily="34" charset="0"/>
                        <a:cs typeface="Arial" panose="020B0604020202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a:buFont typeface="Arial"/>
                        <a:buChar char="•"/>
                      </a:pPr>
                      <a:r>
                        <a:rPr lang="en-US" sz="1000" b="0" i="0" u="none" strike="noStrike" noProof="0">
                          <a:effectLst/>
                          <a:latin typeface="Arial" panose="020B0604020202020204" pitchFamily="34" charset="0"/>
                          <a:cs typeface="Arial" panose="020B0604020202020204" pitchFamily="34" charset="0"/>
                        </a:rPr>
                        <a:t>M2M:_Clear_Account_ARR_&amp;_Wallet</a:t>
                      </a:r>
                    </a:p>
                    <a:p>
                      <a:pPr marL="171450" lvl="0" indent="-171450" algn="l">
                        <a:buFont typeface="Arial"/>
                        <a:buChar char="•"/>
                      </a:pPr>
                      <a:r>
                        <a:rPr lang="en-US" sz="1000" b="0" i="0" u="none" strike="noStrike" noProof="0">
                          <a:effectLst/>
                          <a:latin typeface="Arial" panose="020B0604020202020204" pitchFamily="34" charset="0"/>
                          <a:cs typeface="Arial" panose="020B0604020202020204" pitchFamily="34" charset="0"/>
                        </a:rPr>
                        <a:t>F2M: Account ARR &amp; Wallet Import from File</a:t>
                      </a:r>
                    </a:p>
                  </a:txBody>
                  <a:tcPr marL="182880" marR="274320"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6652564"/>
                  </a:ext>
                </a:extLst>
              </a:tr>
            </a:tbl>
          </a:graphicData>
        </a:graphic>
      </p:graphicFrame>
      <p:sp>
        <p:nvSpPr>
          <p:cNvPr id="11" name="Title 67">
            <a:extLst>
              <a:ext uri="{FF2B5EF4-FFF2-40B4-BE49-F238E27FC236}">
                <a16:creationId xmlns:a16="http://schemas.microsoft.com/office/drawing/2014/main" id="{30C21AEF-F403-1CB1-4999-143B2315C973}"/>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rPr>
              <a:t>Create </a:t>
            </a:r>
            <a:r>
              <a:rPr lang="en-GB">
                <a:solidFill>
                  <a:srgbClr val="0C314B"/>
                </a:solidFill>
              </a:rPr>
              <a:t>m</a:t>
            </a:r>
            <a:r>
              <a:rPr kumimoji="0" lang="en-GB" sz="2400" b="1" i="0" u="none" strike="noStrike" kern="1200" cap="none" spc="0" normalizeH="0" baseline="0" noProof="0" err="1">
                <a:ln>
                  <a:noFill/>
                </a:ln>
                <a:solidFill>
                  <a:srgbClr val="0C314B"/>
                </a:solidFill>
                <a:effectLst/>
                <a:uLnTx/>
                <a:uFillTx/>
                <a:latin typeface="Arial" panose="020B0604020202020204" pitchFamily="34" charset="0"/>
                <a:ea typeface="Verdana" charset="0"/>
                <a:cs typeface="Arial" panose="020B0604020202020204" pitchFamily="34" charset="0"/>
              </a:rPr>
              <a:t>andatory</a:t>
            </a:r>
            <a:r>
              <a:rPr kumimoji="0" lang="en-GB" sz="2400" b="1"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rPr>
              <a:t> </a:t>
            </a:r>
            <a:r>
              <a:rPr lang="en-GB">
                <a:solidFill>
                  <a:srgbClr val="0C314B"/>
                </a:solidFill>
              </a:rPr>
              <a:t>e</a:t>
            </a:r>
            <a:r>
              <a:rPr kumimoji="0" lang="en-GB" sz="2400" b="1" i="0" u="none" strike="noStrike" kern="1200" cap="none" spc="0" normalizeH="0" baseline="0" noProof="0" err="1">
                <a:ln>
                  <a:noFill/>
                </a:ln>
                <a:solidFill>
                  <a:srgbClr val="0C314B"/>
                </a:solidFill>
                <a:effectLst/>
                <a:uLnTx/>
                <a:uFillTx/>
                <a:latin typeface="Arial" panose="020B0604020202020204" pitchFamily="34" charset="0"/>
                <a:ea typeface="Verdana" charset="0"/>
                <a:cs typeface="Arial" panose="020B0604020202020204" pitchFamily="34" charset="0"/>
              </a:rPr>
              <a:t>xport</a:t>
            </a:r>
            <a:r>
              <a:rPr kumimoji="0" lang="en-GB" sz="2400" b="1"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rPr>
              <a:t> </a:t>
            </a:r>
            <a:r>
              <a:rPr lang="en-GB">
                <a:solidFill>
                  <a:srgbClr val="0C314B"/>
                </a:solidFill>
              </a:rPr>
              <a:t>a</a:t>
            </a:r>
            <a:r>
              <a:rPr kumimoji="0" lang="en-GB" sz="2400" b="1" i="0" u="none" strike="noStrike" kern="1200" cap="none" spc="0" normalizeH="0" baseline="0" noProof="0" err="1">
                <a:ln>
                  <a:noFill/>
                </a:ln>
                <a:solidFill>
                  <a:srgbClr val="0C314B"/>
                </a:solidFill>
                <a:effectLst/>
                <a:uLnTx/>
                <a:uFillTx/>
                <a:latin typeface="Arial" panose="020B0604020202020204" pitchFamily="34" charset="0"/>
                <a:ea typeface="Verdana" charset="0"/>
                <a:cs typeface="Arial" panose="020B0604020202020204" pitchFamily="34" charset="0"/>
              </a:rPr>
              <a:t>ctions</a:t>
            </a:r>
            <a:r>
              <a:rPr kumimoji="0" lang="en-GB" sz="2400" b="1"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rPr>
              <a:t>, import </a:t>
            </a:r>
            <a:r>
              <a:rPr lang="en-GB">
                <a:solidFill>
                  <a:srgbClr val="0C314B"/>
                </a:solidFill>
              </a:rPr>
              <a:t>a</a:t>
            </a:r>
            <a:r>
              <a:rPr kumimoji="0" lang="en-GB" sz="2400" b="1" i="0" u="none" strike="noStrike" kern="1200" cap="none" spc="0" normalizeH="0" baseline="0" noProof="0" err="1">
                <a:ln>
                  <a:noFill/>
                </a:ln>
                <a:solidFill>
                  <a:srgbClr val="0C314B"/>
                </a:solidFill>
                <a:effectLst/>
                <a:uLnTx/>
                <a:uFillTx/>
                <a:latin typeface="Arial" panose="020B0604020202020204" pitchFamily="34" charset="0"/>
                <a:ea typeface="Verdana" charset="0"/>
                <a:cs typeface="Arial" panose="020B0604020202020204" pitchFamily="34" charset="0"/>
              </a:rPr>
              <a:t>ction</a:t>
            </a:r>
            <a:r>
              <a:rPr kumimoji="0" lang="en-GB" sz="2400" b="1"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rPr>
              <a:t>, and update </a:t>
            </a:r>
            <a:r>
              <a:rPr lang="en-GB">
                <a:solidFill>
                  <a:srgbClr val="0C314B"/>
                </a:solidFill>
              </a:rPr>
              <a:t>p</a:t>
            </a:r>
            <a:r>
              <a:rPr kumimoji="0" lang="en-GB" sz="2400" b="1" i="0" u="none" strike="noStrike" kern="1200" cap="none" spc="0" normalizeH="0" baseline="0" noProof="0" err="1">
                <a:ln>
                  <a:noFill/>
                </a:ln>
                <a:solidFill>
                  <a:srgbClr val="0C314B"/>
                </a:solidFill>
                <a:effectLst/>
                <a:uLnTx/>
                <a:uFillTx/>
                <a:latin typeface="Arial" panose="020B0604020202020204" pitchFamily="34" charset="0"/>
                <a:ea typeface="Verdana" charset="0"/>
                <a:cs typeface="Arial" panose="020B0604020202020204" pitchFamily="34" charset="0"/>
              </a:rPr>
              <a:t>rocess</a:t>
            </a:r>
            <a:endParaRPr kumimoji="0" lang="en-GB" sz="2400" b="0" i="0" u="none" strike="noStrike" kern="1200" cap="none" spc="0" normalizeH="0" baseline="0" noProof="0">
              <a:ln>
                <a:noFill/>
              </a:ln>
              <a:solidFill>
                <a:srgbClr val="0C314B"/>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7523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saved views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 name="Content Placeholder 2">
            <a:extLst>
              <a:ext uri="{FF2B5EF4-FFF2-40B4-BE49-F238E27FC236}">
                <a16:creationId xmlns:a16="http://schemas.microsoft.com/office/drawing/2014/main" id="{861ADD24-A4D8-7AF1-AA02-0D0A36FD1444}"/>
              </a:ext>
            </a:extLst>
          </p:cNvPr>
          <p:cNvSpPr txBox="1">
            <a:spLocks/>
          </p:cNvSpPr>
          <p:nvPr/>
        </p:nvSpPr>
        <p:spPr>
          <a:xfrm>
            <a:off x="615102" y="2431915"/>
            <a:ext cx="5085307" cy="3949429"/>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Change line items included in the saved view</a:t>
            </a:r>
          </a:p>
          <a:p>
            <a:pPr marL="0" indent="0">
              <a:buNone/>
            </a:pPr>
            <a:endParaRPr lang="en-US" sz="1800" b="1">
              <a:solidFill>
                <a:srgbClr val="FF721C"/>
              </a:solidFill>
              <a:latin typeface="Arial"/>
              <a:ea typeface="Verdana"/>
              <a:cs typeface="Arial"/>
            </a:endParaRPr>
          </a:p>
          <a:p>
            <a:pPr marL="800100" lvl="1" indent="-285750"/>
            <a:r>
              <a:rPr lang="en-US" sz="1400">
                <a:latin typeface="Arial"/>
                <a:ea typeface="Verdana"/>
                <a:cs typeface="Arial"/>
              </a:rPr>
              <a:t>Saved views generated by configurator will default</a:t>
            </a:r>
            <a:br>
              <a:rPr lang="en-US" sz="1400">
                <a:latin typeface="Arial"/>
                <a:ea typeface="Verdana"/>
                <a:cs typeface="Arial"/>
              </a:rPr>
            </a:br>
            <a:r>
              <a:rPr lang="en-US" sz="1400">
                <a:latin typeface="Arial"/>
                <a:ea typeface="Verdana"/>
                <a:cs typeface="Arial"/>
              </a:rPr>
              <a:t>to include all line items in the module.</a:t>
            </a:r>
          </a:p>
          <a:p>
            <a:pPr marL="800100" lvl="1" indent="-285750"/>
            <a:endParaRPr lang="en-US" sz="1400">
              <a:latin typeface="Arial"/>
              <a:ea typeface="Verdana"/>
              <a:cs typeface="Arial"/>
            </a:endParaRPr>
          </a:p>
          <a:p>
            <a:pPr marL="800100" lvl="1" indent="-285750"/>
            <a:r>
              <a:rPr lang="en-US" sz="1400">
                <a:latin typeface="Arial"/>
                <a:ea typeface="Verdana"/>
                <a:cs typeface="Arial"/>
              </a:rPr>
              <a:t>Run the export "Saved Views Definition" for line</a:t>
            </a:r>
            <a:br>
              <a:rPr lang="en-US" sz="1400">
                <a:latin typeface="Arial"/>
                <a:ea typeface="Verdana"/>
                <a:cs typeface="Arial"/>
              </a:rPr>
            </a:br>
            <a:r>
              <a:rPr lang="en-US" sz="1400">
                <a:latin typeface="Arial"/>
                <a:ea typeface="Verdana"/>
                <a:cs typeface="Arial"/>
              </a:rPr>
              <a:t>item selection.</a:t>
            </a:r>
          </a:p>
          <a:p>
            <a:pPr marL="800100" lvl="1" indent="-285750"/>
            <a:endParaRPr lang="en-US" sz="1400">
              <a:latin typeface="Arial"/>
              <a:ea typeface="Verdana"/>
              <a:cs typeface="Arial"/>
            </a:endParaRPr>
          </a:p>
          <a:p>
            <a:pPr marL="800100" lvl="1" indent="-285750"/>
            <a:r>
              <a:rPr lang="en-US" sz="1400">
                <a:latin typeface="Arial"/>
                <a:ea typeface="Verdana"/>
                <a:cs typeface="Arial"/>
              </a:rPr>
              <a:t>Changing line item selection can affect imports because some imports map on column number,</a:t>
            </a:r>
            <a:br>
              <a:rPr lang="en-US" sz="1400">
                <a:latin typeface="Arial"/>
                <a:ea typeface="Verdana"/>
                <a:cs typeface="Arial"/>
              </a:rPr>
            </a:br>
            <a:r>
              <a:rPr lang="en-US" sz="1400">
                <a:latin typeface="Arial"/>
                <a:ea typeface="Verdana"/>
                <a:cs typeface="Arial"/>
              </a:rPr>
              <a:t>so make sure to check any dependent imports, particularly to see that list mapping is still working. </a:t>
            </a:r>
          </a:p>
          <a:p>
            <a:pPr marL="800100" lvl="1" indent="-285750"/>
            <a:r>
              <a:rPr lang="en-US" sz="900">
                <a:latin typeface="Arial"/>
                <a:ea typeface="Verdana"/>
                <a:cs typeface="Arial"/>
              </a:rPr>
              <a:t>(SPT-286)</a:t>
            </a:r>
            <a:endParaRPr lang="en-US" sz="900" b="1">
              <a:latin typeface="Arial"/>
              <a:ea typeface="Verdana"/>
              <a:cs typeface="Arial"/>
            </a:endParaRPr>
          </a:p>
          <a:p>
            <a:pPr marL="800100" lvl="1" indent="-285750"/>
            <a:endParaRPr lang="en-US" sz="1600">
              <a:latin typeface="Arial"/>
              <a:ea typeface="Verdana"/>
              <a:cs typeface="Arial"/>
            </a:endParaRPr>
          </a:p>
        </p:txBody>
      </p:sp>
      <p:sp>
        <p:nvSpPr>
          <p:cNvPr id="5" name="Content Placeholder 2">
            <a:extLst>
              <a:ext uri="{FF2B5EF4-FFF2-40B4-BE49-F238E27FC236}">
                <a16:creationId xmlns:a16="http://schemas.microsoft.com/office/drawing/2014/main" id="{7B03BD92-C2C1-9FD4-1D0D-CB752C50EDAB}"/>
              </a:ext>
            </a:extLst>
          </p:cNvPr>
          <p:cNvSpPr txBox="1">
            <a:spLocks/>
          </p:cNvSpPr>
          <p:nvPr/>
        </p:nvSpPr>
        <p:spPr>
          <a:xfrm>
            <a:off x="6179324" y="1492512"/>
            <a:ext cx="4696199" cy="2962756"/>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Remove the top level from the saved view</a:t>
            </a:r>
          </a:p>
          <a:p>
            <a:pPr marL="0" indent="0">
              <a:buNone/>
            </a:pPr>
            <a:endParaRPr lang="en-US" sz="1800" b="1">
              <a:solidFill>
                <a:srgbClr val="FF721C"/>
              </a:solidFill>
              <a:latin typeface="Arial"/>
              <a:ea typeface="Verdana"/>
              <a:cs typeface="Arial"/>
            </a:endParaRPr>
          </a:p>
          <a:p>
            <a:pPr marL="800100" lvl="1" indent="-285750"/>
            <a:r>
              <a:rPr lang="en-US" sz="1400">
                <a:latin typeface="Arial"/>
                <a:ea typeface="Verdana"/>
                <a:cs typeface="Arial"/>
              </a:rPr>
              <a:t>Run the configurator export </a:t>
            </a:r>
            <a:r>
              <a:rPr lang="en-US" sz="1400" b="1">
                <a:latin typeface="Arial"/>
                <a:ea typeface="Verdana"/>
                <a:cs typeface="Arial"/>
              </a:rPr>
              <a:t>Saved Views Select Levels to Show</a:t>
            </a:r>
            <a:r>
              <a:rPr lang="en-US" sz="1400">
                <a:latin typeface="Arial"/>
                <a:ea typeface="Verdana"/>
                <a:cs typeface="Arial"/>
              </a:rPr>
              <a:t> to see which ones should be updated to include </a:t>
            </a:r>
            <a:r>
              <a:rPr lang="en-US" sz="1400" b="1">
                <a:latin typeface="Arial"/>
                <a:ea typeface="Verdana"/>
                <a:cs typeface="Arial"/>
              </a:rPr>
              <a:t>Select Levels to show</a:t>
            </a:r>
            <a:r>
              <a:rPr lang="en-US" sz="1400">
                <a:latin typeface="Arial"/>
                <a:ea typeface="Verdana"/>
                <a:cs typeface="Arial"/>
              </a:rPr>
              <a:t>.</a:t>
            </a:r>
            <a:br>
              <a:rPr lang="en-US" sz="1400">
                <a:latin typeface="Arial"/>
                <a:ea typeface="Verdana"/>
                <a:cs typeface="Arial"/>
              </a:rPr>
            </a:br>
            <a:r>
              <a:rPr lang="en-US" sz="900">
                <a:latin typeface="Arial"/>
                <a:ea typeface="Verdana"/>
                <a:cs typeface="Arial"/>
              </a:rPr>
              <a:t>(SPT-287)</a:t>
            </a:r>
          </a:p>
          <a:p>
            <a:pPr marL="800100" lvl="1" indent="-285750"/>
            <a:endParaRPr lang="en-US" sz="1400">
              <a:latin typeface="Arial"/>
              <a:ea typeface="Verdana"/>
              <a:cs typeface="Arial"/>
            </a:endParaRPr>
          </a:p>
          <a:p>
            <a:pPr marL="800100" lvl="1" indent="-285750"/>
            <a:r>
              <a:rPr lang="en-US" sz="1400">
                <a:latin typeface="Arial"/>
                <a:ea typeface="Verdana"/>
                <a:cs typeface="Arial"/>
              </a:rPr>
              <a:t>This setup is to avoid warning signs for action import, because the top-level summary is not turned on and there is no data inside.</a:t>
            </a:r>
          </a:p>
          <a:p>
            <a:pPr marL="800100" lvl="1" indent="-285750"/>
            <a:endParaRPr lang="en-US" sz="1400">
              <a:latin typeface="Arial"/>
              <a:ea typeface="Verdana"/>
              <a:cs typeface="Arial"/>
            </a:endParaRPr>
          </a:p>
          <a:p>
            <a:pPr marL="800100" lvl="1" indent="-285750"/>
            <a:endParaRPr lang="en-US" sz="1600">
              <a:latin typeface="Arial"/>
              <a:ea typeface="Verdana"/>
              <a:cs typeface="Arial"/>
            </a:endParaRPr>
          </a:p>
        </p:txBody>
      </p:sp>
      <p:sp>
        <p:nvSpPr>
          <p:cNvPr id="6" name="TextBox 5">
            <a:extLst>
              <a:ext uri="{FF2B5EF4-FFF2-40B4-BE49-F238E27FC236}">
                <a16:creationId xmlns:a16="http://schemas.microsoft.com/office/drawing/2014/main" id="{C7A1F1F3-B26B-FD83-DEED-4F74E2A55607}"/>
              </a:ext>
            </a:extLst>
          </p:cNvPr>
          <p:cNvSpPr txBox="1"/>
          <p:nvPr/>
        </p:nvSpPr>
        <p:spPr>
          <a:xfrm>
            <a:off x="640080" y="1492511"/>
            <a:ext cx="4625941" cy="677108"/>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latin typeface="Arial"/>
                <a:ea typeface="Verdana"/>
                <a:cs typeface="Arial"/>
              </a:rPr>
              <a:t>This should be done after loading data to the model so that lists are populated.</a:t>
            </a:r>
          </a:p>
        </p:txBody>
      </p:sp>
      <p:sp>
        <p:nvSpPr>
          <p:cNvPr id="7" name="Content Placeholder 2">
            <a:extLst>
              <a:ext uri="{FF2B5EF4-FFF2-40B4-BE49-F238E27FC236}">
                <a16:creationId xmlns:a16="http://schemas.microsoft.com/office/drawing/2014/main" id="{57F1EA46-77BB-F3D9-6DA9-F0D218C20D6F}"/>
              </a:ext>
            </a:extLst>
          </p:cNvPr>
          <p:cNvSpPr txBox="1">
            <a:spLocks/>
          </p:cNvSpPr>
          <p:nvPr/>
        </p:nvSpPr>
        <p:spPr>
          <a:xfrm>
            <a:off x="6179324" y="4628954"/>
            <a:ext cx="4696199" cy="949131"/>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Check that filters are applied correctly</a:t>
            </a:r>
            <a:br>
              <a:rPr lang="en-US" sz="1600" b="1">
                <a:solidFill>
                  <a:srgbClr val="FF721C"/>
                </a:solidFill>
                <a:latin typeface="Arial"/>
                <a:ea typeface="Verdana"/>
                <a:cs typeface="Arial"/>
              </a:rPr>
            </a:br>
            <a:r>
              <a:rPr lang="en-US" sz="1600" b="1">
                <a:solidFill>
                  <a:srgbClr val="FF721C"/>
                </a:solidFill>
                <a:latin typeface="Arial"/>
                <a:ea typeface="Verdana"/>
                <a:cs typeface="Arial"/>
              </a:rPr>
              <a:t>to saved views</a:t>
            </a:r>
          </a:p>
          <a:p>
            <a:pPr marL="514350" lvl="1" indent="0">
              <a:buNone/>
            </a:pPr>
            <a:endParaRPr lang="en-US" sz="1400">
              <a:latin typeface="Arial"/>
              <a:ea typeface="Verdana"/>
              <a:cs typeface="Arial"/>
            </a:endParaRPr>
          </a:p>
          <a:p>
            <a:pPr marL="800100" lvl="1" indent="-285750"/>
            <a:endParaRPr lang="en-US" sz="1600">
              <a:latin typeface="Arial"/>
              <a:ea typeface="Verdana"/>
              <a:cs typeface="Arial"/>
            </a:endParaRPr>
          </a:p>
        </p:txBody>
      </p:sp>
    </p:spTree>
    <p:extLst>
      <p:ext uri="{BB962C8B-B14F-4D97-AF65-F5344CB8AC3E}">
        <p14:creationId xmlns:p14="http://schemas.microsoft.com/office/powerpoint/2010/main" val="31139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725010" y="1408091"/>
            <a:ext cx="3907640" cy="1087477"/>
          </a:xfrm>
          <a:prstGeom prst="rect">
            <a:avLst/>
          </a:prstGeom>
          <a:noFill/>
        </p:spPr>
        <p:txBody>
          <a:bodyPr wrap="square" lIns="91440" tIns="45720" rIns="91440" bIns="45720" anchor="t">
            <a:spAutoFit/>
          </a:bodyPr>
          <a:lstStyle/>
          <a:p>
            <a:pPr marR="0" lvl="0" defTabSz="914400" eaLnBrk="1" fontAlgn="auto" latinLnBrk="0" hangingPunct="1">
              <a:lnSpc>
                <a:spcPct val="100000"/>
              </a:lnSpc>
              <a:spcBef>
                <a:spcPts val="0"/>
              </a:spcBef>
              <a:spcAft>
                <a:spcPts val="800"/>
              </a:spcAft>
              <a:buClrTx/>
              <a:buSzTx/>
              <a:tabLst/>
              <a:defRPr/>
            </a:pPr>
            <a:r>
              <a:rPr kumimoji="0" lang="en-GB" sz="1400" b="0" i="0" u="none" strike="noStrike" kern="0" cap="none" spc="0" normalizeH="0" baseline="0" noProof="0">
                <a:ln>
                  <a:noFill/>
                </a:ln>
                <a:solidFill>
                  <a:srgbClr val="FFFFFF"/>
                </a:solidFill>
                <a:effectLst/>
                <a:uLnTx/>
                <a:uFillTx/>
                <a:cs typeface="Arial"/>
              </a:rPr>
              <a:t>On the </a:t>
            </a:r>
            <a:r>
              <a:rPr kumimoji="0" lang="en-GB" sz="1400" b="1" i="0" u="none" strike="noStrike" kern="0" cap="none" spc="0" normalizeH="0" baseline="0" noProof="0">
                <a:ln>
                  <a:noFill/>
                </a:ln>
                <a:solidFill>
                  <a:srgbClr val="FFFFFF"/>
                </a:solidFill>
                <a:effectLst/>
                <a:uLnTx/>
                <a:uFillTx/>
                <a:cs typeface="Arial"/>
              </a:rPr>
              <a:t>Actions</a:t>
            </a:r>
            <a:r>
              <a:rPr kumimoji="0" lang="en-GB" sz="1400" b="0" i="0" u="none" strike="noStrike" kern="0" cap="none" spc="0" normalizeH="0" baseline="0" noProof="0">
                <a:ln>
                  <a:noFill/>
                </a:ln>
                <a:solidFill>
                  <a:srgbClr val="FFFFFF"/>
                </a:solidFill>
                <a:effectLst/>
                <a:uLnTx/>
                <a:uFillTx/>
                <a:cs typeface="Arial"/>
              </a:rPr>
              <a:t> screen, select the reorder button and sort in ascending order. Do this for processes, actions, exports, and other actions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endParaRPr kumimoji="0" lang="en-GB" sz="1600" b="0" i="0" u="none" strike="noStrike" kern="0" cap="none" spc="0" normalizeH="0" baseline="0" noProof="0">
              <a:ln>
                <a:noFill/>
              </a:ln>
              <a:solidFill>
                <a:srgbClr val="FFFFFF"/>
              </a:solidFill>
              <a:effectLst/>
              <a:uLnTx/>
              <a:uFillTx/>
              <a:cs typeface="Arial"/>
            </a:endParaRPr>
          </a:p>
        </p:txBody>
      </p:sp>
      <p:grpSp>
        <p:nvGrpSpPr>
          <p:cNvPr id="11" name="Group 10">
            <a:extLst>
              <a:ext uri="{FF2B5EF4-FFF2-40B4-BE49-F238E27FC236}">
                <a16:creationId xmlns:a16="http://schemas.microsoft.com/office/drawing/2014/main" id="{A025D017-4490-F3D2-49C9-9EDC3083F203}"/>
              </a:ext>
            </a:extLst>
          </p:cNvPr>
          <p:cNvGrpSpPr/>
          <p:nvPr/>
        </p:nvGrpSpPr>
        <p:grpSpPr>
          <a:xfrm>
            <a:off x="718644" y="2660639"/>
            <a:ext cx="3914006" cy="1880988"/>
            <a:chOff x="718644" y="3356800"/>
            <a:chExt cx="2565647" cy="1232995"/>
          </a:xfrm>
        </p:grpSpPr>
        <p:pic>
          <p:nvPicPr>
            <p:cNvPr id="6" name="Picture 5" descr="A screenshot of a computer&#10;&#10;Description automatically generated">
              <a:extLst>
                <a:ext uri="{FF2B5EF4-FFF2-40B4-BE49-F238E27FC236}">
                  <a16:creationId xmlns:a16="http://schemas.microsoft.com/office/drawing/2014/main" id="{5C695FE1-9A20-E8ED-2A84-1CECC1089036}"/>
                </a:ext>
              </a:extLst>
            </p:cNvPr>
            <p:cNvPicPr>
              <a:picLocks noChangeAspect="1"/>
            </p:cNvPicPr>
            <p:nvPr/>
          </p:nvPicPr>
          <p:blipFill>
            <a:blip r:embed="rId2"/>
            <a:stretch>
              <a:fillRect/>
            </a:stretch>
          </p:blipFill>
          <p:spPr>
            <a:xfrm>
              <a:off x="718644" y="3356800"/>
              <a:ext cx="2565647" cy="1232995"/>
            </a:xfrm>
            <a:prstGeom prst="roundRect">
              <a:avLst>
                <a:gd name="adj" fmla="val 4809"/>
              </a:avLst>
            </a:prstGeom>
          </p:spPr>
        </p:pic>
        <p:sp>
          <p:nvSpPr>
            <p:cNvPr id="8" name="Rectangle 7">
              <a:extLst>
                <a:ext uri="{FF2B5EF4-FFF2-40B4-BE49-F238E27FC236}">
                  <a16:creationId xmlns:a16="http://schemas.microsoft.com/office/drawing/2014/main" id="{3E84AB0B-9210-98E1-E895-F7DB95AB3C69}"/>
                </a:ext>
              </a:extLst>
            </p:cNvPr>
            <p:cNvSpPr/>
            <p:nvPr/>
          </p:nvSpPr>
          <p:spPr>
            <a:xfrm>
              <a:off x="2759426" y="3923641"/>
              <a:ext cx="418497"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grpSp>
        <p:nvGrpSpPr>
          <p:cNvPr id="10" name="Group 9">
            <a:extLst>
              <a:ext uri="{FF2B5EF4-FFF2-40B4-BE49-F238E27FC236}">
                <a16:creationId xmlns:a16="http://schemas.microsoft.com/office/drawing/2014/main" id="{81C13C98-AFDC-F875-9E3A-1D8B410E3FD0}"/>
              </a:ext>
            </a:extLst>
          </p:cNvPr>
          <p:cNvGrpSpPr/>
          <p:nvPr/>
        </p:nvGrpSpPr>
        <p:grpSpPr>
          <a:xfrm>
            <a:off x="718643" y="4871768"/>
            <a:ext cx="3902520" cy="1211353"/>
            <a:chOff x="3898768" y="3410916"/>
            <a:chExt cx="2743200" cy="851497"/>
          </a:xfrm>
        </p:grpSpPr>
        <p:pic>
          <p:nvPicPr>
            <p:cNvPr id="5" name="Picture 4" descr="A close-up of a computer screen&#10;&#10;Description automatically generated">
              <a:extLst>
                <a:ext uri="{FF2B5EF4-FFF2-40B4-BE49-F238E27FC236}">
                  <a16:creationId xmlns:a16="http://schemas.microsoft.com/office/drawing/2014/main" id="{61860495-6EB9-71B8-DCCD-5BE1CCDFBCAC}"/>
                </a:ext>
              </a:extLst>
            </p:cNvPr>
            <p:cNvPicPr>
              <a:picLocks noChangeAspect="1"/>
            </p:cNvPicPr>
            <p:nvPr/>
          </p:nvPicPr>
          <p:blipFill>
            <a:blip r:embed="rId3"/>
            <a:stretch>
              <a:fillRect/>
            </a:stretch>
          </p:blipFill>
          <p:spPr>
            <a:xfrm>
              <a:off x="3898768" y="3410916"/>
              <a:ext cx="2743200" cy="851497"/>
            </a:xfrm>
            <a:prstGeom prst="roundRect">
              <a:avLst>
                <a:gd name="adj" fmla="val 4069"/>
              </a:avLst>
            </a:prstGeom>
          </p:spPr>
        </p:pic>
        <p:sp>
          <p:nvSpPr>
            <p:cNvPr id="9" name="Rectangle 8">
              <a:extLst>
                <a:ext uri="{FF2B5EF4-FFF2-40B4-BE49-F238E27FC236}">
                  <a16:creationId xmlns:a16="http://schemas.microsoft.com/office/drawing/2014/main" id="{43D8FA6C-DC34-BD20-F4B7-8AF32978A578}"/>
                </a:ext>
              </a:extLst>
            </p:cNvPr>
            <p:cNvSpPr/>
            <p:nvPr/>
          </p:nvSpPr>
          <p:spPr>
            <a:xfrm>
              <a:off x="5981841" y="3745970"/>
              <a:ext cx="551544"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spTree>
    <p:extLst>
      <p:ext uri="{BB962C8B-B14F-4D97-AF65-F5344CB8AC3E}">
        <p14:creationId xmlns:p14="http://schemas.microsoft.com/office/powerpoint/2010/main" val="319583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Ignore unmatched on imports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1212623"/>
            <a:ext cx="3907640" cy="1508105"/>
          </a:xfrm>
          <a:prstGeom prst="rect">
            <a:avLst/>
          </a:prstGeom>
          <a:noFill/>
        </p:spPr>
        <p:txBody>
          <a:bodyPr wrap="square" lIns="91440" tIns="45720" rIns="91440" bIns="45720" anchor="t">
            <a:spAutoFit/>
          </a:bodyPr>
          <a:lstStyle/>
          <a:p>
            <a:r>
              <a:rPr lang="en-US" sz="1600">
                <a:solidFill>
                  <a:srgbClr val="FF721C"/>
                </a:solidFill>
                <a:ea typeface="Verdana"/>
                <a:cs typeface="Arial"/>
              </a:rPr>
              <a:t>For spoke imports, you may add </a:t>
            </a:r>
            <a:r>
              <a:rPr lang="en-US" sz="1600" b="1">
                <a:solidFill>
                  <a:srgbClr val="FF721C"/>
                </a:solidFill>
                <a:ea typeface="Verdana"/>
                <a:cs typeface="Arial"/>
              </a:rPr>
              <a:t>Ignore Unmapped </a:t>
            </a:r>
            <a:r>
              <a:rPr lang="en-US" sz="1600">
                <a:solidFill>
                  <a:srgbClr val="FF721C"/>
                </a:solidFill>
                <a:ea typeface="Verdana"/>
                <a:cs typeface="Arial"/>
              </a:rPr>
              <a:t>to the import settings</a:t>
            </a:r>
          </a:p>
          <a:p>
            <a:endParaRPr lang="en-US" b="1">
              <a:solidFill>
                <a:srgbClr val="FF721C"/>
              </a:solidFill>
              <a:ea typeface="Verdana"/>
              <a:cs typeface="Arial"/>
            </a:endParaRPr>
          </a:p>
          <a:p>
            <a:pPr marL="800100" lvl="1" indent="-285750">
              <a:buFont typeface="Arial" panose="020B0604020202020204" pitchFamily="34" charset="0"/>
              <a:buChar char="•"/>
            </a:pPr>
            <a:r>
              <a:rPr lang="en-US" sz="1400">
                <a:ea typeface="Verdana"/>
                <a:cs typeface="Arial"/>
              </a:rPr>
              <a:t>Less noise from warnings</a:t>
            </a:r>
          </a:p>
          <a:p>
            <a:pPr marL="800100" lvl="1" indent="-285750">
              <a:buFont typeface="Arial" panose="020B0604020202020204" pitchFamily="34" charset="0"/>
              <a:buChar char="•"/>
            </a:pPr>
            <a:r>
              <a:rPr lang="en-US" sz="1400">
                <a:ea typeface="Verdana"/>
                <a:cs typeface="Arial"/>
              </a:rPr>
              <a:t>Faster execution</a:t>
            </a:r>
          </a:p>
          <a:p>
            <a:pPr marL="800100" lvl="1" indent="-285750"/>
            <a:endParaRPr lang="en-US" sz="1400">
              <a:ea typeface="Verdana"/>
              <a:cs typeface="Arial"/>
            </a:endParaRPr>
          </a:p>
        </p:txBody>
      </p:sp>
      <p:pic>
        <p:nvPicPr>
          <p:cNvPr id="3" name="Picture 2">
            <a:extLst>
              <a:ext uri="{FF2B5EF4-FFF2-40B4-BE49-F238E27FC236}">
                <a16:creationId xmlns:a16="http://schemas.microsoft.com/office/drawing/2014/main" id="{7E3C98A7-79AA-4F3E-D659-FE99F2F76D64}"/>
              </a:ext>
            </a:extLst>
          </p:cNvPr>
          <p:cNvPicPr>
            <a:picLocks noChangeAspect="1"/>
          </p:cNvPicPr>
          <p:nvPr/>
        </p:nvPicPr>
        <p:blipFill>
          <a:blip r:embed="rId2"/>
          <a:stretch>
            <a:fillRect/>
          </a:stretch>
        </p:blipFill>
        <p:spPr>
          <a:xfrm>
            <a:off x="5266138" y="3840354"/>
            <a:ext cx="5662155" cy="2770976"/>
          </a:xfrm>
          <a:prstGeom prst="roundRect">
            <a:avLst>
              <a:gd name="adj" fmla="val 2312"/>
            </a:avLst>
          </a:prstGeom>
        </p:spPr>
      </p:pic>
      <p:pic>
        <p:nvPicPr>
          <p:cNvPr id="4" name="Picture 3" descr="A screenshot of a computer&#10;&#10;Description automatically generated">
            <a:extLst>
              <a:ext uri="{FF2B5EF4-FFF2-40B4-BE49-F238E27FC236}">
                <a16:creationId xmlns:a16="http://schemas.microsoft.com/office/drawing/2014/main" id="{3B5767DD-A3F0-C1B8-D25A-2226EEAD4383}"/>
              </a:ext>
            </a:extLst>
          </p:cNvPr>
          <p:cNvPicPr>
            <a:picLocks noChangeAspect="1"/>
          </p:cNvPicPr>
          <p:nvPr/>
        </p:nvPicPr>
        <p:blipFill>
          <a:blip r:embed="rId3"/>
          <a:stretch>
            <a:fillRect/>
          </a:stretch>
        </p:blipFill>
        <p:spPr>
          <a:xfrm>
            <a:off x="5081203" y="1255614"/>
            <a:ext cx="6405678" cy="2173386"/>
          </a:xfrm>
          <a:prstGeom prst="roundRect">
            <a:avLst>
              <a:gd name="adj" fmla="val 3206"/>
            </a:avLst>
          </a:prstGeom>
        </p:spPr>
      </p:pic>
      <p:sp>
        <p:nvSpPr>
          <p:cNvPr id="7" name="TextBox 6">
            <a:extLst>
              <a:ext uri="{FF2B5EF4-FFF2-40B4-BE49-F238E27FC236}">
                <a16:creationId xmlns:a16="http://schemas.microsoft.com/office/drawing/2014/main" id="{E5D61697-8852-9E21-458D-566E1E4C4BE5}"/>
              </a:ext>
            </a:extLst>
          </p:cNvPr>
          <p:cNvSpPr txBox="1"/>
          <p:nvPr/>
        </p:nvSpPr>
        <p:spPr>
          <a:xfrm>
            <a:off x="508717" y="3780725"/>
            <a:ext cx="3907640" cy="1477328"/>
          </a:xfrm>
          <a:prstGeom prst="rect">
            <a:avLst/>
          </a:prstGeom>
          <a:noFill/>
        </p:spPr>
        <p:txBody>
          <a:bodyPr wrap="square" lIns="91440" tIns="45720" rIns="91440" bIns="45720" anchor="t">
            <a:spAutoFit/>
          </a:bodyPr>
          <a:lstStyle/>
          <a:p>
            <a:r>
              <a:rPr lang="en-US" sz="1600" dirty="0">
                <a:solidFill>
                  <a:srgbClr val="FF721C"/>
                </a:solidFill>
                <a:ea typeface="Verdana"/>
                <a:cs typeface="Arial"/>
              </a:rPr>
              <a:t>Particular imports to update:</a:t>
            </a:r>
          </a:p>
          <a:p>
            <a:endParaRPr lang="en-US" b="1">
              <a:solidFill>
                <a:srgbClr val="FF721C"/>
              </a:solidFill>
              <a:ea typeface="Verdana"/>
              <a:cs typeface="Arial"/>
            </a:endParaRPr>
          </a:p>
          <a:p>
            <a:pPr marL="857250" lvl="1" indent="-342900">
              <a:buFont typeface="+mj-lt"/>
              <a:buChar char="•"/>
            </a:pPr>
            <a:r>
              <a:rPr lang="en-US" sz="1400" dirty="0">
                <a:ea typeface="Verdana"/>
                <a:cs typeface="Arial"/>
              </a:rPr>
              <a:t>Actions: search imports for</a:t>
            </a:r>
            <a:br>
              <a:rPr lang="en-US" sz="1400" dirty="0">
                <a:ea typeface="Verdana"/>
                <a:cs typeface="Arial"/>
              </a:rPr>
            </a:br>
            <a:r>
              <a:rPr lang="en-US" sz="1400" b="1" dirty="0" err="1">
                <a:ea typeface="Verdana"/>
                <a:cs typeface="Arial"/>
              </a:rPr>
              <a:t>import_attr</a:t>
            </a:r>
            <a:endParaRPr lang="en-US" sz="1400" b="1" dirty="0">
              <a:ea typeface="Verdana"/>
              <a:cs typeface="Arial"/>
            </a:endParaRPr>
          </a:p>
          <a:p>
            <a:pPr marL="800100" lvl="1" indent="-285750">
              <a:buFont typeface="Arial" panose="020B0604020202020204" pitchFamily="34" charset="0"/>
              <a:buChar char="•"/>
            </a:pPr>
            <a:endParaRPr lang="en-US" sz="1400">
              <a:ea typeface="Verdana"/>
              <a:cs typeface="Arial"/>
            </a:endParaRPr>
          </a:p>
          <a:p>
            <a:pPr marL="800100" lvl="1" indent="-285750"/>
            <a:endParaRPr lang="en-US" sz="1400">
              <a:ea typeface="Verdana"/>
              <a:cs typeface="Arial"/>
            </a:endParaRPr>
          </a:p>
        </p:txBody>
      </p:sp>
    </p:spTree>
    <p:extLst>
      <p:ext uri="{BB962C8B-B14F-4D97-AF65-F5344CB8AC3E}">
        <p14:creationId xmlns:p14="http://schemas.microsoft.com/office/powerpoint/2010/main" val="3398536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2197892"/>
            <a:ext cx="4384296" cy="116955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400" dirty="0">
                <a:ea typeface="Verdana"/>
                <a:cs typeface="Arial"/>
              </a:rPr>
              <a:t>Some imports may be sensitive to column position, for example, if you add a new line item to a saved view, try to add it to the end, so that existing columns do not change position.</a:t>
            </a:r>
          </a:p>
          <a:p>
            <a:pPr marL="285750" indent="-285750">
              <a:buFont typeface="Arial" panose="020B0604020202020204" pitchFamily="34" charset="0"/>
              <a:buChar char="•"/>
            </a:pPr>
            <a:endParaRPr lang="en-US" sz="1400">
              <a:ea typeface="Verdana"/>
              <a:cs typeface="Arial"/>
            </a:endParaRPr>
          </a:p>
        </p:txBody>
      </p:sp>
      <p:pic>
        <p:nvPicPr>
          <p:cNvPr id="5" name="Picture 4" descr="A screenshot of a computer&#10;&#10;Description automatically generated">
            <a:extLst>
              <a:ext uri="{FF2B5EF4-FFF2-40B4-BE49-F238E27FC236}">
                <a16:creationId xmlns:a16="http://schemas.microsoft.com/office/drawing/2014/main" id="{BFF63C69-4100-02A3-D239-D5B09D2D6F01}"/>
              </a:ext>
            </a:extLst>
          </p:cNvPr>
          <p:cNvPicPr>
            <a:picLocks noChangeAspect="1"/>
          </p:cNvPicPr>
          <p:nvPr/>
        </p:nvPicPr>
        <p:blipFill>
          <a:blip r:embed="rId2"/>
          <a:stretch>
            <a:fillRect/>
          </a:stretch>
        </p:blipFill>
        <p:spPr>
          <a:xfrm>
            <a:off x="5945993" y="2368310"/>
            <a:ext cx="5437518" cy="2121379"/>
          </a:xfrm>
          <a:prstGeom prst="roundRect">
            <a:avLst>
              <a:gd name="adj" fmla="val 5662"/>
            </a:avLst>
          </a:prstGeom>
        </p:spPr>
      </p:pic>
    </p:spTree>
    <p:extLst>
      <p:ext uri="{BB962C8B-B14F-4D97-AF65-F5344CB8AC3E}">
        <p14:creationId xmlns:p14="http://schemas.microsoft.com/office/powerpoint/2010/main" val="74965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6" y="1296011"/>
            <a:ext cx="4753947" cy="3677930"/>
          </a:xfrm>
          <a:prstGeom prst="rect">
            <a:avLst/>
          </a:prstGeom>
          <a:noFill/>
        </p:spPr>
        <p:txBody>
          <a:bodyPr wrap="square" lIns="91440" tIns="45720" rIns="91440" bIns="45720" anchor="t">
            <a:spAutoFit/>
          </a:bodyPr>
          <a:lstStyle/>
          <a:p>
            <a:r>
              <a:rPr lang="en-US" sz="1400" b="1">
                <a:ea typeface="Verdana"/>
                <a:cs typeface="Arial"/>
              </a:rPr>
              <a:t>On import to modules, up to 6 manually mapped line items are supported. When the mapping is more than 6 items, only the first 6 will be generated. </a:t>
            </a:r>
          </a:p>
          <a:p>
            <a:endParaRPr lang="en-US" sz="1400" b="1">
              <a:ea typeface="Verdana"/>
              <a:cs typeface="Arial"/>
            </a:endParaRPr>
          </a:p>
          <a:p>
            <a:r>
              <a:rPr lang="en-US" sz="1400">
                <a:ea typeface="Verdana"/>
                <a:cs typeface="Arial"/>
              </a:rPr>
              <a:t>To know which actions to fix and how to fix them, run export </a:t>
            </a:r>
            <a:r>
              <a:rPr lang="en-US" sz="1400" b="1">
                <a:solidFill>
                  <a:srgbClr val="FF6100"/>
                </a:solidFill>
                <a:ea typeface="Verdana"/>
                <a:cs typeface="Arial"/>
              </a:rPr>
              <a:t>Module Imports Map GT 6 </a:t>
            </a:r>
            <a:r>
              <a:rPr lang="en-US" sz="1400">
                <a:ea typeface="Verdana"/>
                <a:cs typeface="Arial"/>
              </a:rPr>
              <a:t>from the generator and use its guidance to update the generated actions.</a:t>
            </a:r>
          </a:p>
          <a:p>
            <a:endParaRPr lang="en-US" sz="1400">
              <a:ea typeface="Verdana"/>
              <a:cs typeface="Arial"/>
            </a:endParaRPr>
          </a:p>
          <a:p>
            <a:r>
              <a:rPr lang="en-US" sz="1400">
                <a:ea typeface="Verdana"/>
                <a:cs typeface="Arial"/>
              </a:rPr>
              <a:t>In the example to the right, you can see that </a:t>
            </a:r>
            <a:r>
              <a:rPr lang="en-US" sz="1400" i="1">
                <a:ea typeface="Verdana"/>
                <a:cs typeface="Arial"/>
              </a:rPr>
              <a:t>(ignored) </a:t>
            </a:r>
            <a:r>
              <a:rPr lang="en-US" sz="1400">
                <a:ea typeface="Verdana"/>
                <a:cs typeface="Arial"/>
              </a:rPr>
              <a:t>does not count as 1 of the 6 mappings.</a:t>
            </a:r>
            <a:br>
              <a:rPr lang="en-US" sz="1400">
                <a:ea typeface="Verdana"/>
                <a:cs typeface="Arial"/>
              </a:rPr>
            </a:br>
            <a:br>
              <a:rPr lang="en-US" sz="1400">
                <a:ea typeface="Verdana"/>
                <a:cs typeface="Arial"/>
              </a:rPr>
            </a:br>
            <a:r>
              <a:rPr lang="en-US" sz="1400">
                <a:solidFill>
                  <a:srgbClr val="FF6100"/>
                </a:solidFill>
                <a:ea typeface="Verdana"/>
                <a:cs typeface="Arial"/>
              </a:rPr>
              <a:t>Note: Unmapped rows happen because saved views generated without line item choices or there were more than 6 mappings.</a:t>
            </a:r>
          </a:p>
          <a:p>
            <a:pPr marL="285750" indent="-285750">
              <a:buFont typeface="Arial" panose="020B0604020202020204" pitchFamily="34" charset="0"/>
              <a:buChar char="•"/>
            </a:pPr>
            <a:endParaRPr lang="en-US" sz="1400">
              <a:ea typeface="Verdana"/>
              <a:cs typeface="Arial"/>
            </a:endParaRPr>
          </a:p>
          <a:p>
            <a:r>
              <a:rPr lang="en-US" sz="900">
                <a:ea typeface="Verdana"/>
                <a:cs typeface="Arial"/>
              </a:rPr>
              <a:t>(SPT-70, SPT-286)</a:t>
            </a:r>
          </a:p>
          <a:p>
            <a:pPr marL="285750" indent="-285750">
              <a:buFont typeface="Arial" panose="020B0604020202020204" pitchFamily="34" charset="0"/>
              <a:buChar char="•"/>
            </a:pPr>
            <a:endParaRPr lang="en-US" sz="1400">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D5600DA2-10E0-8054-4C4F-1AE6D4D79758}"/>
              </a:ext>
            </a:extLst>
          </p:cNvPr>
          <p:cNvPicPr>
            <a:picLocks noChangeAspect="1"/>
          </p:cNvPicPr>
          <p:nvPr/>
        </p:nvPicPr>
        <p:blipFill>
          <a:blip r:embed="rId2"/>
          <a:stretch>
            <a:fillRect/>
          </a:stretch>
        </p:blipFill>
        <p:spPr>
          <a:xfrm>
            <a:off x="6414116" y="407815"/>
            <a:ext cx="3649960" cy="6057330"/>
          </a:xfrm>
          <a:prstGeom prst="roundRect">
            <a:avLst>
              <a:gd name="adj" fmla="val 2009"/>
            </a:avLst>
          </a:prstGeom>
        </p:spPr>
      </p:pic>
    </p:spTree>
    <p:extLst>
      <p:ext uri="{BB962C8B-B14F-4D97-AF65-F5344CB8AC3E}">
        <p14:creationId xmlns:p14="http://schemas.microsoft.com/office/powerpoint/2010/main" val="4250276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C586F-F7E5-0B53-6FAB-8D0C425CAF7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6F5DFA2-7B98-4144-93EE-49AED7E0059E}"/>
              </a:ext>
            </a:extLst>
          </p:cNvPr>
          <p:cNvSpPr>
            <a:spLocks noGrp="1"/>
          </p:cNvSpPr>
          <p:nvPr>
            <p:ph type="title"/>
          </p:nvPr>
        </p:nvSpPr>
        <p:spPr>
          <a:xfrm>
            <a:off x="615103" y="392856"/>
            <a:ext cx="10983484" cy="836947"/>
          </a:xfrm>
        </p:spPr>
        <p:txBody>
          <a:bodyPr lIns="0" tIns="60960" rIns="0" bIns="60960" anchor="t"/>
          <a:lstStyle/>
          <a:p>
            <a:pPr>
              <a:defRPr/>
            </a:pPr>
            <a:r>
              <a:rPr lang="en-GB" b="1">
                <a:solidFill>
                  <a:schemeClr val="tx2"/>
                </a:solidFill>
                <a:latin typeface="Arial"/>
                <a:ea typeface="Verdana"/>
                <a:cs typeface="Arial"/>
              </a:rPr>
              <a:t>Update actions </a:t>
            </a:r>
            <a:r>
              <a:rPr lang="en-GB">
                <a:solidFill>
                  <a:schemeClr val="tx2"/>
                </a:solidFill>
                <a:latin typeface="Arial"/>
                <a:ea typeface="Verdana"/>
                <a:cs typeface="Arial"/>
              </a:rPr>
              <a:t>(cont.)</a:t>
            </a:r>
            <a:endParaRPr lang="en-US">
              <a:solidFill>
                <a:schemeClr val="tx2"/>
              </a:solidFill>
            </a:endParaRPr>
          </a:p>
        </p:txBody>
      </p:sp>
      <p:grpSp>
        <p:nvGrpSpPr>
          <p:cNvPr id="5" name="Group 4">
            <a:extLst>
              <a:ext uri="{FF2B5EF4-FFF2-40B4-BE49-F238E27FC236}">
                <a16:creationId xmlns:a16="http://schemas.microsoft.com/office/drawing/2014/main" id="{73CDF704-FADF-048C-EBDB-71B0F5D9B5B5}"/>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FB8DE534-9154-DFBD-C525-0698FB6BA7D3}"/>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280CB561-6D9D-4974-4B72-741C2C9207C0}"/>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2154E1B4-80EF-D4F6-7B5E-6C2094D36D24}"/>
                </a:ext>
              </a:extLst>
            </p:cNvPr>
            <p:cNvSpPr txBox="1"/>
            <p:nvPr/>
          </p:nvSpPr>
          <p:spPr>
            <a:xfrm>
              <a:off x="6622417" y="2328953"/>
              <a:ext cx="4921800" cy="1815882"/>
            </a:xfrm>
            <a:prstGeom prst="rect">
              <a:avLst/>
            </a:prstGeom>
            <a:noFill/>
          </p:spPr>
          <p:txBody>
            <a:bodyPr wrap="square" lIns="91440" tIns="45720" rIns="91440" bIns="45720" rtlCol="0" anchor="t">
              <a:spAutoFit/>
            </a:bodyPr>
            <a:lstStyle/>
            <a:p>
              <a:pPr algn="ctr"/>
              <a:r>
                <a:rPr lang="en-US" sz="2800" dirty="0">
                  <a:solidFill>
                    <a:srgbClr val="0A2F46"/>
                  </a:solidFill>
                  <a:ea typeface="Verdana"/>
                  <a:cs typeface="Arial"/>
                </a:rPr>
                <a:t>Any notify actions will need to be added manually after generating the model. </a:t>
              </a:r>
              <a:br>
                <a:rPr lang="en-US" sz="2800" dirty="0">
                  <a:ea typeface="Verdana"/>
                  <a:cs typeface="Arial"/>
                </a:rPr>
              </a:br>
              <a:endParaRPr lang="en-US" sz="2800">
                <a:solidFill>
                  <a:srgbClr val="0A2F46"/>
                </a:solidFill>
                <a:cs typeface="Arial"/>
              </a:endParaRPr>
            </a:p>
          </p:txBody>
        </p:sp>
      </p:grpSp>
      <p:sp>
        <p:nvSpPr>
          <p:cNvPr id="9" name="Rounded Rectangle 8">
            <a:extLst>
              <a:ext uri="{FF2B5EF4-FFF2-40B4-BE49-F238E27FC236}">
                <a16:creationId xmlns:a16="http://schemas.microsoft.com/office/drawing/2014/main" id="{FDD2B053-3256-339C-F7CC-E3664C577EF9}"/>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5229E3C9-FC6F-85E8-A870-3FF416B3FDBF}"/>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2" name="TextBox 1">
            <a:extLst>
              <a:ext uri="{FF2B5EF4-FFF2-40B4-BE49-F238E27FC236}">
                <a16:creationId xmlns:a16="http://schemas.microsoft.com/office/drawing/2014/main" id="{1EE78F2E-8873-5239-B847-3E477DF7998A}"/>
              </a:ext>
            </a:extLst>
          </p:cNvPr>
          <p:cNvSpPr txBox="1"/>
          <p:nvPr/>
        </p:nvSpPr>
        <p:spPr>
          <a:xfrm>
            <a:off x="660400" y="5414617"/>
            <a:ext cx="2743200"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l">
              <a:buClrTx/>
            </a:pPr>
            <a:r>
              <a:rPr lang="en-US" sz="900">
                <a:solidFill>
                  <a:srgbClr val="0A2F46"/>
                </a:solidFill>
                <a:latin typeface="Arial"/>
                <a:ea typeface="Inter Light" panose="02000503000000020004" pitchFamily="2" charset="0"/>
                <a:cs typeface="Arial"/>
              </a:rPr>
              <a:t>(SPT-270)</a:t>
            </a:r>
          </a:p>
        </p:txBody>
      </p:sp>
    </p:spTree>
    <p:extLst>
      <p:ext uri="{BB962C8B-B14F-4D97-AF65-F5344CB8AC3E}">
        <p14:creationId xmlns:p14="http://schemas.microsoft.com/office/powerpoint/2010/main" val="115703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3C05-D5C1-FB7E-56C8-9C437907BCB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C15452A-61C8-AD8C-D1DD-B491C78579CE}"/>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Lists &amp; data updates</a:t>
            </a:r>
            <a:endParaRPr lang="en-US" sz="4200"/>
          </a:p>
        </p:txBody>
      </p:sp>
      <p:sp>
        <p:nvSpPr>
          <p:cNvPr id="3" name="Text Placeholder 2">
            <a:extLst>
              <a:ext uri="{FF2B5EF4-FFF2-40B4-BE49-F238E27FC236}">
                <a16:creationId xmlns:a16="http://schemas.microsoft.com/office/drawing/2014/main" id="{7159EAE6-11DE-5FA6-048F-BFBC302EBBE2}"/>
              </a:ext>
            </a:extLst>
          </p:cNvPr>
          <p:cNvSpPr>
            <a:spLocks noGrp="1"/>
          </p:cNvSpPr>
          <p:nvPr>
            <p:ph type="body" sz="quarter" idx="11"/>
          </p:nvPr>
        </p:nvSpPr>
        <p:spPr>
          <a:xfrm>
            <a:off x="4485133" y="2690363"/>
            <a:ext cx="6601856" cy="509871"/>
          </a:xfrm>
        </p:spPr>
        <p:txBody>
          <a:bodyPr lIns="0" tIns="45720" rIns="91440" bIns="45720" anchor="t"/>
          <a:lstStyle/>
          <a:p>
            <a:r>
              <a:rPr lang="en-US">
                <a:solidFill>
                  <a:schemeClr val="accent1"/>
                </a:solidFill>
                <a:latin typeface="Arial"/>
                <a:cs typeface="Arial"/>
              </a:rPr>
              <a:t>Section 3</a:t>
            </a:r>
            <a:endParaRPr lang="en-US">
              <a:solidFill>
                <a:schemeClr val="accent1"/>
              </a:solidFill>
            </a:endParaRPr>
          </a:p>
        </p:txBody>
      </p:sp>
    </p:spTree>
    <p:extLst>
      <p:ext uri="{BB962C8B-B14F-4D97-AF65-F5344CB8AC3E}">
        <p14:creationId xmlns:p14="http://schemas.microsoft.com/office/powerpoint/2010/main" val="293195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61ADD24-A4D8-7AF1-AA02-0D0A36FD1444}"/>
              </a:ext>
            </a:extLst>
          </p:cNvPr>
          <p:cNvSpPr txBox="1">
            <a:spLocks/>
          </p:cNvSpPr>
          <p:nvPr/>
        </p:nvSpPr>
        <p:spPr>
          <a:xfrm>
            <a:off x="615102" y="1492512"/>
            <a:ext cx="5085307" cy="3949429"/>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a:latin typeface="Arial"/>
                <a:ea typeface="Verdana"/>
                <a:cs typeface="Arial"/>
              </a:rPr>
              <a:t>Manually check </a:t>
            </a:r>
            <a:r>
              <a:rPr lang="en-US" sz="1400" b="1">
                <a:solidFill>
                  <a:srgbClr val="FF721C"/>
                </a:solidFill>
                <a:latin typeface="Arial"/>
                <a:ea typeface="Verdana"/>
                <a:cs typeface="Arial"/>
              </a:rPr>
              <a:t>Record Type</a:t>
            </a:r>
            <a:r>
              <a:rPr lang="en-US" sz="1400">
                <a:solidFill>
                  <a:srgbClr val="FF721C"/>
                </a:solidFill>
                <a:latin typeface="Arial"/>
                <a:ea typeface="Verdana"/>
                <a:cs typeface="Arial"/>
              </a:rPr>
              <a:t> </a:t>
            </a:r>
            <a:r>
              <a:rPr lang="en-US" sz="1400">
                <a:latin typeface="Arial"/>
                <a:ea typeface="Verdana"/>
                <a:cs typeface="Arial"/>
              </a:rPr>
              <a:t>list subset: It should match with the </a:t>
            </a:r>
            <a:r>
              <a:rPr lang="en-US" sz="1400" b="1">
                <a:latin typeface="Arial"/>
                <a:ea typeface="Verdana"/>
                <a:cs typeface="Arial"/>
              </a:rPr>
              <a:t>Record Type Subset List Conf.</a:t>
            </a:r>
            <a:r>
              <a:rPr lang="en-US" sz="1400">
                <a:latin typeface="Arial"/>
                <a:ea typeface="Verdana"/>
                <a:cs typeface="Arial"/>
              </a:rPr>
              <a:t> Configuration.</a:t>
            </a:r>
          </a:p>
          <a:p>
            <a:endParaRPr lang="en-US" sz="1400">
              <a:latin typeface="Arial"/>
              <a:ea typeface="Verdana"/>
              <a:cs typeface="Arial"/>
            </a:endParaRPr>
          </a:p>
          <a:p>
            <a:r>
              <a:rPr lang="en-US" sz="1400">
                <a:latin typeface="Arial"/>
                <a:ea typeface="Verdana"/>
                <a:cs typeface="Arial"/>
              </a:rPr>
              <a:t>Manually check </a:t>
            </a:r>
            <a:r>
              <a:rPr lang="en-US" sz="1400" b="1">
                <a:solidFill>
                  <a:srgbClr val="FF721C"/>
                </a:solidFill>
                <a:latin typeface="Arial"/>
                <a:ea typeface="Verdana"/>
                <a:cs typeface="Arial"/>
              </a:rPr>
              <a:t>Account Type</a:t>
            </a:r>
            <a:r>
              <a:rPr lang="en-US" sz="1400">
                <a:solidFill>
                  <a:srgbClr val="FF721C"/>
                </a:solidFill>
                <a:latin typeface="Arial"/>
                <a:ea typeface="Verdana"/>
                <a:cs typeface="Arial"/>
              </a:rPr>
              <a:t> </a:t>
            </a:r>
            <a:r>
              <a:rPr lang="en-US" sz="1400">
                <a:latin typeface="Arial"/>
                <a:ea typeface="Verdana"/>
                <a:cs typeface="Arial"/>
              </a:rPr>
              <a:t>list subset: Fill in Booleans in the list and then fill in </a:t>
            </a:r>
            <a:r>
              <a:rPr lang="en-US" sz="1400" b="1">
                <a:latin typeface="Arial"/>
                <a:ea typeface="Verdana"/>
                <a:cs typeface="Arial"/>
              </a:rPr>
              <a:t>Account Type mapping</a:t>
            </a:r>
            <a:r>
              <a:rPr lang="en-US" sz="1400">
                <a:latin typeface="Arial"/>
                <a:ea typeface="Verdana"/>
                <a:cs typeface="Arial"/>
              </a:rPr>
              <a:t> on 3.1 dashboard.</a:t>
            </a:r>
          </a:p>
          <a:p>
            <a:endParaRPr lang="en-US" sz="1400">
              <a:latin typeface="Arial"/>
              <a:ea typeface="Verdana"/>
              <a:cs typeface="Arial"/>
            </a:endParaRPr>
          </a:p>
          <a:p>
            <a:r>
              <a:rPr lang="en-US" sz="1400">
                <a:latin typeface="Arial"/>
                <a:ea typeface="Verdana"/>
                <a:cs typeface="Arial"/>
              </a:rPr>
              <a:t>Manually check </a:t>
            </a:r>
            <a:r>
              <a:rPr lang="en-US" sz="1400" b="1">
                <a:solidFill>
                  <a:srgbClr val="FF721C"/>
                </a:solidFill>
                <a:latin typeface="Arial"/>
                <a:ea typeface="Verdana"/>
                <a:cs typeface="Arial"/>
              </a:rPr>
              <a:t>Stage</a:t>
            </a:r>
            <a:r>
              <a:rPr lang="en-US" sz="1400">
                <a:solidFill>
                  <a:srgbClr val="FF721C"/>
                </a:solidFill>
                <a:latin typeface="Arial"/>
                <a:ea typeface="Verdana"/>
                <a:cs typeface="Arial"/>
              </a:rPr>
              <a:t> </a:t>
            </a:r>
            <a:r>
              <a:rPr lang="en-US" sz="1400">
                <a:latin typeface="Arial"/>
                <a:ea typeface="Verdana"/>
                <a:cs typeface="Arial"/>
              </a:rPr>
              <a:t>list subset: fill in Booleans in the </a:t>
            </a:r>
            <a:r>
              <a:rPr lang="en-US" sz="1400" b="1">
                <a:latin typeface="Arial"/>
                <a:ea typeface="Verdana"/>
                <a:cs typeface="Arial"/>
              </a:rPr>
              <a:t>Velocity Stages</a:t>
            </a:r>
            <a:r>
              <a:rPr lang="en-US" sz="1400">
                <a:latin typeface="Arial"/>
                <a:ea typeface="Verdana"/>
                <a:cs typeface="Arial"/>
              </a:rPr>
              <a:t> subset.</a:t>
            </a:r>
          </a:p>
          <a:p>
            <a:pPr marL="0" indent="0">
              <a:buNone/>
            </a:pPr>
            <a:endParaRPr lang="en-US" sz="1400" b="1">
              <a:latin typeface="Arial"/>
              <a:ea typeface="Verdana"/>
              <a:cs typeface="Arial"/>
            </a:endParaRPr>
          </a:p>
          <a:p>
            <a:r>
              <a:rPr lang="en-US" sz="1400">
                <a:latin typeface="Arial"/>
                <a:ea typeface="Verdana"/>
                <a:cs typeface="Arial"/>
              </a:rPr>
              <a:t>Populate all </a:t>
            </a:r>
            <a:r>
              <a:rPr lang="en-US" sz="1400" b="1">
                <a:solidFill>
                  <a:schemeClr val="accent1"/>
                </a:solidFill>
                <a:latin typeface="Arial"/>
                <a:ea typeface="Verdana"/>
                <a:cs typeface="Arial"/>
              </a:rPr>
              <a:t>LISS Booleans</a:t>
            </a:r>
            <a:r>
              <a:rPr lang="en-US" sz="1400">
                <a:latin typeface="Arial"/>
                <a:ea typeface="Verdana"/>
                <a:cs typeface="Arial"/>
              </a:rPr>
              <a:t>.</a:t>
            </a:r>
            <a:endParaRPr lang="en-US" sz="1400" b="1">
              <a:solidFill>
                <a:schemeClr val="accent1"/>
              </a:solidFill>
              <a:latin typeface="Arial"/>
              <a:ea typeface="Verdana"/>
              <a:cs typeface="Arial"/>
            </a:endParaRPr>
          </a:p>
          <a:p>
            <a:pPr marL="0" indent="0">
              <a:buNone/>
            </a:pPr>
            <a:endParaRPr lang="en-US" sz="1800" b="1">
              <a:latin typeface="Arial"/>
              <a:ea typeface="Verdana"/>
              <a:cs typeface="Arial"/>
            </a:endParaRPr>
          </a:p>
          <a:p>
            <a:endParaRPr lang="en-US" sz="1800" b="1">
              <a:latin typeface="Arial"/>
              <a:ea typeface="Verdana"/>
              <a:cs typeface="Arial"/>
            </a:endParaRPr>
          </a:p>
          <a:p>
            <a:endParaRPr lang="en-US" sz="1800" b="1">
              <a:latin typeface="Arial"/>
              <a:ea typeface="Verdana"/>
              <a:cs typeface="Arial"/>
            </a:endParaRPr>
          </a:p>
          <a:p>
            <a:endParaRPr lang="en-US" sz="1800" b="1">
              <a:latin typeface="Arial"/>
              <a:ea typeface="Verdana"/>
              <a:cs typeface="Arial"/>
            </a:endParaRPr>
          </a:p>
        </p:txBody>
      </p:sp>
      <p:sp>
        <p:nvSpPr>
          <p:cNvPr id="2" name="Title 67">
            <a:extLst>
              <a:ext uri="{FF2B5EF4-FFF2-40B4-BE49-F238E27FC236}">
                <a16:creationId xmlns:a16="http://schemas.microsoft.com/office/drawing/2014/main" id="{2ACDF19F-5FF3-AAED-673E-54D1610FACB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List subset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27725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Numbered </a:t>
            </a:r>
            <a:r>
              <a:rPr lang="en-GB">
                <a:solidFill>
                  <a:srgbClr val="FFFFFF"/>
                </a:solidFill>
              </a:rPr>
              <a:t>list updates</a:t>
            </a:r>
            <a:endPar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 name="Content Placeholder 2">
            <a:extLst>
              <a:ext uri="{FF2B5EF4-FFF2-40B4-BE49-F238E27FC236}">
                <a16:creationId xmlns:a16="http://schemas.microsoft.com/office/drawing/2014/main" id="{861ADD24-A4D8-7AF1-AA02-0D0A36FD1444}"/>
              </a:ext>
            </a:extLst>
          </p:cNvPr>
          <p:cNvSpPr txBox="1">
            <a:spLocks/>
          </p:cNvSpPr>
          <p:nvPr/>
        </p:nvSpPr>
        <p:spPr>
          <a:xfrm>
            <a:off x="615102" y="1492512"/>
            <a:ext cx="5085307" cy="3949429"/>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rgbClr val="FF721C"/>
                </a:solidFill>
                <a:latin typeface="Arial"/>
                <a:ea typeface="Verdana"/>
                <a:cs typeface="Arial"/>
              </a:rPr>
              <a:t>Create numbered list members, if empty (the numbers will be dependent on the customers)</a:t>
            </a:r>
          </a:p>
          <a:p>
            <a:pPr marL="0" indent="0">
              <a:buNone/>
            </a:pPr>
            <a:endParaRPr lang="en-US" sz="1800" b="1">
              <a:solidFill>
                <a:srgbClr val="FF721C"/>
              </a:solidFill>
              <a:latin typeface="Arial"/>
              <a:ea typeface="Verdana"/>
              <a:cs typeface="Arial"/>
            </a:endParaRPr>
          </a:p>
          <a:p>
            <a:pPr marL="514350" lvl="1" indent="0">
              <a:buNone/>
            </a:pPr>
            <a:r>
              <a:rPr lang="en-US" sz="1400" b="1" dirty="0">
                <a:latin typeface="Arial"/>
                <a:ea typeface="Verdana"/>
                <a:cs typeface="Arial"/>
              </a:rPr>
              <a:t>All Tiers List:</a:t>
            </a:r>
          </a:p>
          <a:p>
            <a:pPr marL="800100" lvl="1" indent="-285750"/>
            <a:endParaRPr lang="en-US" sz="1400">
              <a:latin typeface="Arial"/>
              <a:ea typeface="Verdana"/>
              <a:cs typeface="Arial"/>
            </a:endParaRPr>
          </a:p>
          <a:p>
            <a:pPr marL="800100" lvl="1" indent="-285750"/>
            <a:r>
              <a:rPr lang="en-US" sz="1400" dirty="0">
                <a:latin typeface="Arial"/>
                <a:ea typeface="Verdana"/>
                <a:cs typeface="Arial"/>
              </a:rPr>
              <a:t>Account Revenue Tiers</a:t>
            </a:r>
          </a:p>
          <a:p>
            <a:pPr marL="800100" lvl="1" indent="-285750"/>
            <a:r>
              <a:rPr lang="en-US" sz="1400" dirty="0">
                <a:latin typeface="Arial"/>
                <a:ea typeface="Verdana"/>
                <a:cs typeface="Arial"/>
              </a:rPr>
              <a:t>ARR Tiers</a:t>
            </a:r>
          </a:p>
          <a:p>
            <a:pPr marL="800100" lvl="1" indent="-285750"/>
            <a:r>
              <a:rPr lang="en-US" sz="1400" dirty="0">
                <a:latin typeface="Arial"/>
                <a:ea typeface="Verdana"/>
                <a:cs typeface="Arial"/>
              </a:rPr>
              <a:t>Wallet Size Tiers</a:t>
            </a:r>
          </a:p>
          <a:p>
            <a:pPr marL="800100" lvl="1" indent="-285750"/>
            <a:r>
              <a:rPr lang="en-US" sz="1400" dirty="0">
                <a:latin typeface="Arial"/>
                <a:ea typeface="Verdana"/>
                <a:cs typeface="Arial"/>
              </a:rPr>
              <a:t>Wallet Penetration Tiers</a:t>
            </a:r>
          </a:p>
          <a:p>
            <a:pPr marL="800100" lvl="1" indent="-285750"/>
            <a:r>
              <a:rPr lang="en-US" sz="1400" dirty="0">
                <a:latin typeface="Arial"/>
                <a:ea typeface="Verdana"/>
                <a:cs typeface="Arial"/>
              </a:rPr>
              <a:t>Employee Count Tiers</a:t>
            </a:r>
          </a:p>
          <a:p>
            <a:pPr marL="800100" lvl="1" indent="-285750"/>
            <a:r>
              <a:rPr lang="en-US" sz="1400" dirty="0">
                <a:latin typeface="Arial"/>
                <a:ea typeface="Verdana"/>
                <a:cs typeface="Arial"/>
              </a:rPr>
              <a:t>Country Tiers</a:t>
            </a:r>
          </a:p>
          <a:p>
            <a:pPr marL="800100" lvl="1" indent="-285750"/>
            <a:r>
              <a:rPr lang="en-US" sz="1400" dirty="0">
                <a:latin typeface="Arial"/>
                <a:ea typeface="Verdana"/>
                <a:cs typeface="Arial"/>
              </a:rPr>
              <a:t>Customer Profile</a:t>
            </a:r>
          </a:p>
          <a:p>
            <a:pPr marL="800100" lvl="1" indent="-285750"/>
            <a:r>
              <a:rPr lang="en-US" sz="1400" dirty="0">
                <a:latin typeface="Arial"/>
                <a:ea typeface="Verdana"/>
                <a:cs typeface="Arial"/>
              </a:rPr>
              <a:t>other new tier lists created</a:t>
            </a:r>
          </a:p>
          <a:p>
            <a:pPr marL="800100" lvl="1" indent="-285750"/>
            <a:endParaRPr lang="en-US" sz="1400">
              <a:latin typeface="Arial"/>
              <a:ea typeface="Verdana"/>
              <a:cs typeface="Arial"/>
            </a:endParaRPr>
          </a:p>
          <a:p>
            <a:pPr marL="800100" lvl="1" indent="-285750"/>
            <a:endParaRPr lang="en-US" sz="1600">
              <a:latin typeface="Arial"/>
              <a:ea typeface="Verdana"/>
              <a:cs typeface="Arial"/>
            </a:endParaRPr>
          </a:p>
        </p:txBody>
      </p:sp>
      <p:sp>
        <p:nvSpPr>
          <p:cNvPr id="5" name="Content Placeholder 2">
            <a:extLst>
              <a:ext uri="{FF2B5EF4-FFF2-40B4-BE49-F238E27FC236}">
                <a16:creationId xmlns:a16="http://schemas.microsoft.com/office/drawing/2014/main" id="{7B03BD92-C2C1-9FD4-1D0D-CB752C50EDAB}"/>
              </a:ext>
            </a:extLst>
          </p:cNvPr>
          <p:cNvSpPr txBox="1">
            <a:spLocks/>
          </p:cNvSpPr>
          <p:nvPr/>
        </p:nvSpPr>
        <p:spPr>
          <a:xfrm>
            <a:off x="6404225" y="2479185"/>
            <a:ext cx="4696199" cy="2962756"/>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0">
              <a:buNone/>
            </a:pPr>
            <a:r>
              <a:rPr lang="en-US" sz="1400" b="1">
                <a:latin typeface="Arial"/>
                <a:ea typeface="Verdana"/>
                <a:cs typeface="Arial"/>
              </a:rPr>
              <a:t>Rule-Based Assignment List:</a:t>
            </a:r>
          </a:p>
          <a:p>
            <a:pPr marL="514350" lvl="1" indent="0">
              <a:buNone/>
            </a:pPr>
            <a:endParaRPr lang="en-US" sz="1400">
              <a:latin typeface="Arial"/>
              <a:ea typeface="Verdana"/>
              <a:cs typeface="Arial"/>
            </a:endParaRPr>
          </a:p>
          <a:p>
            <a:pPr marL="800100" lvl="1" indent="-285750"/>
            <a:r>
              <a:rPr lang="en-US" sz="1400">
                <a:latin typeface="Arial"/>
                <a:ea typeface="Verdana"/>
                <a:cs typeface="Arial"/>
              </a:rPr>
              <a:t>Non-ICP Rule</a:t>
            </a:r>
          </a:p>
          <a:p>
            <a:pPr marL="800100" lvl="1" indent="-285750"/>
            <a:r>
              <a:rPr lang="en-US" sz="1400">
                <a:latin typeface="Arial"/>
                <a:ea typeface="Verdana"/>
                <a:cs typeface="Arial"/>
              </a:rPr>
              <a:t>Segment Assignment Rule</a:t>
            </a:r>
          </a:p>
          <a:p>
            <a:pPr marL="800100" lvl="1" indent="-285750"/>
            <a:r>
              <a:rPr lang="en-US" sz="1400">
                <a:latin typeface="Arial"/>
                <a:ea typeface="Verdana"/>
                <a:cs typeface="Arial"/>
              </a:rPr>
              <a:t>Shadow Segment Assignment Rule</a:t>
            </a:r>
          </a:p>
          <a:p>
            <a:pPr marL="800100" lvl="1" indent="-285750"/>
            <a:r>
              <a:rPr lang="en-US" sz="1400">
                <a:latin typeface="Arial"/>
                <a:ea typeface="Verdana"/>
                <a:cs typeface="Arial"/>
              </a:rPr>
              <a:t>Planning Hierarchy Rule</a:t>
            </a:r>
          </a:p>
          <a:p>
            <a:pPr marL="800100" lvl="1" indent="-285750"/>
            <a:r>
              <a:rPr lang="en-US" sz="1400">
                <a:latin typeface="Arial"/>
                <a:ea typeface="Verdana"/>
                <a:cs typeface="Arial"/>
              </a:rPr>
              <a:t>Shadow Planning Hierarchy Rule</a:t>
            </a:r>
          </a:p>
          <a:p>
            <a:pPr marL="800100" lvl="1" indent="-285750"/>
            <a:endParaRPr lang="en-US" sz="1600">
              <a:latin typeface="Arial"/>
              <a:ea typeface="Verdana"/>
              <a:cs typeface="Arial"/>
            </a:endParaRPr>
          </a:p>
          <a:p>
            <a:pPr marL="800100" lvl="1" indent="-285750"/>
            <a:endParaRPr lang="en-US" sz="1400">
              <a:latin typeface="Arial"/>
              <a:ea typeface="Verdana"/>
              <a:cs typeface="Arial"/>
            </a:endParaRPr>
          </a:p>
          <a:p>
            <a:pPr marL="800100" lvl="1" indent="-285750"/>
            <a:endParaRPr lang="en-US" sz="1600">
              <a:latin typeface="Arial"/>
              <a:ea typeface="Verdana"/>
              <a:cs typeface="Arial"/>
            </a:endParaRPr>
          </a:p>
        </p:txBody>
      </p:sp>
    </p:spTree>
    <p:extLst>
      <p:ext uri="{BB962C8B-B14F-4D97-AF65-F5344CB8AC3E}">
        <p14:creationId xmlns:p14="http://schemas.microsoft.com/office/powerpoint/2010/main" val="110270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3F91-34B5-55ED-AF6A-17E2543217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B641D9-88C7-7E6A-2C6C-43EDC187FC1A}"/>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Module &amp; line item updates</a:t>
            </a:r>
            <a:endParaRPr lang="en-US" sz="4200"/>
          </a:p>
        </p:txBody>
      </p:sp>
      <p:sp>
        <p:nvSpPr>
          <p:cNvPr id="3" name="Text Placeholder 2">
            <a:extLst>
              <a:ext uri="{FF2B5EF4-FFF2-40B4-BE49-F238E27FC236}">
                <a16:creationId xmlns:a16="http://schemas.microsoft.com/office/drawing/2014/main" id="{5C98D24C-45F1-19C7-0300-28D4C7286CC7}"/>
              </a:ext>
            </a:extLst>
          </p:cNvPr>
          <p:cNvSpPr>
            <a:spLocks noGrp="1"/>
          </p:cNvSpPr>
          <p:nvPr>
            <p:ph type="body" sz="quarter" idx="11"/>
          </p:nvPr>
        </p:nvSpPr>
        <p:spPr>
          <a:xfrm>
            <a:off x="4485133" y="2810363"/>
            <a:ext cx="6601856" cy="509871"/>
          </a:xfrm>
        </p:spPr>
        <p:txBody>
          <a:bodyPr lIns="0" tIns="45720" rIns="91440" bIns="45720" anchor="t"/>
          <a:lstStyle/>
          <a:p>
            <a:r>
              <a:rPr lang="en-US">
                <a:solidFill>
                  <a:schemeClr val="accent1"/>
                </a:solidFill>
                <a:latin typeface="Arial"/>
                <a:cs typeface="Arial"/>
              </a:rPr>
              <a:t>Section 4</a:t>
            </a:r>
            <a:endParaRPr lang="en-US">
              <a:solidFill>
                <a:schemeClr val="accent1"/>
              </a:solidFill>
            </a:endParaRPr>
          </a:p>
        </p:txBody>
      </p:sp>
    </p:spTree>
    <p:extLst>
      <p:ext uri="{BB962C8B-B14F-4D97-AF65-F5344CB8AC3E}">
        <p14:creationId xmlns:p14="http://schemas.microsoft.com/office/powerpoint/2010/main" val="386034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Time </a:t>
            </a:r>
            <a:r>
              <a:rPr lang="en-GB">
                <a:solidFill>
                  <a:srgbClr val="FFFFFF"/>
                </a:solidFill>
              </a:rPr>
              <a:t>p</a:t>
            </a:r>
            <a:r>
              <a:rPr kumimoji="0" lang="en-GB" sz="240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eriod</a:t>
            </a: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a:t>
            </a:r>
            <a:r>
              <a:rPr lang="en-GB">
                <a:solidFill>
                  <a:srgbClr val="FFFFFF"/>
                </a:solidFill>
              </a:rPr>
              <a:t>updates</a:t>
            </a:r>
            <a:endPar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2" y="1429968"/>
            <a:ext cx="4024992" cy="146887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Adjust the generated model calendar to match customer requirements. </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Check </a:t>
            </a:r>
            <a:r>
              <a:rPr kumimoji="0" lang="en-US" sz="1400" b="1" i="0" u="none" strike="noStrike" kern="1200" cap="none" spc="0" normalizeH="0" baseline="0" noProof="0">
                <a:ln>
                  <a:noFill/>
                </a:ln>
                <a:solidFill>
                  <a:schemeClr val="accent1"/>
                </a:solidFill>
                <a:effectLst/>
                <a:uLnTx/>
                <a:uFillTx/>
                <a:latin typeface="Arial"/>
                <a:ea typeface="Verdana"/>
                <a:cs typeface="Arial"/>
              </a:rPr>
              <a:t>Total of All Periods</a:t>
            </a:r>
          </a:p>
        </p:txBody>
      </p:sp>
      <p:sp>
        <p:nvSpPr>
          <p:cNvPr id="6" name="Content Placeholder 2">
            <a:extLst>
              <a:ext uri="{FF2B5EF4-FFF2-40B4-BE49-F238E27FC236}">
                <a16:creationId xmlns:a16="http://schemas.microsoft.com/office/drawing/2014/main" id="{C0EDD56D-C358-B53D-9371-55385934B33B}"/>
              </a:ext>
            </a:extLst>
          </p:cNvPr>
          <p:cNvSpPr txBox="1">
            <a:spLocks/>
          </p:cNvSpPr>
          <p:nvPr/>
        </p:nvSpPr>
        <p:spPr>
          <a:xfrm>
            <a:off x="5700409" y="1437594"/>
            <a:ext cx="5476672" cy="1675258"/>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buNone/>
              <a:defRPr/>
            </a:pPr>
            <a:r>
              <a:rPr lang="en-US" sz="1400">
                <a:solidFill>
                  <a:schemeClr val="tx1"/>
                </a:solidFill>
                <a:latin typeface="Arial"/>
                <a:ea typeface="Verdana"/>
                <a:cs typeface="Arial"/>
              </a:rPr>
              <a:t>Fill out the formula for these line items:</a:t>
            </a:r>
          </a:p>
          <a:p>
            <a:pPr marL="0" lvl="0" indent="0">
              <a:buNone/>
              <a:defRPr/>
            </a:pPr>
            <a:endParaRPr lang="en-US" sz="1400">
              <a:solidFill>
                <a:schemeClr val="accent1"/>
              </a:solidFill>
              <a:latin typeface="Arial"/>
              <a:ea typeface="Verdana"/>
              <a:cs typeface="Arial"/>
            </a:endParaRPr>
          </a:p>
          <a:p>
            <a:pPr marL="232410" lvl="0" indent="-232410">
              <a:defRPr/>
            </a:pPr>
            <a:r>
              <a:rPr lang="en-US" sz="1400" b="1">
                <a:solidFill>
                  <a:schemeClr val="accent1"/>
                </a:solidFill>
                <a:latin typeface="Arial"/>
                <a:ea typeface="Verdana"/>
                <a:cs typeface="Arial"/>
              </a:rPr>
              <a:t>First Time Month in Model</a:t>
            </a:r>
          </a:p>
          <a:p>
            <a:pPr marL="232410" lvl="0" indent="-232410">
              <a:defRPr/>
            </a:pPr>
            <a:r>
              <a:rPr lang="en-US" sz="1400" b="1">
                <a:solidFill>
                  <a:schemeClr val="accent1"/>
                </a:solidFill>
                <a:latin typeface="Arial"/>
                <a:ea typeface="Verdana"/>
                <a:cs typeface="Arial"/>
              </a:rPr>
              <a:t>Last Time Month in Model</a:t>
            </a:r>
          </a:p>
          <a:p>
            <a:pPr marL="0" lvl="0" indent="0">
              <a:buNone/>
              <a:defRPr/>
            </a:pPr>
            <a:endParaRPr lang="en-US" sz="1400" b="1">
              <a:solidFill>
                <a:schemeClr val="tx1"/>
              </a:solidFill>
              <a:latin typeface="Arial"/>
              <a:ea typeface="Verdana"/>
              <a:cs typeface="Arial"/>
            </a:endParaRPr>
          </a:p>
          <a:p>
            <a:pPr marL="0" lvl="0" indent="0">
              <a:buNone/>
              <a:defRPr/>
            </a:pPr>
            <a:r>
              <a:rPr lang="en-US" sz="1400" dirty="0">
                <a:solidFill>
                  <a:schemeClr val="tx1"/>
                </a:solidFill>
                <a:latin typeface="Arial"/>
                <a:ea typeface="Verdana"/>
                <a:cs typeface="Arial"/>
              </a:rPr>
              <a:t>The formula can't be filled in without Time settings including </a:t>
            </a:r>
            <a:r>
              <a:rPr lang="en-US" sz="1400" b="1" dirty="0">
                <a:solidFill>
                  <a:schemeClr val="tx1"/>
                </a:solidFill>
                <a:latin typeface="Arial"/>
                <a:ea typeface="Verdana"/>
                <a:cs typeface="Arial"/>
              </a:rPr>
              <a:t>Total of All Periods</a:t>
            </a:r>
            <a:r>
              <a:rPr lang="en-US" sz="1400" b="1" dirty="0">
                <a:solidFill>
                  <a:schemeClr val="accent1"/>
                </a:solidFill>
                <a:latin typeface="Arial"/>
                <a:ea typeface="Verdana"/>
                <a:cs typeface="Arial"/>
              </a:rPr>
              <a:t>.</a:t>
            </a:r>
            <a:endParaRPr lang="en-US" sz="900" dirty="0">
              <a:solidFill>
                <a:schemeClr val="tx1"/>
              </a:solidFill>
              <a:latin typeface="Arial"/>
              <a:ea typeface="Verdana"/>
              <a:cs typeface="Arial"/>
            </a:endParaRPr>
          </a:p>
          <a:p>
            <a:pPr marL="0" lvl="0" indent="0">
              <a:buNone/>
              <a:defRPr/>
            </a:pPr>
            <a:r>
              <a:rPr lang="en-US" sz="900">
                <a:solidFill>
                  <a:schemeClr val="tx1"/>
                </a:solidFill>
                <a:latin typeface="Arial"/>
                <a:ea typeface="Verdana"/>
                <a:cs typeface="Arial"/>
              </a:rPr>
              <a:t>(SPT-1517)</a:t>
            </a:r>
          </a:p>
          <a:p>
            <a:pPr marL="232410" lvl="0" indent="-232410">
              <a:defRPr/>
            </a:pPr>
            <a:endParaRPr lang="en-US" sz="1400">
              <a:solidFill>
                <a:schemeClr val="tx1"/>
              </a:solidFill>
              <a:latin typeface="Arial"/>
              <a:ea typeface="Verdana"/>
              <a:cs typeface="Arial"/>
            </a:endParaRPr>
          </a:p>
          <a:p>
            <a:pPr marL="232410" lvl="0" indent="-232410">
              <a:defRPr/>
            </a:pPr>
            <a:endParaRPr lang="en-US" sz="1400">
              <a:solidFill>
                <a:schemeClr val="tx1"/>
              </a:solidFill>
              <a:latin typeface="Arial"/>
              <a:ea typeface="Verdana"/>
              <a:cs typeface="Arial"/>
            </a:endParaRPr>
          </a:p>
        </p:txBody>
      </p:sp>
      <p:pic>
        <p:nvPicPr>
          <p:cNvPr id="2" name="Picture 1" descr="A screenshot of a calendar&#10;&#10;AI-generated content may be incorrect.">
            <a:extLst>
              <a:ext uri="{FF2B5EF4-FFF2-40B4-BE49-F238E27FC236}">
                <a16:creationId xmlns:a16="http://schemas.microsoft.com/office/drawing/2014/main" id="{60A3AF86-185E-D390-0633-63FE63C3AF4E}"/>
              </a:ext>
            </a:extLst>
          </p:cNvPr>
          <p:cNvPicPr>
            <a:picLocks noChangeAspect="1"/>
          </p:cNvPicPr>
          <p:nvPr/>
        </p:nvPicPr>
        <p:blipFill>
          <a:blip r:embed="rId2"/>
          <a:stretch>
            <a:fillRect/>
          </a:stretch>
        </p:blipFill>
        <p:spPr>
          <a:xfrm>
            <a:off x="646482" y="2994673"/>
            <a:ext cx="3839060" cy="3204073"/>
          </a:xfrm>
          <a:prstGeom prst="roundRect">
            <a:avLst>
              <a:gd name="adj" fmla="val 3916"/>
            </a:avLst>
          </a:prstGeom>
        </p:spPr>
      </p:pic>
      <p:pic>
        <p:nvPicPr>
          <p:cNvPr id="4" name="Picture 3" descr="A screenshot of a computer&#10;&#10;AI-generated content may be incorrect.">
            <a:extLst>
              <a:ext uri="{FF2B5EF4-FFF2-40B4-BE49-F238E27FC236}">
                <a16:creationId xmlns:a16="http://schemas.microsoft.com/office/drawing/2014/main" id="{ACF7F024-6D0C-7440-408F-82EB39E275F4}"/>
              </a:ext>
            </a:extLst>
          </p:cNvPr>
          <p:cNvPicPr>
            <a:picLocks noChangeAspect="1"/>
          </p:cNvPicPr>
          <p:nvPr/>
        </p:nvPicPr>
        <p:blipFill>
          <a:blip r:embed="rId3"/>
          <a:stretch>
            <a:fillRect/>
          </a:stretch>
        </p:blipFill>
        <p:spPr>
          <a:xfrm>
            <a:off x="4827109" y="3599441"/>
            <a:ext cx="6689635" cy="1994535"/>
          </a:xfrm>
          <a:prstGeom prst="roundRect">
            <a:avLst>
              <a:gd name="adj" fmla="val 4474"/>
            </a:avLst>
          </a:prstGeom>
        </p:spPr>
      </p:pic>
    </p:spTree>
    <p:extLst>
      <p:ext uri="{BB962C8B-B14F-4D97-AF65-F5344CB8AC3E}">
        <p14:creationId xmlns:p14="http://schemas.microsoft.com/office/powerpoint/2010/main" val="2215646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General modules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2" y="1429967"/>
            <a:ext cx="4191886"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indent="-232410">
              <a:defRPr/>
            </a:pPr>
            <a:r>
              <a:rPr kumimoji="0" lang="en-US" sz="1400" i="0" u="none" strike="noStrike" kern="1200" cap="none" spc="0" normalizeH="0" baseline="0" noProof="0" dirty="0">
                <a:ln>
                  <a:noFill/>
                </a:ln>
                <a:solidFill>
                  <a:schemeClr val="tx1"/>
                </a:solidFill>
                <a:effectLst/>
                <a:uLnTx/>
                <a:uFillTx/>
                <a:latin typeface="Arial"/>
                <a:ea typeface="Verdana"/>
                <a:cs typeface="Arial"/>
              </a:rPr>
              <a:t>Fi</a:t>
            </a:r>
            <a:r>
              <a:rPr lang="en-US" sz="1400" dirty="0">
                <a:solidFill>
                  <a:schemeClr val="tx1"/>
                </a:solidFill>
                <a:latin typeface="Arial"/>
                <a:ea typeface="Verdana"/>
                <a:cs typeface="Arial"/>
              </a:rPr>
              <a:t>ll out </a:t>
            </a:r>
            <a:r>
              <a:rPr lang="en-US" sz="1400" b="1" dirty="0">
                <a:solidFill>
                  <a:schemeClr val="tx1"/>
                </a:solidFill>
                <a:latin typeface="Arial"/>
                <a:ea typeface="Verdana"/>
                <a:cs typeface="Arial"/>
              </a:rPr>
              <a:t>SYS: Lookup module</a:t>
            </a:r>
            <a:endParaRPr lang="en-US" sz="1400" b="1" dirty="0">
              <a:solidFill>
                <a:schemeClr val="tx1"/>
              </a:solidFill>
            </a:endParaRPr>
          </a:p>
          <a:p>
            <a:pPr marL="232410" indent="-232410">
              <a:defRPr/>
            </a:pPr>
            <a:r>
              <a:rPr lang="en-US" sz="1400" dirty="0">
                <a:solidFill>
                  <a:schemeClr val="tx1"/>
                </a:solidFill>
                <a:latin typeface="Arial"/>
                <a:ea typeface="Verdana"/>
                <a:cs typeface="Arial"/>
              </a:rPr>
              <a:t>Fill out SYS: Today Date</a:t>
            </a:r>
          </a:p>
          <a:p>
            <a:pPr marL="232410" indent="-232410">
              <a:defRPr/>
            </a:pPr>
            <a:r>
              <a:rPr lang="en-US" sz="1400" dirty="0">
                <a:solidFill>
                  <a:schemeClr val="tx1"/>
                </a:solidFill>
                <a:latin typeface="Arial"/>
                <a:ea typeface="Verdana"/>
                <a:cs typeface="Arial"/>
              </a:rPr>
              <a:t>Populate SYS: Map 1 by States</a:t>
            </a:r>
            <a:endParaRPr lang="en-US" dirty="0">
              <a:solidFill>
                <a:schemeClr val="tx1"/>
              </a:solidFill>
            </a:endParaRPr>
          </a:p>
          <a:p>
            <a:pPr marL="232410" indent="-232410">
              <a:defRPr/>
            </a:pPr>
            <a:r>
              <a:rPr lang="en-US" sz="1400" dirty="0">
                <a:solidFill>
                  <a:schemeClr val="tx1"/>
                </a:solidFill>
                <a:latin typeface="Arial"/>
                <a:ea typeface="Verdana"/>
                <a:cs typeface="Arial"/>
              </a:rPr>
              <a:t>Populate SYS: Map 3 by Country</a:t>
            </a:r>
            <a:endParaRPr lang="en-US" dirty="0">
              <a:solidFill>
                <a:schemeClr val="tx1"/>
              </a:solidFill>
            </a:endParaRPr>
          </a:p>
          <a:p>
            <a:pPr marL="232410" indent="-232410">
              <a:defRPr/>
            </a:pPr>
            <a:r>
              <a:rPr lang="en-US" sz="1400">
                <a:solidFill>
                  <a:schemeClr val="tx1"/>
                </a:solidFill>
                <a:latin typeface="Arial"/>
                <a:ea typeface="Verdana"/>
                <a:cs typeface="Arial"/>
              </a:rPr>
              <a:t>Fill in links in SYS Images (if needed)</a:t>
            </a:r>
            <a:endParaRPr lang="en-US">
              <a:solidFill>
                <a:schemeClr val="tx1"/>
              </a:solidFil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US" sz="1400" b="1" dirty="0">
                <a:solidFill>
                  <a:schemeClr val="tx1"/>
                </a:solidFill>
                <a:latin typeface="Arial"/>
                <a:ea typeface="Verdana"/>
                <a:cs typeface="Arial"/>
              </a:rPr>
              <a:t>INP: Tier List </a:t>
            </a:r>
            <a:r>
              <a:rPr lang="en-US" sz="1400" dirty="0">
                <a:solidFill>
                  <a:schemeClr val="tx1"/>
                </a:solidFill>
                <a:latin typeface="Arial"/>
                <a:ea typeface="Verdana"/>
                <a:cs typeface="Arial"/>
              </a:rPr>
              <a:t>manag</a:t>
            </a:r>
            <a:r>
              <a:rPr kumimoji="0" lang="en-US" sz="1400" b="0" i="0" u="none" strike="noStrike" kern="1200" cap="none" spc="0" normalizeH="0" baseline="0" noProof="0" dirty="0">
                <a:ln>
                  <a:noFill/>
                </a:ln>
                <a:solidFill>
                  <a:schemeClr val="tx1"/>
                </a:solidFill>
                <a:effectLst/>
                <a:uLnTx/>
                <a:uFillTx/>
                <a:latin typeface="Arial"/>
                <a:ea typeface="Verdana"/>
                <a:cs typeface="Arial"/>
              </a:rPr>
              <a:t>ement, </a:t>
            </a:r>
            <a:endParaRPr lang="en-US" sz="1400" b="0" i="0" u="none" strike="noStrike" kern="1200" cap="none" spc="0" normalizeH="0" baseline="0" noProof="0" dirty="0">
              <a:ln>
                <a:noFill/>
              </a:ln>
              <a:solidFill>
                <a:schemeClr val="tx1"/>
              </a:solidFill>
              <a:effectLst/>
              <a:uLnTx/>
              <a:uFillTx/>
              <a:latin typeface="Arial"/>
              <a:ea typeface="Verdana"/>
              <a:cs typeface="Arial"/>
            </a:endParaRPr>
          </a:p>
          <a:p>
            <a:pPr marL="842010" marR="0" lvl="1" indent="-232410" algn="l" defTabSz="1219170" rtl="0" eaLnBrk="1" fontAlgn="auto" latinLnBrk="0" hangingPunct="1">
              <a:lnSpc>
                <a:spcPct val="100000"/>
              </a:lnSpc>
              <a:spcBef>
                <a:spcPct val="20000"/>
              </a:spcBef>
              <a:spcAft>
                <a:spcPts val="0"/>
              </a:spcAft>
              <a:buClrTx/>
              <a:buSzTx/>
              <a:buFont typeface="Courier New,monospace" panose="020B0604020202020204" pitchFamily="34" charset="0"/>
              <a:buChar char="o"/>
              <a:tabLst/>
              <a:defRPr/>
            </a:pPr>
            <a:r>
              <a:rPr kumimoji="0" lang="en-US" sz="1400" b="0" i="0" u="none" strike="noStrike" kern="1200" cap="none" spc="0" normalizeH="0" baseline="0" noProof="0" dirty="0">
                <a:ln>
                  <a:noFill/>
                </a:ln>
                <a:solidFill>
                  <a:schemeClr val="tx1"/>
                </a:solidFill>
                <a:effectLst/>
                <a:uLnTx/>
                <a:uFillTx/>
                <a:latin typeface="Arial"/>
                <a:ea typeface="Verdana"/>
                <a:cs typeface="Arial"/>
              </a:rPr>
              <a:t>Make the last member's name </a:t>
            </a:r>
            <a:r>
              <a:rPr kumimoji="0" lang="en-US" sz="1400" b="1" i="0" u="none" strike="noStrike" kern="1200" cap="none" spc="0" normalizeH="0" baseline="0" noProof="0" dirty="0">
                <a:ln>
                  <a:noFill/>
                </a:ln>
                <a:solidFill>
                  <a:schemeClr val="tx1"/>
                </a:solidFill>
                <a:effectLst/>
                <a:uLnTx/>
                <a:uFillTx/>
                <a:latin typeface="Arial"/>
                <a:ea typeface="Verdana"/>
                <a:cs typeface="Arial"/>
              </a:rPr>
              <a:t>Country Tiers Unassigned</a:t>
            </a:r>
            <a:endParaRPr lang="en-US" sz="1400" b="1" i="0" u="none" strike="noStrike" kern="1200" cap="none" spc="0" normalizeH="0" baseline="0" noProof="0" dirty="0">
              <a:ln>
                <a:noFill/>
              </a:ln>
              <a:solidFill>
                <a:schemeClr val="tx1"/>
              </a:solidFill>
              <a:effectLst/>
              <a:uLnTx/>
              <a:uFillTx/>
              <a:latin typeface="Arial"/>
              <a:ea typeface="Verdana"/>
              <a:cs typeface="Arial"/>
            </a:endParaRPr>
          </a:p>
        </p:txBody>
      </p:sp>
      <p:sp>
        <p:nvSpPr>
          <p:cNvPr id="6" name="Content Placeholder 2">
            <a:extLst>
              <a:ext uri="{FF2B5EF4-FFF2-40B4-BE49-F238E27FC236}">
                <a16:creationId xmlns:a16="http://schemas.microsoft.com/office/drawing/2014/main" id="{C0EDD56D-C358-B53D-9371-55385934B33B}"/>
              </a:ext>
            </a:extLst>
          </p:cNvPr>
          <p:cNvSpPr txBox="1">
            <a:spLocks/>
          </p:cNvSpPr>
          <p:nvPr/>
        </p:nvSpPr>
        <p:spPr>
          <a:xfrm>
            <a:off x="5048655" y="1437593"/>
            <a:ext cx="6128426" cy="5420407"/>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ea typeface="Verdana"/>
              </a:rPr>
              <a:t>Subset auto sums may not be correct; check all subset downstream references</a:t>
            </a:r>
            <a:endParaRPr kumimoji="0" lang="en-US" sz="1600" b="1" i="0" u="none" strike="noStrike" kern="1200" cap="none" spc="0" normalizeH="0" baseline="0" noProof="0">
              <a:ln>
                <a:noFill/>
              </a:ln>
              <a:solidFill>
                <a:schemeClr val="tx1"/>
              </a:solidFill>
              <a:effectLst/>
              <a:uLnTx/>
              <a:uFillTx/>
            </a:endParaRPr>
          </a:p>
          <a:p>
            <a:pPr marL="842010" marR="0" lvl="1"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Account Type and Opportunity Record Type</a:t>
            </a:r>
            <a:br>
              <a:rPr kumimoji="0" lang="en-US" sz="1600" b="0" i="0" u="none" strike="noStrike" kern="1200" cap="none" spc="0" normalizeH="0" baseline="0" noProof="0">
                <a:ln>
                  <a:noFill/>
                </a:ln>
                <a:solidFill>
                  <a:schemeClr val="tx1"/>
                </a:solidFill>
                <a:effectLst/>
                <a:uLnTx/>
                <a:uFillTx/>
                <a:ea typeface="Verdana"/>
                <a:cs typeface="Arial" panose="020B0604020202020204" pitchFamily="34" charset="0"/>
              </a:rPr>
            </a:br>
            <a:endParaRPr kumimoji="0" lang="en-US" sz="1600" b="0" i="0" u="none" strike="noStrike" kern="1200" cap="none" spc="0" normalizeH="0" baseline="0" noProof="0">
              <a:ln>
                <a:noFill/>
              </a:ln>
              <a:solidFill>
                <a:schemeClr val="tx1"/>
              </a:solidFill>
              <a:effectLst/>
              <a:uLnTx/>
              <a:uFillTx/>
              <a:cs typeface="Arial" panose="020B0604020202020204" pitchFamily="34" charset="0"/>
            </a:endParaRPr>
          </a:p>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accent1"/>
                </a:solidFill>
                <a:effectLst/>
                <a:uLnTx/>
                <a:uFillTx/>
                <a:ea typeface="Verdana"/>
              </a:rPr>
              <a:t>Optional</a:t>
            </a:r>
            <a:r>
              <a:rPr kumimoji="0" lang="en-US" sz="1600" b="1" i="0" u="none" strike="noStrike" kern="1200" cap="none" spc="0" normalizeH="0" baseline="0" noProof="0">
                <a:ln>
                  <a:noFill/>
                </a:ln>
                <a:solidFill>
                  <a:schemeClr val="tx1"/>
                </a:solidFill>
                <a:effectLst/>
                <a:uLnTx/>
                <a:uFillTx/>
                <a:ea typeface="Verdana"/>
              </a:rPr>
              <a:t>:</a:t>
            </a:r>
          </a:p>
          <a:p>
            <a:pPr marL="895350" lvl="1" indent="-285750"/>
            <a:r>
              <a:rPr lang="en-US" sz="1400">
                <a:solidFill>
                  <a:schemeClr val="tx1"/>
                </a:solidFill>
                <a:ea typeface="Verdana"/>
                <a:cs typeface="Arial" panose="020B0604020202020204" pitchFamily="34" charset="0"/>
              </a:rPr>
              <a:t>In case two data sources don't line up perfectly, </a:t>
            </a:r>
            <a:r>
              <a:rPr lang="en-US" sz="1400">
                <a:solidFill>
                  <a:schemeClr val="tx2"/>
                </a:solidFill>
                <a:ea typeface="Verdana"/>
                <a:cs typeface="Arial" panose="020B0604020202020204" pitchFamily="34" charset="0"/>
              </a:rPr>
              <a:t>c</a:t>
            </a:r>
            <a:r>
              <a:rPr kumimoji="0" lang="en-US" sz="1400" b="0" i="0" u="none" strike="noStrike" kern="1200" cap="none" spc="0" normalizeH="0" baseline="0" noProof="0" err="1">
                <a:ln>
                  <a:noFill/>
                </a:ln>
                <a:solidFill>
                  <a:schemeClr val="tx2"/>
                </a:solidFill>
                <a:effectLst/>
                <a:uLnTx/>
                <a:uFillTx/>
                <a:ea typeface="Verdana"/>
                <a:cs typeface="Arial" panose="020B0604020202020204" pitchFamily="34" charset="0"/>
              </a:rPr>
              <a:t>hange</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1" i="0" u="none" strike="noStrike" kern="1200" cap="none" spc="0" normalizeH="0" baseline="0" noProof="0">
                <a:ln>
                  <a:noFill/>
                </a:ln>
                <a:solidFill>
                  <a:srgbClr val="FF721C"/>
                </a:solidFill>
                <a:effectLst/>
                <a:uLnTx/>
                <a:uFillTx/>
                <a:ea typeface="Verdana"/>
                <a:cs typeface="Arial" panose="020B0604020202020204" pitchFamily="34" charset="0"/>
              </a:rPr>
              <a:t>Total Amount</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in </a:t>
            </a:r>
            <a:r>
              <a:rPr kumimoji="0" lang="en-US" sz="1400" b="1" i="0" u="none" strike="noStrike" kern="1200" cap="none" spc="0" normalizeH="0" baseline="0" noProof="0">
                <a:ln>
                  <a:noFill/>
                </a:ln>
                <a:solidFill>
                  <a:schemeClr val="tx1"/>
                </a:solidFill>
                <a:effectLst/>
                <a:uLnTx/>
                <a:uFillTx/>
                <a:ea typeface="Verdana"/>
                <a:cs typeface="Arial" panose="020B0604020202020204" pitchFamily="34" charset="0"/>
              </a:rPr>
              <a:t>DAT by Order</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 to be a formula, equal to </a:t>
            </a:r>
            <a:r>
              <a:rPr kumimoji="0" lang="en-US" sz="1400" b="1" i="0" u="none" strike="noStrike" kern="1200" cap="none" spc="0" normalizeH="0" baseline="0" noProof="0">
                <a:ln>
                  <a:noFill/>
                </a:ln>
                <a:solidFill>
                  <a:schemeClr val="tx1"/>
                </a:solidFill>
                <a:effectLst/>
                <a:uLnTx/>
                <a:uFillTx/>
                <a:ea typeface="Verdana"/>
                <a:cs typeface="Arial" panose="020B0604020202020204" pitchFamily="34" charset="0"/>
              </a:rPr>
              <a:t>Amount </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in </a:t>
            </a:r>
            <a:r>
              <a:rPr kumimoji="0" lang="en-US" sz="1400" b="1" i="0" u="none" strike="noStrike" kern="1200" cap="none" spc="0" normalizeH="0" baseline="0" noProof="0">
                <a:ln>
                  <a:noFill/>
                </a:ln>
                <a:solidFill>
                  <a:schemeClr val="tx1"/>
                </a:solidFill>
                <a:effectLst/>
                <a:uLnTx/>
                <a:uFillTx/>
                <a:ea typeface="Verdana"/>
                <a:cs typeface="Arial" panose="020B0604020202020204" pitchFamily="34" charset="0"/>
              </a:rPr>
              <a:t>DAT by Order Details</a:t>
            </a:r>
            <a:endParaRPr kumimoji="0" lang="en-US" sz="1400" b="1" i="0" u="none" strike="noStrike" kern="1200" cap="none" spc="0" normalizeH="0" baseline="0" noProof="0">
              <a:ln>
                <a:noFill/>
              </a:ln>
              <a:solidFill>
                <a:schemeClr val="tx1"/>
              </a:solidFill>
              <a:effectLst/>
              <a:uLnTx/>
              <a:uFillTx/>
              <a:cs typeface="Arial" panose="020B0604020202020204" pitchFamily="34" charset="0"/>
            </a:endParaRPr>
          </a:p>
          <a:p>
            <a:pPr marL="895350" lvl="1" indent="-285750">
              <a:defRPr/>
            </a:pPr>
            <a:r>
              <a:rPr lang="en-US" sz="1400">
                <a:solidFill>
                  <a:schemeClr val="tx1"/>
                </a:solidFill>
                <a:ea typeface="Verdana"/>
                <a:cs typeface="Arial" panose="020B0604020202020204" pitchFamily="34" charset="0"/>
              </a:rPr>
              <a:t>For just </a:t>
            </a:r>
            <a:r>
              <a:rPr lang="en-US" sz="1400" b="1">
                <a:solidFill>
                  <a:srgbClr val="FF721C"/>
                </a:solidFill>
                <a:ea typeface="Verdana"/>
                <a:cs typeface="Arial" panose="020B0604020202020204" pitchFamily="34" charset="0"/>
              </a:rPr>
              <a:t>Country, Geography Flat</a:t>
            </a:r>
            <a:r>
              <a:rPr lang="en-US" sz="1400">
                <a:solidFill>
                  <a:schemeClr val="tx1"/>
                </a:solidFill>
                <a:ea typeface="Verdana"/>
                <a:cs typeface="Arial" panose="020B0604020202020204" pitchFamily="34" charset="0"/>
              </a:rPr>
              <a:t>, add a last member, No Data, and code as No Data</a:t>
            </a:r>
          </a:p>
          <a:p>
            <a:pPr marL="895350" lvl="1" indent="-285750"/>
            <a:r>
              <a:rPr lang="en-US" sz="1400">
                <a:solidFill>
                  <a:schemeClr val="tx1"/>
                </a:solidFill>
                <a:ea typeface="Verdana"/>
                <a:cs typeface="Arial" panose="020B0604020202020204" pitchFamily="34" charset="0"/>
              </a:rPr>
              <a:t>To address missing data in State date, c</a:t>
            </a:r>
            <a:r>
              <a:rPr kumimoji="0" lang="en-US" sz="1400" b="0" i="0" u="none" strike="noStrike" kern="1200" cap="none" spc="0" normalizeH="0" baseline="0" noProof="0" err="1">
                <a:ln>
                  <a:noFill/>
                </a:ln>
                <a:solidFill>
                  <a:schemeClr val="tx2"/>
                </a:solidFill>
                <a:effectLst/>
                <a:uLnTx/>
                <a:uFillTx/>
                <a:ea typeface="Verdana"/>
                <a:cs typeface="Arial" panose="020B0604020202020204" pitchFamily="34" charset="0"/>
              </a:rPr>
              <a:t>hange</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1" i="0" u="none" strike="noStrike" kern="1200" cap="none" spc="0" normalizeH="0" baseline="0" noProof="0">
                <a:ln>
                  <a:noFill/>
                </a:ln>
                <a:solidFill>
                  <a:srgbClr val="FF721C"/>
                </a:solidFill>
                <a:effectLst/>
                <a:uLnTx/>
                <a:uFillTx/>
                <a:ea typeface="Verdana"/>
                <a:cs typeface="Arial" panose="020B0604020202020204" pitchFamily="34" charset="0"/>
              </a:rPr>
              <a:t>Country</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in </a:t>
            </a:r>
            <a:r>
              <a:rPr kumimoji="0" lang="en-US" sz="1400" b="1" i="0" u="none" strike="noStrike" kern="1200" cap="none" spc="0" normalizeH="0" baseline="0" noProof="0">
                <a:ln>
                  <a:noFill/>
                </a:ln>
                <a:solidFill>
                  <a:schemeClr val="tx1"/>
                </a:solidFill>
                <a:effectLst/>
                <a:uLnTx/>
                <a:uFillTx/>
                <a:ea typeface="Verdana"/>
                <a:cs typeface="Arial" panose="020B0604020202020204" pitchFamily="34" charset="0"/>
              </a:rPr>
              <a:t>SYS by Account Flat </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to be </a:t>
            </a:r>
            <a:r>
              <a:rPr kumimoji="0" lang="en-US" sz="140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If </a:t>
            </a:r>
            <a:r>
              <a:rPr kumimoji="0" lang="en-US" sz="1400" i="0" u="none" strike="noStrike" kern="1200" cap="none" spc="0" normalizeH="0" baseline="0" noProof="0" err="1">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isblank</a:t>
            </a:r>
            <a:r>
              <a:rPr kumimoji="0" lang="en-US" sz="140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(State) then </a:t>
            </a:r>
            <a:r>
              <a:rPr kumimoji="0" lang="en-US" sz="1400" i="0" u="none" strike="noStrike" kern="1200" cap="none" spc="0" normalizeH="0" baseline="0" noProof="0" err="1">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Country.'Country</a:t>
            </a:r>
            <a:r>
              <a:rPr kumimoji="0" lang="en-US" sz="140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 – No Data’</a:t>
            </a:r>
            <a:endParaRPr kumimoji="0" lang="en-US" sz="1400" i="0" u="none" strike="noStrike" kern="1200" cap="none" spc="0" normalizeH="0" baseline="0" noProof="0">
              <a:ln>
                <a:noFill/>
              </a:ln>
              <a:solidFill>
                <a:schemeClr val="tx1"/>
              </a:solidFill>
              <a:effectLst/>
              <a:highlight>
                <a:srgbClr val="808080"/>
              </a:highlight>
              <a:uLnTx/>
              <a:uFillTx/>
              <a:latin typeface="Consolas" panose="020B0609020204030204" pitchFamily="49" charset="0"/>
              <a:cs typeface="Consolas" panose="020B0609020204030204" pitchFamily="49" charset="0"/>
            </a:endParaRPr>
          </a:p>
          <a:p>
            <a:pPr marL="842010" lvl="1" indent="-232410">
              <a:buFont typeface="Arial" panose="020B0604020202020204" pitchFamily="34" charset="0"/>
              <a:buChar char="•"/>
              <a:defRPr/>
            </a:pPr>
            <a:r>
              <a:rPr lang="en-US" sz="1400">
                <a:solidFill>
                  <a:schemeClr val="tx1"/>
                </a:solidFill>
                <a:latin typeface="Consolas" panose="020B0609020204030204" pitchFamily="49" charset="0"/>
                <a:ea typeface="Verdana"/>
                <a:cs typeface="Consolas" panose="020B0609020204030204" pitchFamily="49" charset="0"/>
              </a:rPr>
              <a:t>T</a:t>
            </a:r>
            <a:r>
              <a:rPr lang="en-US" sz="1400">
                <a:solidFill>
                  <a:schemeClr val="tx1"/>
                </a:solidFill>
                <a:ea typeface="Verdana"/>
                <a:cs typeface="Arial" panose="020B0604020202020204" pitchFamily="34" charset="0"/>
              </a:rPr>
              <a:t>o address missing data in State data, </a:t>
            </a:r>
            <a:r>
              <a:rPr kumimoji="0" lang="en-US" sz="1400" b="0" i="0" u="none" strike="noStrike" kern="1200" cap="none" spc="0" normalizeH="0" baseline="0" noProof="0">
                <a:ln>
                  <a:noFill/>
                </a:ln>
                <a:solidFill>
                  <a:schemeClr val="tx2"/>
                </a:solidFill>
                <a:effectLst/>
                <a:uLnTx/>
                <a:uFillTx/>
                <a:ea typeface="Verdana"/>
                <a:cs typeface="Arial" panose="020B0604020202020204" pitchFamily="34" charset="0"/>
              </a:rPr>
              <a:t>change</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1" i="0" u="none" strike="noStrike" kern="1200" cap="none" spc="0" normalizeH="0" baseline="0" noProof="0">
                <a:ln>
                  <a:noFill/>
                </a:ln>
                <a:solidFill>
                  <a:srgbClr val="FF721C"/>
                </a:solidFill>
                <a:effectLst/>
                <a:uLnTx/>
                <a:uFillTx/>
                <a:ea typeface="Verdana"/>
                <a:cs typeface="Arial" panose="020B0604020202020204" pitchFamily="34" charset="0"/>
              </a:rPr>
              <a:t>Country</a:t>
            </a:r>
            <a:r>
              <a:rPr kumimoji="0" lang="en-US" sz="1400" b="0" i="0" u="none" strike="noStrike" kern="1200" cap="none" spc="0" normalizeH="0" baseline="0" noProof="0">
                <a:ln>
                  <a:noFill/>
                </a:ln>
                <a:solidFill>
                  <a:srgbClr val="FF721C"/>
                </a:solidFill>
                <a:effectLst/>
                <a:uLnTx/>
                <a:uFillTx/>
                <a:ea typeface="Verdana"/>
                <a:cs typeface="Arial" panose="020B0604020202020204" pitchFamily="34" charset="0"/>
              </a:rPr>
              <a:t> </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in </a:t>
            </a:r>
            <a:r>
              <a:rPr kumimoji="0" lang="en-US" sz="1400" b="1" i="0" u="none" strike="noStrike" kern="1200" cap="none" spc="0" normalizeH="0" baseline="0" noProof="0">
                <a:ln>
                  <a:noFill/>
                </a:ln>
                <a:solidFill>
                  <a:schemeClr val="tx1"/>
                </a:solidFill>
                <a:effectLst/>
                <a:uLnTx/>
                <a:uFillTx/>
                <a:ea typeface="Verdana"/>
                <a:cs typeface="Arial" panose="020B0604020202020204" pitchFamily="34" charset="0"/>
              </a:rPr>
              <a:t>DAT by Order</a:t>
            </a:r>
            <a:r>
              <a:rPr kumimoji="0" lang="en-US" sz="1400" b="0" i="0" u="none" strike="noStrike" kern="1200" cap="none" spc="0" normalizeH="0" baseline="0" noProof="0">
                <a:ln>
                  <a:noFill/>
                </a:ln>
                <a:solidFill>
                  <a:schemeClr val="tx1"/>
                </a:solidFill>
                <a:effectLst/>
                <a:uLnTx/>
                <a:uFillTx/>
                <a:ea typeface="Verdana"/>
                <a:cs typeface="Arial" panose="020B0604020202020204" pitchFamily="34" charset="0"/>
              </a:rPr>
              <a:t> to be </a:t>
            </a:r>
            <a:r>
              <a:rPr kumimoji="0" lang="en-US" sz="1400" b="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If </a:t>
            </a:r>
            <a:r>
              <a:rPr kumimoji="0" lang="en-US" sz="1400" b="0" i="0" u="none" strike="noStrike" kern="1200" cap="none" spc="0" normalizeH="0" baseline="0" noProof="0" err="1">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isblank</a:t>
            </a:r>
            <a:r>
              <a:rPr kumimoji="0" lang="en-US" sz="1400" b="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(State) then </a:t>
            </a:r>
            <a:r>
              <a:rPr kumimoji="0" lang="en-US" sz="1400" b="0" i="0" u="none" strike="noStrike" kern="1200" cap="none" spc="0" normalizeH="0" baseline="0" noProof="0" err="1">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Country.'Country</a:t>
            </a:r>
            <a:r>
              <a:rPr kumimoji="0" lang="en-US" sz="1400" b="0" i="0" u="none" strike="noStrike" kern="1200" cap="none" spc="0" normalizeH="0" baseline="0" noProof="0">
                <a:ln>
                  <a:noFill/>
                </a:ln>
                <a:solidFill>
                  <a:schemeClr val="tx1"/>
                </a:solidFill>
                <a:effectLst/>
                <a:highlight>
                  <a:srgbClr val="808080"/>
                </a:highlight>
                <a:uLnTx/>
                <a:uFillTx/>
                <a:latin typeface="Consolas" panose="020B0609020204030204" pitchFamily="49" charset="0"/>
                <a:ea typeface="Verdana"/>
                <a:cs typeface="Consolas" panose="020B0609020204030204" pitchFamily="49" charset="0"/>
              </a:rPr>
              <a:t> – No Data'</a:t>
            </a:r>
            <a:endParaRPr kumimoji="0" lang="en-US" sz="1400" b="0" i="0" u="none" strike="noStrike" kern="1200" cap="none" spc="0" normalizeH="0" baseline="0" noProof="0">
              <a:ln>
                <a:noFill/>
              </a:ln>
              <a:solidFill>
                <a:schemeClr val="tx1"/>
              </a:solidFill>
              <a:effectLst/>
              <a:highlight>
                <a:srgbClr val="808080"/>
              </a:highlight>
              <a:uLnTx/>
              <a:uFillTx/>
              <a:ea typeface="Verdana"/>
              <a:cs typeface="Arial" panose="020B0604020202020204" pitchFamily="34" charset="0"/>
            </a:endParaRPr>
          </a:p>
        </p:txBody>
      </p:sp>
    </p:spTree>
    <p:extLst>
      <p:ext uri="{BB962C8B-B14F-4D97-AF65-F5344CB8AC3E}">
        <p14:creationId xmlns:p14="http://schemas.microsoft.com/office/powerpoint/2010/main" val="2738052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General modules updates</a:t>
            </a:r>
            <a:r>
              <a:rPr lang="en-GB" b="0">
                <a:solidFill>
                  <a:srgbClr val="FFFFFF"/>
                </a:solidFill>
              </a:rPr>
              <a:t> (cont.)</a:t>
            </a:r>
            <a:endParaRPr lang="en-GB" sz="4000" b="0">
              <a:solidFill>
                <a:srgbClr val="FFFFFF"/>
              </a:solidFill>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1" y="1136806"/>
            <a:ext cx="5085307" cy="146887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dirty="0">
                <a:ln>
                  <a:noFill/>
                </a:ln>
                <a:solidFill>
                  <a:schemeClr val="tx1"/>
                </a:solidFill>
                <a:effectLst/>
                <a:uLnTx/>
                <a:uFillTx/>
                <a:latin typeface="Arial"/>
                <a:ea typeface="Verdana"/>
                <a:cs typeface="Arial"/>
              </a:rPr>
              <a:t>OUT: </a:t>
            </a:r>
            <a:r>
              <a:rPr lang="en-US" sz="1600" b="1" dirty="0">
                <a:solidFill>
                  <a:schemeClr val="tx1"/>
                </a:solidFill>
                <a:latin typeface="Arial"/>
                <a:ea typeface="Verdana"/>
                <a:cs typeface="Arial"/>
              </a:rPr>
              <a:t>Movement</a:t>
            </a:r>
            <a:endParaRPr kumimoji="0" lang="en-US" sz="1600" b="1" i="0" u="none" strike="noStrike" kern="1200" cap="none" spc="0" normalizeH="0" baseline="0" noProof="0" dirty="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Arial"/>
                <a:ea typeface="Verdana"/>
                <a:cs typeface="Arial"/>
              </a:rPr>
              <a:t>Change the dimensions on these line items</a:t>
            </a:r>
            <a:endParaRPr lang="en-US" sz="1400" b="0" i="0" u="none" strike="noStrike" kern="1200" cap="none" spc="0" normalizeH="0" baseline="0" noProof="0" dirty="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2" name="Picture 1" descr="A screenshot of a computer&#10;&#10;AI-generated content may be incorrect.">
            <a:extLst>
              <a:ext uri="{FF2B5EF4-FFF2-40B4-BE49-F238E27FC236}">
                <a16:creationId xmlns:a16="http://schemas.microsoft.com/office/drawing/2014/main" id="{5BCCB8B9-A16A-BFBC-0C50-67C9AF676E70}"/>
              </a:ext>
            </a:extLst>
          </p:cNvPr>
          <p:cNvPicPr>
            <a:picLocks noChangeAspect="1"/>
          </p:cNvPicPr>
          <p:nvPr/>
        </p:nvPicPr>
        <p:blipFill>
          <a:blip r:embed="rId2"/>
          <a:stretch>
            <a:fillRect/>
          </a:stretch>
        </p:blipFill>
        <p:spPr>
          <a:xfrm>
            <a:off x="653964" y="2605682"/>
            <a:ext cx="10092888" cy="3734543"/>
          </a:xfrm>
          <a:prstGeom prst="roundRect">
            <a:avLst>
              <a:gd name="adj" fmla="val 2080"/>
            </a:avLst>
          </a:prstGeom>
        </p:spPr>
      </p:pic>
      <p:sp>
        <p:nvSpPr>
          <p:cNvPr id="5" name="Title 67">
            <a:extLst>
              <a:ext uri="{FF2B5EF4-FFF2-40B4-BE49-F238E27FC236}">
                <a16:creationId xmlns:a16="http://schemas.microsoft.com/office/drawing/2014/main" id="{4A96BD70-5E2E-7B02-862B-B29F087919D5}"/>
              </a:ext>
            </a:extLst>
          </p:cNvPr>
          <p:cNvSpPr txBox="1">
            <a:spLocks/>
          </p:cNvSpPr>
          <p:nvPr/>
        </p:nvSpPr>
        <p:spPr>
          <a:xfrm>
            <a:off x="767502" y="5452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endParaRPr lang="en-GB" sz="3200" b="0">
              <a:solidFill>
                <a:srgbClr val="FFFFFF"/>
              </a:solidFill>
            </a:endParaRPr>
          </a:p>
        </p:txBody>
      </p:sp>
    </p:spTree>
    <p:extLst>
      <p:ext uri="{BB962C8B-B14F-4D97-AF65-F5344CB8AC3E}">
        <p14:creationId xmlns:p14="http://schemas.microsoft.com/office/powerpoint/2010/main" val="149489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Wallet size modules updates</a:t>
            </a:r>
            <a:endParaRPr lang="en-GB" sz="3200" b="0">
              <a:solidFill>
                <a:srgbClr val="FFFFFF"/>
              </a:solidFill>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1" y="1429968"/>
            <a:ext cx="5085307" cy="146887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CAL: Wallet Override</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Check this line item's dimension and calculation</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5" name="Picture 4" descr="A screenshot of a computer&#10;&#10;AI-generated content may be incorrect.">
            <a:extLst>
              <a:ext uri="{FF2B5EF4-FFF2-40B4-BE49-F238E27FC236}">
                <a16:creationId xmlns:a16="http://schemas.microsoft.com/office/drawing/2014/main" id="{81AB500E-B064-87B3-1023-5E625FFDAFD2}"/>
              </a:ext>
            </a:extLst>
          </p:cNvPr>
          <p:cNvPicPr>
            <a:picLocks noChangeAspect="1"/>
          </p:cNvPicPr>
          <p:nvPr/>
        </p:nvPicPr>
        <p:blipFill>
          <a:blip r:embed="rId2"/>
          <a:stretch>
            <a:fillRect/>
          </a:stretch>
        </p:blipFill>
        <p:spPr>
          <a:xfrm>
            <a:off x="615101" y="2898844"/>
            <a:ext cx="10626108" cy="1896892"/>
          </a:xfrm>
          <a:prstGeom prst="roundRect">
            <a:avLst>
              <a:gd name="adj" fmla="val 5385"/>
            </a:avLst>
          </a:prstGeom>
        </p:spPr>
      </p:pic>
    </p:spTree>
    <p:extLst>
      <p:ext uri="{BB962C8B-B14F-4D97-AF65-F5344CB8AC3E}">
        <p14:creationId xmlns:p14="http://schemas.microsoft.com/office/powerpoint/2010/main" val="236673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Wallet size modules updates</a:t>
            </a:r>
            <a:r>
              <a:rPr lang="en-GB" b="0">
                <a:solidFill>
                  <a:srgbClr val="FFFFFF"/>
                </a:solidFill>
              </a:rPr>
              <a:t> (cont.)</a:t>
            </a:r>
            <a:endParaRPr lang="en-GB" sz="4800" b="0">
              <a:solidFill>
                <a:srgbClr val="FFFFFF"/>
              </a:solidFill>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1" y="1136806"/>
            <a:ext cx="9063920" cy="110055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OUT: Final Wallet Size</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Make sure all the DCAs are assigned correctly</a:t>
            </a:r>
          </a:p>
        </p:txBody>
      </p:sp>
      <p:pic>
        <p:nvPicPr>
          <p:cNvPr id="6" name="Picture 5" descr="A screenshot of a computer&#10;&#10;AI-generated content may be incorrect.">
            <a:extLst>
              <a:ext uri="{FF2B5EF4-FFF2-40B4-BE49-F238E27FC236}">
                <a16:creationId xmlns:a16="http://schemas.microsoft.com/office/drawing/2014/main" id="{FA922789-9DA9-F92D-85CE-0CA6AD6E777F}"/>
              </a:ext>
            </a:extLst>
          </p:cNvPr>
          <p:cNvPicPr>
            <a:picLocks noChangeAspect="1"/>
          </p:cNvPicPr>
          <p:nvPr/>
        </p:nvPicPr>
        <p:blipFill>
          <a:blip r:embed="rId2"/>
          <a:stretch>
            <a:fillRect/>
          </a:stretch>
        </p:blipFill>
        <p:spPr>
          <a:xfrm>
            <a:off x="2427209" y="2529908"/>
            <a:ext cx="7337581" cy="3892192"/>
          </a:xfrm>
          <a:prstGeom prst="roundRect">
            <a:avLst>
              <a:gd name="adj" fmla="val 2171"/>
            </a:avLst>
          </a:prstGeom>
        </p:spPr>
      </p:pic>
    </p:spTree>
    <p:extLst>
      <p:ext uri="{BB962C8B-B14F-4D97-AF65-F5344CB8AC3E}">
        <p14:creationId xmlns:p14="http://schemas.microsoft.com/office/powerpoint/2010/main" val="63210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Firmographics modules updates</a:t>
            </a:r>
            <a:endParaRPr lang="en-GB" sz="4800" b="0">
              <a:solidFill>
                <a:srgbClr val="FFFFFF"/>
              </a:solidFill>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1" y="1136806"/>
            <a:ext cx="9063920" cy="146887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OUT: Included Firmographics Summary</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Check subsidiary view dimensions. Those subsidiary views should remove </a:t>
            </a:r>
            <a:r>
              <a:rPr kumimoji="0" lang="en-US" sz="1400" b="1" i="0" u="none" strike="noStrike" kern="1200" cap="none" spc="0" normalizeH="0" baseline="0" noProof="0">
                <a:ln>
                  <a:noFill/>
                </a:ln>
                <a:solidFill>
                  <a:schemeClr val="tx1"/>
                </a:solidFill>
                <a:effectLst/>
                <a:uLnTx/>
                <a:uFillTx/>
                <a:latin typeface="Arial"/>
                <a:ea typeface="Verdana"/>
                <a:cs typeface="Arial"/>
              </a:rPr>
              <a:t>Scenario</a:t>
            </a:r>
            <a:r>
              <a:rPr kumimoji="0" lang="en-US" sz="1400" b="0" i="0" u="none" strike="noStrike" kern="1200" cap="none" spc="0" normalizeH="0" baseline="0" noProof="0">
                <a:ln>
                  <a:noFill/>
                </a:ln>
                <a:solidFill>
                  <a:schemeClr val="tx1"/>
                </a:solidFill>
                <a:effectLst/>
                <a:uLnTx/>
                <a:uFillTx/>
                <a:latin typeface="Arial"/>
                <a:ea typeface="Verdana"/>
                <a:cs typeface="Arial"/>
              </a:rPr>
              <a:t> and </a:t>
            </a:r>
            <a:r>
              <a:rPr kumimoji="0" lang="en-US" sz="1400" b="1" i="0" u="none" strike="noStrike" kern="1200" cap="none" spc="0" normalizeH="0" baseline="0" noProof="0">
                <a:ln>
                  <a:noFill/>
                </a:ln>
                <a:solidFill>
                  <a:schemeClr val="tx1"/>
                </a:solidFill>
                <a:effectLst/>
                <a:uLnTx/>
                <a:uFillTx/>
                <a:latin typeface="Arial"/>
                <a:ea typeface="Verdana"/>
                <a:cs typeface="Arial"/>
              </a:rPr>
              <a:t>Product</a:t>
            </a:r>
            <a:r>
              <a:rPr kumimoji="0" lang="en-US" sz="1400" b="0" i="0" u="none" strike="noStrike" kern="1200" cap="none" spc="0" normalizeH="0" baseline="0" noProof="0">
                <a:ln>
                  <a:noFill/>
                </a:ln>
                <a:solidFill>
                  <a:schemeClr val="tx1"/>
                </a:solidFill>
                <a:effectLst/>
                <a:uLnTx/>
                <a:uFillTx/>
                <a:latin typeface="Arial"/>
                <a:ea typeface="Verdana"/>
                <a:cs typeface="Arial"/>
              </a:rPr>
              <a:t> dimensions, as they are account level data calculations.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4" name="Content Placeholder 3" descr="A screenshot of a computer&#10;&#10;AI-generated content may be incorrect.">
            <a:extLst>
              <a:ext uri="{FF2B5EF4-FFF2-40B4-BE49-F238E27FC236}">
                <a16:creationId xmlns:a16="http://schemas.microsoft.com/office/drawing/2014/main" id="{EF5F98E1-FA36-525B-E60A-FB920C1E06CE}"/>
              </a:ext>
            </a:extLst>
          </p:cNvPr>
          <p:cNvPicPr>
            <a:picLocks noGrp="1" noChangeAspect="1"/>
          </p:cNvPicPr>
          <p:nvPr>
            <p:ph idx="1"/>
          </p:nvPr>
        </p:nvPicPr>
        <p:blipFill>
          <a:blip r:embed="rId2"/>
          <a:stretch>
            <a:fillRect/>
          </a:stretch>
        </p:blipFill>
        <p:spPr>
          <a:xfrm>
            <a:off x="615101" y="2605682"/>
            <a:ext cx="10491127" cy="3746310"/>
          </a:xfrm>
          <a:prstGeom prst="roundRect">
            <a:avLst>
              <a:gd name="adj" fmla="val 2645"/>
            </a:avLst>
          </a:prstGeom>
        </p:spPr>
      </p:pic>
    </p:spTree>
    <p:extLst>
      <p:ext uri="{BB962C8B-B14F-4D97-AF65-F5344CB8AC3E}">
        <p14:creationId xmlns:p14="http://schemas.microsoft.com/office/powerpoint/2010/main" val="63703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Firmographics modules updates</a:t>
            </a:r>
            <a:r>
              <a:rPr lang="en-GB" b="0">
                <a:solidFill>
                  <a:srgbClr val="FFFFFF"/>
                </a:solidFill>
              </a:rPr>
              <a:t> (cont.)</a:t>
            </a:r>
            <a:endParaRPr lang="en-GB" sz="4800" b="0">
              <a:solidFill>
                <a:srgbClr val="FFFFFF"/>
              </a:solidFill>
            </a:endParaRPr>
          </a:p>
        </p:txBody>
      </p:sp>
      <p:sp>
        <p:nvSpPr>
          <p:cNvPr id="3" name="Content Placeholder 2">
            <a:extLst>
              <a:ext uri="{FF2B5EF4-FFF2-40B4-BE49-F238E27FC236}">
                <a16:creationId xmlns:a16="http://schemas.microsoft.com/office/drawing/2014/main" id="{9F22236F-CE4D-2B17-010A-C69A921CF6B6}"/>
              </a:ext>
            </a:extLst>
          </p:cNvPr>
          <p:cNvSpPr txBox="1">
            <a:spLocks/>
          </p:cNvSpPr>
          <p:nvPr/>
        </p:nvSpPr>
        <p:spPr>
          <a:xfrm>
            <a:off x="615101" y="1136806"/>
            <a:ext cx="7468584" cy="146887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OUT: Included Firmographics Summary</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Wallet-Revenue Base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Change to subsidiary view that makes sense to the customer. This is used to calculate the Conditional Forecasting on </a:t>
            </a:r>
            <a:r>
              <a:rPr kumimoji="0" lang="en-US" sz="1400" b="1" i="0" u="none" strike="noStrike" kern="1200" cap="none" spc="0" normalizeH="0" baseline="0" noProof="0">
                <a:ln>
                  <a:noFill/>
                </a:ln>
                <a:solidFill>
                  <a:schemeClr val="accent1"/>
                </a:solidFill>
                <a:effectLst/>
                <a:uLnTx/>
                <a:uFillTx/>
                <a:latin typeface="Arial"/>
                <a:ea typeface="Verdana"/>
                <a:cs typeface="Arial"/>
              </a:rPr>
              <a:t>3.1.1</a:t>
            </a:r>
            <a:r>
              <a:rPr kumimoji="0" lang="en-US" sz="1400" b="0" i="0" u="none" strike="noStrike" kern="1200" cap="none" spc="0" normalizeH="0" baseline="0" noProof="0">
                <a:ln>
                  <a:noFill/>
                </a:ln>
                <a:solidFill>
                  <a:schemeClr val="tx1"/>
                </a:solidFill>
                <a:effectLst/>
                <a:uLnTx/>
                <a:uFillTx/>
                <a:latin typeface="Arial"/>
                <a:ea typeface="Verdana"/>
                <a:cs typeface="Arial"/>
              </a:rPr>
              <a:t> </a:t>
            </a:r>
            <a:r>
              <a:rPr kumimoji="0" lang="en-US" sz="1400" b="0" i="0" u="none" strike="noStrike" kern="1200" cap="none" spc="0" normalizeH="0" baseline="0" noProof="0">
                <a:ln>
                  <a:noFill/>
                </a:ln>
                <a:solidFill>
                  <a:schemeClr val="accent1"/>
                </a:solidFill>
                <a:effectLst/>
                <a:uLnTx/>
                <a:uFillTx/>
                <a:latin typeface="Arial"/>
                <a:ea typeface="Verdana"/>
                <a:cs typeface="Arial"/>
              </a:rPr>
              <a:t>page</a:t>
            </a:r>
            <a:r>
              <a:rPr kumimoji="0" lang="en-US" sz="1400" b="0" i="0" u="none" strike="noStrike" kern="1200" cap="none" spc="0" normalizeH="0" baseline="0" noProof="0">
                <a:ln>
                  <a:noFill/>
                </a:ln>
                <a:solidFill>
                  <a:schemeClr val="tx1"/>
                </a:solidFill>
                <a:effectLst/>
                <a:uLnTx/>
                <a:uFillTx/>
                <a:latin typeface="Arial"/>
                <a:ea typeface="Verdana"/>
                <a:cs typeface="Arial"/>
              </a:rPr>
              <a:t>. </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The conditional formatting creates the heap map to view the concentration. So, depending on what base the customer wants to see the wallet concentration in, remove that dimension from those line items. For example, if the customer wants to compare the data against the whole industry value, then remove Industry as the dimension in the "Applies To".</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a:t>
            </a:r>
            <a:r>
              <a:rPr kumimoji="0" lang="en-US" sz="1400" b="1" i="0" u="none" strike="noStrike" kern="1200" cap="none" spc="0" normalizeH="0" baseline="0" noProof="0">
                <a:ln>
                  <a:noFill/>
                </a:ln>
                <a:solidFill>
                  <a:schemeClr val="accent1"/>
                </a:solidFill>
                <a:effectLst/>
                <a:uLnTx/>
                <a:uFillTx/>
                <a:latin typeface="Arial"/>
                <a:ea typeface="Verdana"/>
                <a:cs typeface="Arial"/>
              </a:rPr>
              <a:t>Wallet-Employee Count Base </a:t>
            </a:r>
            <a:r>
              <a:rPr kumimoji="0" lang="en-US" sz="1400" b="0" i="0" u="none" strike="noStrike" kern="1200" cap="none" spc="0" normalizeH="0" baseline="0" noProof="0">
                <a:ln>
                  <a:noFill/>
                </a:ln>
                <a:solidFill>
                  <a:schemeClr val="tx1"/>
                </a:solidFill>
                <a:effectLst/>
                <a:uLnTx/>
                <a:uFillTx/>
                <a:latin typeface="Arial"/>
                <a:ea typeface="Verdana"/>
                <a:cs typeface="Arial"/>
              </a:rPr>
              <a:t>(same as above)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a:t>
            </a:r>
            <a:r>
              <a:rPr kumimoji="0" lang="en-US" sz="1400" b="1" i="0" u="none" strike="noStrike" kern="1200" cap="none" spc="0" normalizeH="0" baseline="0" noProof="0">
                <a:ln>
                  <a:noFill/>
                </a:ln>
                <a:solidFill>
                  <a:schemeClr val="accent1"/>
                </a:solidFill>
                <a:effectLst/>
                <a:uLnTx/>
                <a:uFillTx/>
                <a:latin typeface="Arial"/>
                <a:ea typeface="Verdana"/>
                <a:cs typeface="Arial"/>
              </a:rPr>
              <a:t>Wallet-OPEX Base </a:t>
            </a:r>
            <a:r>
              <a:rPr kumimoji="0" lang="en-US" sz="1400" b="0" i="0" u="none" strike="noStrike" kern="1200" cap="none" spc="0" normalizeH="0" baseline="0" noProof="0">
                <a:ln>
                  <a:noFill/>
                </a:ln>
                <a:solidFill>
                  <a:schemeClr val="tx1"/>
                </a:solidFill>
                <a:effectLst/>
                <a:uLnTx/>
                <a:uFillTx/>
                <a:latin typeface="Arial"/>
                <a:ea typeface="Verdana"/>
                <a:cs typeface="Arial"/>
              </a:rPr>
              <a:t>(same as above)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6" name="Content Placeholder 4" descr="A screenshot of a computer&#10;&#10;AI-generated content may be incorrect.">
            <a:extLst>
              <a:ext uri="{FF2B5EF4-FFF2-40B4-BE49-F238E27FC236}">
                <a16:creationId xmlns:a16="http://schemas.microsoft.com/office/drawing/2014/main" id="{07C6C281-875B-F38B-31CE-B2D8B3BF698C}"/>
              </a:ext>
            </a:extLst>
          </p:cNvPr>
          <p:cNvPicPr>
            <a:picLocks noGrp="1" noChangeAspect="1"/>
          </p:cNvPicPr>
          <p:nvPr>
            <p:ph idx="1"/>
          </p:nvPr>
        </p:nvPicPr>
        <p:blipFill>
          <a:blip r:embed="rId2"/>
          <a:stretch>
            <a:fillRect/>
          </a:stretch>
        </p:blipFill>
        <p:spPr>
          <a:xfrm>
            <a:off x="615101" y="4184223"/>
            <a:ext cx="7170933" cy="2324077"/>
          </a:xfrm>
          <a:prstGeom prst="roundRect">
            <a:avLst>
              <a:gd name="adj" fmla="val 2017"/>
            </a:avLst>
          </a:prstGeom>
        </p:spPr>
      </p:pic>
      <p:pic>
        <p:nvPicPr>
          <p:cNvPr id="7" name="Picture 6" descr="A screenshot of a computer screen&#10;&#10;AI-generated content may be incorrect.">
            <a:extLst>
              <a:ext uri="{FF2B5EF4-FFF2-40B4-BE49-F238E27FC236}">
                <a16:creationId xmlns:a16="http://schemas.microsoft.com/office/drawing/2014/main" id="{81E863D8-BBD2-57C4-0810-0FE06059ED83}"/>
              </a:ext>
            </a:extLst>
          </p:cNvPr>
          <p:cNvPicPr>
            <a:picLocks noChangeAspect="1"/>
          </p:cNvPicPr>
          <p:nvPr/>
        </p:nvPicPr>
        <p:blipFill>
          <a:blip r:embed="rId3"/>
          <a:stretch>
            <a:fillRect/>
          </a:stretch>
        </p:blipFill>
        <p:spPr>
          <a:xfrm>
            <a:off x="8524483" y="2065797"/>
            <a:ext cx="2917208" cy="2952938"/>
          </a:xfrm>
          <a:prstGeom prst="roundRect">
            <a:avLst>
              <a:gd name="adj" fmla="val 1661"/>
            </a:avLst>
          </a:prstGeom>
        </p:spPr>
      </p:pic>
    </p:spTree>
    <p:extLst>
      <p:ext uri="{BB962C8B-B14F-4D97-AF65-F5344CB8AC3E}">
        <p14:creationId xmlns:p14="http://schemas.microsoft.com/office/powerpoint/2010/main" val="95601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53867FC-EBE9-4935-E151-E40228FAA9A0}"/>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App pages updates</a:t>
            </a:r>
            <a:endParaRPr lang="en-US" sz="4200"/>
          </a:p>
        </p:txBody>
      </p:sp>
      <p:sp>
        <p:nvSpPr>
          <p:cNvPr id="3" name="Text Placeholder 2">
            <a:extLst>
              <a:ext uri="{FF2B5EF4-FFF2-40B4-BE49-F238E27FC236}">
                <a16:creationId xmlns:a16="http://schemas.microsoft.com/office/drawing/2014/main" id="{D6A85951-B0AC-7CC2-8A6E-20A55964B2D4}"/>
              </a:ext>
            </a:extLst>
          </p:cNvPr>
          <p:cNvSpPr>
            <a:spLocks noGrp="1"/>
          </p:cNvSpPr>
          <p:nvPr>
            <p:ph type="body" sz="quarter" idx="11"/>
          </p:nvPr>
        </p:nvSpPr>
        <p:spPr>
          <a:xfrm>
            <a:off x="4395133" y="2690363"/>
            <a:ext cx="6601856" cy="509871"/>
          </a:xfrm>
        </p:spPr>
        <p:txBody>
          <a:bodyPr lIns="0" tIns="45720" rIns="91440" bIns="45720" anchor="t"/>
          <a:lstStyle/>
          <a:p>
            <a:r>
              <a:rPr lang="en-US">
                <a:solidFill>
                  <a:schemeClr val="accent1"/>
                </a:solidFill>
                <a:latin typeface="Arial"/>
                <a:cs typeface="Arial"/>
              </a:rPr>
              <a:t>Section 5</a:t>
            </a:r>
            <a:endParaRPr lang="en-US">
              <a:solidFill>
                <a:schemeClr val="accent1"/>
              </a:solidFill>
            </a:endParaRPr>
          </a:p>
        </p:txBody>
      </p:sp>
    </p:spTree>
    <p:extLst>
      <p:ext uri="{BB962C8B-B14F-4D97-AF65-F5344CB8AC3E}">
        <p14:creationId xmlns:p14="http://schemas.microsoft.com/office/powerpoint/2010/main" val="559666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Wallet Size page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358702"/>
            <a:ext cx="4191886"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accent1"/>
                </a:solidFill>
                <a:effectLst/>
                <a:uLnTx/>
                <a:uFillTx/>
                <a:latin typeface="Arial"/>
                <a:ea typeface="Verdana"/>
                <a:cs typeface="Arial"/>
              </a:rPr>
              <a:t>Section 03. Wallet Size </a:t>
            </a:r>
            <a:r>
              <a:rPr kumimoji="0" lang="en-US" sz="1600" b="1" i="0" u="none" strike="noStrike" kern="1200" cap="none" spc="0" normalizeH="0" baseline="0" noProof="0">
                <a:ln>
                  <a:noFill/>
                </a:ln>
                <a:solidFill>
                  <a:schemeClr val="tx1"/>
                </a:solidFill>
                <a:effectLst/>
                <a:uLnTx/>
                <a:uFillTx/>
                <a:latin typeface="Arial"/>
                <a:ea typeface="Verdana"/>
                <a:cs typeface="Arial"/>
              </a:rPr>
              <a:t>is built for the large data volume customers (with accounts records over 1M, although it might be lower, depending on your customer). </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The difference of this section versus the regular Section 03 is this section has the shadow input modules applied. So, all the inputs are not live with the down-steam calculation. It will require an action to import the inputs from shadow input module to actual input module.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Having shadow input modules is designed to help with model performance.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
        <p:nvSpPr>
          <p:cNvPr id="4" name="Content Placeholder 2">
            <a:extLst>
              <a:ext uri="{FF2B5EF4-FFF2-40B4-BE49-F238E27FC236}">
                <a16:creationId xmlns:a16="http://schemas.microsoft.com/office/drawing/2014/main" id="{54BCF6B3-12BD-3B5E-ECFC-7C609EA258D1}"/>
              </a:ext>
            </a:extLst>
          </p:cNvPr>
          <p:cNvSpPr txBox="1">
            <a:spLocks/>
          </p:cNvSpPr>
          <p:nvPr/>
        </p:nvSpPr>
        <p:spPr>
          <a:xfrm>
            <a:off x="5685967" y="1358702"/>
            <a:ext cx="4997758"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accent1"/>
                </a:solidFill>
                <a:effectLst/>
                <a:uLnTx/>
                <a:uFillTx/>
                <a:latin typeface="Arial"/>
                <a:ea typeface="Verdana"/>
                <a:cs typeface="Arial"/>
              </a:rPr>
              <a:t>Action needed:​</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If your customer size is not big enough and doesn't need to use those shadow modules, remove the entire section​</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If your customer will benefit from this performance workaround, then replace the dashboard in 03. Wallet Size and Remaining Wallet Size with those dashboards instead.​</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You can keep them during the implementation and remove the at the end of the implementation process.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5" name="Picture 4" descr="A screenshot of a phone&#10;&#10;AI-generated content may be incorrect.">
            <a:extLst>
              <a:ext uri="{FF2B5EF4-FFF2-40B4-BE49-F238E27FC236}">
                <a16:creationId xmlns:a16="http://schemas.microsoft.com/office/drawing/2014/main" id="{F9479DC9-2825-F4F3-D8F2-857F8E291123}"/>
              </a:ext>
            </a:extLst>
          </p:cNvPr>
          <p:cNvPicPr>
            <a:picLocks noChangeAspect="1"/>
          </p:cNvPicPr>
          <p:nvPr/>
        </p:nvPicPr>
        <p:blipFill>
          <a:blip r:embed="rId2"/>
          <a:stretch>
            <a:fillRect/>
          </a:stretch>
        </p:blipFill>
        <p:spPr>
          <a:xfrm>
            <a:off x="5936133" y="4387582"/>
            <a:ext cx="3231663" cy="1883009"/>
          </a:xfrm>
          <a:prstGeom prst="roundRect">
            <a:avLst>
              <a:gd name="adj" fmla="val 4785"/>
            </a:avLst>
          </a:prstGeom>
        </p:spPr>
      </p:pic>
    </p:spTree>
    <p:extLst>
      <p:ext uri="{BB962C8B-B14F-4D97-AF65-F5344CB8AC3E}">
        <p14:creationId xmlns:p14="http://schemas.microsoft.com/office/powerpoint/2010/main" val="61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Filters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235413"/>
            <a:ext cx="4191886"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Apply segment filters on the dashboard if needed.</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Segment filter is from </a:t>
            </a:r>
            <a:r>
              <a:rPr kumimoji="0" lang="en-US" sz="1400" b="1" i="0" u="none" strike="noStrike" kern="1200" cap="none" spc="0" normalizeH="0" baseline="0" noProof="0">
                <a:ln>
                  <a:noFill/>
                </a:ln>
                <a:solidFill>
                  <a:schemeClr val="accent1"/>
                </a:solidFill>
                <a:effectLst/>
                <a:uLnTx/>
                <a:uFillTx/>
                <a:latin typeface="Arial"/>
                <a:ea typeface="Verdana"/>
                <a:cs typeface="Arial"/>
              </a:rPr>
              <a:t>6.1 List Management </a:t>
            </a:r>
            <a:r>
              <a:rPr kumimoji="0" lang="en-US" sz="1400" b="1" i="0" u="none" strike="noStrike" kern="1200" cap="none" spc="0" normalizeH="0" baseline="0" noProof="0">
                <a:ln>
                  <a:noFill/>
                </a:ln>
                <a:solidFill>
                  <a:schemeClr val="tx2"/>
                </a:solidFill>
                <a:effectLst/>
                <a:uLnTx/>
                <a:uFillTx/>
                <a:latin typeface="Arial"/>
                <a:ea typeface="Verdana"/>
                <a:cs typeface="Arial"/>
              </a:rPr>
              <a:t>page</a:t>
            </a:r>
            <a:r>
              <a:rPr kumimoji="0" lang="en-US" sz="1400" b="0" i="0" u="none" strike="noStrike" kern="1200" cap="none" spc="0" normalizeH="0" baseline="0" noProof="0">
                <a:ln>
                  <a:noFill/>
                </a:ln>
                <a:solidFill>
                  <a:schemeClr val="tx1"/>
                </a:solidFill>
                <a:effectLst/>
                <a:uLnTx/>
                <a:uFillTx/>
                <a:latin typeface="Arial"/>
                <a:ea typeface="Verdana"/>
                <a:cs typeface="Arial"/>
              </a:rPr>
              <a:t>. You can use it when you only want to filter current year segment or planning year segment.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
        <p:nvSpPr>
          <p:cNvPr id="4" name="Content Placeholder 2">
            <a:extLst>
              <a:ext uri="{FF2B5EF4-FFF2-40B4-BE49-F238E27FC236}">
                <a16:creationId xmlns:a16="http://schemas.microsoft.com/office/drawing/2014/main" id="{54BCF6B3-12BD-3B5E-ECFC-7C609EA258D1}"/>
              </a:ext>
            </a:extLst>
          </p:cNvPr>
          <p:cNvSpPr txBox="1">
            <a:spLocks/>
          </p:cNvSpPr>
          <p:nvPr/>
        </p:nvSpPr>
        <p:spPr>
          <a:xfrm>
            <a:off x="5836779" y="1235412"/>
            <a:ext cx="4997758"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buNone/>
              <a:defRPr/>
            </a:pPr>
            <a:r>
              <a:rPr kumimoji="0" lang="en-US" sz="1600" b="1" i="0" u="none" strike="noStrike" kern="1200" cap="none" spc="0" normalizeH="0" baseline="0" noProof="0">
                <a:ln>
                  <a:noFill/>
                </a:ln>
                <a:solidFill>
                  <a:schemeClr val="tx1"/>
                </a:solidFill>
                <a:effectLst/>
                <a:uLnTx/>
                <a:uFillTx/>
                <a:latin typeface="Arial"/>
                <a:ea typeface="Verdana"/>
                <a:cs typeface="Arial"/>
              </a:rPr>
              <a:t>Check all the filters in the grid cards and chart cards when there </a:t>
            </a:r>
            <a:r>
              <a:rPr lang="en-US" sz="1600" b="1">
                <a:solidFill>
                  <a:schemeClr val="tx1"/>
                </a:solidFill>
                <a:latin typeface="Arial"/>
                <a:ea typeface="Verdana"/>
                <a:cs typeface="Arial"/>
              </a:rPr>
              <a:t>are </a:t>
            </a:r>
            <a:r>
              <a:rPr kumimoji="0" lang="en-US" sz="1600" b="1" i="0" u="none" strike="noStrike" kern="1200" cap="none" spc="0" normalizeH="0" baseline="0" noProof="0">
                <a:ln>
                  <a:noFill/>
                </a:ln>
                <a:solidFill>
                  <a:schemeClr val="tx1"/>
                </a:solidFill>
                <a:effectLst/>
                <a:uLnTx/>
                <a:uFillTx/>
                <a:latin typeface="Arial"/>
                <a:ea typeface="Verdana"/>
                <a:cs typeface="Arial"/>
              </a:rPr>
              <a:t>user filters displayed on the dashboard.</a:t>
            </a:r>
          </a:p>
          <a:p>
            <a:pPr marL="0" lvl="0" indent="0">
              <a:buNone/>
              <a:defRPr/>
            </a:pPr>
            <a:endParaRPr lang="en-US" sz="1600">
              <a:solidFill>
                <a:schemeClr val="tx1"/>
              </a:solidFill>
              <a:latin typeface="Arial"/>
              <a:ea typeface="Verdana"/>
              <a:cs typeface="Arial"/>
            </a:endParaRPr>
          </a:p>
          <a:p>
            <a:pPr marL="0" lvl="0" indent="0">
              <a:buNone/>
              <a:defRPr/>
            </a:pPr>
            <a:r>
              <a:rPr lang="en-US" sz="1400">
                <a:solidFill>
                  <a:schemeClr val="tx1"/>
                </a:solidFill>
                <a:latin typeface="Arial"/>
                <a:ea typeface="Verdana"/>
                <a:cs typeface="Arial"/>
              </a:rPr>
              <a:t>No need to change anything, just click into the card edit mode and click into the filter and reactivate </a:t>
            </a:r>
            <a:r>
              <a:rPr lang="en-US" sz="1400" b="1">
                <a:solidFill>
                  <a:schemeClr val="tx1"/>
                </a:solidFill>
                <a:latin typeface="Arial"/>
                <a:ea typeface="Verdana"/>
                <a:cs typeface="Arial"/>
              </a:rPr>
              <a:t>Apply</a:t>
            </a:r>
            <a:r>
              <a:rPr lang="en-US" sz="1400">
                <a:solidFill>
                  <a:schemeClr val="tx1"/>
                </a:solidFill>
                <a:latin typeface="Arial"/>
                <a:ea typeface="Verdana"/>
                <a:cs typeface="Arial"/>
              </a:rPr>
              <a:t>.</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800" b="1" i="0" u="none" strike="noStrike" kern="1200" cap="none" spc="0" normalizeH="0" baseline="0" noProof="0">
              <a:ln>
                <a:noFill/>
              </a:ln>
              <a:solidFill>
                <a:schemeClr val="tx1"/>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rgbClr val="FF721C"/>
                </a:solidFill>
                <a:effectLst/>
                <a:uLnTx/>
                <a:uFillTx/>
                <a:latin typeface="Arial"/>
                <a:ea typeface="Verdana"/>
                <a:cs typeface="Arial"/>
              </a:rPr>
              <a:t>Pages may include: </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1.1 GTM performance analysis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1.2 Geography Analysis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1.4 GTM trend analysis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3.2 Product analysis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3.5 Review wallet details and finalize wallet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4.7.1 Account segment details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Tree>
    <p:extLst>
      <p:ext uri="{BB962C8B-B14F-4D97-AF65-F5344CB8AC3E}">
        <p14:creationId xmlns:p14="http://schemas.microsoft.com/office/powerpoint/2010/main" val="947366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Filter updates </a:t>
            </a:r>
            <a:r>
              <a:rPr lang="en-GB" b="0">
                <a:solidFill>
                  <a:srgbClr val="FFFFFF"/>
                </a:solidFill>
              </a:rPr>
              <a:t>(cont.)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1" y="1452617"/>
            <a:ext cx="6787647" cy="598792"/>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Change the filter on </a:t>
            </a:r>
            <a:r>
              <a:rPr kumimoji="0" lang="en-US" sz="1600" b="1" i="0" u="none" strike="noStrike" kern="1200" cap="none" spc="0" normalizeH="0" baseline="0" noProof="0">
                <a:ln>
                  <a:noFill/>
                </a:ln>
                <a:solidFill>
                  <a:srgbClr val="FF721C"/>
                </a:solidFill>
                <a:effectLst/>
                <a:uLnTx/>
                <a:uFillTx/>
                <a:latin typeface="Arial"/>
                <a:ea typeface="Verdana"/>
                <a:cs typeface="Arial"/>
              </a:rPr>
              <a:t>1.3 page</a:t>
            </a:r>
            <a:endParaRPr lang="en-US" sz="1600" b="1" i="0" u="none" strike="noStrike" kern="1200" cap="none" spc="0" normalizeH="0" baseline="0" noProof="0">
              <a:ln>
                <a:noFill/>
              </a:ln>
              <a:solidFill>
                <a:srgbClr val="FF721C"/>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4" name="Content Placeholder 3" descr="A screenshot of a computer screen&#10;&#10;AI-generated content may be incorrect.">
            <a:extLst>
              <a:ext uri="{FF2B5EF4-FFF2-40B4-BE49-F238E27FC236}">
                <a16:creationId xmlns:a16="http://schemas.microsoft.com/office/drawing/2014/main" id="{ECEE5AC4-CE34-F731-00C4-DA1D40B7EBD0}"/>
              </a:ext>
            </a:extLst>
          </p:cNvPr>
          <p:cNvPicPr>
            <a:picLocks noGrp="1" noChangeAspect="1"/>
          </p:cNvPicPr>
          <p:nvPr>
            <p:ph idx="1"/>
          </p:nvPr>
        </p:nvPicPr>
        <p:blipFill>
          <a:blip r:embed="rId2"/>
          <a:stretch>
            <a:fillRect/>
          </a:stretch>
        </p:blipFill>
        <p:spPr>
          <a:xfrm>
            <a:off x="615101" y="2366234"/>
            <a:ext cx="10680879" cy="2792762"/>
          </a:xfrm>
          <a:prstGeom prst="roundRect">
            <a:avLst>
              <a:gd name="adj" fmla="val 3779"/>
            </a:avLst>
          </a:prstGeom>
        </p:spPr>
      </p:pic>
    </p:spTree>
    <p:extLst>
      <p:ext uri="{BB962C8B-B14F-4D97-AF65-F5344CB8AC3E}">
        <p14:creationId xmlns:p14="http://schemas.microsoft.com/office/powerpoint/2010/main" val="26924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Edit cell data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770434"/>
            <a:ext cx="4191886"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Check through the whole app:</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Especially on the grid with "Yellow" background</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Turn on "Allow: Enter and edit cell data"</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3" name="Picture 2" descr="A screenshot of a computer&#10;&#10;AI-generated content may be incorrect.">
            <a:extLst>
              <a:ext uri="{FF2B5EF4-FFF2-40B4-BE49-F238E27FC236}">
                <a16:creationId xmlns:a16="http://schemas.microsoft.com/office/drawing/2014/main" id="{03A72EBB-6669-F371-6C93-722A02AB453E}"/>
              </a:ext>
            </a:extLst>
          </p:cNvPr>
          <p:cNvPicPr>
            <a:picLocks noChangeAspect="1"/>
          </p:cNvPicPr>
          <p:nvPr/>
        </p:nvPicPr>
        <p:blipFill>
          <a:blip r:embed="rId3"/>
          <a:stretch>
            <a:fillRect/>
          </a:stretch>
        </p:blipFill>
        <p:spPr>
          <a:xfrm>
            <a:off x="6679762" y="1657417"/>
            <a:ext cx="3619406" cy="3696511"/>
          </a:xfrm>
          <a:prstGeom prst="roundRect">
            <a:avLst>
              <a:gd name="adj" fmla="val 4693"/>
            </a:avLst>
          </a:prstGeom>
        </p:spPr>
      </p:pic>
    </p:spTree>
    <p:extLst>
      <p:ext uri="{BB962C8B-B14F-4D97-AF65-F5344CB8AC3E}">
        <p14:creationId xmlns:p14="http://schemas.microsoft.com/office/powerpoint/2010/main" val="23750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Enter baseline selections to list management </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235413"/>
            <a:ext cx="4764294"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Enter all the inputs on 6.1 page</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If there are additional tier lists created, publish the new tiers to </a:t>
            </a:r>
            <a:r>
              <a:rPr kumimoji="0" lang="en-US" sz="1400" b="1" i="0" u="none" strike="noStrike" kern="1200" cap="none" spc="0" normalizeH="0" baseline="0" noProof="0">
                <a:ln>
                  <a:noFill/>
                </a:ln>
                <a:solidFill>
                  <a:schemeClr val="tx1"/>
                </a:solidFill>
                <a:effectLst/>
                <a:uLnTx/>
                <a:uFillTx/>
                <a:latin typeface="Arial"/>
                <a:ea typeface="Verdana"/>
                <a:cs typeface="Arial"/>
              </a:rPr>
              <a:t>6.1 List Management</a:t>
            </a:r>
            <a:r>
              <a:rPr kumimoji="0" lang="en-US" sz="1800" b="0" i="0" u="none" strike="noStrike" kern="1200" cap="none" spc="0" normalizeH="0" baseline="0" noProof="0">
                <a:ln>
                  <a:noFill/>
                </a:ln>
                <a:solidFill>
                  <a:schemeClr val="tx1"/>
                </a:solidFill>
                <a:effectLst/>
                <a:uLnTx/>
                <a:uFillTx/>
                <a:latin typeface="Arial"/>
                <a:ea typeface="Verdana"/>
                <a:cs typeface="Arial"/>
              </a:rPr>
              <a: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4" name="Picture 3" descr="A screenshot of a map type&#10;&#10;AI-generated content may be incorrect.">
            <a:extLst>
              <a:ext uri="{FF2B5EF4-FFF2-40B4-BE49-F238E27FC236}">
                <a16:creationId xmlns:a16="http://schemas.microsoft.com/office/drawing/2014/main" id="{A49A56F3-A64D-33B2-21BE-20FD36AA3B00}"/>
              </a:ext>
            </a:extLst>
          </p:cNvPr>
          <p:cNvPicPr>
            <a:picLocks noChangeAspect="1"/>
          </p:cNvPicPr>
          <p:nvPr/>
        </p:nvPicPr>
        <p:blipFill>
          <a:blip r:embed="rId2"/>
          <a:srcRect t="13492" r="101" b="-397"/>
          <a:stretch/>
        </p:blipFill>
        <p:spPr>
          <a:xfrm>
            <a:off x="559201" y="3237091"/>
            <a:ext cx="10695701" cy="2385496"/>
          </a:xfrm>
          <a:prstGeom prst="roundRect">
            <a:avLst>
              <a:gd name="adj" fmla="val 3210"/>
            </a:avLst>
          </a:prstGeom>
        </p:spPr>
      </p:pic>
    </p:spTree>
    <p:extLst>
      <p:ext uri="{BB962C8B-B14F-4D97-AF65-F5344CB8AC3E}">
        <p14:creationId xmlns:p14="http://schemas.microsoft.com/office/powerpoint/2010/main" val="3600531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Updates to 1.2 page </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1" y="1099226"/>
            <a:ext cx="6787647" cy="161479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Adjust the chart </a:t>
            </a:r>
            <a:endParaRPr kumimoji="0" lang="en-US" sz="1600" b="1" i="0" u="none" strike="noStrike" kern="1200" cap="none" spc="0" normalizeH="0" baseline="0" noProof="0">
              <a:ln>
                <a:noFill/>
              </a:ln>
              <a:solidFill>
                <a:srgbClr val="FF721C"/>
              </a:solidFill>
              <a:effectLst/>
              <a:uLnTx/>
              <a:uFillTx/>
              <a:latin typeface="Arial"/>
              <a:ea typeface="Verdana"/>
              <a:cs typeface="Aria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Order of the line items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Legend, stacked</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Reapply filters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3" name="Picture 2" descr="A screen shot of a graph&#10;&#10;AI-generated content may be incorrect.">
            <a:extLst>
              <a:ext uri="{FF2B5EF4-FFF2-40B4-BE49-F238E27FC236}">
                <a16:creationId xmlns:a16="http://schemas.microsoft.com/office/drawing/2014/main" id="{C4EF5F8B-059A-350A-C8B3-638CCDD6B839}"/>
              </a:ext>
            </a:extLst>
          </p:cNvPr>
          <p:cNvPicPr>
            <a:picLocks noChangeAspect="1"/>
          </p:cNvPicPr>
          <p:nvPr/>
        </p:nvPicPr>
        <p:blipFill>
          <a:blip r:embed="rId2"/>
          <a:stretch>
            <a:fillRect/>
          </a:stretch>
        </p:blipFill>
        <p:spPr>
          <a:xfrm>
            <a:off x="615102" y="2982609"/>
            <a:ext cx="10762034" cy="3409021"/>
          </a:xfrm>
          <a:prstGeom prst="roundRect">
            <a:avLst>
              <a:gd name="adj" fmla="val 2114"/>
            </a:avLst>
          </a:prstGeom>
        </p:spPr>
      </p:pic>
    </p:spTree>
    <p:extLst>
      <p:ext uri="{BB962C8B-B14F-4D97-AF65-F5344CB8AC3E}">
        <p14:creationId xmlns:p14="http://schemas.microsoft.com/office/powerpoint/2010/main" val="3234547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rgbClr val="FFFFFF"/>
                </a:solidFill>
              </a:rPr>
              <a:t>Updates to 1.3 Country Tier Analysis</a:t>
            </a:r>
            <a:endParaRPr lang="en-GB" sz="3200" b="0">
              <a:solidFill>
                <a:srgbClr val="FFFFFF"/>
              </a:solidFill>
            </a:endParaRPr>
          </a:p>
        </p:txBody>
      </p:sp>
      <p:sp>
        <p:nvSpPr>
          <p:cNvPr id="3" name="Content Placeholder 2">
            <a:extLst>
              <a:ext uri="{FF2B5EF4-FFF2-40B4-BE49-F238E27FC236}">
                <a16:creationId xmlns:a16="http://schemas.microsoft.com/office/drawing/2014/main" id="{CCBFDF73-0629-4F92-F3C6-305CAB440947}"/>
              </a:ext>
            </a:extLst>
          </p:cNvPr>
          <p:cNvSpPr txBox="1">
            <a:spLocks/>
          </p:cNvSpPr>
          <p:nvPr/>
        </p:nvSpPr>
        <p:spPr>
          <a:xfrm>
            <a:off x="615101" y="1099226"/>
            <a:ext cx="8918005" cy="161479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Adjust the conditional formatting for country tiers in the geo mapping feature.</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Arial"/>
                <a:ea typeface="Verdana"/>
                <a:cs typeface="Arial"/>
              </a:rPr>
              <a:t>There are only 5 colors configured by default. Add more colors if there are more than 5 country </a:t>
            </a:r>
            <a:r>
              <a:rPr lang="en-US" sz="1600">
                <a:solidFill>
                  <a:schemeClr val="tx1"/>
                </a:solidFill>
                <a:latin typeface="Arial"/>
                <a:ea typeface="Verdana"/>
                <a:cs typeface="Arial"/>
              </a:rPr>
              <a:t>t</a:t>
            </a:r>
            <a:r>
              <a:rPr kumimoji="0" lang="en-US" sz="1600" b="0" i="0" u="none" strike="noStrike" kern="1200" cap="none" spc="0" normalizeH="0" baseline="0" noProof="0" err="1">
                <a:ln>
                  <a:noFill/>
                </a:ln>
                <a:solidFill>
                  <a:schemeClr val="tx1"/>
                </a:solidFill>
                <a:effectLst/>
                <a:uLnTx/>
                <a:uFillTx/>
                <a:latin typeface="Arial"/>
                <a:ea typeface="Verdana"/>
                <a:cs typeface="Arial"/>
              </a:rPr>
              <a:t>iers</a:t>
            </a:r>
            <a:r>
              <a:rPr kumimoji="0" lang="en-US" sz="1600" b="0" i="0" u="none" strike="noStrike" kern="1200" cap="none" spc="0" normalizeH="0" baseline="0" noProof="0">
                <a:ln>
                  <a:noFill/>
                </a:ln>
                <a:solidFill>
                  <a:schemeClr val="tx1"/>
                </a:solidFill>
                <a:effectLst/>
                <a:uLnTx/>
                <a:uFillTx/>
                <a:latin typeface="Arial"/>
                <a:ea typeface="Verdana"/>
                <a:cs typeface="Arial"/>
              </a:rPr>
              <a: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7" name="Picture 6" descr="A screenshot of a computer&#10;&#10;AI-generated content may be incorrect.">
            <a:extLst>
              <a:ext uri="{FF2B5EF4-FFF2-40B4-BE49-F238E27FC236}">
                <a16:creationId xmlns:a16="http://schemas.microsoft.com/office/drawing/2014/main" id="{E83D0A4E-3C41-2CDC-B0B4-219A66915883}"/>
              </a:ext>
            </a:extLst>
          </p:cNvPr>
          <p:cNvPicPr>
            <a:picLocks noChangeAspect="1"/>
          </p:cNvPicPr>
          <p:nvPr/>
        </p:nvPicPr>
        <p:blipFill>
          <a:blip r:embed="rId2"/>
          <a:stretch>
            <a:fillRect/>
          </a:stretch>
        </p:blipFill>
        <p:spPr>
          <a:xfrm>
            <a:off x="4069669" y="2516102"/>
            <a:ext cx="7224886" cy="3644870"/>
          </a:xfrm>
          <a:prstGeom prst="roundRect">
            <a:avLst>
              <a:gd name="adj" fmla="val 1988"/>
            </a:avLst>
          </a:prstGeom>
        </p:spPr>
      </p:pic>
      <p:pic>
        <p:nvPicPr>
          <p:cNvPr id="8" name="Picture 7" descr="A map of the world with blue and white circles&#10;&#10;AI-generated content may be incorrect.">
            <a:extLst>
              <a:ext uri="{FF2B5EF4-FFF2-40B4-BE49-F238E27FC236}">
                <a16:creationId xmlns:a16="http://schemas.microsoft.com/office/drawing/2014/main" id="{FE018ABA-D7E4-534D-1EFB-2235A1A60885}"/>
              </a:ext>
            </a:extLst>
          </p:cNvPr>
          <p:cNvPicPr>
            <a:picLocks noChangeAspect="1"/>
          </p:cNvPicPr>
          <p:nvPr/>
        </p:nvPicPr>
        <p:blipFill>
          <a:blip r:embed="rId3"/>
          <a:stretch>
            <a:fillRect/>
          </a:stretch>
        </p:blipFill>
        <p:spPr>
          <a:xfrm>
            <a:off x="615101" y="2516102"/>
            <a:ext cx="3187284" cy="2667000"/>
          </a:xfrm>
          <a:prstGeom prst="roundRect">
            <a:avLst>
              <a:gd name="adj" fmla="val 4266"/>
            </a:avLst>
          </a:prstGeom>
        </p:spPr>
      </p:pic>
    </p:spTree>
    <p:extLst>
      <p:ext uri="{BB962C8B-B14F-4D97-AF65-F5344CB8AC3E}">
        <p14:creationId xmlns:p14="http://schemas.microsoft.com/office/powerpoint/2010/main" val="14864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B57892E-F6AD-D55D-A51B-E8F096E3BB91}"/>
              </a:ext>
            </a:extLst>
          </p:cNvPr>
          <p:cNvSpPr txBox="1">
            <a:spLocks/>
          </p:cNvSpPr>
          <p:nvPr/>
        </p:nvSpPr>
        <p:spPr>
          <a:xfrm>
            <a:off x="615102" y="1235414"/>
            <a:ext cx="3820711"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Update the map and chart </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Chart type is </a:t>
            </a:r>
            <a:r>
              <a:rPr kumimoji="0" lang="en-US" sz="1400" b="1" i="0" u="none" strike="noStrike" kern="1200" cap="none" spc="0" normalizeH="0" baseline="0" noProof="0">
                <a:ln>
                  <a:noFill/>
                </a:ln>
                <a:solidFill>
                  <a:schemeClr val="accent1"/>
                </a:solidFill>
                <a:effectLst/>
                <a:uLnTx/>
                <a:uFillTx/>
                <a:latin typeface="Arial"/>
                <a:ea typeface="Verdana"/>
                <a:cs typeface="Arial"/>
              </a:rPr>
              <a:t>donut</a:t>
            </a:r>
            <a:r>
              <a:rPr kumimoji="0" lang="en-US" sz="1400" b="0" i="0" u="none" strike="noStrike" kern="1200" cap="none" spc="0" normalizeH="0" baseline="0" noProof="0">
                <a:ln>
                  <a:noFill/>
                </a:ln>
                <a:solidFill>
                  <a:schemeClr val="tx1"/>
                </a:solidFill>
                <a:effectLst/>
                <a:uLnTx/>
                <a:uFillTx/>
                <a:latin typeface="Arial"/>
                <a:ea typeface="Verdana"/>
                <a:cs typeface="Arial"/>
              </a:rPr>
              <a:t> chart</a:t>
            </a:r>
          </a:p>
        </p:txBody>
      </p:sp>
      <p:sp>
        <p:nvSpPr>
          <p:cNvPr id="4" name="Content Placeholder 2">
            <a:extLst>
              <a:ext uri="{FF2B5EF4-FFF2-40B4-BE49-F238E27FC236}">
                <a16:creationId xmlns:a16="http://schemas.microsoft.com/office/drawing/2014/main" id="{FF33B71F-ECCF-88A0-2B34-554B0E5F3AE9}"/>
              </a:ext>
            </a:extLst>
          </p:cNvPr>
          <p:cNvSpPr txBox="1">
            <a:spLocks/>
          </p:cNvSpPr>
          <p:nvPr/>
        </p:nvSpPr>
        <p:spPr>
          <a:xfrm>
            <a:off x="4727643" y="1235414"/>
            <a:ext cx="6235430"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Update the context selector on the map and chart</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Known limitation: modules with LIS can't be modified on the context selector page. Due to this, the template won't have the desired selection. Change the context selector as needed</a:t>
            </a:r>
            <a:r>
              <a:rPr kumimoji="0" lang="en-US" sz="1600" b="0" i="0" u="none" strike="noStrike" kern="1200" cap="none" spc="0" normalizeH="0" baseline="0" noProof="0">
                <a:ln>
                  <a:noFill/>
                </a:ln>
                <a:solidFill>
                  <a:schemeClr val="tx1"/>
                </a:solidFill>
                <a:effectLst/>
                <a:uLnTx/>
                <a:uFillTx/>
                <a:latin typeface="Arial"/>
                <a:ea typeface="Verdana"/>
                <a:cs typeface="Arial"/>
              </a:rPr>
              <a: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chemeClr val="tx1"/>
              </a:solidFill>
              <a:effectLst/>
              <a:uLnTx/>
              <a:uFillTx/>
              <a:latin typeface="Arial"/>
              <a:ea typeface="Verdana"/>
              <a:cs typeface="Arial"/>
            </a:endParaRPr>
          </a:p>
        </p:txBody>
      </p:sp>
      <p:pic>
        <p:nvPicPr>
          <p:cNvPr id="5" name="Content Placeholder 3" descr="A map of the world&#10;&#10;AI-generated content may be incorrect.">
            <a:extLst>
              <a:ext uri="{FF2B5EF4-FFF2-40B4-BE49-F238E27FC236}">
                <a16:creationId xmlns:a16="http://schemas.microsoft.com/office/drawing/2014/main" id="{C02AE8EE-A2CA-9355-6701-61B7B3B2CEE5}"/>
              </a:ext>
            </a:extLst>
          </p:cNvPr>
          <p:cNvPicPr>
            <a:picLocks noGrp="1" noChangeAspect="1"/>
          </p:cNvPicPr>
          <p:nvPr>
            <p:ph idx="1"/>
          </p:nvPr>
        </p:nvPicPr>
        <p:blipFill>
          <a:blip r:embed="rId2"/>
          <a:stretch>
            <a:fillRect/>
          </a:stretch>
        </p:blipFill>
        <p:spPr>
          <a:xfrm>
            <a:off x="615103" y="3132308"/>
            <a:ext cx="10688899" cy="2898842"/>
          </a:xfrm>
          <a:prstGeom prst="roundRect">
            <a:avLst>
              <a:gd name="adj" fmla="val 2896"/>
            </a:avLst>
          </a:prstGeom>
        </p:spPr>
      </p:pic>
      <p:sp>
        <p:nvSpPr>
          <p:cNvPr id="6" name="TextBox 5">
            <a:extLst>
              <a:ext uri="{FF2B5EF4-FFF2-40B4-BE49-F238E27FC236}">
                <a16:creationId xmlns:a16="http://schemas.microsoft.com/office/drawing/2014/main" id="{1E7DA3C9-D380-F64D-CB28-950B7721158A}"/>
              </a:ext>
            </a:extLst>
          </p:cNvPr>
          <p:cNvSpPr txBox="1"/>
          <p:nvPr/>
        </p:nvSpPr>
        <p:spPr>
          <a:xfrm>
            <a:off x="541960" y="265897"/>
            <a:ext cx="9536987" cy="461665"/>
          </a:xfrm>
          <a:prstGeom prst="rect">
            <a:avLst/>
          </a:prstGeom>
          <a:noFill/>
        </p:spPr>
        <p:txBody>
          <a:bodyPr wrap="square">
            <a:spAutoFit/>
          </a:bodyPr>
          <a:lstStyle/>
          <a:p>
            <a:pPr lvl="0">
              <a:defRPr/>
            </a:pPr>
            <a:r>
              <a:rPr lang="en-GB" sz="2400" b="1">
                <a:solidFill>
                  <a:srgbClr val="FFFFFF"/>
                </a:solidFill>
              </a:rPr>
              <a:t>Updates to 1.3 Country Tier Analysis </a:t>
            </a:r>
            <a:r>
              <a:rPr lang="en-GB" sz="2400" b="0">
                <a:solidFill>
                  <a:srgbClr val="FFFFFF"/>
                </a:solidFill>
              </a:rPr>
              <a:t>(cont.)</a:t>
            </a:r>
          </a:p>
        </p:txBody>
      </p:sp>
    </p:spTree>
    <p:extLst>
      <p:ext uri="{BB962C8B-B14F-4D97-AF65-F5344CB8AC3E}">
        <p14:creationId xmlns:p14="http://schemas.microsoft.com/office/powerpoint/2010/main" val="2986824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1.4 page</a:t>
            </a:r>
          </a:p>
        </p:txBody>
      </p:sp>
      <p:sp>
        <p:nvSpPr>
          <p:cNvPr id="3" name="Content Placeholder 2">
            <a:extLst>
              <a:ext uri="{FF2B5EF4-FFF2-40B4-BE49-F238E27FC236}">
                <a16:creationId xmlns:a16="http://schemas.microsoft.com/office/drawing/2014/main" id="{2503105B-911F-A66E-ED98-29FBD969955B}"/>
              </a:ext>
            </a:extLst>
          </p:cNvPr>
          <p:cNvSpPr txBox="1">
            <a:spLocks/>
          </p:cNvSpPr>
          <p:nvPr/>
        </p:nvSpPr>
        <p:spPr>
          <a:xfrm>
            <a:off x="615102" y="3269697"/>
            <a:ext cx="3820711" cy="1040858"/>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Update chart types.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Reapply filters.</a:t>
            </a:r>
          </a:p>
        </p:txBody>
      </p:sp>
      <p:pic>
        <p:nvPicPr>
          <p:cNvPr id="4" name="Content Placeholder 3">
            <a:extLst>
              <a:ext uri="{FF2B5EF4-FFF2-40B4-BE49-F238E27FC236}">
                <a16:creationId xmlns:a16="http://schemas.microsoft.com/office/drawing/2014/main" id="{871AC981-59D2-B018-FBE4-8047B2B3501D}"/>
              </a:ext>
            </a:extLst>
          </p:cNvPr>
          <p:cNvPicPr>
            <a:picLocks noGrp="1" noChangeAspect="1"/>
          </p:cNvPicPr>
          <p:nvPr>
            <p:ph idx="1"/>
          </p:nvPr>
        </p:nvPicPr>
        <p:blipFill>
          <a:blip r:embed="rId2"/>
          <a:stretch>
            <a:fillRect/>
          </a:stretch>
        </p:blipFill>
        <p:spPr>
          <a:xfrm>
            <a:off x="3892559" y="3049306"/>
            <a:ext cx="7943271" cy="1261249"/>
          </a:xfrm>
          <a:prstGeom prst="roundRect">
            <a:avLst>
              <a:gd name="adj" fmla="val 4667"/>
            </a:avLst>
          </a:prstGeom>
        </p:spPr>
      </p:pic>
      <p:sp>
        <p:nvSpPr>
          <p:cNvPr id="2" name="Content Placeholder 2">
            <a:extLst>
              <a:ext uri="{FF2B5EF4-FFF2-40B4-BE49-F238E27FC236}">
                <a16:creationId xmlns:a16="http://schemas.microsoft.com/office/drawing/2014/main" id="{B70B9D56-90A3-5624-202A-1FE7FBD02F96}"/>
              </a:ext>
            </a:extLst>
          </p:cNvPr>
          <p:cNvSpPr txBox="1">
            <a:spLocks/>
          </p:cNvSpPr>
          <p:nvPr/>
        </p:nvSpPr>
        <p:spPr>
          <a:xfrm>
            <a:off x="615102" y="4932578"/>
            <a:ext cx="3617851"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tx1"/>
                </a:solidFill>
                <a:effectLst/>
                <a:uLnTx/>
                <a:uFillTx/>
                <a:latin typeface="Arial"/>
                <a:ea typeface="Verdana"/>
                <a:cs typeface="Arial"/>
              </a:rPr>
              <a:t>Update time filters on pages 1.1, 1.2, 1.3, 1.4</a:t>
            </a:r>
            <a:endParaRPr kumimoji="0" lang="en-US" sz="160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Click into each chart and table.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Click </a:t>
            </a:r>
            <a:r>
              <a:rPr kumimoji="0" lang="en-US" sz="1400" b="1" i="0" u="none" strike="noStrike" kern="1200" cap="none" spc="0" normalizeH="0" baseline="0" noProof="0">
                <a:ln>
                  <a:noFill/>
                </a:ln>
                <a:solidFill>
                  <a:schemeClr val="tx1"/>
                </a:solidFill>
                <a:effectLst/>
                <a:uLnTx/>
                <a:uFillTx/>
                <a:latin typeface="Arial"/>
                <a:ea typeface="Verdana"/>
                <a:cs typeface="Arial"/>
              </a:rPr>
              <a:t>Apply</a:t>
            </a:r>
            <a:r>
              <a:rPr kumimoji="0" lang="en-US" sz="1400" b="0" i="0" u="none" strike="noStrike" kern="1200" cap="none" spc="0" normalizeH="0" baseline="0" noProof="0">
                <a:ln>
                  <a:noFill/>
                </a:ln>
                <a:solidFill>
                  <a:schemeClr val="tx1"/>
                </a:solidFill>
                <a:effectLst/>
                <a:uLnTx/>
                <a:uFillTx/>
                <a:latin typeface="Arial"/>
                <a:ea typeface="Verdana"/>
                <a:cs typeface="Arial"/>
              </a:rPr>
              <a:t> to reapply the filter. No need to change anything</a:t>
            </a:r>
            <a:r>
              <a:rPr kumimoji="0" lang="en-US" sz="1600" b="0" i="0" u="none" strike="noStrike" kern="1200" cap="none" spc="0" normalizeH="0" baseline="0" noProof="0">
                <a:ln>
                  <a:noFill/>
                </a:ln>
                <a:solidFill>
                  <a:schemeClr val="tx1"/>
                </a:solidFill>
                <a:effectLst/>
                <a:uLnTx/>
                <a:uFillTx/>
                <a:latin typeface="Arial"/>
                <a:ea typeface="Verdana"/>
                <a:cs typeface="Arial"/>
              </a:rPr>
              <a: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5" name="Content Placeholder 4" descr="A screenshot of a calendar&#10;&#10;AI-generated content may be incorrect.">
            <a:extLst>
              <a:ext uri="{FF2B5EF4-FFF2-40B4-BE49-F238E27FC236}">
                <a16:creationId xmlns:a16="http://schemas.microsoft.com/office/drawing/2014/main" id="{A1BDBFAC-8068-8085-BA10-0EABD0C9F47D}"/>
              </a:ext>
            </a:extLst>
          </p:cNvPr>
          <p:cNvPicPr>
            <a:picLocks noChangeAspect="1"/>
          </p:cNvPicPr>
          <p:nvPr/>
        </p:nvPicPr>
        <p:blipFill>
          <a:blip r:embed="rId3"/>
          <a:stretch>
            <a:fillRect/>
          </a:stretch>
        </p:blipFill>
        <p:spPr>
          <a:xfrm>
            <a:off x="4420857" y="4737369"/>
            <a:ext cx="7076384" cy="1819713"/>
          </a:xfrm>
          <a:prstGeom prst="roundRect">
            <a:avLst>
              <a:gd name="adj" fmla="val 2765"/>
            </a:avLst>
          </a:prstGeom>
        </p:spPr>
      </p:pic>
      <p:sp>
        <p:nvSpPr>
          <p:cNvPr id="6" name="Content Placeholder 2">
            <a:extLst>
              <a:ext uri="{FF2B5EF4-FFF2-40B4-BE49-F238E27FC236}">
                <a16:creationId xmlns:a16="http://schemas.microsoft.com/office/drawing/2014/main" id="{68B37B16-A081-DA84-97D8-C8A53F07744F}"/>
              </a:ext>
            </a:extLst>
          </p:cNvPr>
          <p:cNvSpPr txBox="1">
            <a:spLocks/>
          </p:cNvSpPr>
          <p:nvPr/>
        </p:nvSpPr>
        <p:spPr>
          <a:xfrm>
            <a:off x="615102" y="1608993"/>
            <a:ext cx="3820711" cy="675579"/>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a:defRPr/>
            </a:pPr>
            <a:r>
              <a:rPr kumimoji="0" lang="en-US" sz="1400" i="0" u="none" strike="noStrike" kern="1200" cap="none" spc="0" normalizeH="0" baseline="0" noProof="0">
                <a:ln>
                  <a:noFill/>
                </a:ln>
                <a:solidFill>
                  <a:schemeClr val="tx1"/>
                </a:solidFill>
                <a:effectLst/>
                <a:uLnTx/>
                <a:uFillTx/>
                <a:latin typeface="Arial"/>
                <a:ea typeface="Verdana"/>
                <a:cs typeface="Arial"/>
              </a:rPr>
              <a:t>Relink the navigation links.</a:t>
            </a:r>
          </a:p>
        </p:txBody>
      </p:sp>
      <p:pic>
        <p:nvPicPr>
          <p:cNvPr id="7" name="Picture 6" descr="A screenshot of a computer&#10;&#10;AI-generated content may be incorrect.">
            <a:extLst>
              <a:ext uri="{FF2B5EF4-FFF2-40B4-BE49-F238E27FC236}">
                <a16:creationId xmlns:a16="http://schemas.microsoft.com/office/drawing/2014/main" id="{3994CD18-D0DE-C656-BBC4-F66466B17FD7}"/>
              </a:ext>
            </a:extLst>
          </p:cNvPr>
          <p:cNvPicPr>
            <a:picLocks noChangeAspect="1"/>
          </p:cNvPicPr>
          <p:nvPr/>
        </p:nvPicPr>
        <p:blipFill>
          <a:blip r:embed="rId4"/>
          <a:srcRect l="702" t="5383" r="1420"/>
          <a:stretch>
            <a:fillRect/>
          </a:stretch>
        </p:blipFill>
        <p:spPr>
          <a:xfrm>
            <a:off x="6470734" y="1017719"/>
            <a:ext cx="3639038" cy="1780805"/>
          </a:xfrm>
          <a:prstGeom prst="roundRect">
            <a:avLst>
              <a:gd name="adj" fmla="val 4496"/>
            </a:avLst>
          </a:prstGeom>
        </p:spPr>
      </p:pic>
    </p:spTree>
    <p:extLst>
      <p:ext uri="{BB962C8B-B14F-4D97-AF65-F5344CB8AC3E}">
        <p14:creationId xmlns:p14="http://schemas.microsoft.com/office/powerpoint/2010/main" val="419328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2.1 and 2.2 page</a:t>
            </a:r>
          </a:p>
        </p:txBody>
      </p:sp>
      <p:sp>
        <p:nvSpPr>
          <p:cNvPr id="6" name="Content Placeholder 2">
            <a:extLst>
              <a:ext uri="{FF2B5EF4-FFF2-40B4-BE49-F238E27FC236}">
                <a16:creationId xmlns:a16="http://schemas.microsoft.com/office/drawing/2014/main" id="{9C774E3F-1096-0796-62C0-868DBF730D88}"/>
              </a:ext>
            </a:extLst>
          </p:cNvPr>
          <p:cNvSpPr txBox="1">
            <a:spLocks/>
          </p:cNvSpPr>
          <p:nvPr/>
        </p:nvSpPr>
        <p:spPr>
          <a:xfrm>
            <a:off x="615102" y="1235414"/>
            <a:ext cx="10630072" cy="121595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a:defRPr/>
            </a:pPr>
            <a:r>
              <a:rPr kumimoji="0" lang="en-US" sz="1400" i="0" u="none" strike="noStrike" kern="1200" cap="none" spc="0" normalizeH="0" baseline="0" noProof="0">
                <a:ln>
                  <a:noFill/>
                </a:ln>
                <a:solidFill>
                  <a:schemeClr val="tx1"/>
                </a:solidFill>
                <a:effectLst/>
                <a:uLnTx/>
                <a:uFillTx/>
                <a:latin typeface="Arial"/>
                <a:ea typeface="Verdana"/>
                <a:cs typeface="Arial"/>
              </a:rPr>
              <a:t>If additional Account Firmographics are chosen on </a:t>
            </a:r>
            <a:r>
              <a:rPr kumimoji="0" lang="en-US" sz="1400" b="1" i="0" u="none" strike="noStrike" kern="1200" cap="none" spc="0" normalizeH="0" baseline="0" noProof="0">
                <a:ln>
                  <a:noFill/>
                </a:ln>
                <a:solidFill>
                  <a:srgbClr val="FF721C"/>
                </a:solidFill>
                <a:effectLst/>
                <a:uLnTx/>
                <a:uFillTx/>
                <a:latin typeface="Arial"/>
                <a:ea typeface="Verdana"/>
                <a:cs typeface="Arial"/>
              </a:rPr>
              <a:t>1A.02. SG UCP &amp; Account Hierarchy Guided Setup</a:t>
            </a:r>
            <a:r>
              <a:rPr kumimoji="0" lang="en-US" sz="1400" i="0" u="none" strike="noStrike" kern="1200" cap="none" spc="0" normalizeH="0" baseline="0" noProof="0">
                <a:ln>
                  <a:noFill/>
                </a:ln>
                <a:solidFill>
                  <a:srgbClr val="FF721C"/>
                </a:solidFill>
                <a:effectLst/>
                <a:uLnTx/>
                <a:uFillTx/>
                <a:latin typeface="Arial"/>
                <a:ea typeface="Verdana"/>
                <a:cs typeface="Arial"/>
              </a:rPr>
              <a:t> </a:t>
            </a:r>
            <a:r>
              <a:rPr kumimoji="0" lang="en-US" sz="1400" i="0" u="none" strike="noStrike" kern="1200" cap="none" spc="0" normalizeH="0" baseline="0" noProof="0">
                <a:ln>
                  <a:noFill/>
                </a:ln>
                <a:solidFill>
                  <a:schemeClr val="tx1"/>
                </a:solidFill>
                <a:effectLst/>
                <a:uLnTx/>
                <a:uFillTx/>
                <a:latin typeface="Arial"/>
                <a:ea typeface="Verdana"/>
                <a:cs typeface="Arial"/>
              </a:rPr>
              <a:t>dashboard, then manually publish additional account firmographics if needed.</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800" b="1" i="0" u="none" strike="noStrike" kern="1200" cap="none" spc="0" normalizeH="0" baseline="0" noProof="0">
              <a:ln>
                <a:noFill/>
              </a:ln>
              <a:solidFill>
                <a:schemeClr val="tx1"/>
              </a:solidFill>
              <a:effectLst/>
              <a:uLnTx/>
              <a:uFillTx/>
              <a:latin typeface="Arial"/>
              <a:ea typeface="Verdana"/>
              <a:cs typeface="Arial"/>
            </a:endParaRPr>
          </a:p>
        </p:txBody>
      </p:sp>
      <p:pic>
        <p:nvPicPr>
          <p:cNvPr id="7" name="Content Placeholder 3" descr="A screenshot of a computer&#10;&#10;AI-generated content may be incorrect.">
            <a:extLst>
              <a:ext uri="{FF2B5EF4-FFF2-40B4-BE49-F238E27FC236}">
                <a16:creationId xmlns:a16="http://schemas.microsoft.com/office/drawing/2014/main" id="{50DEB081-DF8C-E04A-98CC-C6F9ED4F1D9F}"/>
              </a:ext>
            </a:extLst>
          </p:cNvPr>
          <p:cNvPicPr>
            <a:picLocks noGrp="1" noChangeAspect="1"/>
          </p:cNvPicPr>
          <p:nvPr>
            <p:ph idx="1"/>
          </p:nvPr>
        </p:nvPicPr>
        <p:blipFill>
          <a:blip r:embed="rId2"/>
          <a:srcRect r="916"/>
          <a:stretch>
            <a:fillRect/>
          </a:stretch>
        </p:blipFill>
        <p:spPr>
          <a:xfrm>
            <a:off x="602397" y="3964529"/>
            <a:ext cx="8415143" cy="2343887"/>
          </a:xfrm>
          <a:prstGeom prst="roundRect">
            <a:avLst>
              <a:gd name="adj" fmla="val 3386"/>
            </a:avLst>
          </a:prstGeom>
        </p:spPr>
      </p:pic>
      <p:pic>
        <p:nvPicPr>
          <p:cNvPr id="8" name="Picture 7" descr="A screenshot of a computer&#10;&#10;AI-generated content may be incorrect.">
            <a:extLst>
              <a:ext uri="{FF2B5EF4-FFF2-40B4-BE49-F238E27FC236}">
                <a16:creationId xmlns:a16="http://schemas.microsoft.com/office/drawing/2014/main" id="{AD709457-6DE2-A0A0-C766-51796E0E6FC2}"/>
              </a:ext>
            </a:extLst>
          </p:cNvPr>
          <p:cNvPicPr>
            <a:picLocks noChangeAspect="1"/>
          </p:cNvPicPr>
          <p:nvPr/>
        </p:nvPicPr>
        <p:blipFill>
          <a:blip r:embed="rId3"/>
          <a:stretch>
            <a:fillRect/>
          </a:stretch>
        </p:blipFill>
        <p:spPr>
          <a:xfrm>
            <a:off x="602832" y="2161116"/>
            <a:ext cx="6452769" cy="1642483"/>
          </a:xfrm>
          <a:prstGeom prst="roundRect">
            <a:avLst>
              <a:gd name="adj" fmla="val 4822"/>
            </a:avLst>
          </a:prstGeom>
        </p:spPr>
      </p:pic>
    </p:spTree>
    <p:extLst>
      <p:ext uri="{BB962C8B-B14F-4D97-AF65-F5344CB8AC3E}">
        <p14:creationId xmlns:p14="http://schemas.microsoft.com/office/powerpoint/2010/main" val="274839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2.2 page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235414"/>
            <a:ext cx="3606702"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endParaRPr lang="en-US" sz="1600" b="1"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Update the action button.</a:t>
            </a:r>
            <a:endParaRPr lang="en-US" sz="14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Update the visualization chart, turn on sync on selection.</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Verdana"/>
                <a:cs typeface="Arial"/>
              </a:rPr>
              <a:t>Update hierarchy chart displayed line items data.</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pic>
        <p:nvPicPr>
          <p:cNvPr id="3" name="Content Placeholder 4" descr="A screenshot of a computer&#10;&#10;AI-generated content may be incorrect.">
            <a:extLst>
              <a:ext uri="{FF2B5EF4-FFF2-40B4-BE49-F238E27FC236}">
                <a16:creationId xmlns:a16="http://schemas.microsoft.com/office/drawing/2014/main" id="{0F89686F-F825-5D90-04EA-F495F4F0B425}"/>
              </a:ext>
            </a:extLst>
          </p:cNvPr>
          <p:cNvPicPr>
            <a:picLocks noGrp="1" noChangeAspect="1"/>
          </p:cNvPicPr>
          <p:nvPr>
            <p:ph idx="1"/>
          </p:nvPr>
        </p:nvPicPr>
        <p:blipFill>
          <a:blip r:embed="rId2"/>
          <a:stretch>
            <a:fillRect/>
          </a:stretch>
        </p:blipFill>
        <p:spPr>
          <a:xfrm>
            <a:off x="4715822" y="1336991"/>
            <a:ext cx="6623497" cy="4509331"/>
          </a:xfrm>
          <a:prstGeom prst="roundRect">
            <a:avLst>
              <a:gd name="adj" fmla="val 1782"/>
            </a:avLst>
          </a:prstGeom>
        </p:spPr>
      </p:pic>
    </p:spTree>
    <p:extLst>
      <p:ext uri="{BB962C8B-B14F-4D97-AF65-F5344CB8AC3E}">
        <p14:creationId xmlns:p14="http://schemas.microsoft.com/office/powerpoint/2010/main" val="376090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D45BF-6A40-1035-6F9F-B393CD4A4BB2}"/>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B6E00BD1-BF0D-B208-79DE-B4E9FBB545DF}"/>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page 3.0 </a:t>
            </a:r>
          </a:p>
        </p:txBody>
      </p:sp>
      <p:sp>
        <p:nvSpPr>
          <p:cNvPr id="2" name="Content Placeholder 2">
            <a:extLst>
              <a:ext uri="{FF2B5EF4-FFF2-40B4-BE49-F238E27FC236}">
                <a16:creationId xmlns:a16="http://schemas.microsoft.com/office/drawing/2014/main" id="{F8A9C857-3090-F993-CEB4-FF9A9530821C}"/>
              </a:ext>
            </a:extLst>
          </p:cNvPr>
          <p:cNvSpPr txBox="1">
            <a:spLocks/>
          </p:cNvSpPr>
          <p:nvPr/>
        </p:nvSpPr>
        <p:spPr>
          <a:xfrm>
            <a:off x="615102" y="1429967"/>
            <a:ext cx="5727332"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85750" indent="-285750"/>
            <a:r>
              <a:rPr lang="en-US" sz="1400">
                <a:solidFill>
                  <a:schemeClr val="tx2"/>
                </a:solidFill>
                <a:latin typeface="Arial"/>
                <a:ea typeface="Verdana"/>
                <a:cs typeface="Arial"/>
              </a:rPr>
              <a:t>Pivot the module and create a saved view.</a:t>
            </a:r>
          </a:p>
          <a:p>
            <a:pPr marL="285750" indent="-285750"/>
            <a:r>
              <a:rPr lang="en-US" sz="1400">
                <a:solidFill>
                  <a:schemeClr val="tx2"/>
                </a:solidFill>
                <a:ea typeface="Verdana"/>
                <a:cs typeface="Arial" panose="020B0604020202020204"/>
              </a:rPr>
              <a:t>Save Export Definition.</a:t>
            </a:r>
          </a:p>
          <a:p>
            <a:pPr marL="285750" indent="-285750"/>
            <a:r>
              <a:rPr lang="en-US" sz="1400">
                <a:solidFill>
                  <a:schemeClr val="tx2"/>
                </a:solidFill>
                <a:ea typeface="Verdana"/>
                <a:cs typeface="Arial" panose="020B0604020202020204"/>
              </a:rPr>
              <a:t>Rebuild export action on dashboard.</a:t>
            </a:r>
          </a:p>
        </p:txBody>
      </p:sp>
      <p:pic>
        <p:nvPicPr>
          <p:cNvPr id="5" name="Picture 4" descr="A screenshot of a computer&#10;&#10;AI-generated content may be incorrect.">
            <a:extLst>
              <a:ext uri="{FF2B5EF4-FFF2-40B4-BE49-F238E27FC236}">
                <a16:creationId xmlns:a16="http://schemas.microsoft.com/office/drawing/2014/main" id="{8428780C-B33F-DB85-70B3-4E3363C58C1F}"/>
              </a:ext>
            </a:extLst>
          </p:cNvPr>
          <p:cNvPicPr>
            <a:picLocks noChangeAspect="1"/>
          </p:cNvPicPr>
          <p:nvPr/>
        </p:nvPicPr>
        <p:blipFill>
          <a:blip r:embed="rId2"/>
          <a:srcRect l="27420" t="8216" r="10991"/>
          <a:stretch>
            <a:fillRect/>
          </a:stretch>
        </p:blipFill>
        <p:spPr>
          <a:xfrm>
            <a:off x="563960" y="3353752"/>
            <a:ext cx="3509358" cy="2272974"/>
          </a:xfrm>
          <a:prstGeom prst="roundRect">
            <a:avLst>
              <a:gd name="adj" fmla="val 3817"/>
            </a:avLst>
          </a:prstGeom>
        </p:spPr>
      </p:pic>
      <p:pic>
        <p:nvPicPr>
          <p:cNvPr id="6" name="Picture 5" descr="A screenshot of a computer&#10;&#10;AI-generated content may be incorrect.">
            <a:extLst>
              <a:ext uri="{FF2B5EF4-FFF2-40B4-BE49-F238E27FC236}">
                <a16:creationId xmlns:a16="http://schemas.microsoft.com/office/drawing/2014/main" id="{50CC9841-F71D-06C3-6FBC-AD1157B9C637}"/>
              </a:ext>
            </a:extLst>
          </p:cNvPr>
          <p:cNvPicPr>
            <a:picLocks noChangeAspect="1"/>
          </p:cNvPicPr>
          <p:nvPr/>
        </p:nvPicPr>
        <p:blipFill>
          <a:blip r:embed="rId3"/>
          <a:srcRect t="495" b="-1"/>
          <a:stretch>
            <a:fillRect/>
          </a:stretch>
        </p:blipFill>
        <p:spPr>
          <a:xfrm>
            <a:off x="5188683" y="1289695"/>
            <a:ext cx="3953794" cy="2272974"/>
          </a:xfrm>
          <a:prstGeom prst="roundRect">
            <a:avLst>
              <a:gd name="adj" fmla="val 5439"/>
            </a:avLst>
          </a:prstGeom>
        </p:spPr>
      </p:pic>
      <p:pic>
        <p:nvPicPr>
          <p:cNvPr id="7" name="Picture 6" descr="A screenshot of a computer&#10;&#10;AI-generated content may be incorrect.">
            <a:extLst>
              <a:ext uri="{FF2B5EF4-FFF2-40B4-BE49-F238E27FC236}">
                <a16:creationId xmlns:a16="http://schemas.microsoft.com/office/drawing/2014/main" id="{ABB1F78A-87BD-7AB4-7586-DADAD43E4683}"/>
              </a:ext>
            </a:extLst>
          </p:cNvPr>
          <p:cNvPicPr>
            <a:picLocks noChangeAspect="1"/>
          </p:cNvPicPr>
          <p:nvPr/>
        </p:nvPicPr>
        <p:blipFill>
          <a:blip r:embed="rId4"/>
          <a:stretch>
            <a:fillRect/>
          </a:stretch>
        </p:blipFill>
        <p:spPr>
          <a:xfrm>
            <a:off x="7315614" y="3024742"/>
            <a:ext cx="4498449" cy="1770434"/>
          </a:xfrm>
          <a:prstGeom prst="roundRect">
            <a:avLst>
              <a:gd name="adj" fmla="val 5710"/>
            </a:avLst>
          </a:prstGeom>
        </p:spPr>
      </p:pic>
      <p:pic>
        <p:nvPicPr>
          <p:cNvPr id="8" name="Picture 7" descr="A screenshot of a computer&#10;&#10;AI-generated content may be incorrect.">
            <a:extLst>
              <a:ext uri="{FF2B5EF4-FFF2-40B4-BE49-F238E27FC236}">
                <a16:creationId xmlns:a16="http://schemas.microsoft.com/office/drawing/2014/main" id="{17818CDC-6EF2-968D-922C-8A2914646ECA}"/>
              </a:ext>
            </a:extLst>
          </p:cNvPr>
          <p:cNvPicPr>
            <a:picLocks noChangeAspect="1"/>
          </p:cNvPicPr>
          <p:nvPr/>
        </p:nvPicPr>
        <p:blipFill>
          <a:blip r:embed="rId5"/>
          <a:stretch>
            <a:fillRect/>
          </a:stretch>
        </p:blipFill>
        <p:spPr>
          <a:xfrm>
            <a:off x="2020221" y="5157443"/>
            <a:ext cx="5067300" cy="1104900"/>
          </a:xfrm>
          <a:prstGeom prst="roundRect">
            <a:avLst>
              <a:gd name="adj" fmla="val 5565"/>
            </a:avLst>
          </a:prstGeom>
        </p:spPr>
      </p:pic>
    </p:spTree>
    <p:extLst>
      <p:ext uri="{BB962C8B-B14F-4D97-AF65-F5344CB8AC3E}">
        <p14:creationId xmlns:p14="http://schemas.microsoft.com/office/powerpoint/2010/main" val="140079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3.1.1 Revenue Method/Employee Method/OPEX Method</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429967"/>
            <a:ext cx="5727332"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top page selector.</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the dynamic text. It will be fixed as text.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the context selector in the KPI cards.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Add page link on the top right of the dashboard</a:t>
            </a:r>
            <a:r>
              <a:rPr kumimoji="0" lang="en-US" sz="1400" b="1" i="0" u="none" strike="noStrike" kern="1200" cap="none" spc="0" normalizeH="0" baseline="0" noProof="0">
                <a:ln>
                  <a:noFill/>
                </a:ln>
                <a:solidFill>
                  <a:schemeClr val="tx1"/>
                </a:solidFill>
                <a:effectLst/>
                <a:uLnTx/>
                <a:uFillTx/>
                <a:latin typeface="Arial"/>
                <a:ea typeface="Verdana"/>
                <a:cs typeface="Arial"/>
              </a:rPr>
              <a:t>.</a:t>
            </a:r>
          </a:p>
        </p:txBody>
      </p:sp>
      <p:pic>
        <p:nvPicPr>
          <p:cNvPr id="10" name="Content Placeholder 1" descr="A screenshot of a phone&#10;&#10;AI-generated content may be incorrect.">
            <a:extLst>
              <a:ext uri="{FF2B5EF4-FFF2-40B4-BE49-F238E27FC236}">
                <a16:creationId xmlns:a16="http://schemas.microsoft.com/office/drawing/2014/main" id="{99707105-E002-8D2F-EF5A-E2CB3B665820}"/>
              </a:ext>
            </a:extLst>
          </p:cNvPr>
          <p:cNvPicPr>
            <a:picLocks noGrp="1" noChangeAspect="1"/>
          </p:cNvPicPr>
          <p:nvPr>
            <p:ph idx="1"/>
          </p:nvPr>
        </p:nvPicPr>
        <p:blipFill>
          <a:blip r:embed="rId2"/>
          <a:srcRect r="1532"/>
          <a:stretch>
            <a:fillRect/>
          </a:stretch>
        </p:blipFill>
        <p:spPr>
          <a:xfrm>
            <a:off x="614363" y="3501033"/>
            <a:ext cx="10815637" cy="2503175"/>
          </a:xfrm>
          <a:prstGeom prst="roundRect">
            <a:avLst>
              <a:gd name="adj" fmla="val 4231"/>
            </a:avLst>
          </a:prstGeom>
        </p:spPr>
      </p:pic>
      <p:pic>
        <p:nvPicPr>
          <p:cNvPr id="11" name="Picture 10" descr="A screenshot of a computer&#10;&#10;AI-generated content may be incorrect.">
            <a:extLst>
              <a:ext uri="{FF2B5EF4-FFF2-40B4-BE49-F238E27FC236}">
                <a16:creationId xmlns:a16="http://schemas.microsoft.com/office/drawing/2014/main" id="{4462B62F-32E0-DC70-4452-15294186EE61}"/>
              </a:ext>
            </a:extLst>
          </p:cNvPr>
          <p:cNvPicPr>
            <a:picLocks noChangeAspect="1"/>
          </p:cNvPicPr>
          <p:nvPr/>
        </p:nvPicPr>
        <p:blipFill>
          <a:blip r:embed="rId3"/>
          <a:stretch>
            <a:fillRect/>
          </a:stretch>
        </p:blipFill>
        <p:spPr>
          <a:xfrm>
            <a:off x="7848600" y="1504951"/>
            <a:ext cx="3581400" cy="1695450"/>
          </a:xfrm>
          <a:prstGeom prst="roundRect">
            <a:avLst>
              <a:gd name="adj" fmla="val 4618"/>
            </a:avLst>
          </a:prstGeom>
        </p:spPr>
      </p:pic>
    </p:spTree>
    <p:extLst>
      <p:ext uri="{BB962C8B-B14F-4D97-AF65-F5344CB8AC3E}">
        <p14:creationId xmlns:p14="http://schemas.microsoft.com/office/powerpoint/2010/main" val="384662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3.1.1 Revenue Method/Employee Method/OPEX Method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429967"/>
            <a:ext cx="5727332"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Turn on Sync on Selection on Rows.</a:t>
            </a:r>
          </a:p>
        </p:txBody>
      </p:sp>
      <p:pic>
        <p:nvPicPr>
          <p:cNvPr id="5" name="Content Placeholder 6" descr="A screenshot of a graph&#10;&#10;AI-generated content may be incorrect.">
            <a:extLst>
              <a:ext uri="{FF2B5EF4-FFF2-40B4-BE49-F238E27FC236}">
                <a16:creationId xmlns:a16="http://schemas.microsoft.com/office/drawing/2014/main" id="{543FAA54-C527-DF32-7A75-A4249B8CF690}"/>
              </a:ext>
            </a:extLst>
          </p:cNvPr>
          <p:cNvPicPr>
            <a:picLocks noGrp="1" noChangeAspect="1"/>
          </p:cNvPicPr>
          <p:nvPr>
            <p:ph idx="1"/>
          </p:nvPr>
        </p:nvPicPr>
        <p:blipFill>
          <a:blip r:embed="rId2"/>
          <a:stretch>
            <a:fillRect/>
          </a:stretch>
        </p:blipFill>
        <p:spPr>
          <a:xfrm>
            <a:off x="679035" y="2101429"/>
            <a:ext cx="5699070" cy="4114800"/>
          </a:xfrm>
          <a:prstGeom prst="roundRect">
            <a:avLst>
              <a:gd name="adj" fmla="val 2010"/>
            </a:avLst>
          </a:prstGeom>
        </p:spPr>
      </p:pic>
      <p:pic>
        <p:nvPicPr>
          <p:cNvPr id="6" name="Picture 5" descr="A screenshot of a computer&#10;&#10;AI-generated content may be incorrect.">
            <a:extLst>
              <a:ext uri="{FF2B5EF4-FFF2-40B4-BE49-F238E27FC236}">
                <a16:creationId xmlns:a16="http://schemas.microsoft.com/office/drawing/2014/main" id="{F803E08B-6441-0773-A1AF-CBE06DEE8D6E}"/>
              </a:ext>
            </a:extLst>
          </p:cNvPr>
          <p:cNvPicPr>
            <a:picLocks noChangeAspect="1"/>
          </p:cNvPicPr>
          <p:nvPr/>
        </p:nvPicPr>
        <p:blipFill>
          <a:blip r:embed="rId3"/>
          <a:srcRect t="6404" b="6058"/>
          <a:stretch>
            <a:fillRect/>
          </a:stretch>
        </p:blipFill>
        <p:spPr>
          <a:xfrm>
            <a:off x="7050554" y="2101428"/>
            <a:ext cx="3683354" cy="1886911"/>
          </a:xfrm>
          <a:prstGeom prst="roundRect">
            <a:avLst>
              <a:gd name="adj" fmla="val 7903"/>
            </a:avLst>
          </a:prstGeom>
        </p:spPr>
      </p:pic>
    </p:spTree>
    <p:extLst>
      <p:ext uri="{BB962C8B-B14F-4D97-AF65-F5344CB8AC3E}">
        <p14:creationId xmlns:p14="http://schemas.microsoft.com/office/powerpoint/2010/main" val="2318915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chemeClr val="tx2"/>
                </a:solidFill>
              </a:rPr>
              <a:t>Updates to 3.1.1 Revenue Method/Employee Method/OPEX Method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195247"/>
            <a:ext cx="5727332"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Re-add "Synchronize scroll". </a:t>
            </a:r>
          </a:p>
        </p:txBody>
      </p:sp>
      <p:pic>
        <p:nvPicPr>
          <p:cNvPr id="7" name="Content Placeholder 4" descr="A screenshot of a computer&#10;&#10;AI-generated content may be incorrect.">
            <a:extLst>
              <a:ext uri="{FF2B5EF4-FFF2-40B4-BE49-F238E27FC236}">
                <a16:creationId xmlns:a16="http://schemas.microsoft.com/office/drawing/2014/main" id="{4878DA6A-17A4-714E-2600-A4536D787AC5}"/>
              </a:ext>
            </a:extLst>
          </p:cNvPr>
          <p:cNvPicPr>
            <a:picLocks noChangeAspect="1"/>
          </p:cNvPicPr>
          <p:nvPr/>
        </p:nvPicPr>
        <p:blipFill>
          <a:blip r:embed="rId2"/>
          <a:stretch>
            <a:fillRect/>
          </a:stretch>
        </p:blipFill>
        <p:spPr>
          <a:xfrm>
            <a:off x="788803" y="2567350"/>
            <a:ext cx="5180482" cy="1015891"/>
          </a:xfrm>
          <a:prstGeom prst="roundRect">
            <a:avLst>
              <a:gd name="adj" fmla="val 4461"/>
            </a:avLst>
          </a:prstGeom>
        </p:spPr>
      </p:pic>
      <p:pic>
        <p:nvPicPr>
          <p:cNvPr id="8" name="Picture 7" descr="A screenshot of a computer&#10;&#10;AI-generated content may be incorrect.">
            <a:extLst>
              <a:ext uri="{FF2B5EF4-FFF2-40B4-BE49-F238E27FC236}">
                <a16:creationId xmlns:a16="http://schemas.microsoft.com/office/drawing/2014/main" id="{2C5A3443-30E7-8270-4A20-5D8B0E1EABB1}"/>
              </a:ext>
            </a:extLst>
          </p:cNvPr>
          <p:cNvPicPr>
            <a:picLocks noChangeAspect="1"/>
          </p:cNvPicPr>
          <p:nvPr/>
        </p:nvPicPr>
        <p:blipFill>
          <a:blip r:embed="rId3"/>
          <a:stretch>
            <a:fillRect/>
          </a:stretch>
        </p:blipFill>
        <p:spPr>
          <a:xfrm>
            <a:off x="788803" y="1513772"/>
            <a:ext cx="5180482" cy="905821"/>
          </a:xfrm>
          <a:prstGeom prst="roundRect">
            <a:avLst>
              <a:gd name="adj" fmla="val 4618"/>
            </a:avLst>
          </a:prstGeom>
        </p:spPr>
      </p:pic>
      <p:sp>
        <p:nvSpPr>
          <p:cNvPr id="3" name="Content Placeholder 2">
            <a:extLst>
              <a:ext uri="{FF2B5EF4-FFF2-40B4-BE49-F238E27FC236}">
                <a16:creationId xmlns:a16="http://schemas.microsoft.com/office/drawing/2014/main" id="{345BD752-FB53-D4D6-E681-9FEC1530AA9D}"/>
              </a:ext>
            </a:extLst>
          </p:cNvPr>
          <p:cNvSpPr txBox="1">
            <a:spLocks/>
          </p:cNvSpPr>
          <p:nvPr/>
        </p:nvSpPr>
        <p:spPr>
          <a:xfrm>
            <a:off x="7396046" y="1195247"/>
            <a:ext cx="4608651"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Update chart to use 2 different axis.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Display data labels.</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2000" b="1" i="0" u="none" strike="noStrike" kern="1200" cap="none" spc="0" normalizeH="0" baseline="0" noProof="0">
              <a:ln>
                <a:noFill/>
              </a:ln>
              <a:solidFill>
                <a:schemeClr val="tx1"/>
              </a:solidFill>
              <a:effectLst/>
              <a:uLnTx/>
              <a:uFillTx/>
              <a:latin typeface="Arial"/>
              <a:ea typeface="Verdana"/>
              <a:cs typeface="Arial"/>
            </a:endParaRPr>
          </a:p>
        </p:txBody>
      </p:sp>
      <p:pic>
        <p:nvPicPr>
          <p:cNvPr id="4" name="Content Placeholder 1" descr="A screenshot of a graph&#10;&#10;AI-generated content may be incorrect.">
            <a:extLst>
              <a:ext uri="{FF2B5EF4-FFF2-40B4-BE49-F238E27FC236}">
                <a16:creationId xmlns:a16="http://schemas.microsoft.com/office/drawing/2014/main" id="{2E4F994C-65CE-F3A3-09F9-0ADB9F023014}"/>
              </a:ext>
            </a:extLst>
          </p:cNvPr>
          <p:cNvPicPr>
            <a:picLocks noGrp="1" noChangeAspect="1"/>
          </p:cNvPicPr>
          <p:nvPr>
            <p:ph idx="1"/>
          </p:nvPr>
        </p:nvPicPr>
        <p:blipFill>
          <a:blip r:embed="rId4"/>
          <a:srcRect l="1500"/>
          <a:stretch>
            <a:fillRect/>
          </a:stretch>
        </p:blipFill>
        <p:spPr>
          <a:xfrm>
            <a:off x="7464540" y="1902970"/>
            <a:ext cx="3354148" cy="4699707"/>
          </a:xfrm>
          <a:prstGeom prst="roundRect">
            <a:avLst>
              <a:gd name="adj" fmla="val 2417"/>
            </a:avLst>
          </a:prstGeom>
        </p:spPr>
      </p:pic>
      <p:sp>
        <p:nvSpPr>
          <p:cNvPr id="5" name="Content Placeholder 2">
            <a:extLst>
              <a:ext uri="{FF2B5EF4-FFF2-40B4-BE49-F238E27FC236}">
                <a16:creationId xmlns:a16="http://schemas.microsoft.com/office/drawing/2014/main" id="{E541368B-46A1-9CBB-99C8-3640156B1D37}"/>
              </a:ext>
            </a:extLst>
          </p:cNvPr>
          <p:cNvSpPr txBox="1">
            <a:spLocks/>
          </p:cNvSpPr>
          <p:nvPr/>
        </p:nvSpPr>
        <p:spPr>
          <a:xfrm>
            <a:off x="615102" y="3948415"/>
            <a:ext cx="4608651" cy="595893"/>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Update show and hide line items.</a:t>
            </a:r>
          </a:p>
        </p:txBody>
      </p:sp>
      <p:pic>
        <p:nvPicPr>
          <p:cNvPr id="6" name="Content Placeholder 1" descr="A screenshot of a computer&#10;&#10;AI-generated content may be incorrect.">
            <a:extLst>
              <a:ext uri="{FF2B5EF4-FFF2-40B4-BE49-F238E27FC236}">
                <a16:creationId xmlns:a16="http://schemas.microsoft.com/office/drawing/2014/main" id="{D01E5681-C44C-BF75-F5FD-8FB89E4DA9B5}"/>
              </a:ext>
            </a:extLst>
          </p:cNvPr>
          <p:cNvPicPr>
            <a:picLocks noChangeAspect="1"/>
          </p:cNvPicPr>
          <p:nvPr/>
        </p:nvPicPr>
        <p:blipFill>
          <a:blip r:embed="rId5"/>
          <a:srcRect l="2179" t="1950" b="47378"/>
          <a:stretch>
            <a:fillRect/>
          </a:stretch>
        </p:blipFill>
        <p:spPr>
          <a:xfrm>
            <a:off x="861682" y="4270782"/>
            <a:ext cx="5107603" cy="2347011"/>
          </a:xfrm>
          <a:prstGeom prst="roundRect">
            <a:avLst>
              <a:gd name="adj" fmla="val 1766"/>
            </a:avLst>
          </a:prstGeom>
        </p:spPr>
      </p:pic>
    </p:spTree>
    <p:extLst>
      <p:ext uri="{BB962C8B-B14F-4D97-AF65-F5344CB8AC3E}">
        <p14:creationId xmlns:p14="http://schemas.microsoft.com/office/powerpoint/2010/main" val="618552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04258" y="1348866"/>
            <a:ext cx="4608651"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Need to reselect the dimensions and line items.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Need to resync the card context selector at the total level.</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2000" b="1" i="0" u="none" strike="noStrike" kern="1200" cap="none" spc="0" normalizeH="0" baseline="0" noProof="0">
              <a:ln>
                <a:noFill/>
              </a:ln>
              <a:solidFill>
                <a:schemeClr val="tx1"/>
              </a:solidFill>
              <a:effectLst/>
              <a:uLnTx/>
              <a:uFillTx/>
              <a:latin typeface="Arial"/>
              <a:ea typeface="Verdana"/>
              <a:cs typeface="Arial"/>
            </a:endParaRPr>
          </a:p>
        </p:txBody>
      </p:sp>
      <p:pic>
        <p:nvPicPr>
          <p:cNvPr id="5" name="Content Placeholder 4" descr="A screenshot of a graph&#10;&#10;AI-generated content may be incorrect.">
            <a:extLst>
              <a:ext uri="{FF2B5EF4-FFF2-40B4-BE49-F238E27FC236}">
                <a16:creationId xmlns:a16="http://schemas.microsoft.com/office/drawing/2014/main" id="{FCB0883E-D679-4094-B424-2AC773B0233E}"/>
              </a:ext>
            </a:extLst>
          </p:cNvPr>
          <p:cNvPicPr>
            <a:picLocks noGrp="1" noChangeAspect="1"/>
          </p:cNvPicPr>
          <p:nvPr>
            <p:ph idx="1"/>
          </p:nvPr>
        </p:nvPicPr>
        <p:blipFill>
          <a:blip r:embed="rId2"/>
          <a:srcRect t="1864" b="2832"/>
          <a:stretch>
            <a:fillRect/>
          </a:stretch>
        </p:blipFill>
        <p:spPr>
          <a:xfrm>
            <a:off x="7099443" y="1080215"/>
            <a:ext cx="3185111" cy="2865033"/>
          </a:xfrm>
          <a:prstGeom prst="roundRect">
            <a:avLst>
              <a:gd name="adj" fmla="val 3573"/>
            </a:avLst>
          </a:prstGeom>
        </p:spPr>
      </p:pic>
      <p:sp>
        <p:nvSpPr>
          <p:cNvPr id="3" name="Title 67">
            <a:extLst>
              <a:ext uri="{FF2B5EF4-FFF2-40B4-BE49-F238E27FC236}">
                <a16:creationId xmlns:a16="http://schemas.microsoft.com/office/drawing/2014/main" id="{A8D49DB2-31FE-182A-2E83-E2D1ECB999A7}"/>
              </a:ext>
            </a:extLst>
          </p:cNvPr>
          <p:cNvSpPr txBox="1">
            <a:spLocks/>
          </p:cNvSpPr>
          <p:nvPr/>
        </p:nvSpPr>
        <p:spPr>
          <a:xfrm>
            <a:off x="604258" y="483120"/>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chemeClr val="tx2"/>
                </a:solidFill>
              </a:rPr>
              <a:t>Updates to 3.1.1 Revenue Method/Employee Method/OPEX Method </a:t>
            </a:r>
            <a:r>
              <a:rPr lang="en-GB" b="0">
                <a:solidFill>
                  <a:schemeClr val="tx2"/>
                </a:solidFill>
              </a:rPr>
              <a:t>(cont.)</a:t>
            </a:r>
          </a:p>
        </p:txBody>
      </p:sp>
      <p:sp>
        <p:nvSpPr>
          <p:cNvPr id="4" name="Content Placeholder 2">
            <a:extLst>
              <a:ext uri="{FF2B5EF4-FFF2-40B4-BE49-F238E27FC236}">
                <a16:creationId xmlns:a16="http://schemas.microsoft.com/office/drawing/2014/main" id="{27AE2E00-F686-3BA8-345D-1163F1DF1B90}"/>
              </a:ext>
            </a:extLst>
          </p:cNvPr>
          <p:cNvSpPr txBox="1">
            <a:spLocks/>
          </p:cNvSpPr>
          <p:nvPr/>
        </p:nvSpPr>
        <p:spPr>
          <a:xfrm>
            <a:off x="604258" y="3722507"/>
            <a:ext cx="9277928" cy="1770434"/>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Need to rearrange the axis (change the order of the dimensions).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Need to resync the card context selector at the total level.</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Display the data labels.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2000" b="1" i="0" u="none" strike="noStrike" kern="1200" cap="none" spc="0" normalizeH="0" baseline="0" noProof="0">
              <a:ln>
                <a:noFill/>
              </a:ln>
              <a:solidFill>
                <a:schemeClr val="tx1"/>
              </a:solidFill>
              <a:effectLst/>
              <a:uLnTx/>
              <a:uFillTx/>
              <a:latin typeface="Arial"/>
              <a:ea typeface="Verdana"/>
              <a:cs typeface="Arial"/>
            </a:endParaRPr>
          </a:p>
        </p:txBody>
      </p:sp>
      <p:pic>
        <p:nvPicPr>
          <p:cNvPr id="6" name="Picture 5" descr="A screenshot of a graph&#10;&#10;AI-generated content may be incorrect.">
            <a:extLst>
              <a:ext uri="{FF2B5EF4-FFF2-40B4-BE49-F238E27FC236}">
                <a16:creationId xmlns:a16="http://schemas.microsoft.com/office/drawing/2014/main" id="{57950389-4295-63B9-0FAF-E61522223E95}"/>
              </a:ext>
            </a:extLst>
          </p:cNvPr>
          <p:cNvPicPr>
            <a:picLocks noChangeAspect="1"/>
          </p:cNvPicPr>
          <p:nvPr/>
        </p:nvPicPr>
        <p:blipFill>
          <a:blip r:embed="rId3"/>
          <a:stretch>
            <a:fillRect/>
          </a:stretch>
        </p:blipFill>
        <p:spPr>
          <a:xfrm>
            <a:off x="4517773" y="4548455"/>
            <a:ext cx="7069969" cy="2186649"/>
          </a:xfrm>
          <a:prstGeom prst="roundRect">
            <a:avLst>
              <a:gd name="adj" fmla="val 5357"/>
            </a:avLst>
          </a:prstGeom>
        </p:spPr>
      </p:pic>
    </p:spTree>
    <p:extLst>
      <p:ext uri="{BB962C8B-B14F-4D97-AF65-F5344CB8AC3E}">
        <p14:creationId xmlns:p14="http://schemas.microsoft.com/office/powerpoint/2010/main" val="425651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3.2 page</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106946"/>
            <a:ext cx="9277928"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chemeClr val="tx1"/>
                </a:solidFill>
                <a:effectLst/>
                <a:uLnTx/>
                <a:uFillTx/>
                <a:latin typeface="Arial"/>
                <a:ea typeface="Verdana"/>
                <a:cs typeface="Arial"/>
              </a:rPr>
              <a:t>Adjust the page selector, selecting 3 line items.</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2000" b="1" i="0" u="none" strike="noStrike" kern="1200" cap="none" spc="0" normalizeH="0" baseline="0" noProof="0">
              <a:ln>
                <a:noFill/>
              </a:ln>
              <a:solidFill>
                <a:schemeClr val="tx1"/>
              </a:solidFill>
              <a:effectLst/>
              <a:uLnTx/>
              <a:uFillTx/>
              <a:latin typeface="Arial"/>
              <a:ea typeface="Verdana"/>
              <a:cs typeface="Arial"/>
            </a:endParaRPr>
          </a:p>
        </p:txBody>
      </p:sp>
      <p:pic>
        <p:nvPicPr>
          <p:cNvPr id="3" name="Content Placeholder 3" descr="A screenshot of a document&#10;&#10;AI-generated content may be incorrect.">
            <a:extLst>
              <a:ext uri="{FF2B5EF4-FFF2-40B4-BE49-F238E27FC236}">
                <a16:creationId xmlns:a16="http://schemas.microsoft.com/office/drawing/2014/main" id="{9B188D4F-26EF-4954-CC24-084D65A63C73}"/>
              </a:ext>
            </a:extLst>
          </p:cNvPr>
          <p:cNvPicPr>
            <a:picLocks noGrp="1" noChangeAspect="1"/>
          </p:cNvPicPr>
          <p:nvPr>
            <p:ph idx="1"/>
          </p:nvPr>
        </p:nvPicPr>
        <p:blipFill>
          <a:blip r:embed="rId2"/>
          <a:stretch>
            <a:fillRect/>
          </a:stretch>
        </p:blipFill>
        <p:spPr>
          <a:xfrm>
            <a:off x="615102" y="4126767"/>
            <a:ext cx="7235119" cy="2441692"/>
          </a:xfrm>
          <a:prstGeom prst="roundRect">
            <a:avLst>
              <a:gd name="adj" fmla="val 3918"/>
            </a:avLst>
          </a:prstGeom>
        </p:spPr>
      </p:pic>
      <p:pic>
        <p:nvPicPr>
          <p:cNvPr id="4" name="Picture 3" descr="A screenshot of a web page&#10;&#10;AI-generated content may be incorrect.">
            <a:extLst>
              <a:ext uri="{FF2B5EF4-FFF2-40B4-BE49-F238E27FC236}">
                <a16:creationId xmlns:a16="http://schemas.microsoft.com/office/drawing/2014/main" id="{DAE6FAA3-CF4B-7517-0FD8-8B5B962F3C1E}"/>
              </a:ext>
            </a:extLst>
          </p:cNvPr>
          <p:cNvPicPr>
            <a:picLocks noChangeAspect="1"/>
          </p:cNvPicPr>
          <p:nvPr/>
        </p:nvPicPr>
        <p:blipFill>
          <a:blip r:embed="rId3"/>
          <a:stretch>
            <a:fillRect/>
          </a:stretch>
        </p:blipFill>
        <p:spPr>
          <a:xfrm>
            <a:off x="615103" y="1816996"/>
            <a:ext cx="9735128" cy="2176492"/>
          </a:xfrm>
          <a:prstGeom prst="roundRect">
            <a:avLst>
              <a:gd name="adj" fmla="val 3706"/>
            </a:avLst>
          </a:prstGeom>
        </p:spPr>
      </p:pic>
      <p:sp>
        <p:nvSpPr>
          <p:cNvPr id="5" name="TextBox 4">
            <a:extLst>
              <a:ext uri="{FF2B5EF4-FFF2-40B4-BE49-F238E27FC236}">
                <a16:creationId xmlns:a16="http://schemas.microsoft.com/office/drawing/2014/main" id="{AB834BDA-B641-81D9-1F13-FADC1A3156F2}"/>
              </a:ext>
            </a:extLst>
          </p:cNvPr>
          <p:cNvSpPr txBox="1"/>
          <p:nvPr/>
        </p:nvSpPr>
        <p:spPr>
          <a:xfrm>
            <a:off x="8487593" y="4685893"/>
            <a:ext cx="318384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latin typeface="Arial" panose="020B0604020202020204" pitchFamily="34" charset="0"/>
                <a:ea typeface="Verdana" charset="0"/>
                <a:cs typeface="Arial" panose="020B0604020202020204" pitchFamily="34" charset="0"/>
              </a:rPr>
              <a:t>Adjust the context selector on the card</a:t>
            </a:r>
          </a:p>
          <a:p>
            <a:pPr marL="285750" indent="-285750">
              <a:buFont typeface="Arial" panose="020B0604020202020204" pitchFamily="34" charset="0"/>
              <a:buChar char="•"/>
            </a:pPr>
            <a:endParaRPr lang="en-US" sz="1600">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1600">
                <a:latin typeface="Arial" panose="020B0604020202020204" pitchFamily="34" charset="0"/>
                <a:ea typeface="Verdana" charset="0"/>
                <a:cs typeface="Arial" panose="020B0604020202020204" pitchFamily="34" charset="0"/>
              </a:rPr>
              <a:t>Adjust the chart to stack on each other</a:t>
            </a:r>
          </a:p>
        </p:txBody>
      </p:sp>
    </p:spTree>
    <p:extLst>
      <p:ext uri="{BB962C8B-B14F-4D97-AF65-F5344CB8AC3E}">
        <p14:creationId xmlns:p14="http://schemas.microsoft.com/office/powerpoint/2010/main" val="29476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3.3 Select Wallet Calc Method page</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2" y="1106946"/>
            <a:ext cx="9277928"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Need to rearrange the axis (change the order of the dimensions).</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Need to turn off all the page selector.</a:t>
            </a:r>
          </a:p>
        </p:txBody>
      </p:sp>
      <p:pic>
        <p:nvPicPr>
          <p:cNvPr id="8" name="Picture 7" descr="A screenshot of a computer&#10;&#10;AI-generated content may be incorrect.">
            <a:extLst>
              <a:ext uri="{FF2B5EF4-FFF2-40B4-BE49-F238E27FC236}">
                <a16:creationId xmlns:a16="http://schemas.microsoft.com/office/drawing/2014/main" id="{A64D3E3F-1F93-A51E-5BD9-8BF24742A3BC}"/>
              </a:ext>
            </a:extLst>
          </p:cNvPr>
          <p:cNvPicPr>
            <a:picLocks noChangeAspect="1"/>
          </p:cNvPicPr>
          <p:nvPr/>
        </p:nvPicPr>
        <p:blipFill>
          <a:blip r:embed="rId2"/>
          <a:stretch>
            <a:fillRect/>
          </a:stretch>
        </p:blipFill>
        <p:spPr>
          <a:xfrm>
            <a:off x="615102" y="2464102"/>
            <a:ext cx="10625403" cy="3549599"/>
          </a:xfrm>
          <a:prstGeom prst="roundRect">
            <a:avLst>
              <a:gd name="adj" fmla="val 2965"/>
            </a:avLst>
          </a:prstGeom>
        </p:spPr>
      </p:pic>
    </p:spTree>
    <p:extLst>
      <p:ext uri="{BB962C8B-B14F-4D97-AF65-F5344CB8AC3E}">
        <p14:creationId xmlns:p14="http://schemas.microsoft.com/office/powerpoint/2010/main" val="31477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3.4 page-  If there are more than 3 scenarios</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80803" y="1271332"/>
            <a:ext cx="9277928"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Publish all the scenarios on the dashboard.</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Add additional conditional formatting to the extra scenarios.</a:t>
            </a:r>
          </a:p>
        </p:txBody>
      </p:sp>
      <p:pic>
        <p:nvPicPr>
          <p:cNvPr id="3" name="Picture 2" descr="A screenshot of a computer&#10;&#10;AI-generated content may be incorrect.">
            <a:extLst>
              <a:ext uri="{FF2B5EF4-FFF2-40B4-BE49-F238E27FC236}">
                <a16:creationId xmlns:a16="http://schemas.microsoft.com/office/drawing/2014/main" id="{8460A7FB-58BF-B55B-9120-952B819EC59D}"/>
              </a:ext>
            </a:extLst>
          </p:cNvPr>
          <p:cNvPicPr>
            <a:picLocks noChangeAspect="1"/>
          </p:cNvPicPr>
          <p:nvPr/>
        </p:nvPicPr>
        <p:blipFill>
          <a:blip r:embed="rId2"/>
          <a:stretch>
            <a:fillRect/>
          </a:stretch>
        </p:blipFill>
        <p:spPr>
          <a:xfrm>
            <a:off x="680803" y="2094621"/>
            <a:ext cx="9699885" cy="4473319"/>
          </a:xfrm>
          <a:prstGeom prst="roundRect">
            <a:avLst>
              <a:gd name="adj" fmla="val 1880"/>
            </a:avLst>
          </a:prstGeom>
        </p:spPr>
      </p:pic>
    </p:spTree>
    <p:extLst>
      <p:ext uri="{BB962C8B-B14F-4D97-AF65-F5344CB8AC3E}">
        <p14:creationId xmlns:p14="http://schemas.microsoft.com/office/powerpoint/2010/main" val="20384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3.5 page</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106946"/>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If additional filters are added in the Guided Setup </a:t>
            </a:r>
            <a:r>
              <a:rPr kumimoji="0" lang="en-US" sz="1400" b="1" i="0" u="none" strike="noStrike" kern="1200" cap="none" spc="0" normalizeH="0" baseline="0" noProof="0">
                <a:ln>
                  <a:noFill/>
                </a:ln>
                <a:solidFill>
                  <a:srgbClr val="FF721C"/>
                </a:solidFill>
                <a:effectLst/>
                <a:uLnTx/>
                <a:uFillTx/>
                <a:latin typeface="Arial"/>
                <a:ea typeface="Verdana"/>
                <a:cs typeface="Arial"/>
              </a:rPr>
              <a:t>1A.03. SG Wallet Size Calculation Guided Setup</a:t>
            </a:r>
            <a:r>
              <a:rPr kumimoji="0" lang="en-US" sz="1400" b="1" i="0" u="none" strike="noStrike" kern="1200" cap="none" spc="0" normalizeH="0" baseline="0" noProof="0">
                <a:ln>
                  <a:noFill/>
                </a:ln>
                <a:solidFill>
                  <a:schemeClr val="tx1"/>
                </a:solidFill>
                <a:effectLst/>
                <a:uLnTx/>
                <a:uFillTx/>
                <a:latin typeface="Arial"/>
                <a:ea typeface="Verdana"/>
                <a:cs typeface="Arial"/>
              </a:rPr>
              <a:t> </a:t>
            </a:r>
            <a:r>
              <a:rPr kumimoji="0" lang="en-US" sz="1400" i="0" u="none" strike="noStrike" kern="1200" cap="none" spc="0" normalizeH="0" baseline="0" noProof="0">
                <a:ln>
                  <a:noFill/>
                </a:ln>
                <a:solidFill>
                  <a:schemeClr val="tx1"/>
                </a:solidFill>
                <a:effectLst/>
                <a:uLnTx/>
                <a:uFillTx/>
                <a:latin typeface="Arial"/>
                <a:ea typeface="Verdana"/>
                <a:cs typeface="Arial"/>
              </a:rPr>
              <a:t>page, manually publish the additional filters you need on the dashboard.</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4" name="Picture 3" descr="A screenshot of a computer screen&#10;&#10;AI-generated content may be incorrect.">
            <a:extLst>
              <a:ext uri="{FF2B5EF4-FFF2-40B4-BE49-F238E27FC236}">
                <a16:creationId xmlns:a16="http://schemas.microsoft.com/office/drawing/2014/main" id="{646E61EE-119C-265B-D59A-A0FB0DC90387}"/>
              </a:ext>
            </a:extLst>
          </p:cNvPr>
          <p:cNvPicPr>
            <a:picLocks noChangeAspect="1"/>
          </p:cNvPicPr>
          <p:nvPr/>
        </p:nvPicPr>
        <p:blipFill>
          <a:blip r:embed="rId2"/>
          <a:stretch>
            <a:fillRect/>
          </a:stretch>
        </p:blipFill>
        <p:spPr>
          <a:xfrm>
            <a:off x="615101" y="2052581"/>
            <a:ext cx="8298634" cy="2101130"/>
          </a:xfrm>
          <a:prstGeom prst="roundRect">
            <a:avLst>
              <a:gd name="adj" fmla="val 5093"/>
            </a:avLst>
          </a:prstGeom>
        </p:spPr>
      </p:pic>
      <p:pic>
        <p:nvPicPr>
          <p:cNvPr id="5" name="Picture 4" descr="A screenshot of a computer&#10;&#10;AI-generated content may be incorrect.">
            <a:extLst>
              <a:ext uri="{FF2B5EF4-FFF2-40B4-BE49-F238E27FC236}">
                <a16:creationId xmlns:a16="http://schemas.microsoft.com/office/drawing/2014/main" id="{0B79FE1D-ADFB-0E73-D49B-08604F6AAB74}"/>
              </a:ext>
            </a:extLst>
          </p:cNvPr>
          <p:cNvPicPr>
            <a:picLocks noChangeAspect="1"/>
          </p:cNvPicPr>
          <p:nvPr/>
        </p:nvPicPr>
        <p:blipFill>
          <a:blip r:embed="rId3"/>
          <a:stretch>
            <a:fillRect/>
          </a:stretch>
        </p:blipFill>
        <p:spPr>
          <a:xfrm>
            <a:off x="615101" y="4457738"/>
            <a:ext cx="10680325" cy="1515046"/>
          </a:xfrm>
          <a:prstGeom prst="roundRect">
            <a:avLst>
              <a:gd name="adj" fmla="val 6394"/>
            </a:avLst>
          </a:prstGeom>
        </p:spPr>
      </p:pic>
    </p:spTree>
    <p:extLst>
      <p:ext uri="{BB962C8B-B14F-4D97-AF65-F5344CB8AC3E}">
        <p14:creationId xmlns:p14="http://schemas.microsoft.com/office/powerpoint/2010/main" val="283402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3.5 page</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106946"/>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Add conditional formatting on "Override Wallet Value?" and "Override Wallet Value".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Add conditional formatting on "Override Wallet by Product?" and "Override Wallet".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Add conditional formatting on "Override Spending Calc Metod", "Override Scenario",</a:t>
            </a:r>
            <a:br>
              <a:rPr kumimoji="0" lang="en-US" sz="1400" i="0" u="none" strike="noStrike" kern="1200" cap="none" spc="0" normalizeH="0" baseline="0" noProof="0">
                <a:ln>
                  <a:noFill/>
                </a:ln>
                <a:solidFill>
                  <a:schemeClr val="tx1"/>
                </a:solidFill>
                <a:effectLst/>
                <a:uLnTx/>
                <a:uFillTx/>
                <a:latin typeface="Arial"/>
                <a:ea typeface="Verdana"/>
                <a:cs typeface="Arial"/>
              </a:rPr>
            </a:br>
            <a:r>
              <a:rPr kumimoji="0" lang="en-US" sz="1400" i="0" u="none" strike="noStrike" kern="1200" cap="none" spc="0" normalizeH="0" baseline="0" noProof="0">
                <a:ln>
                  <a:noFill/>
                </a:ln>
                <a:solidFill>
                  <a:schemeClr val="tx1"/>
                </a:solidFill>
                <a:effectLst/>
                <a:uLnTx/>
                <a:uFillTx/>
                <a:latin typeface="Arial"/>
                <a:ea typeface="Verdana"/>
                <a:cs typeface="Arial"/>
              </a:rPr>
              <a:t>"Override Wallet Value?" and "Override Wallet Value" on the bottom account level table.</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3" name="Picture 2" descr="A screenshot of a computer&#10;&#10;AI-generated content may be incorrect.">
            <a:extLst>
              <a:ext uri="{FF2B5EF4-FFF2-40B4-BE49-F238E27FC236}">
                <a16:creationId xmlns:a16="http://schemas.microsoft.com/office/drawing/2014/main" id="{FC409339-FD3F-DF23-D324-0A6ABD295EFB}"/>
              </a:ext>
            </a:extLst>
          </p:cNvPr>
          <p:cNvPicPr>
            <a:picLocks noChangeAspect="1"/>
          </p:cNvPicPr>
          <p:nvPr/>
        </p:nvPicPr>
        <p:blipFill>
          <a:blip r:embed="rId2"/>
          <a:stretch>
            <a:fillRect/>
          </a:stretch>
        </p:blipFill>
        <p:spPr>
          <a:xfrm>
            <a:off x="580707" y="2689952"/>
            <a:ext cx="3536296" cy="3253648"/>
          </a:xfrm>
          <a:prstGeom prst="roundRect">
            <a:avLst>
              <a:gd name="adj" fmla="val 1718"/>
            </a:avLst>
          </a:prstGeom>
        </p:spPr>
      </p:pic>
      <p:pic>
        <p:nvPicPr>
          <p:cNvPr id="6" name="Picture 5" descr="A screenshot of a computer&#10;&#10;AI-generated content may be incorrect.">
            <a:extLst>
              <a:ext uri="{FF2B5EF4-FFF2-40B4-BE49-F238E27FC236}">
                <a16:creationId xmlns:a16="http://schemas.microsoft.com/office/drawing/2014/main" id="{DB17C430-235C-54AE-6B9A-7B5556F5198E}"/>
              </a:ext>
            </a:extLst>
          </p:cNvPr>
          <p:cNvPicPr>
            <a:picLocks noChangeAspect="1"/>
          </p:cNvPicPr>
          <p:nvPr/>
        </p:nvPicPr>
        <p:blipFill>
          <a:blip r:embed="rId3"/>
          <a:stretch>
            <a:fillRect/>
          </a:stretch>
        </p:blipFill>
        <p:spPr>
          <a:xfrm>
            <a:off x="4327562" y="2689952"/>
            <a:ext cx="3861570" cy="2627947"/>
          </a:xfrm>
          <a:prstGeom prst="roundRect">
            <a:avLst>
              <a:gd name="adj" fmla="val 2601"/>
            </a:avLst>
          </a:prstGeom>
        </p:spPr>
      </p:pic>
      <p:pic>
        <p:nvPicPr>
          <p:cNvPr id="7" name="Picture 6" descr="A screenshot of a survey&#10;&#10;AI-generated content may be incorrect.">
            <a:extLst>
              <a:ext uri="{FF2B5EF4-FFF2-40B4-BE49-F238E27FC236}">
                <a16:creationId xmlns:a16="http://schemas.microsoft.com/office/drawing/2014/main" id="{3CE56F97-1842-4A18-4726-5D342A661D46}"/>
              </a:ext>
            </a:extLst>
          </p:cNvPr>
          <p:cNvPicPr>
            <a:picLocks noChangeAspect="1"/>
          </p:cNvPicPr>
          <p:nvPr/>
        </p:nvPicPr>
        <p:blipFill>
          <a:blip r:embed="rId4"/>
          <a:stretch>
            <a:fillRect/>
          </a:stretch>
        </p:blipFill>
        <p:spPr>
          <a:xfrm>
            <a:off x="8399691" y="2689952"/>
            <a:ext cx="3110160" cy="2037691"/>
          </a:xfrm>
          <a:prstGeom prst="roundRect">
            <a:avLst>
              <a:gd name="adj" fmla="val 2823"/>
            </a:avLst>
          </a:prstGeom>
        </p:spPr>
      </p:pic>
    </p:spTree>
    <p:extLst>
      <p:ext uri="{BB962C8B-B14F-4D97-AF65-F5344CB8AC3E}">
        <p14:creationId xmlns:p14="http://schemas.microsoft.com/office/powerpoint/2010/main" val="251465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4.1, 4.2, 4.4 pages </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106946"/>
            <a:ext cx="592953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chart line item selection to be </a:t>
            </a:r>
            <a:r>
              <a:rPr kumimoji="0" lang="en-US" sz="1400" b="1" i="0" u="none" strike="noStrike" kern="1200" cap="none" spc="0" normalizeH="0" baseline="0" noProof="0">
                <a:ln>
                  <a:noFill/>
                </a:ln>
                <a:solidFill>
                  <a:schemeClr val="accent1"/>
                </a:solidFill>
                <a:effectLst/>
                <a:uLnTx/>
                <a:uFillTx/>
                <a:latin typeface="Arial"/>
                <a:ea typeface="Verdana"/>
                <a:cs typeface="Arial"/>
              </a:rPr>
              <a:t>"New # of Accounts</a:t>
            </a:r>
            <a:r>
              <a:rPr kumimoji="0" lang="en-US" sz="1400" i="0" u="none" strike="noStrike" kern="1200" cap="none" spc="0" normalizeH="0" baseline="0" noProof="0">
                <a:ln>
                  <a:noFill/>
                </a:ln>
                <a:solidFill>
                  <a:schemeClr val="tx1"/>
                </a:solidFill>
                <a:effectLst/>
                <a:uLnTx/>
                <a:uFillTx/>
                <a:latin typeface="Arial"/>
                <a:ea typeface="Verdana"/>
                <a:cs typeface="Arial"/>
              </a:rPr>
              <a:t>".</a:t>
            </a:r>
          </a:p>
          <a:p>
            <a:pPr marL="232410" lvl="0" indent="-232410">
              <a:defRPr/>
            </a:pPr>
            <a:r>
              <a:rPr kumimoji="0" lang="en-US" sz="1400" i="0" u="none" strike="noStrike" kern="1200" cap="none" spc="0" normalizeH="0" baseline="0" noProof="0">
                <a:ln>
                  <a:noFill/>
                </a:ln>
                <a:solidFill>
                  <a:schemeClr val="tx1"/>
                </a:solidFill>
                <a:effectLst/>
                <a:uLnTx/>
                <a:uFillTx/>
                <a:latin typeface="Arial"/>
                <a:ea typeface="Verdana"/>
                <a:cs typeface="Arial"/>
              </a:rPr>
              <a:t>Need to update the chart to be </a:t>
            </a:r>
            <a:r>
              <a:rPr lang="en-US" sz="1400">
                <a:solidFill>
                  <a:schemeClr val="tx1"/>
                </a:solidFill>
                <a:latin typeface="Arial"/>
                <a:ea typeface="Verdana"/>
                <a:cs typeface="Arial"/>
              </a:rPr>
              <a:t>a </a:t>
            </a:r>
            <a:r>
              <a:rPr lang="en-US" sz="1400" i="1">
                <a:solidFill>
                  <a:schemeClr val="tx1"/>
                </a:solidFill>
                <a:latin typeface="Arial"/>
                <a:ea typeface="Verdana"/>
                <a:cs typeface="Arial"/>
              </a:rPr>
              <a:t>percentage</a:t>
            </a:r>
            <a:r>
              <a:rPr lang="en-US" sz="1400">
                <a:solidFill>
                  <a:schemeClr val="tx1"/>
                </a:solidFill>
                <a:latin typeface="Arial"/>
                <a:ea typeface="Verdana"/>
                <a:cs typeface="Arial"/>
              </a:rPr>
              <a:t> rather than the </a:t>
            </a:r>
            <a:r>
              <a:rPr kumimoji="0" lang="en-US" sz="1400" i="0" u="none" strike="noStrike" kern="1200" cap="none" spc="0" normalizeH="0" baseline="0" noProof="0">
                <a:ln>
                  <a:noFill/>
                </a:ln>
                <a:solidFill>
                  <a:schemeClr val="tx1"/>
                </a:solidFill>
                <a:effectLst/>
                <a:uLnTx/>
                <a:uFillTx/>
                <a:latin typeface="Arial"/>
                <a:ea typeface="Verdana"/>
                <a:cs typeface="Arial"/>
              </a:rPr>
              <a:t>default.</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5" name="Picture 4" descr="A screenshot of a graph&#10;&#10;AI-generated content may be incorrect.">
            <a:extLst>
              <a:ext uri="{FF2B5EF4-FFF2-40B4-BE49-F238E27FC236}">
                <a16:creationId xmlns:a16="http://schemas.microsoft.com/office/drawing/2014/main" id="{F35381B0-39ED-E527-8C22-8441486D0B2C}"/>
              </a:ext>
            </a:extLst>
          </p:cNvPr>
          <p:cNvPicPr>
            <a:picLocks noChangeAspect="1"/>
          </p:cNvPicPr>
          <p:nvPr/>
        </p:nvPicPr>
        <p:blipFill>
          <a:blip r:embed="rId2"/>
          <a:srcRect t="2931" r="2476" b="2157"/>
          <a:stretch>
            <a:fillRect/>
          </a:stretch>
        </p:blipFill>
        <p:spPr>
          <a:xfrm>
            <a:off x="615101" y="1972747"/>
            <a:ext cx="5708321" cy="3784060"/>
          </a:xfrm>
          <a:prstGeom prst="roundRect">
            <a:avLst>
              <a:gd name="adj" fmla="val 2528"/>
            </a:avLst>
          </a:prstGeom>
        </p:spPr>
      </p:pic>
      <p:sp>
        <p:nvSpPr>
          <p:cNvPr id="3" name="Content Placeholder 2">
            <a:extLst>
              <a:ext uri="{FF2B5EF4-FFF2-40B4-BE49-F238E27FC236}">
                <a16:creationId xmlns:a16="http://schemas.microsoft.com/office/drawing/2014/main" id="{45B27581-2A39-ADFE-1B4E-520A0E73533A}"/>
              </a:ext>
            </a:extLst>
          </p:cNvPr>
          <p:cNvSpPr txBox="1">
            <a:spLocks/>
          </p:cNvSpPr>
          <p:nvPr/>
        </p:nvSpPr>
        <p:spPr>
          <a:xfrm>
            <a:off x="7036085" y="995529"/>
            <a:ext cx="4304872"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 </a:t>
            </a:r>
            <a:r>
              <a:rPr kumimoji="0" lang="en-US" sz="1400" b="1" i="0" u="none" strike="noStrike" kern="1200" cap="none" spc="0" normalizeH="0" baseline="0" noProof="0">
                <a:ln>
                  <a:noFill/>
                </a:ln>
                <a:solidFill>
                  <a:schemeClr val="tx1"/>
                </a:solidFill>
                <a:effectLst/>
                <a:uLnTx/>
                <a:uFillTx/>
                <a:latin typeface="Arial"/>
                <a:ea typeface="Verdana"/>
                <a:cs typeface="Arial"/>
              </a:rPr>
              <a:t>4.1 only</a:t>
            </a:r>
            <a:r>
              <a:rPr kumimoji="0" lang="en-US" sz="1400" i="0" u="none" strike="noStrike" kern="1200" cap="none" spc="0" normalizeH="0" baseline="0" noProof="0">
                <a:ln>
                  <a:noFill/>
                </a:ln>
                <a:solidFill>
                  <a:schemeClr val="tx1"/>
                </a:solidFill>
                <a:effectLst/>
                <a:uLnTx/>
                <a:uFillTx/>
                <a:latin typeface="Arial"/>
                <a:ea typeface="Verdana"/>
                <a:cs typeface="Arial"/>
              </a:rPr>
              <a:t>: Recreate the navigation link </a:t>
            </a:r>
            <a:r>
              <a:rPr kumimoji="0" lang="en-US" sz="1400" b="1" i="0" u="none" strike="noStrike" kern="1200" cap="none" spc="0" normalizeH="0" baseline="0" noProof="0">
                <a:ln>
                  <a:noFill/>
                </a:ln>
                <a:solidFill>
                  <a:schemeClr val="accent1"/>
                </a:solidFill>
                <a:effectLst/>
                <a:uLnTx/>
                <a:uFillTx/>
                <a:latin typeface="Arial"/>
                <a:ea typeface="Verdana"/>
                <a:cs typeface="Arial"/>
              </a:rPr>
              <a:t>Refresh Tiers</a:t>
            </a:r>
            <a:r>
              <a:rPr kumimoji="0" lang="en-US" sz="1400" i="0" u="none" strike="noStrike" kern="1200" cap="none" spc="0" normalizeH="0" baseline="0" noProof="0">
                <a:ln>
                  <a:noFill/>
                </a:ln>
                <a:solidFill>
                  <a:schemeClr val="tx1"/>
                </a:solidFill>
                <a:effectLst/>
                <a:uLnTx/>
                <a:uFillTx/>
                <a:latin typeface="Arial"/>
                <a:ea typeface="Verdana"/>
                <a:cs typeface="Arial"/>
              </a:rPr>
              <a:t> button on the dashboard.</a:t>
            </a:r>
          </a:p>
        </p:txBody>
      </p:sp>
      <p:pic>
        <p:nvPicPr>
          <p:cNvPr id="4" name="Picture 3" descr="A screenshot of a social media account&#10;&#10;AI-generated content may be incorrect.">
            <a:extLst>
              <a:ext uri="{FF2B5EF4-FFF2-40B4-BE49-F238E27FC236}">
                <a16:creationId xmlns:a16="http://schemas.microsoft.com/office/drawing/2014/main" id="{18F36B1F-7B80-0883-150A-71588B16242C}"/>
              </a:ext>
            </a:extLst>
          </p:cNvPr>
          <p:cNvPicPr>
            <a:picLocks noChangeAspect="1"/>
          </p:cNvPicPr>
          <p:nvPr/>
        </p:nvPicPr>
        <p:blipFill>
          <a:blip r:embed="rId3"/>
          <a:stretch>
            <a:fillRect/>
          </a:stretch>
        </p:blipFill>
        <p:spPr>
          <a:xfrm>
            <a:off x="7230646" y="1749914"/>
            <a:ext cx="3915750" cy="4001140"/>
          </a:xfrm>
          <a:prstGeom prst="roundRect">
            <a:avLst>
              <a:gd name="adj" fmla="val 3004"/>
            </a:avLst>
          </a:prstGeom>
        </p:spPr>
      </p:pic>
    </p:spTree>
    <p:extLst>
      <p:ext uri="{BB962C8B-B14F-4D97-AF65-F5344CB8AC3E}">
        <p14:creationId xmlns:p14="http://schemas.microsoft.com/office/powerpoint/2010/main" val="393715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4.2 Score-based segmentation drivers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106946"/>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US" sz="1400">
                <a:solidFill>
                  <a:schemeClr val="tx1"/>
                </a:solidFill>
                <a:latin typeface="Arial"/>
                <a:ea typeface="Verdana"/>
                <a:cs typeface="Arial"/>
              </a:rPr>
              <a:t>Verify </a:t>
            </a:r>
            <a:r>
              <a:rPr kumimoji="0" lang="en-US" sz="1400" b="1" i="0" u="none" strike="noStrike" kern="1200" cap="none" spc="0" normalizeH="0" baseline="0" noProof="0">
                <a:ln>
                  <a:noFill/>
                </a:ln>
                <a:solidFill>
                  <a:schemeClr val="accent1"/>
                </a:solidFill>
                <a:effectLst/>
                <a:uLnTx/>
                <a:uFillTx/>
                <a:latin typeface="Arial"/>
                <a:ea typeface="Verdana"/>
                <a:cs typeface="Arial"/>
              </a:rPr>
              <a:t>Account Score List</a:t>
            </a:r>
            <a:r>
              <a:rPr kumimoji="0" lang="en-US" sz="1400" i="0" u="none" strike="noStrike" kern="1200" cap="none" spc="0" normalizeH="0" baseline="0" noProof="0">
                <a:ln>
                  <a:noFill/>
                </a:ln>
                <a:solidFill>
                  <a:schemeClr val="tx1"/>
                </a:solidFill>
                <a:effectLst/>
                <a:uLnTx/>
                <a:uFillTx/>
                <a:latin typeface="Arial"/>
                <a:ea typeface="Verdana"/>
                <a:cs typeface="Arial"/>
              </a:rPr>
              <a:t> is in the order from 10 to 1.</a:t>
            </a:r>
          </a:p>
          <a:p>
            <a:pPr marL="232410" lvl="0" indent="-232410">
              <a:defRPr/>
            </a:pPr>
            <a:r>
              <a:rPr kumimoji="0" lang="en-US" sz="1400" i="0" u="none" strike="noStrike" kern="1200" cap="none" spc="0" normalizeH="0" baseline="0" noProof="0">
                <a:ln>
                  <a:noFill/>
                </a:ln>
                <a:solidFill>
                  <a:schemeClr val="tx1"/>
                </a:solidFill>
                <a:effectLst/>
                <a:uLnTx/>
                <a:uFillTx/>
                <a:latin typeface="Arial"/>
                <a:ea typeface="Verdana"/>
                <a:cs typeface="Arial"/>
              </a:rPr>
              <a:t>Check </a:t>
            </a:r>
            <a:r>
              <a:rPr lang="en-US" sz="1400">
                <a:solidFill>
                  <a:schemeClr val="tx1"/>
                </a:solidFill>
                <a:latin typeface="Arial"/>
                <a:ea typeface="Verdana"/>
                <a:cs typeface="Arial"/>
              </a:rPr>
              <a:t>the list </a:t>
            </a:r>
            <a:r>
              <a:rPr kumimoji="0" lang="en-US" sz="1400" i="0" u="none" strike="noStrike" kern="1200" cap="none" spc="0" normalizeH="0" baseline="0" noProof="0">
                <a:ln>
                  <a:noFill/>
                </a:ln>
                <a:solidFill>
                  <a:schemeClr val="tx1"/>
                </a:solidFill>
                <a:effectLst/>
                <a:uLnTx/>
                <a:uFillTx/>
                <a:latin typeface="Arial"/>
                <a:ea typeface="Verdana"/>
                <a:cs typeface="Arial"/>
              </a:rPr>
              <a:t>order for </a:t>
            </a:r>
            <a:r>
              <a:rPr kumimoji="0" lang="en-US" sz="1400" b="1" i="0" u="none" strike="noStrike" kern="1200" cap="none" spc="0" normalizeH="0" baseline="0" noProof="0">
                <a:ln>
                  <a:noFill/>
                </a:ln>
                <a:solidFill>
                  <a:schemeClr val="accent1"/>
                </a:solidFill>
                <a:effectLst/>
                <a:uLnTx/>
                <a:uFillTx/>
                <a:latin typeface="Arial"/>
                <a:ea typeface="Verdana"/>
                <a:cs typeface="Arial"/>
              </a:rPr>
              <a:t>Predictive Account Rank.</a:t>
            </a:r>
          </a:p>
        </p:txBody>
      </p:sp>
      <p:pic>
        <p:nvPicPr>
          <p:cNvPr id="3" name="Picture 2" descr="A screenshot of a computer&#10;&#10;AI-generated content may be incorrect.">
            <a:extLst>
              <a:ext uri="{FF2B5EF4-FFF2-40B4-BE49-F238E27FC236}">
                <a16:creationId xmlns:a16="http://schemas.microsoft.com/office/drawing/2014/main" id="{2DCA6C1C-C8CD-0F84-166A-9730879D9F04}"/>
              </a:ext>
            </a:extLst>
          </p:cNvPr>
          <p:cNvPicPr>
            <a:picLocks noChangeAspect="1"/>
          </p:cNvPicPr>
          <p:nvPr/>
        </p:nvPicPr>
        <p:blipFill>
          <a:blip r:embed="rId3"/>
          <a:stretch>
            <a:fillRect/>
          </a:stretch>
        </p:blipFill>
        <p:spPr>
          <a:xfrm>
            <a:off x="901476" y="2098900"/>
            <a:ext cx="3515435" cy="3935784"/>
          </a:xfrm>
          <a:prstGeom prst="roundRect">
            <a:avLst>
              <a:gd name="adj" fmla="val 3108"/>
            </a:avLst>
          </a:prstGeom>
        </p:spPr>
      </p:pic>
      <p:pic>
        <p:nvPicPr>
          <p:cNvPr id="4" name="Picture 3" descr="A screenshot of a computer&#10;&#10;AI-generated content may be incorrect.">
            <a:extLst>
              <a:ext uri="{FF2B5EF4-FFF2-40B4-BE49-F238E27FC236}">
                <a16:creationId xmlns:a16="http://schemas.microsoft.com/office/drawing/2014/main" id="{D11F8D06-D1DB-0E22-A428-293C8BD6A372}"/>
              </a:ext>
            </a:extLst>
          </p:cNvPr>
          <p:cNvPicPr>
            <a:picLocks noChangeAspect="1"/>
          </p:cNvPicPr>
          <p:nvPr/>
        </p:nvPicPr>
        <p:blipFill>
          <a:blip r:embed="rId4"/>
          <a:stretch>
            <a:fillRect/>
          </a:stretch>
        </p:blipFill>
        <p:spPr>
          <a:xfrm>
            <a:off x="5735567" y="2265262"/>
            <a:ext cx="4545912" cy="2940828"/>
          </a:xfrm>
          <a:prstGeom prst="roundRect">
            <a:avLst>
              <a:gd name="adj" fmla="val 1451"/>
            </a:avLst>
          </a:prstGeom>
        </p:spPr>
      </p:pic>
    </p:spTree>
    <p:extLst>
      <p:ext uri="{BB962C8B-B14F-4D97-AF65-F5344CB8AC3E}">
        <p14:creationId xmlns:p14="http://schemas.microsoft.com/office/powerpoint/2010/main" val="2436562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 4.4 Score-based segmentation scoring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106946"/>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Verify the formula LOOKUP dimensions is correct.</a:t>
            </a:r>
          </a:p>
          <a:p>
            <a:pPr marL="841979" lvl="1" indent="-232410">
              <a:buFont typeface="Arial" panose="020B0604020202020204" pitchFamily="34" charset="0"/>
              <a:buChar char="•"/>
              <a:defRPr/>
            </a:pPr>
            <a:r>
              <a:rPr kumimoji="0" lang="en-US" sz="1400" i="0" u="none" strike="noStrike" kern="1200" cap="none" spc="0" normalizeH="0" baseline="0" noProof="0">
                <a:ln>
                  <a:noFill/>
                </a:ln>
                <a:solidFill>
                  <a:schemeClr val="tx1"/>
                </a:solidFill>
                <a:effectLst/>
                <a:uLnTx/>
                <a:uFillTx/>
                <a:latin typeface="Arial"/>
                <a:ea typeface="Verdana"/>
                <a:cs typeface="Arial"/>
              </a:rPr>
              <a:t>It should be summed by subset, check if the subsets are </a:t>
            </a:r>
            <a:r>
              <a:rPr lang="en-US" sz="1400">
                <a:solidFill>
                  <a:schemeClr val="tx1"/>
                </a:solidFill>
                <a:latin typeface="Arial"/>
                <a:ea typeface="Verdana"/>
                <a:cs typeface="Arial"/>
              </a:rPr>
              <a:t>applied </a:t>
            </a:r>
            <a:r>
              <a:rPr kumimoji="0" lang="en-US" sz="1400" i="0" u="none" strike="noStrike" kern="1200" cap="none" spc="0" normalizeH="0" baseline="0" noProof="0">
                <a:ln>
                  <a:noFill/>
                </a:ln>
                <a:solidFill>
                  <a:schemeClr val="tx1"/>
                </a:solidFill>
                <a:effectLst/>
                <a:uLnTx/>
                <a:uFillTx/>
                <a:latin typeface="Arial"/>
                <a:ea typeface="Verdana"/>
                <a:cs typeface="Arial"/>
              </a:rPr>
              <a:t>correctly.</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Move the metric list order.</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5" name="Picture 4" descr="A screenshot of a computer&#10;&#10;AI-generated content may be incorrect.">
            <a:extLst>
              <a:ext uri="{FF2B5EF4-FFF2-40B4-BE49-F238E27FC236}">
                <a16:creationId xmlns:a16="http://schemas.microsoft.com/office/drawing/2014/main" id="{F4D14920-C21A-7394-705F-DA21681C788C}"/>
              </a:ext>
            </a:extLst>
          </p:cNvPr>
          <p:cNvPicPr>
            <a:picLocks noChangeAspect="1"/>
          </p:cNvPicPr>
          <p:nvPr/>
        </p:nvPicPr>
        <p:blipFill>
          <a:blip r:embed="rId2"/>
          <a:stretch>
            <a:fillRect/>
          </a:stretch>
        </p:blipFill>
        <p:spPr>
          <a:xfrm>
            <a:off x="615101" y="2503367"/>
            <a:ext cx="6707038" cy="3041710"/>
          </a:xfrm>
          <a:prstGeom prst="roundRect">
            <a:avLst>
              <a:gd name="adj" fmla="val 2915"/>
            </a:avLst>
          </a:prstGeom>
        </p:spPr>
      </p:pic>
      <p:pic>
        <p:nvPicPr>
          <p:cNvPr id="6" name="Picture 5" descr="A screenshot of a computer&#10;&#10;AI-generated content may be incorrect.">
            <a:extLst>
              <a:ext uri="{FF2B5EF4-FFF2-40B4-BE49-F238E27FC236}">
                <a16:creationId xmlns:a16="http://schemas.microsoft.com/office/drawing/2014/main" id="{CC0F16BA-7AE0-AEB6-0DEB-4DD9FDED70D6}"/>
              </a:ext>
            </a:extLst>
          </p:cNvPr>
          <p:cNvPicPr>
            <a:picLocks noChangeAspect="1"/>
          </p:cNvPicPr>
          <p:nvPr/>
        </p:nvPicPr>
        <p:blipFill>
          <a:blip r:embed="rId3"/>
          <a:stretch>
            <a:fillRect/>
          </a:stretch>
        </p:blipFill>
        <p:spPr>
          <a:xfrm>
            <a:off x="7561342" y="2503367"/>
            <a:ext cx="3879370" cy="3173981"/>
          </a:xfrm>
          <a:prstGeom prst="roundRect">
            <a:avLst>
              <a:gd name="adj" fmla="val 2263"/>
            </a:avLst>
          </a:prstGeom>
        </p:spPr>
      </p:pic>
    </p:spTree>
    <p:extLst>
      <p:ext uri="{BB962C8B-B14F-4D97-AF65-F5344CB8AC3E}">
        <p14:creationId xmlns:p14="http://schemas.microsoft.com/office/powerpoint/2010/main" val="356801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4.4 Score-based segmentation scoring </a:t>
            </a:r>
            <a:r>
              <a:rPr lang="en-GB" b="0">
                <a:solidFill>
                  <a:schemeClr val="tx2"/>
                </a:solidFil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240635"/>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US" sz="1600">
                <a:solidFill>
                  <a:schemeClr val="tx1"/>
                </a:solidFill>
                <a:latin typeface="Arial"/>
                <a:ea typeface="Verdana"/>
                <a:cs typeface="Arial"/>
              </a:rPr>
              <a:t>R</a:t>
            </a:r>
            <a:r>
              <a:rPr kumimoji="0" lang="en-US" sz="1600" i="0" u="none" strike="noStrike" kern="1200" cap="none" spc="0" normalizeH="0" baseline="0" noProof="0">
                <a:ln>
                  <a:noFill/>
                </a:ln>
                <a:solidFill>
                  <a:schemeClr val="tx1"/>
                </a:solidFill>
                <a:effectLst/>
                <a:uLnTx/>
                <a:uFillTx/>
                <a:latin typeface="Arial"/>
                <a:ea typeface="Verdana"/>
                <a:cs typeface="Arial"/>
              </a:rPr>
              <a:t>e-add conditional </a:t>
            </a:r>
            <a:r>
              <a:rPr lang="en-US" sz="1600">
                <a:solidFill>
                  <a:schemeClr val="tx1"/>
                </a:solidFill>
                <a:latin typeface="Arial"/>
                <a:ea typeface="Verdana"/>
                <a:cs typeface="Arial"/>
              </a:rPr>
              <a:t>f</a:t>
            </a:r>
            <a:r>
              <a:rPr kumimoji="0" lang="en-US" sz="1600" i="0" u="none" strike="noStrike" kern="1200" cap="none" spc="0" normalizeH="0" baseline="0" noProof="0" err="1">
                <a:ln>
                  <a:noFill/>
                </a:ln>
                <a:solidFill>
                  <a:schemeClr val="tx1"/>
                </a:solidFill>
                <a:effectLst/>
                <a:uLnTx/>
                <a:uFillTx/>
                <a:latin typeface="Arial"/>
                <a:ea typeface="Verdana"/>
                <a:cs typeface="Arial"/>
              </a:rPr>
              <a:t>ormatting</a:t>
            </a:r>
            <a:r>
              <a:rPr kumimoji="0" lang="en-US" sz="1600" i="0" u="none" strike="noStrike" kern="1200" cap="none" spc="0" normalizeH="0" baseline="0" noProof="0">
                <a:ln>
                  <a:noFill/>
                </a:ln>
                <a:solidFill>
                  <a:schemeClr val="tx1"/>
                </a:solidFill>
                <a:effectLst/>
                <a:uLnTx/>
                <a:uFillTx/>
                <a:latin typeface="Arial"/>
                <a:ea typeface="Verdana"/>
                <a:cs typeface="Arial"/>
              </a:rPr>
              <a:t> on </a:t>
            </a:r>
            <a:r>
              <a:rPr kumimoji="0" lang="en-US" sz="1600" b="1" i="0" u="none" strike="noStrike" kern="1200" cap="none" spc="0" normalizeH="0" baseline="0" noProof="0">
                <a:ln>
                  <a:noFill/>
                </a:ln>
                <a:solidFill>
                  <a:srgbClr val="FF721C"/>
                </a:solidFill>
                <a:effectLst/>
                <a:uLnTx/>
                <a:uFillTx/>
                <a:latin typeface="Arial"/>
                <a:ea typeface="Verdana"/>
                <a:cs typeface="Arial"/>
              </a:rPr>
              <a:t>Metric </a:t>
            </a:r>
            <a:r>
              <a:rPr kumimoji="0" lang="en-US" sz="1600" i="0" u="none" strike="noStrike" kern="1200" cap="none" spc="0" normalizeH="0" baseline="0" noProof="0">
                <a:ln>
                  <a:noFill/>
                </a:ln>
                <a:solidFill>
                  <a:schemeClr val="tx1"/>
                </a:solidFill>
                <a:effectLst/>
                <a:uLnTx/>
                <a:uFillTx/>
                <a:latin typeface="Arial"/>
                <a:ea typeface="Verdana"/>
                <a:cs typeface="Arial"/>
              </a:rPr>
              <a:t>and</a:t>
            </a:r>
            <a:r>
              <a:rPr kumimoji="0" lang="en-US" sz="1600" b="1" i="0" u="none" strike="noStrike" kern="1200" cap="none" spc="0" normalizeH="0" baseline="0" noProof="0">
                <a:ln>
                  <a:noFill/>
                </a:ln>
                <a:solidFill>
                  <a:srgbClr val="FF721C"/>
                </a:solidFill>
                <a:effectLst/>
                <a:uLnTx/>
                <a:uFillTx/>
                <a:latin typeface="Arial"/>
                <a:ea typeface="Verdana"/>
                <a:cs typeface="Arial"/>
              </a:rPr>
              <a:t> Metric Weight </a:t>
            </a:r>
            <a:r>
              <a:rPr kumimoji="0" lang="en-US" sz="1600" i="0" u="none" strike="noStrike" kern="1200" cap="none" spc="0" normalizeH="0" baseline="0" noProof="0">
                <a:ln>
                  <a:noFill/>
                </a:ln>
                <a:solidFill>
                  <a:schemeClr val="tx1"/>
                </a:solidFill>
                <a:effectLst/>
                <a:uLnTx/>
                <a:uFillTx/>
                <a:latin typeface="Arial"/>
                <a:ea typeface="Verdana"/>
                <a:cs typeface="Arial"/>
              </a:rPr>
              <a:t>line items.</a:t>
            </a:r>
          </a:p>
        </p:txBody>
      </p:sp>
      <p:pic>
        <p:nvPicPr>
          <p:cNvPr id="3" name="Picture 2" descr="A screenshot of a computer screen&#10;&#10;AI-generated content may be incorrect.">
            <a:extLst>
              <a:ext uri="{FF2B5EF4-FFF2-40B4-BE49-F238E27FC236}">
                <a16:creationId xmlns:a16="http://schemas.microsoft.com/office/drawing/2014/main" id="{1AE244AE-9D1B-DEA8-2482-C2E9BB08F028}"/>
              </a:ext>
            </a:extLst>
          </p:cNvPr>
          <p:cNvPicPr>
            <a:picLocks noChangeAspect="1"/>
          </p:cNvPicPr>
          <p:nvPr/>
        </p:nvPicPr>
        <p:blipFill>
          <a:blip r:embed="rId2"/>
          <a:stretch>
            <a:fillRect/>
          </a:stretch>
        </p:blipFill>
        <p:spPr>
          <a:xfrm>
            <a:off x="615102" y="2245083"/>
            <a:ext cx="6915656" cy="1890240"/>
          </a:xfrm>
          <a:prstGeom prst="roundRect">
            <a:avLst>
              <a:gd name="adj" fmla="val 4831"/>
            </a:avLst>
          </a:prstGeom>
        </p:spPr>
      </p:pic>
      <p:pic>
        <p:nvPicPr>
          <p:cNvPr id="4" name="Picture 3" descr="A screenshot of a device&#10;&#10;AI-generated content may be incorrect.">
            <a:extLst>
              <a:ext uri="{FF2B5EF4-FFF2-40B4-BE49-F238E27FC236}">
                <a16:creationId xmlns:a16="http://schemas.microsoft.com/office/drawing/2014/main" id="{A0AF02FA-9678-B5CF-C23A-84C0F7A946BA}"/>
              </a:ext>
            </a:extLst>
          </p:cNvPr>
          <p:cNvPicPr>
            <a:picLocks noChangeAspect="1"/>
          </p:cNvPicPr>
          <p:nvPr/>
        </p:nvPicPr>
        <p:blipFill>
          <a:blip r:embed="rId3"/>
          <a:stretch>
            <a:fillRect/>
          </a:stretch>
        </p:blipFill>
        <p:spPr>
          <a:xfrm>
            <a:off x="7613382" y="2245082"/>
            <a:ext cx="1866509" cy="3243328"/>
          </a:xfrm>
          <a:prstGeom prst="roundRect">
            <a:avLst>
              <a:gd name="adj" fmla="val 6765"/>
            </a:avLst>
          </a:prstGeom>
        </p:spPr>
      </p:pic>
      <p:pic>
        <p:nvPicPr>
          <p:cNvPr id="7" name="Picture 6" descr="A screenshot of a phone&#10;&#10;AI-generated content may be incorrect.">
            <a:extLst>
              <a:ext uri="{FF2B5EF4-FFF2-40B4-BE49-F238E27FC236}">
                <a16:creationId xmlns:a16="http://schemas.microsoft.com/office/drawing/2014/main" id="{5DB38315-C215-D5C1-B081-9D15ED9AD530}"/>
              </a:ext>
            </a:extLst>
          </p:cNvPr>
          <p:cNvPicPr>
            <a:picLocks noChangeAspect="1"/>
          </p:cNvPicPr>
          <p:nvPr/>
        </p:nvPicPr>
        <p:blipFill>
          <a:blip r:embed="rId4"/>
          <a:stretch>
            <a:fillRect/>
          </a:stretch>
        </p:blipFill>
        <p:spPr>
          <a:xfrm>
            <a:off x="9562516" y="2250039"/>
            <a:ext cx="1864682" cy="3233412"/>
          </a:xfrm>
          <a:prstGeom prst="roundRect">
            <a:avLst>
              <a:gd name="adj" fmla="val 3625"/>
            </a:avLst>
          </a:prstGeom>
        </p:spPr>
      </p:pic>
    </p:spTree>
    <p:extLst>
      <p:ext uri="{BB962C8B-B14F-4D97-AF65-F5344CB8AC3E}">
        <p14:creationId xmlns:p14="http://schemas.microsoft.com/office/powerpoint/2010/main" val="362766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4.5 Score-based segmentation scoring</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240635"/>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Need to update the formula to align with the screenshot below.</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The auto sum function may add additional LOOKUP on Segment when it's not necessary.</a:t>
            </a: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5" name="Picture 4" descr="A screenshot of a computer&#10;&#10;AI-generated content may be incorrect.">
            <a:extLst>
              <a:ext uri="{FF2B5EF4-FFF2-40B4-BE49-F238E27FC236}">
                <a16:creationId xmlns:a16="http://schemas.microsoft.com/office/drawing/2014/main" id="{4456BA67-D7FC-6286-19AA-2D3544B33BED}"/>
              </a:ext>
            </a:extLst>
          </p:cNvPr>
          <p:cNvPicPr>
            <a:picLocks noChangeAspect="1"/>
          </p:cNvPicPr>
          <p:nvPr/>
        </p:nvPicPr>
        <p:blipFill>
          <a:blip r:embed="rId2"/>
          <a:stretch>
            <a:fillRect/>
          </a:stretch>
        </p:blipFill>
        <p:spPr>
          <a:xfrm>
            <a:off x="615101" y="2075377"/>
            <a:ext cx="9079302" cy="4389768"/>
          </a:xfrm>
          <a:prstGeom prst="roundRect">
            <a:avLst>
              <a:gd name="adj" fmla="val 2041"/>
            </a:avLst>
          </a:prstGeom>
        </p:spPr>
      </p:pic>
    </p:spTree>
    <p:extLst>
      <p:ext uri="{BB962C8B-B14F-4D97-AF65-F5344CB8AC3E}">
        <p14:creationId xmlns:p14="http://schemas.microsoft.com/office/powerpoint/2010/main" val="277053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chemeClr val="tx2"/>
                </a:solidFill>
              </a:rPr>
              <a:t>Updates to 4.6 Field segment review and override</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240635"/>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Rebuild workflow template.</a:t>
            </a:r>
          </a:p>
        </p:txBody>
      </p:sp>
      <p:pic>
        <p:nvPicPr>
          <p:cNvPr id="3" name="Picture 2" descr="A screenshot of a phone&#10;&#10;AI-generated content may be incorrect.">
            <a:extLst>
              <a:ext uri="{FF2B5EF4-FFF2-40B4-BE49-F238E27FC236}">
                <a16:creationId xmlns:a16="http://schemas.microsoft.com/office/drawing/2014/main" id="{F28B5EB0-F3A8-7FA0-8594-E92933730540}"/>
              </a:ext>
            </a:extLst>
          </p:cNvPr>
          <p:cNvPicPr>
            <a:picLocks noChangeAspect="1"/>
          </p:cNvPicPr>
          <p:nvPr/>
        </p:nvPicPr>
        <p:blipFill>
          <a:blip r:embed="rId2"/>
          <a:srcRect/>
          <a:stretch>
            <a:fillRect/>
          </a:stretch>
        </p:blipFill>
        <p:spPr>
          <a:xfrm>
            <a:off x="4426550" y="1843750"/>
            <a:ext cx="3360588" cy="4528869"/>
          </a:xfrm>
          <a:prstGeom prst="roundRect">
            <a:avLst>
              <a:gd name="adj" fmla="val 4220"/>
            </a:avLst>
          </a:prstGeom>
        </p:spPr>
      </p:pic>
    </p:spTree>
    <p:extLst>
      <p:ext uri="{BB962C8B-B14F-4D97-AF65-F5344CB8AC3E}">
        <p14:creationId xmlns:p14="http://schemas.microsoft.com/office/powerpoint/2010/main" val="73326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chemeClr val="tx2"/>
                </a:solidFill>
                <a:latin typeface="Arial"/>
                <a:ea typeface="Verdana"/>
                <a:cs typeface="Arial"/>
              </a:rPr>
              <a:t>Updates to 5.1 GTM </a:t>
            </a:r>
            <a:r>
              <a:rPr lang="en-GB" err="1">
                <a:solidFill>
                  <a:schemeClr val="tx2"/>
                </a:solidFill>
                <a:latin typeface="Arial"/>
                <a:ea typeface="Verdana"/>
                <a:cs typeface="Arial"/>
              </a:rPr>
              <a:t>modeling</a:t>
            </a:r>
            <a:endParaRPr lang="en-GB" err="1">
              <a:solidFill>
                <a:schemeClr val="tx2"/>
              </a:solidFill>
            </a:endParaRPr>
          </a:p>
        </p:txBody>
      </p:sp>
      <p:pic>
        <p:nvPicPr>
          <p:cNvPr id="3" name="Picture 2" descr="A screenshot of a computer&#10;&#10;AI-generated content may be incorrect.">
            <a:extLst>
              <a:ext uri="{FF2B5EF4-FFF2-40B4-BE49-F238E27FC236}">
                <a16:creationId xmlns:a16="http://schemas.microsoft.com/office/drawing/2014/main" id="{EF09A3CF-212B-07D2-8552-833D2F18FBD0}"/>
              </a:ext>
            </a:extLst>
          </p:cNvPr>
          <p:cNvPicPr>
            <a:picLocks noChangeAspect="1"/>
          </p:cNvPicPr>
          <p:nvPr/>
        </p:nvPicPr>
        <p:blipFill>
          <a:blip r:embed="rId3"/>
          <a:stretch>
            <a:fillRect/>
          </a:stretch>
        </p:blipFill>
        <p:spPr>
          <a:xfrm>
            <a:off x="3482939" y="1379437"/>
            <a:ext cx="7994934" cy="2237370"/>
          </a:xfrm>
          <a:prstGeom prst="roundRect">
            <a:avLst>
              <a:gd name="adj" fmla="val 2920"/>
            </a:avLst>
          </a:prstGeom>
        </p:spPr>
      </p:pic>
      <p:sp>
        <p:nvSpPr>
          <p:cNvPr id="5" name="Content Placeholder 2">
            <a:extLst>
              <a:ext uri="{FF2B5EF4-FFF2-40B4-BE49-F238E27FC236}">
                <a16:creationId xmlns:a16="http://schemas.microsoft.com/office/drawing/2014/main" id="{A88D4D35-0716-D06A-0DFF-736C99A3FAAC}"/>
              </a:ext>
            </a:extLst>
          </p:cNvPr>
          <p:cNvSpPr txBox="1">
            <a:spLocks/>
          </p:cNvSpPr>
          <p:nvPr/>
        </p:nvSpPr>
        <p:spPr>
          <a:xfrm>
            <a:off x="714127" y="2337994"/>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table titles.</a:t>
            </a:r>
          </a:p>
        </p:txBody>
      </p:sp>
    </p:spTree>
    <p:extLst>
      <p:ext uri="{BB962C8B-B14F-4D97-AF65-F5344CB8AC3E}">
        <p14:creationId xmlns:p14="http://schemas.microsoft.com/office/powerpoint/2010/main" val="260702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37DC-1529-E288-1A8A-1CD4F3668730}"/>
              </a:ext>
            </a:extLst>
          </p:cNvPr>
          <p:cNvSpPr>
            <a:spLocks noGrp="1"/>
          </p:cNvSpPr>
          <p:nvPr>
            <p:ph type="title"/>
          </p:nvPr>
        </p:nvSpPr>
        <p:spPr/>
        <p:txBody>
          <a:bodyPr lIns="0" tIns="45720" rIns="0" bIns="45720" anchor="t"/>
          <a:lstStyle/>
          <a:p>
            <a:r>
              <a:rPr lang="en-US">
                <a:latin typeface="Arial"/>
                <a:cs typeface="Arial"/>
              </a:rPr>
              <a:t>Updates to 5.2 Resolve Rule Conflicts</a:t>
            </a:r>
            <a:endParaRPr lang="en-US"/>
          </a:p>
        </p:txBody>
      </p:sp>
      <p:pic>
        <p:nvPicPr>
          <p:cNvPr id="4" name="Content Placeholder 3">
            <a:extLst>
              <a:ext uri="{FF2B5EF4-FFF2-40B4-BE49-F238E27FC236}">
                <a16:creationId xmlns:a16="http://schemas.microsoft.com/office/drawing/2014/main" id="{440E0061-2AD8-52E0-037E-80E3CBB79DE4}"/>
              </a:ext>
            </a:extLst>
          </p:cNvPr>
          <p:cNvPicPr>
            <a:picLocks noGrp="1" noChangeAspect="1"/>
          </p:cNvPicPr>
          <p:nvPr>
            <p:ph idx="1"/>
          </p:nvPr>
        </p:nvPicPr>
        <p:blipFill>
          <a:blip r:embed="rId2"/>
          <a:stretch>
            <a:fillRect/>
          </a:stretch>
        </p:blipFill>
        <p:spPr>
          <a:xfrm>
            <a:off x="4580690" y="2172629"/>
            <a:ext cx="6096000" cy="2873233"/>
          </a:xfrm>
          <a:prstGeom prst="rect">
            <a:avLst/>
          </a:prstGeom>
        </p:spPr>
      </p:pic>
      <p:sp>
        <p:nvSpPr>
          <p:cNvPr id="6" name="Content Placeholder 2">
            <a:extLst>
              <a:ext uri="{FF2B5EF4-FFF2-40B4-BE49-F238E27FC236}">
                <a16:creationId xmlns:a16="http://schemas.microsoft.com/office/drawing/2014/main" id="{0C1469EA-E393-90F4-406D-081C02125351}"/>
              </a:ext>
            </a:extLst>
          </p:cNvPr>
          <p:cNvSpPr txBox="1">
            <a:spLocks/>
          </p:cNvSpPr>
          <p:nvPr/>
        </p:nvSpPr>
        <p:spPr>
          <a:xfrm>
            <a:off x="714127" y="2337994"/>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table titles.</a:t>
            </a:r>
          </a:p>
        </p:txBody>
      </p:sp>
    </p:spTree>
    <p:extLst>
      <p:ext uri="{BB962C8B-B14F-4D97-AF65-F5344CB8AC3E}">
        <p14:creationId xmlns:p14="http://schemas.microsoft.com/office/powerpoint/2010/main" val="2026855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5E5E3-5CB1-6731-5B81-23A16AAD35F1}"/>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4D192315-E8EF-1267-6225-E962F95B6FAD}"/>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chemeClr val="tx2"/>
                </a:solidFill>
                <a:latin typeface="Arial"/>
                <a:ea typeface="Verdana"/>
                <a:cs typeface="Arial"/>
              </a:rPr>
              <a:t>Updates to 5.4 GTM Hierarchy Reporting</a:t>
            </a:r>
            <a:endParaRPr lang="en-GB">
              <a:solidFill>
                <a:schemeClr val="tx2"/>
              </a:solidFill>
            </a:endParaRPr>
          </a:p>
        </p:txBody>
      </p:sp>
      <p:sp>
        <p:nvSpPr>
          <p:cNvPr id="2" name="Content Placeholder 2">
            <a:extLst>
              <a:ext uri="{FF2B5EF4-FFF2-40B4-BE49-F238E27FC236}">
                <a16:creationId xmlns:a16="http://schemas.microsoft.com/office/drawing/2014/main" id="{5F6893F6-B212-D0F0-174D-0581EA7B602E}"/>
              </a:ext>
            </a:extLst>
          </p:cNvPr>
          <p:cNvSpPr txBox="1">
            <a:spLocks/>
          </p:cNvSpPr>
          <p:nvPr/>
        </p:nvSpPr>
        <p:spPr>
          <a:xfrm>
            <a:off x="743518" y="1943458"/>
            <a:ext cx="9861587"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grid filters.</a:t>
            </a:r>
          </a:p>
        </p:txBody>
      </p:sp>
      <p:pic>
        <p:nvPicPr>
          <p:cNvPr id="4" name="Picture 3" descr="A screenshot of a computer&#10;&#10;AI-generated content may be incorrect.">
            <a:extLst>
              <a:ext uri="{FF2B5EF4-FFF2-40B4-BE49-F238E27FC236}">
                <a16:creationId xmlns:a16="http://schemas.microsoft.com/office/drawing/2014/main" id="{76B94F22-967A-2BC1-B9A8-DD905952669F}"/>
              </a:ext>
            </a:extLst>
          </p:cNvPr>
          <p:cNvPicPr>
            <a:picLocks noChangeAspect="1"/>
          </p:cNvPicPr>
          <p:nvPr/>
        </p:nvPicPr>
        <p:blipFill>
          <a:blip r:embed="rId2"/>
          <a:stretch>
            <a:fillRect/>
          </a:stretch>
        </p:blipFill>
        <p:spPr>
          <a:xfrm>
            <a:off x="4263775" y="1148168"/>
            <a:ext cx="6187217" cy="2356962"/>
          </a:xfrm>
          <a:prstGeom prst="roundRect">
            <a:avLst>
              <a:gd name="adj" fmla="val 3227"/>
            </a:avLst>
          </a:prstGeom>
        </p:spPr>
      </p:pic>
    </p:spTree>
    <p:extLst>
      <p:ext uri="{BB962C8B-B14F-4D97-AF65-F5344CB8AC3E}">
        <p14:creationId xmlns:p14="http://schemas.microsoft.com/office/powerpoint/2010/main" val="274692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chemeClr val="tx2"/>
                </a:solidFill>
                <a:latin typeface="Arial"/>
                <a:ea typeface="Verdana"/>
                <a:cs typeface="Arial"/>
              </a:rPr>
              <a:t>Updates to 5.4 GTM hierarchy Reporting </a:t>
            </a:r>
            <a:r>
              <a:rPr lang="en-GB" b="0">
                <a:solidFill>
                  <a:schemeClr val="tx2"/>
                </a:solidFill>
                <a:latin typeface="Arial"/>
                <a:ea typeface="Verdana"/>
                <a:cs typeface="Arial"/>
              </a:rPr>
              <a:t>(cont.)</a:t>
            </a:r>
          </a:p>
        </p:txBody>
      </p:sp>
      <p:sp>
        <p:nvSpPr>
          <p:cNvPr id="2" name="Content Placeholder 2">
            <a:extLst>
              <a:ext uri="{FF2B5EF4-FFF2-40B4-BE49-F238E27FC236}">
                <a16:creationId xmlns:a16="http://schemas.microsoft.com/office/drawing/2014/main" id="{F583A0D4-51B2-6ADE-1AC5-40D0B7448F75}"/>
              </a:ext>
            </a:extLst>
          </p:cNvPr>
          <p:cNvSpPr txBox="1">
            <a:spLocks/>
          </p:cNvSpPr>
          <p:nvPr/>
        </p:nvSpPr>
        <p:spPr>
          <a:xfrm>
            <a:off x="615101" y="1240635"/>
            <a:ext cx="4678305"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chemeClr val="tx1"/>
                </a:solidFill>
                <a:effectLst/>
                <a:uLnTx/>
                <a:uFillTx/>
                <a:latin typeface="Arial"/>
                <a:ea typeface="Verdana"/>
                <a:cs typeface="Arial"/>
              </a:rPr>
              <a:t>Update the map. The map layer settings can be wrong. This can result in the wrong module being mapped.</a:t>
            </a: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400" i="0" u="none" strike="noStrike" kern="1200" cap="none" spc="0" normalizeH="0" baseline="0" noProof="0">
              <a:ln>
                <a:noFill/>
              </a:ln>
              <a:solidFill>
                <a:schemeClr val="tx1"/>
              </a:solidFill>
              <a:effectLst/>
              <a:uLnTx/>
              <a:uFillTx/>
              <a:latin typeface="Arial"/>
              <a:ea typeface="Verdana"/>
              <a:cs typeface="Arial"/>
            </a:endParaRPr>
          </a:p>
        </p:txBody>
      </p:sp>
      <p:pic>
        <p:nvPicPr>
          <p:cNvPr id="4" name="Picture 3" descr="A screenshot of a map&#10;&#10;AI-generated content may be incorrect.">
            <a:extLst>
              <a:ext uri="{FF2B5EF4-FFF2-40B4-BE49-F238E27FC236}">
                <a16:creationId xmlns:a16="http://schemas.microsoft.com/office/drawing/2014/main" id="{AE606B9A-E2EB-7268-0BF7-3C84B66BBC14}"/>
              </a:ext>
            </a:extLst>
          </p:cNvPr>
          <p:cNvPicPr>
            <a:picLocks noChangeAspect="1"/>
          </p:cNvPicPr>
          <p:nvPr/>
        </p:nvPicPr>
        <p:blipFill>
          <a:blip r:embed="rId3"/>
          <a:srcRect r="1683"/>
          <a:stretch>
            <a:fillRect/>
          </a:stretch>
        </p:blipFill>
        <p:spPr>
          <a:xfrm>
            <a:off x="767883" y="2363056"/>
            <a:ext cx="4678304" cy="3341801"/>
          </a:xfrm>
          <a:prstGeom prst="roundRect">
            <a:avLst>
              <a:gd name="adj" fmla="val 2044"/>
            </a:avLst>
          </a:prstGeom>
        </p:spPr>
      </p:pic>
      <p:sp>
        <p:nvSpPr>
          <p:cNvPr id="3" name="Content Placeholder 2">
            <a:extLst>
              <a:ext uri="{FF2B5EF4-FFF2-40B4-BE49-F238E27FC236}">
                <a16:creationId xmlns:a16="http://schemas.microsoft.com/office/drawing/2014/main" id="{43FA1504-13CC-0818-BB51-E0FAE1E958CB}"/>
              </a:ext>
            </a:extLst>
          </p:cNvPr>
          <p:cNvSpPr txBox="1">
            <a:spLocks/>
          </p:cNvSpPr>
          <p:nvPr/>
        </p:nvSpPr>
        <p:spPr>
          <a:xfrm>
            <a:off x="6671923" y="1327324"/>
            <a:ext cx="5235826" cy="603115"/>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lvl="0" indent="-232410">
              <a:defRPr/>
            </a:pPr>
            <a:r>
              <a:rPr lang="en-GB" sz="1400">
                <a:solidFill>
                  <a:schemeClr val="tx2"/>
                </a:solidFill>
              </a:rPr>
              <a:t>Conditional formatting for scatter chart - </a:t>
            </a:r>
            <a:r>
              <a:rPr kumimoji="0" lang="en-US" sz="1400" i="0" u="none" strike="noStrike" kern="1200" cap="none" spc="0" normalizeH="0" baseline="0" noProof="0">
                <a:ln>
                  <a:noFill/>
                </a:ln>
                <a:solidFill>
                  <a:schemeClr val="tx1"/>
                </a:solidFill>
                <a:effectLst/>
                <a:uLnTx/>
                <a:uFillTx/>
                <a:latin typeface="Arial"/>
                <a:ea typeface="Verdana"/>
                <a:cs typeface="Arial"/>
              </a:rPr>
              <a:t>If there are more than five segments</a:t>
            </a:r>
          </a:p>
        </p:txBody>
      </p:sp>
      <p:pic>
        <p:nvPicPr>
          <p:cNvPr id="5" name="Picture 4" descr="A graph with numbers and circles&#10;&#10;AI-generated content may be incorrect.">
            <a:extLst>
              <a:ext uri="{FF2B5EF4-FFF2-40B4-BE49-F238E27FC236}">
                <a16:creationId xmlns:a16="http://schemas.microsoft.com/office/drawing/2014/main" id="{A7CF6BA0-0F95-0537-B9A6-98C6B82C4257}"/>
              </a:ext>
            </a:extLst>
          </p:cNvPr>
          <p:cNvPicPr>
            <a:picLocks noChangeAspect="1"/>
          </p:cNvPicPr>
          <p:nvPr/>
        </p:nvPicPr>
        <p:blipFill>
          <a:blip r:embed="rId4"/>
          <a:stretch>
            <a:fillRect/>
          </a:stretch>
        </p:blipFill>
        <p:spPr>
          <a:xfrm>
            <a:off x="6826035" y="2363056"/>
            <a:ext cx="4489242" cy="2716480"/>
          </a:xfrm>
          <a:prstGeom prst="roundRect">
            <a:avLst>
              <a:gd name="adj" fmla="val 2117"/>
            </a:avLst>
          </a:prstGeom>
        </p:spPr>
      </p:pic>
    </p:spTree>
    <p:extLst>
      <p:ext uri="{BB962C8B-B14F-4D97-AF65-F5344CB8AC3E}">
        <p14:creationId xmlns:p14="http://schemas.microsoft.com/office/powerpoint/2010/main" val="141867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4538-01B9-52C5-5080-F40101E630D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CA1562-86AF-8E0C-1FCC-D1B2F5C858FB}"/>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Security updates</a:t>
            </a:r>
            <a:endParaRPr lang="en-US" sz="4200"/>
          </a:p>
        </p:txBody>
      </p:sp>
      <p:sp>
        <p:nvSpPr>
          <p:cNvPr id="3" name="Text Placeholder 2">
            <a:extLst>
              <a:ext uri="{FF2B5EF4-FFF2-40B4-BE49-F238E27FC236}">
                <a16:creationId xmlns:a16="http://schemas.microsoft.com/office/drawing/2014/main" id="{8BA1CDC2-90F7-FF02-533E-833BCDAB1D2D}"/>
              </a:ext>
            </a:extLst>
          </p:cNvPr>
          <p:cNvSpPr>
            <a:spLocks noGrp="1"/>
          </p:cNvSpPr>
          <p:nvPr>
            <p:ph type="body" sz="quarter" idx="11"/>
          </p:nvPr>
        </p:nvSpPr>
        <p:spPr>
          <a:xfrm>
            <a:off x="4485133" y="2810363"/>
            <a:ext cx="6601856" cy="509871"/>
          </a:xfrm>
        </p:spPr>
        <p:txBody>
          <a:bodyPr lIns="0" tIns="45720" rIns="91440" bIns="45720" anchor="t"/>
          <a:lstStyle/>
          <a:p>
            <a:r>
              <a:rPr lang="en-US">
                <a:solidFill>
                  <a:schemeClr val="accent1"/>
                </a:solidFill>
                <a:latin typeface="Arial"/>
                <a:cs typeface="Arial"/>
              </a:rPr>
              <a:t>Section 6</a:t>
            </a:r>
            <a:endParaRPr lang="en-US">
              <a:solidFill>
                <a:schemeClr val="accent1"/>
              </a:solidFill>
            </a:endParaRPr>
          </a:p>
        </p:txBody>
      </p:sp>
    </p:spTree>
    <p:extLst>
      <p:ext uri="{BB962C8B-B14F-4D97-AF65-F5344CB8AC3E}">
        <p14:creationId xmlns:p14="http://schemas.microsoft.com/office/powerpoint/2010/main" val="119655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16D8CB2C-B57A-4F37-C199-5719E97F0CAD}"/>
              </a:ext>
            </a:extLst>
          </p:cNvPr>
          <p:cNvSpPr/>
          <p:nvPr/>
        </p:nvSpPr>
        <p:spPr>
          <a:xfrm>
            <a:off x="4312920" y="2614581"/>
            <a:ext cx="3566160" cy="2731299"/>
          </a:xfrm>
          <a:prstGeom prst="roundRect">
            <a:avLst>
              <a:gd name="adj" fmla="val 62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3BBFE246-CF3B-B1CB-A155-F56E4926064E}"/>
              </a:ext>
            </a:extLst>
          </p:cNvPr>
          <p:cNvSpPr/>
          <p:nvPr/>
        </p:nvSpPr>
        <p:spPr>
          <a:xfrm>
            <a:off x="8268731"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3E6B8D1E-6865-1CAB-399B-55EF4AAC0D1A}"/>
              </a:ext>
            </a:extLst>
          </p:cNvPr>
          <p:cNvSpPr/>
          <p:nvPr/>
        </p:nvSpPr>
        <p:spPr>
          <a:xfrm>
            <a:off x="357110"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147679FE-ACDA-63C4-52C1-B114DC0F632D}"/>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Updates to user roles &amp; security</a:t>
            </a:r>
            <a:endParaRPr lang="en-GB" sz="1800" b="1">
              <a:solidFill>
                <a:srgbClr val="0C314B"/>
              </a:solidFill>
              <a:latin typeface="Arial"/>
              <a:ea typeface="Verdana"/>
              <a:cs typeface="Arial"/>
            </a:endParaRPr>
          </a:p>
        </p:txBody>
      </p:sp>
      <p:sp>
        <p:nvSpPr>
          <p:cNvPr id="2" name="TextBox 1">
            <a:extLst>
              <a:ext uri="{FF2B5EF4-FFF2-40B4-BE49-F238E27FC236}">
                <a16:creationId xmlns:a16="http://schemas.microsoft.com/office/drawing/2014/main" id="{E20ED39D-EC4D-76CA-859F-080EA6747245}"/>
              </a:ext>
            </a:extLst>
          </p:cNvPr>
          <p:cNvSpPr txBox="1"/>
          <p:nvPr/>
        </p:nvSpPr>
        <p:spPr>
          <a:xfrm>
            <a:off x="482888" y="2986082"/>
            <a:ext cx="3317058" cy="223651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Example Roles to</a:t>
            </a:r>
            <a:r>
              <a:rPr lang="en-GB" sz="1600" b="1" kern="0">
                <a:solidFill>
                  <a:schemeClr val="accent1"/>
                </a:solidFill>
              </a:rPr>
              <a:t> </a:t>
            </a:r>
            <a:r>
              <a:rPr kumimoji="0" lang="en-GB" sz="1600" b="1" i="0" u="none" strike="noStrike" kern="0" cap="none" spc="0" normalizeH="0" baseline="0" noProof="0">
                <a:ln>
                  <a:noFill/>
                </a:ln>
                <a:solidFill>
                  <a:schemeClr val="accent1"/>
                </a:solidFill>
                <a:effectLst/>
                <a:uLnTx/>
                <a:uFillTx/>
              </a:rPr>
              <a:t>add to Model:</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Operations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VP / Area VP / Regional VP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Manager</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Revenue Leader</a:t>
            </a:r>
          </a:p>
          <a:p>
            <a:pPr marL="0" marR="0" lvl="0" indent="0" defTabSz="914400" eaLnBrk="1" fontAlgn="auto" latinLnBrk="0" hangingPunct="1">
              <a:lnSpc>
                <a:spcPct val="100000"/>
              </a:lnSpc>
              <a:spcBef>
                <a:spcPts val="0"/>
              </a:spcBef>
              <a:spcAft>
                <a:spcPts val="800"/>
              </a:spcAft>
              <a:buClrTx/>
              <a:buSzTx/>
              <a:buFontTx/>
              <a:buNone/>
              <a:tabLst/>
              <a:defRPr/>
            </a:pPr>
            <a:endParaRPr kumimoji="0" lang="en-GB" sz="1400" b="0" i="0" u="none" strike="noStrike" kern="0" cap="none" spc="0" normalizeH="0" baseline="0" noProof="0">
              <a:ln>
                <a:noFill/>
              </a:ln>
              <a:solidFill>
                <a:schemeClr val="bg2"/>
              </a:solidFill>
              <a:effectLst/>
              <a:uLnTx/>
              <a:uFillTx/>
              <a:cs typeface="Arial"/>
            </a:endParaRPr>
          </a:p>
        </p:txBody>
      </p:sp>
      <p:sp>
        <p:nvSpPr>
          <p:cNvPr id="3" name="TextBox 2">
            <a:extLst>
              <a:ext uri="{FF2B5EF4-FFF2-40B4-BE49-F238E27FC236}">
                <a16:creationId xmlns:a16="http://schemas.microsoft.com/office/drawing/2014/main" id="{B741EE18-DEBF-EB4D-89F7-96CFEBB54966}"/>
              </a:ext>
            </a:extLst>
          </p:cNvPr>
          <p:cNvSpPr txBox="1"/>
          <p:nvPr/>
        </p:nvSpPr>
        <p:spPr>
          <a:xfrm>
            <a:off x="4467517" y="2986082"/>
            <a:ext cx="3248376" cy="1774845"/>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Selective Access:</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Territory Hierarchy (meaning apply selective access to the multi-level hierarchy for Territory)</a:t>
            </a:r>
          </a:p>
          <a:p>
            <a:pPr marR="0" lvl="0" defTabSz="914400" eaLnBrk="1" fontAlgn="auto" latinLnBrk="0" hangingPunct="1">
              <a:lnSpc>
                <a:spcPct val="100000"/>
              </a:lnSpc>
              <a:spcBef>
                <a:spcPts val="0"/>
              </a:spcBef>
              <a:spcAft>
                <a:spcPts val="800"/>
              </a:spcAft>
              <a:buClrTx/>
              <a:buSzTx/>
              <a:tabLst/>
              <a:defRPr/>
            </a:pPr>
            <a:endParaRPr kumimoji="0" lang="en-GB" b="0" i="0" u="none" strike="noStrike" kern="0" cap="none" spc="0" normalizeH="0" baseline="0" noProof="0">
              <a:ln>
                <a:noFill/>
              </a:ln>
              <a:solidFill>
                <a:schemeClr val="bg2"/>
              </a:solidFill>
              <a:effectLst/>
              <a:uLnTx/>
              <a:uFillTx/>
              <a:cs typeface="Arial"/>
            </a:endParaRPr>
          </a:p>
        </p:txBody>
      </p:sp>
      <p:sp>
        <p:nvSpPr>
          <p:cNvPr id="11" name="TextBox 10">
            <a:extLst>
              <a:ext uri="{FF2B5EF4-FFF2-40B4-BE49-F238E27FC236}">
                <a16:creationId xmlns:a16="http://schemas.microsoft.com/office/drawing/2014/main" id="{C915AD98-88C4-FD16-F60A-A44F0DF7A723}"/>
              </a:ext>
            </a:extLst>
          </p:cNvPr>
          <p:cNvSpPr txBox="1"/>
          <p:nvPr/>
        </p:nvSpPr>
        <p:spPr>
          <a:xfrm>
            <a:off x="8391567" y="2975808"/>
            <a:ext cx="3310697" cy="964367"/>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Page Level Access</a:t>
            </a:r>
            <a:r>
              <a:rPr kumimoji="0" lang="en-GB" sz="1600" i="0" u="none" strike="noStrike" kern="0" cap="none" spc="0" normalizeH="0" baseline="0" noProof="0">
                <a:ln>
                  <a:noFill/>
                </a:ln>
                <a:solidFill>
                  <a:schemeClr val="accent1"/>
                </a:solidFill>
                <a:effectLst/>
                <a:uLnTx/>
                <a:uFillTx/>
              </a:rPr>
              <a:t>:</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Apply as needed</a:t>
            </a:r>
          </a:p>
        </p:txBody>
      </p:sp>
      <p:sp>
        <p:nvSpPr>
          <p:cNvPr id="9" name="TextBox 8">
            <a:extLst>
              <a:ext uri="{FF2B5EF4-FFF2-40B4-BE49-F238E27FC236}">
                <a16:creationId xmlns:a16="http://schemas.microsoft.com/office/drawing/2014/main" id="{D57EF603-E693-4915-2C34-4E9E214B5539}"/>
              </a:ext>
            </a:extLst>
          </p:cNvPr>
          <p:cNvSpPr txBox="1"/>
          <p:nvPr/>
        </p:nvSpPr>
        <p:spPr>
          <a:xfrm>
            <a:off x="615103" y="1466131"/>
            <a:ext cx="10850857" cy="584775"/>
          </a:xfrm>
          <a:prstGeom prst="rect">
            <a:avLst/>
          </a:prstGeom>
          <a:noFill/>
        </p:spPr>
        <p:txBody>
          <a:bodyPr wrap="square" lIns="0" rtlCol="0">
            <a:spAutoFit/>
          </a:bodyPr>
          <a:lstStyle/>
          <a:p>
            <a:r>
              <a:rPr lang="en-US" sz="1600">
                <a:solidFill>
                  <a:schemeClr val="tx2"/>
                </a:solidFill>
                <a:latin typeface="Arial" panose="020B0604020202020204" pitchFamily="34" charset="0"/>
                <a:ea typeface="Inter Light" panose="02000503000000020004" pitchFamily="2" charset="0"/>
                <a:cs typeface="Arial" panose="020B0604020202020204" pitchFamily="34" charset="0"/>
              </a:rPr>
              <a:t>User roles and security need to be added and set based on each customer's unique requirements. The application does not come with user roles or security by default.      </a:t>
            </a:r>
          </a:p>
        </p:txBody>
      </p:sp>
    </p:spTree>
    <p:extLst>
      <p:ext uri="{BB962C8B-B14F-4D97-AF65-F5344CB8AC3E}">
        <p14:creationId xmlns:p14="http://schemas.microsoft.com/office/powerpoint/2010/main" val="125810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Anaplan Dark Content Slides">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err="1" smtClean="0">
            <a:solidFill>
              <a:schemeClr val="bg1"/>
            </a:solidFill>
            <a:latin typeface="Verdana" charset="0"/>
            <a:ea typeface="Verdana" charset="0"/>
            <a:cs typeface="Verdana"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42900" indent="-342900" algn="l">
          <a:buClr>
            <a:schemeClr val="accent1"/>
          </a:buClr>
          <a:buFont typeface="Arial" panose="020B0604020202020204" pitchFamily="34" charset="0"/>
          <a:buChar char="•"/>
          <a:defRPr sz="2000" b="0" dirty="0" err="1" smtClean="0">
            <a:solidFill>
              <a:schemeClr val="bg1"/>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3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4.xml><?xml version="1.0" encoding="utf-8"?>
<a:theme xmlns:a="http://schemas.openxmlformats.org/drawingml/2006/main" name="4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_Corporate_Template_2020_09_V2.2" id="{C73B0E04-D585-354F-AA2C-BDDA5B58C5B2}" vid="{8424A46C-3190-4D4C-A8F4-8052E339B8A7}"/>
    </a:ext>
  </a:extLst>
</a:theme>
</file>

<file path=ppt/theme/theme5.xml><?xml version="1.0" encoding="utf-8"?>
<a:theme xmlns:a="http://schemas.openxmlformats.org/drawingml/2006/main" name="5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6.xml><?xml version="1.0" encoding="utf-8"?>
<a:theme xmlns:a="http://schemas.openxmlformats.org/drawingml/2006/main" name="2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7.xml><?xml version="1.0" encoding="utf-8"?>
<a:theme xmlns:a="http://schemas.openxmlformats.org/drawingml/2006/main" name="7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Applications Intro" id="{438E2360-7620-6249-9240-E095FC07E3E4}" vid="{59E42136-3C75-AE49-8F72-5E4AA0A4D7CA}"/>
    </a:ext>
  </a:extLst>
</a:theme>
</file>

<file path=ppt/theme/theme8.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9.xml><?xml version="1.0" encoding="utf-8"?>
<a:theme xmlns:a="http://schemas.openxmlformats.org/drawingml/2006/main" name="7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0.xml><?xml version="1.0" encoding="utf-8"?>
<a:theme xmlns:a="http://schemas.openxmlformats.org/drawingml/2006/main" name="6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1.xml><?xml version="1.0" encoding="utf-8"?>
<a:theme xmlns:a="http://schemas.openxmlformats.org/drawingml/2006/main" name="8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312f2c0-dda1-4b36-bf7c-5f95f823505b">
      <UserInfo>
        <DisplayName>Chan Duh</DisplayName>
        <AccountId>39</AccountId>
        <AccountType/>
      </UserInfo>
    </SharedWithUsers>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24765E-366A-42A4-80F9-62FFD749A5A6}">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A845AC9-4D91-4731-95D2-27F4968F9FA5}">
  <ds:schemaRefs>
    <ds:schemaRef ds:uri="http://schemas.microsoft.com/sharepoint/v3/contenttype/forms"/>
  </ds:schemaRefs>
</ds:datastoreItem>
</file>

<file path=customXml/itemProps3.xml><?xml version="1.0" encoding="utf-8"?>
<ds:datastoreItem xmlns:ds="http://schemas.openxmlformats.org/officeDocument/2006/customXml" ds:itemID="{0817CD37-BA22-41B7-9E3A-8F2692C2EF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68</Slides>
  <Notes>3</Notes>
  <HiddenSlides>0</HiddenSlides>
  <ScaleCrop>false</ScaleCrop>
  <HeadingPairs>
    <vt:vector size="4" baseType="variant">
      <vt:variant>
        <vt:lpstr>Theme</vt:lpstr>
      </vt:variant>
      <vt:variant>
        <vt:i4>11</vt:i4>
      </vt:variant>
      <vt:variant>
        <vt:lpstr>Slide Titles</vt:lpstr>
      </vt:variant>
      <vt:variant>
        <vt:i4>68</vt:i4>
      </vt:variant>
    </vt:vector>
  </HeadingPairs>
  <TitlesOfParts>
    <vt:vector size="79" baseType="lpstr">
      <vt:lpstr>Anaplan Dark Content Slides</vt:lpstr>
      <vt:lpstr>Anaplan</vt:lpstr>
      <vt:lpstr>3_Anaplan</vt:lpstr>
      <vt:lpstr>4_Anaplan</vt:lpstr>
      <vt:lpstr>5_Anaplan</vt:lpstr>
      <vt:lpstr>2_Anaplan</vt:lpstr>
      <vt:lpstr>7_Anaplan</vt:lpstr>
      <vt:lpstr>1_Anaplan</vt:lpstr>
      <vt:lpstr>7_Anaplan</vt:lpstr>
      <vt:lpstr>6_Anaplan</vt:lpstr>
      <vt:lpstr>8_Anaplan</vt:lpstr>
      <vt:lpstr>Anaplan Sales Applications</vt:lpstr>
      <vt:lpstr>PowerPoint Presentation</vt:lpstr>
      <vt:lpstr>Post model generation updates</vt:lpstr>
      <vt:lpstr>Time and effort estimation​</vt:lpstr>
      <vt:lpstr>Post-model generation Miscellaneous updates</vt:lpstr>
      <vt:lpstr>Check dashboards are generated correctly</vt:lpstr>
      <vt:lpstr>PowerPoint Presentation</vt:lpstr>
      <vt:lpstr>PowerPoint Presentation</vt:lpstr>
      <vt:lpstr>PowerPoint Presentation</vt:lpstr>
      <vt:lpstr>PowerPoint Presentation</vt:lpstr>
      <vt:lpstr>Check number formats</vt:lpstr>
      <vt:lpstr>PowerPoint Presentation</vt:lpstr>
      <vt:lpstr>PowerPoint Presentation</vt:lpstr>
      <vt:lpstr>Check page number ordering </vt:lpstr>
      <vt:lpstr>Add page navigation links</vt:lpstr>
      <vt:lpstr>Post-model generation Saved view &amp; action updates</vt:lpstr>
      <vt:lpstr>PowerPoint Presentation</vt:lpstr>
      <vt:lpstr>PowerPoint Presentation</vt:lpstr>
      <vt:lpstr>PowerPoint Presentation</vt:lpstr>
      <vt:lpstr>PowerPoint Presentation</vt:lpstr>
      <vt:lpstr>PowerPoint Presentation</vt:lpstr>
      <vt:lpstr>PowerPoint Presentation</vt:lpstr>
      <vt:lpstr>Update actions (cont.)</vt:lpstr>
      <vt:lpstr>Post model generation Lists &amp; data updates</vt:lpstr>
      <vt:lpstr>PowerPoint Presentation</vt:lpstr>
      <vt:lpstr>PowerPoint Presentation</vt:lpstr>
      <vt:lpstr>Post-model generation Module &amp; line item updates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Post-model generation App pages updates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Updates to 5.2 Resolve Rule Conflicts</vt:lpstr>
      <vt:lpstr>PowerPoint Presentation</vt:lpstr>
      <vt:lpstr>PowerPoint Presentation</vt:lpstr>
      <vt:lpstr>Post model generation Security updates</vt:lpstr>
      <vt:lpstr>Updates to user roles &amp;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Brennan</dc:creator>
  <cp:revision>66</cp:revision>
  <dcterms:created xsi:type="dcterms:W3CDTF">2023-07-17T16:19:05Z</dcterms:created>
  <dcterms:modified xsi:type="dcterms:W3CDTF">2026-01-27T01:24:40Z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