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4358" r:id="rId4"/>
  </p:sldMasterIdLst>
  <p:notesMasterIdLst>
    <p:notesMasterId r:id="rId32"/>
  </p:notesMasterIdLst>
  <p:handoutMasterIdLst>
    <p:handoutMasterId r:id="rId33"/>
  </p:handoutMasterIdLst>
  <p:sldIdLst>
    <p:sldId id="2147483617" r:id="rId5"/>
    <p:sldId id="333" r:id="rId6"/>
    <p:sldId id="330" r:id="rId7"/>
    <p:sldId id="2147483628" r:id="rId8"/>
    <p:sldId id="259" r:id="rId9"/>
    <p:sldId id="258" r:id="rId10"/>
    <p:sldId id="260" r:id="rId11"/>
    <p:sldId id="261" r:id="rId12"/>
    <p:sldId id="262" r:id="rId13"/>
    <p:sldId id="263" r:id="rId14"/>
    <p:sldId id="264" r:id="rId15"/>
    <p:sldId id="265" r:id="rId16"/>
    <p:sldId id="266" r:id="rId17"/>
    <p:sldId id="267" r:id="rId18"/>
    <p:sldId id="2147483639" r:id="rId19"/>
    <p:sldId id="2147483618" r:id="rId20"/>
    <p:sldId id="2147483630" r:id="rId21"/>
    <p:sldId id="268" r:id="rId22"/>
    <p:sldId id="2147483619" r:id="rId23"/>
    <p:sldId id="2147483640" r:id="rId24"/>
    <p:sldId id="2147483641" r:id="rId25"/>
    <p:sldId id="2147483638" r:id="rId26"/>
    <p:sldId id="2147483642" r:id="rId27"/>
    <p:sldId id="2147483643" r:id="rId28"/>
    <p:sldId id="2147483644" r:id="rId29"/>
    <p:sldId id="273" r:id="rId30"/>
    <p:sldId id="277" r:id="rId31"/>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formation Slides" id="{CE73B084-1FC7-F343-88F8-9C60A016B6E6}">
          <p14:sldIdLst>
            <p14:sldId id="2147483617"/>
            <p14:sldId id="333"/>
            <p14:sldId id="330"/>
            <p14:sldId id="2147483628"/>
            <p14:sldId id="259"/>
            <p14:sldId id="258"/>
            <p14:sldId id="260"/>
            <p14:sldId id="261"/>
            <p14:sldId id="262"/>
            <p14:sldId id="263"/>
            <p14:sldId id="264"/>
            <p14:sldId id="265"/>
            <p14:sldId id="266"/>
            <p14:sldId id="267"/>
            <p14:sldId id="2147483639"/>
            <p14:sldId id="2147483618"/>
            <p14:sldId id="2147483630"/>
            <p14:sldId id="268"/>
            <p14:sldId id="2147483619"/>
            <p14:sldId id="2147483640"/>
            <p14:sldId id="2147483641"/>
            <p14:sldId id="2147483638"/>
            <p14:sldId id="2147483642"/>
            <p14:sldId id="2147483643"/>
            <p14:sldId id="2147483644"/>
          </p14:sldIdLst>
        </p14:section>
        <p14:section name="Ending Slides" id="{C0A4073E-B2EC-0140-8A05-AA35E86F5B17}">
          <p14:sldIdLst>
            <p14:sldId id="273"/>
            <p14:sldId id="277"/>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BBD676F-8E28-25D4-2D0E-94EC625501E2}" name="Kerri Vogel" initials="KV" userId="S::kerri.vogel@anaplan.com::a3b61504-22a4-41c4-8fe9-cd561b1abc85" providerId="AD"/>
  <p188:author id="{B51AC3F6-287E-B39A-2EF9-DFC9544D9988}" name="Ele Storm" initials="EN" userId="S::ele.nies@anaplan.com::99d048ae-076b-4cb5-a0b9-5d2eed71bb7e"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0" name="Kate McCullough" initials="" lastIdx="1" clrIdx="0"/>
  <p:cmAuthor id="1" name="Mark/Anaplan" initials="" lastIdx="1" clrIdx="1"/>
</p:cmAuthorLst>
</file>

<file path=ppt/presProps.xml><?xml version="1.0" encoding="utf-8"?>
<p:presentationPr xmlns:a="http://schemas.openxmlformats.org/drawingml/2006/main" xmlns:r="http://schemas.openxmlformats.org/officeDocument/2006/relationships" xmlns:p="http://schemas.openxmlformats.org/presentationml/2006/main">
  <p:prnPr/>
  <p:clrMru>
    <a:srgbClr val="ECECEC"/>
    <a:srgbClr val="001D32"/>
    <a:srgbClr val="3B596B"/>
    <a:srgbClr val="F0F1F7"/>
    <a:srgbClr val="C882D9"/>
    <a:srgbClr val="9696FA"/>
    <a:srgbClr val="8AE6D2"/>
    <a:srgbClr val="96B5FA"/>
    <a:srgbClr val="89E5D2"/>
    <a:srgbClr val="5BC3A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5BCC03E-AC85-F156-487E-E2936BF9547F}" v="169" dt="2026-03-19T23:41:47.817"/>
  </p1510:revLst>
</p1510:revInfo>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6/11/relationships/changesInfo" Target="changesInfos/changesInfo1.xml"/><Relationship Id="rId21" Type="http://schemas.openxmlformats.org/officeDocument/2006/relationships/slide" Target="slides/slide17.xml"/><Relationship Id="rId34" Type="http://schemas.openxmlformats.org/officeDocument/2006/relationships/commentAuthors" Target="commen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handoutMaster" Target="handoutMasters/handoutMaster1.xml"/><Relationship Id="rId38"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n Newcomb" userId="S::jon.newcomb@anaplan.com::d672d284-d87e-4cae-bfeb-0aed989ae14e" providerId="AD" clId="Web-{F8032BF4-14CA-E1FD-DDEF-5D4368D6BBA2}"/>
    <pc:docChg chg="modSld">
      <pc:chgData name="Jon Newcomb" userId="S::jon.newcomb@anaplan.com::d672d284-d87e-4cae-bfeb-0aed989ae14e" providerId="AD" clId="Web-{F8032BF4-14CA-E1FD-DDEF-5D4368D6BBA2}" dt="2026-03-16T19:32:55.619" v="3" actId="20577"/>
      <pc:docMkLst>
        <pc:docMk/>
      </pc:docMkLst>
      <pc:sldChg chg="modSp">
        <pc:chgData name="Jon Newcomb" userId="S::jon.newcomb@anaplan.com::d672d284-d87e-4cae-bfeb-0aed989ae14e" providerId="AD" clId="Web-{F8032BF4-14CA-E1FD-DDEF-5D4368D6BBA2}" dt="2026-03-16T19:32:55.619" v="3" actId="20577"/>
        <pc:sldMkLst>
          <pc:docMk/>
          <pc:sldMk cId="1682908997" sldId="2147483617"/>
        </pc:sldMkLst>
        <pc:spChg chg="mod">
          <ac:chgData name="Jon Newcomb" userId="S::jon.newcomb@anaplan.com::d672d284-d87e-4cae-bfeb-0aed989ae14e" providerId="AD" clId="Web-{F8032BF4-14CA-E1FD-DDEF-5D4368D6BBA2}" dt="2026-03-16T19:32:55.619" v="3" actId="20577"/>
          <ac:spMkLst>
            <pc:docMk/>
            <pc:sldMk cId="1682908997" sldId="2147483617"/>
            <ac:spMk id="15" creationId="{4ABE029C-943E-1AB0-A6A6-0E1D6F88768A}"/>
          </ac:spMkLst>
        </pc:spChg>
      </pc:sldChg>
    </pc:docChg>
  </pc:docChgLst>
  <pc:docChgLst>
    <pc:chgData name="Jon Newcomb" userId="S::jon.newcomb@anaplan.com::d672d284-d87e-4cae-bfeb-0aed989ae14e" providerId="AD" clId="Web-{45BCC03E-AC85-F156-487E-E2936BF9547F}"/>
    <pc:docChg chg="addSld modSld modSection">
      <pc:chgData name="Jon Newcomb" userId="S::jon.newcomb@anaplan.com::d672d284-d87e-4cae-bfeb-0aed989ae14e" providerId="AD" clId="Web-{45BCC03E-AC85-F156-487E-E2936BF9547F}" dt="2026-03-19T23:41:47.817" v="166" actId="20577"/>
      <pc:docMkLst>
        <pc:docMk/>
      </pc:docMkLst>
      <pc:sldChg chg="modSp">
        <pc:chgData name="Jon Newcomb" userId="S::jon.newcomb@anaplan.com::d672d284-d87e-4cae-bfeb-0aed989ae14e" providerId="AD" clId="Web-{45BCC03E-AC85-F156-487E-E2936BF9547F}" dt="2026-03-19T23:41:47.817" v="166" actId="20577"/>
        <pc:sldMkLst>
          <pc:docMk/>
          <pc:sldMk cId="490395967" sldId="259"/>
        </pc:sldMkLst>
        <pc:spChg chg="mod">
          <ac:chgData name="Jon Newcomb" userId="S::jon.newcomb@anaplan.com::d672d284-d87e-4cae-bfeb-0aed989ae14e" providerId="AD" clId="Web-{45BCC03E-AC85-F156-487E-E2936BF9547F}" dt="2026-03-19T23:41:47.817" v="166" actId="20577"/>
          <ac:spMkLst>
            <pc:docMk/>
            <pc:sldMk cId="490395967" sldId="259"/>
            <ac:spMk id="7" creationId="{88B4F85B-8E7D-7F6E-50E1-D4256735F3AA}"/>
          </ac:spMkLst>
        </pc:spChg>
      </pc:sldChg>
      <pc:sldChg chg="modSp">
        <pc:chgData name="Jon Newcomb" userId="S::jon.newcomb@anaplan.com::d672d284-d87e-4cae-bfeb-0aed989ae14e" providerId="AD" clId="Web-{45BCC03E-AC85-F156-487E-E2936BF9547F}" dt="2026-03-19T23:26:00.782" v="91" actId="20577"/>
        <pc:sldMkLst>
          <pc:docMk/>
          <pc:sldMk cId="3826064723" sldId="2147483618"/>
        </pc:sldMkLst>
        <pc:spChg chg="mod">
          <ac:chgData name="Jon Newcomb" userId="S::jon.newcomb@anaplan.com::d672d284-d87e-4cae-bfeb-0aed989ae14e" providerId="AD" clId="Web-{45BCC03E-AC85-F156-487E-E2936BF9547F}" dt="2026-03-19T23:26:00.782" v="91" actId="20577"/>
          <ac:spMkLst>
            <pc:docMk/>
            <pc:sldMk cId="3826064723" sldId="2147483618"/>
            <ac:spMk id="5" creationId="{2F0566DB-92A0-0F7F-CF96-2039B55E9E6F}"/>
          </ac:spMkLst>
        </pc:spChg>
      </pc:sldChg>
      <pc:sldChg chg="modSp add replId">
        <pc:chgData name="Jon Newcomb" userId="S::jon.newcomb@anaplan.com::d672d284-d87e-4cae-bfeb-0aed989ae14e" providerId="AD" clId="Web-{45BCC03E-AC85-F156-487E-E2936BF9547F}" dt="2026-03-19T23:17:58.731" v="10" actId="20577"/>
        <pc:sldMkLst>
          <pc:docMk/>
          <pc:sldMk cId="3088836800" sldId="2147483643"/>
        </pc:sldMkLst>
        <pc:spChg chg="mod">
          <ac:chgData name="Jon Newcomb" userId="S::jon.newcomb@anaplan.com::d672d284-d87e-4cae-bfeb-0aed989ae14e" providerId="AD" clId="Web-{45BCC03E-AC85-F156-487E-E2936BF9547F}" dt="2026-03-19T23:17:58.731" v="10" actId="20577"/>
          <ac:spMkLst>
            <pc:docMk/>
            <pc:sldMk cId="3088836800" sldId="2147483643"/>
            <ac:spMk id="2" creationId="{5E098C13-A832-4DAC-8451-1CD6FE112C97}"/>
          </ac:spMkLst>
        </pc:spChg>
      </pc:sldChg>
      <pc:sldChg chg="addSp delSp modSp add replId">
        <pc:chgData name="Jon Newcomb" userId="S::jon.newcomb@anaplan.com::d672d284-d87e-4cae-bfeb-0aed989ae14e" providerId="AD" clId="Web-{45BCC03E-AC85-F156-487E-E2936BF9547F}" dt="2026-03-19T23:33:13.094" v="163" actId="1076"/>
        <pc:sldMkLst>
          <pc:docMk/>
          <pc:sldMk cId="2727426433" sldId="2147483644"/>
        </pc:sldMkLst>
        <pc:spChg chg="mod">
          <ac:chgData name="Jon Newcomb" userId="S::jon.newcomb@anaplan.com::d672d284-d87e-4cae-bfeb-0aed989ae14e" providerId="AD" clId="Web-{45BCC03E-AC85-F156-487E-E2936BF9547F}" dt="2026-03-19T23:28:07.284" v="159" actId="1076"/>
          <ac:spMkLst>
            <pc:docMk/>
            <pc:sldMk cId="2727426433" sldId="2147483644"/>
            <ac:spMk id="3" creationId="{140DD6FB-00CE-C0D7-047F-2818A4FB13F9}"/>
          </ac:spMkLst>
        </pc:spChg>
        <pc:spChg chg="add del mod">
          <ac:chgData name="Jon Newcomb" userId="S::jon.newcomb@anaplan.com::d672d284-d87e-4cae-bfeb-0aed989ae14e" providerId="AD" clId="Web-{45BCC03E-AC85-F156-487E-E2936BF9547F}" dt="2026-03-19T23:33:09.297" v="162"/>
          <ac:spMkLst>
            <pc:docMk/>
            <pc:sldMk cId="2727426433" sldId="2147483644"/>
            <ac:spMk id="4" creationId="{19C00EBB-9B82-ECAF-C636-4C1167D4995D}"/>
          </ac:spMkLst>
        </pc:spChg>
        <pc:spChg chg="mod">
          <ac:chgData name="Jon Newcomb" userId="S::jon.newcomb@anaplan.com::d672d284-d87e-4cae-bfeb-0aed989ae14e" providerId="AD" clId="Web-{45BCC03E-AC85-F156-487E-E2936BF9547F}" dt="2026-03-19T23:24:25.686" v="53" actId="20577"/>
          <ac:spMkLst>
            <pc:docMk/>
            <pc:sldMk cId="2727426433" sldId="2147483644"/>
            <ac:spMk id="5" creationId="{21881560-37A6-743F-4028-CC5101A24642}"/>
          </ac:spMkLst>
        </pc:spChg>
        <pc:picChg chg="add mod ord">
          <ac:chgData name="Jon Newcomb" userId="S::jon.newcomb@anaplan.com::d672d284-d87e-4cae-bfeb-0aed989ae14e" providerId="AD" clId="Web-{45BCC03E-AC85-F156-487E-E2936BF9547F}" dt="2026-03-19T23:33:13.094" v="163" actId="1076"/>
          <ac:picMkLst>
            <pc:docMk/>
            <pc:sldMk cId="2727426433" sldId="2147483644"/>
            <ac:picMk id="6" creationId="{497DF8B2-9F3A-EB0E-C7F2-6B5E2F71A818}"/>
          </ac:picMkLst>
        </pc:picChg>
        <pc:picChg chg="del mod">
          <ac:chgData name="Jon Newcomb" userId="S::jon.newcomb@anaplan.com::d672d284-d87e-4cae-bfeb-0aed989ae14e" providerId="AD" clId="Web-{45BCC03E-AC85-F156-487E-E2936BF9547F}" dt="2026-03-19T23:32:31.466" v="161"/>
          <ac:picMkLst>
            <pc:docMk/>
            <pc:sldMk cId="2727426433" sldId="2147483644"/>
            <ac:picMk id="10" creationId="{F94AC25F-21A6-346D-C484-51F2BB8729A7}"/>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730DF0B-9C4B-314C-A099-8071CBEA71C9}" type="doc">
      <dgm:prSet loTypeId="urn:microsoft.com/office/officeart/2005/8/layout/hChevron3" loCatId="" qsTypeId="urn:microsoft.com/office/officeart/2005/8/quickstyle/simple1" qsCatId="simple" csTypeId="urn:microsoft.com/office/officeart/2005/8/colors/accent1_2" csCatId="accent1" phldr="1"/>
      <dgm:spPr/>
      <dgm:t>
        <a:bodyPr/>
        <a:lstStyle/>
        <a:p>
          <a:endParaRPr lang="en-GB"/>
        </a:p>
      </dgm:t>
    </dgm:pt>
    <dgm:pt modelId="{EA2BFABB-A3D0-0548-90B3-1272BA01F343}">
      <dgm:prSet phldrT="[Text]" custT="1"/>
      <dgm:spPr>
        <a:solidFill>
          <a:schemeClr val="tx2"/>
        </a:solidFill>
      </dgm:spPr>
      <dgm:t>
        <a:bodyPr rIns="396000"/>
        <a:lstStyle/>
        <a:p>
          <a:r>
            <a:rPr lang="en-US" sz="1100" b="0" i="0">
              <a:latin typeface="Arial" panose="020B0604020202020204" pitchFamily="34" charset="0"/>
              <a:ea typeface="Inter Medium" panose="02000503000000020004" pitchFamily="2" charset="0"/>
            </a:rPr>
            <a:t>Evaluation</a:t>
          </a:r>
          <a:endParaRPr lang="en-GB" sz="1100" b="0" i="0">
            <a:latin typeface="Arial" panose="020B0604020202020204" pitchFamily="34" charset="0"/>
            <a:ea typeface="Inter Medium" panose="02000503000000020004" pitchFamily="2" charset="0"/>
          </a:endParaRPr>
        </a:p>
      </dgm:t>
    </dgm:pt>
    <dgm:pt modelId="{5504DDD2-2AAB-E244-A948-071E5C5BBF34}" type="parTrans" cxnId="{F2576C52-FA5F-A34F-AD0C-A6B0D64547EA}">
      <dgm:prSet/>
      <dgm:spPr/>
      <dgm:t>
        <a:bodyPr/>
        <a:lstStyle/>
        <a:p>
          <a:endParaRPr lang="en-GB" sz="1100" b="0" i="0">
            <a:latin typeface="Inter Medium" panose="02000503000000020004" pitchFamily="2" charset="0"/>
            <a:ea typeface="Inter Medium" panose="02000503000000020004" pitchFamily="2" charset="0"/>
          </a:endParaRPr>
        </a:p>
      </dgm:t>
    </dgm:pt>
    <dgm:pt modelId="{42BACC2E-A714-A547-9E4A-836C0CF6884B}" type="sibTrans" cxnId="{F2576C52-FA5F-A34F-AD0C-A6B0D64547EA}">
      <dgm:prSet/>
      <dgm:spPr/>
      <dgm:t>
        <a:bodyPr/>
        <a:lstStyle/>
        <a:p>
          <a:endParaRPr lang="en-GB" sz="1100" b="0" i="0">
            <a:latin typeface="Inter Medium" panose="02000503000000020004" pitchFamily="2" charset="0"/>
            <a:ea typeface="Inter Medium" panose="02000503000000020004" pitchFamily="2" charset="0"/>
          </a:endParaRPr>
        </a:p>
      </dgm:t>
    </dgm:pt>
    <dgm:pt modelId="{6C3AE6F2-099C-6046-A875-A41CAD4F2A91}">
      <dgm:prSet phldrT="[Text]" custT="1"/>
      <dgm:spPr>
        <a:solidFill>
          <a:schemeClr val="accent2"/>
        </a:solidFill>
      </dgm:spPr>
      <dgm:t>
        <a:bodyPr rIns="288000"/>
        <a:lstStyle/>
        <a:p>
          <a:r>
            <a:rPr lang="en-US" sz="1100" b="0" i="0">
              <a:latin typeface="Arial" panose="020B0604020202020204" pitchFamily="34" charset="0"/>
              <a:ea typeface="Inter Medium" panose="02000503000000020004" pitchFamily="2" charset="0"/>
            </a:rPr>
            <a:t>Onboarding</a:t>
          </a:r>
          <a:endParaRPr lang="en-GB" sz="1100" b="0" i="0">
            <a:latin typeface="Arial" panose="020B0604020202020204" pitchFamily="34" charset="0"/>
            <a:ea typeface="Inter Medium" panose="02000503000000020004" pitchFamily="2" charset="0"/>
          </a:endParaRPr>
        </a:p>
      </dgm:t>
    </dgm:pt>
    <dgm:pt modelId="{50A847F0-A8B3-8441-B76B-2C51AB507074}" type="parTrans" cxnId="{95BA41C9-54F6-6A40-A5FF-C3C8AD5EFA5E}">
      <dgm:prSet/>
      <dgm:spPr/>
      <dgm:t>
        <a:bodyPr/>
        <a:lstStyle/>
        <a:p>
          <a:endParaRPr lang="en-GB" sz="1100" b="0" i="0">
            <a:latin typeface="Inter Medium" panose="02000503000000020004" pitchFamily="2" charset="0"/>
            <a:ea typeface="Inter Medium" panose="02000503000000020004" pitchFamily="2" charset="0"/>
          </a:endParaRPr>
        </a:p>
      </dgm:t>
    </dgm:pt>
    <dgm:pt modelId="{1CC620F1-E122-5A4F-9B1B-1BD55F224C92}" type="sibTrans" cxnId="{95BA41C9-54F6-6A40-A5FF-C3C8AD5EFA5E}">
      <dgm:prSet/>
      <dgm:spPr/>
      <dgm:t>
        <a:bodyPr/>
        <a:lstStyle/>
        <a:p>
          <a:endParaRPr lang="en-GB" sz="1100" b="0" i="0">
            <a:latin typeface="Inter Medium" panose="02000503000000020004" pitchFamily="2" charset="0"/>
            <a:ea typeface="Inter Medium" panose="02000503000000020004" pitchFamily="2" charset="0"/>
          </a:endParaRPr>
        </a:p>
      </dgm:t>
    </dgm:pt>
    <dgm:pt modelId="{A50CF33B-E823-234E-9861-DDACD14BC902}">
      <dgm:prSet phldrT="[Text]" custT="1"/>
      <dgm:spPr>
        <a:solidFill>
          <a:schemeClr val="accent1"/>
        </a:solidFill>
      </dgm:spPr>
      <dgm:t>
        <a:bodyPr rIns="324000"/>
        <a:lstStyle/>
        <a:p>
          <a:r>
            <a:rPr lang="en-US" sz="1100" b="0" i="0">
              <a:latin typeface="Arial" panose="020B0604020202020204" pitchFamily="34" charset="0"/>
              <a:ea typeface="Inter Medium" panose="02000503000000020004" pitchFamily="2" charset="0"/>
            </a:rPr>
            <a:t>Implementation</a:t>
          </a:r>
          <a:endParaRPr lang="en-GB" sz="1100" b="0" i="0">
            <a:latin typeface="Arial" panose="020B0604020202020204" pitchFamily="34" charset="0"/>
            <a:ea typeface="Inter Medium" panose="02000503000000020004" pitchFamily="2" charset="0"/>
          </a:endParaRPr>
        </a:p>
      </dgm:t>
    </dgm:pt>
    <dgm:pt modelId="{EA259CA9-A05C-1049-8AF1-C2321B1DB767}" type="parTrans" cxnId="{58898711-4801-0645-AF2C-49A7D718582B}">
      <dgm:prSet/>
      <dgm:spPr/>
      <dgm:t>
        <a:bodyPr/>
        <a:lstStyle/>
        <a:p>
          <a:endParaRPr lang="en-GB" sz="1100" b="0" i="0">
            <a:latin typeface="Inter Medium" panose="02000503000000020004" pitchFamily="2" charset="0"/>
            <a:ea typeface="Inter Medium" panose="02000503000000020004" pitchFamily="2" charset="0"/>
          </a:endParaRPr>
        </a:p>
      </dgm:t>
    </dgm:pt>
    <dgm:pt modelId="{CE1082C2-8455-E141-A56D-EC55CE9AB3BD}" type="sibTrans" cxnId="{58898711-4801-0645-AF2C-49A7D718582B}">
      <dgm:prSet/>
      <dgm:spPr/>
      <dgm:t>
        <a:bodyPr/>
        <a:lstStyle/>
        <a:p>
          <a:endParaRPr lang="en-GB" sz="1100" b="0" i="0">
            <a:latin typeface="Inter Medium" panose="02000503000000020004" pitchFamily="2" charset="0"/>
            <a:ea typeface="Inter Medium" panose="02000503000000020004" pitchFamily="2" charset="0"/>
          </a:endParaRPr>
        </a:p>
      </dgm:t>
    </dgm:pt>
    <dgm:pt modelId="{34404041-C344-3148-A861-940E9F65CD6D}">
      <dgm:prSet custT="1"/>
      <dgm:spPr>
        <a:solidFill>
          <a:schemeClr val="accent3"/>
        </a:solidFill>
      </dgm:spPr>
      <dgm:t>
        <a:bodyPr/>
        <a:lstStyle/>
        <a:p>
          <a:r>
            <a:rPr lang="en-US" sz="1100" b="0" i="0">
              <a:latin typeface="Arial" panose="020B0604020202020204" pitchFamily="34" charset="0"/>
              <a:ea typeface="Inter Medium" panose="02000503000000020004" pitchFamily="2" charset="0"/>
            </a:rPr>
            <a:t>Adoption</a:t>
          </a:r>
          <a:endParaRPr lang="en-GB" sz="1100" b="0" i="0">
            <a:latin typeface="Arial" panose="020B0604020202020204" pitchFamily="34" charset="0"/>
            <a:ea typeface="Inter Medium" panose="02000503000000020004" pitchFamily="2" charset="0"/>
          </a:endParaRPr>
        </a:p>
      </dgm:t>
    </dgm:pt>
    <dgm:pt modelId="{49F9925C-7443-A649-8A15-A9267F6EF635}" type="sibTrans" cxnId="{9BBF2815-BA9C-8841-8E96-64124EFC7938}">
      <dgm:prSet/>
      <dgm:spPr/>
      <dgm:t>
        <a:bodyPr/>
        <a:lstStyle/>
        <a:p>
          <a:endParaRPr lang="en-GB" sz="1100" b="0" i="0">
            <a:latin typeface="Inter Medium" panose="02000503000000020004" pitchFamily="2" charset="0"/>
            <a:ea typeface="Inter Medium" panose="02000503000000020004" pitchFamily="2" charset="0"/>
          </a:endParaRPr>
        </a:p>
      </dgm:t>
    </dgm:pt>
    <dgm:pt modelId="{714DF228-0A36-BE45-BCDC-BBB15C7EDB71}" type="parTrans" cxnId="{9BBF2815-BA9C-8841-8E96-64124EFC7938}">
      <dgm:prSet/>
      <dgm:spPr/>
      <dgm:t>
        <a:bodyPr/>
        <a:lstStyle/>
        <a:p>
          <a:endParaRPr lang="en-GB" sz="1100" b="0" i="0">
            <a:latin typeface="Inter Medium" panose="02000503000000020004" pitchFamily="2" charset="0"/>
            <a:ea typeface="Inter Medium" panose="02000503000000020004" pitchFamily="2" charset="0"/>
          </a:endParaRPr>
        </a:p>
      </dgm:t>
    </dgm:pt>
    <dgm:pt modelId="{256208B2-F225-1A46-9FEC-84B370157284}" type="pres">
      <dgm:prSet presAssocID="{E730DF0B-9C4B-314C-A099-8071CBEA71C9}" presName="Name0" presStyleCnt="0">
        <dgm:presLayoutVars>
          <dgm:dir/>
          <dgm:resizeHandles val="exact"/>
        </dgm:presLayoutVars>
      </dgm:prSet>
      <dgm:spPr/>
    </dgm:pt>
    <dgm:pt modelId="{041B1400-7624-6149-929F-DA014FEC075E}" type="pres">
      <dgm:prSet presAssocID="{EA2BFABB-A3D0-0548-90B3-1272BA01F343}" presName="parTxOnly" presStyleLbl="node1" presStyleIdx="0" presStyleCnt="4" custScaleX="20164" custLinFactX="-15220" custLinFactNeighborX="-100000">
        <dgm:presLayoutVars>
          <dgm:bulletEnabled val="1"/>
        </dgm:presLayoutVars>
      </dgm:prSet>
      <dgm:spPr/>
    </dgm:pt>
    <dgm:pt modelId="{FCC3E4B0-C3B5-BA46-91E1-1AA914C40C86}" type="pres">
      <dgm:prSet presAssocID="{42BACC2E-A714-A547-9E4A-836C0CF6884B}" presName="parSpace" presStyleCnt="0"/>
      <dgm:spPr/>
    </dgm:pt>
    <dgm:pt modelId="{E57AE3CF-AFFD-F246-AF4E-80081D7389A3}" type="pres">
      <dgm:prSet presAssocID="{6C3AE6F2-099C-6046-A875-A41CAD4F2A91}" presName="parTxOnly" presStyleLbl="node1" presStyleIdx="1" presStyleCnt="4" custScaleX="24854" custLinFactNeighborX="-47999">
        <dgm:presLayoutVars>
          <dgm:bulletEnabled val="1"/>
        </dgm:presLayoutVars>
      </dgm:prSet>
      <dgm:spPr/>
    </dgm:pt>
    <dgm:pt modelId="{C3722EE4-FC21-7640-A425-6CC68534A5EC}" type="pres">
      <dgm:prSet presAssocID="{1CC620F1-E122-5A4F-9B1B-1BD55F224C92}" presName="parSpace" presStyleCnt="0"/>
      <dgm:spPr/>
    </dgm:pt>
    <dgm:pt modelId="{C1F42186-3539-EE45-AE3A-CE1777B315A3}" type="pres">
      <dgm:prSet presAssocID="{A50CF33B-E823-234E-9861-DDACD14BC902}" presName="parTxOnly" presStyleLbl="node1" presStyleIdx="2" presStyleCnt="4" custScaleX="34513" custLinFactNeighborX="37309">
        <dgm:presLayoutVars>
          <dgm:bulletEnabled val="1"/>
        </dgm:presLayoutVars>
      </dgm:prSet>
      <dgm:spPr/>
    </dgm:pt>
    <dgm:pt modelId="{09FD0F09-BF99-9442-8FA1-ADF7DEE3F947}" type="pres">
      <dgm:prSet presAssocID="{CE1082C2-8455-E141-A56D-EC55CE9AB3BD}" presName="parSpace" presStyleCnt="0"/>
      <dgm:spPr/>
    </dgm:pt>
    <dgm:pt modelId="{D975514B-2149-3343-AF06-0EA54928711D}" type="pres">
      <dgm:prSet presAssocID="{34404041-C344-3148-A861-940E9F65CD6D}" presName="parTxOnly" presStyleLbl="node1" presStyleIdx="3" presStyleCnt="4" custScaleX="32947" custLinFactX="6730" custLinFactNeighborX="100000">
        <dgm:presLayoutVars>
          <dgm:bulletEnabled val="1"/>
        </dgm:presLayoutVars>
      </dgm:prSet>
      <dgm:spPr/>
    </dgm:pt>
  </dgm:ptLst>
  <dgm:cxnLst>
    <dgm:cxn modelId="{58898711-4801-0645-AF2C-49A7D718582B}" srcId="{E730DF0B-9C4B-314C-A099-8071CBEA71C9}" destId="{A50CF33B-E823-234E-9861-DDACD14BC902}" srcOrd="2" destOrd="0" parTransId="{EA259CA9-A05C-1049-8AF1-C2321B1DB767}" sibTransId="{CE1082C2-8455-E141-A56D-EC55CE9AB3BD}"/>
    <dgm:cxn modelId="{9BBF2815-BA9C-8841-8E96-64124EFC7938}" srcId="{E730DF0B-9C4B-314C-A099-8071CBEA71C9}" destId="{34404041-C344-3148-A861-940E9F65CD6D}" srcOrd="3" destOrd="0" parTransId="{714DF228-0A36-BE45-BCDC-BBB15C7EDB71}" sibTransId="{49F9925C-7443-A649-8A15-A9267F6EF635}"/>
    <dgm:cxn modelId="{34FCD65B-778A-4E4F-B758-72D364F64F40}" type="presOf" srcId="{E730DF0B-9C4B-314C-A099-8071CBEA71C9}" destId="{256208B2-F225-1A46-9FEC-84B370157284}" srcOrd="0" destOrd="0" presId="urn:microsoft.com/office/officeart/2005/8/layout/hChevron3"/>
    <dgm:cxn modelId="{F2576C52-FA5F-A34F-AD0C-A6B0D64547EA}" srcId="{E730DF0B-9C4B-314C-A099-8071CBEA71C9}" destId="{EA2BFABB-A3D0-0548-90B3-1272BA01F343}" srcOrd="0" destOrd="0" parTransId="{5504DDD2-2AAB-E244-A948-071E5C5BBF34}" sibTransId="{42BACC2E-A714-A547-9E4A-836C0CF6884B}"/>
    <dgm:cxn modelId="{E54AFC77-6D4F-C24C-9AF6-308A1AAC398A}" type="presOf" srcId="{EA2BFABB-A3D0-0548-90B3-1272BA01F343}" destId="{041B1400-7624-6149-929F-DA014FEC075E}" srcOrd="0" destOrd="0" presId="urn:microsoft.com/office/officeart/2005/8/layout/hChevron3"/>
    <dgm:cxn modelId="{53E75785-AE88-4246-9B45-C56B3ED1587F}" type="presOf" srcId="{6C3AE6F2-099C-6046-A875-A41CAD4F2A91}" destId="{E57AE3CF-AFFD-F246-AF4E-80081D7389A3}" srcOrd="0" destOrd="0" presId="urn:microsoft.com/office/officeart/2005/8/layout/hChevron3"/>
    <dgm:cxn modelId="{95BA41C9-54F6-6A40-A5FF-C3C8AD5EFA5E}" srcId="{E730DF0B-9C4B-314C-A099-8071CBEA71C9}" destId="{6C3AE6F2-099C-6046-A875-A41CAD4F2A91}" srcOrd="1" destOrd="0" parTransId="{50A847F0-A8B3-8441-B76B-2C51AB507074}" sibTransId="{1CC620F1-E122-5A4F-9B1B-1BD55F224C92}"/>
    <dgm:cxn modelId="{2E5315CA-1A75-B542-9D6A-98D07C0D3D08}" type="presOf" srcId="{A50CF33B-E823-234E-9861-DDACD14BC902}" destId="{C1F42186-3539-EE45-AE3A-CE1777B315A3}" srcOrd="0" destOrd="0" presId="urn:microsoft.com/office/officeart/2005/8/layout/hChevron3"/>
    <dgm:cxn modelId="{DA425CF5-8FE4-2C41-9C0F-4160992CAD6B}" type="presOf" srcId="{34404041-C344-3148-A861-940E9F65CD6D}" destId="{D975514B-2149-3343-AF06-0EA54928711D}" srcOrd="0" destOrd="0" presId="urn:microsoft.com/office/officeart/2005/8/layout/hChevron3"/>
    <dgm:cxn modelId="{8E4AC38C-A792-3A4C-986D-EB5EAD36416E}" type="presParOf" srcId="{256208B2-F225-1A46-9FEC-84B370157284}" destId="{041B1400-7624-6149-929F-DA014FEC075E}" srcOrd="0" destOrd="0" presId="urn:microsoft.com/office/officeart/2005/8/layout/hChevron3"/>
    <dgm:cxn modelId="{CE4A25A0-F670-F04D-8ADF-688AFE5577EF}" type="presParOf" srcId="{256208B2-F225-1A46-9FEC-84B370157284}" destId="{FCC3E4B0-C3B5-BA46-91E1-1AA914C40C86}" srcOrd="1" destOrd="0" presId="urn:microsoft.com/office/officeart/2005/8/layout/hChevron3"/>
    <dgm:cxn modelId="{3AE25F24-3C04-8E43-B6AC-3EEF209622C0}" type="presParOf" srcId="{256208B2-F225-1A46-9FEC-84B370157284}" destId="{E57AE3CF-AFFD-F246-AF4E-80081D7389A3}" srcOrd="2" destOrd="0" presId="urn:microsoft.com/office/officeart/2005/8/layout/hChevron3"/>
    <dgm:cxn modelId="{F9219BA7-70F8-A54C-ADBA-C44CBC4E7CBB}" type="presParOf" srcId="{256208B2-F225-1A46-9FEC-84B370157284}" destId="{C3722EE4-FC21-7640-A425-6CC68534A5EC}" srcOrd="3" destOrd="0" presId="urn:microsoft.com/office/officeart/2005/8/layout/hChevron3"/>
    <dgm:cxn modelId="{F6ED7650-A990-AF47-A706-C172CB8B21D2}" type="presParOf" srcId="{256208B2-F225-1A46-9FEC-84B370157284}" destId="{C1F42186-3539-EE45-AE3A-CE1777B315A3}" srcOrd="4" destOrd="0" presId="urn:microsoft.com/office/officeart/2005/8/layout/hChevron3"/>
    <dgm:cxn modelId="{D1AF083D-8BDE-6944-83CE-F36BE474C430}" type="presParOf" srcId="{256208B2-F225-1A46-9FEC-84B370157284}" destId="{09FD0F09-BF99-9442-8FA1-ADF7DEE3F947}" srcOrd="5" destOrd="0" presId="urn:microsoft.com/office/officeart/2005/8/layout/hChevron3"/>
    <dgm:cxn modelId="{ECDFA29B-C37F-104D-BBD1-3391606BA7A9}" type="presParOf" srcId="{256208B2-F225-1A46-9FEC-84B370157284}" destId="{D975514B-2149-3343-AF06-0EA54928711D}" srcOrd="6" destOrd="0" presId="urn:microsoft.com/office/officeart/2005/8/layout/hChevro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6769558-67FB-8541-AE5D-E05B82910B9E}" type="doc">
      <dgm:prSet loTypeId="urn:microsoft.com/office/officeart/2005/8/layout/pyramid1" loCatId="pyramid" qsTypeId="urn:microsoft.com/office/officeart/2005/8/quickstyle/simple1" qsCatId="simple" csTypeId="urn:microsoft.com/office/officeart/2005/8/colors/accent1_2" csCatId="accent1" phldr="1"/>
      <dgm:spPr/>
      <dgm:t>
        <a:bodyPr/>
        <a:lstStyle/>
        <a:p>
          <a:endParaRPr lang="en-US"/>
        </a:p>
      </dgm:t>
    </dgm:pt>
    <dgm:pt modelId="{D0E69452-F495-BA49-889D-BF2D907C8C4E}">
      <dgm:prSet phldrT="[Text]"/>
      <dgm:spPr>
        <a:solidFill>
          <a:schemeClr val="tx2"/>
        </a:solidFill>
        <a:ln>
          <a:noFill/>
        </a:ln>
      </dgm:spPr>
      <dgm:t>
        <a:bodyPr/>
        <a:lstStyle/>
        <a:p>
          <a:endParaRPr lang="en-US"/>
        </a:p>
      </dgm:t>
    </dgm:pt>
    <dgm:pt modelId="{A094A277-0352-C240-BA96-828F69EE3C8D}" type="sibTrans" cxnId="{71AD55CD-F35A-654B-870B-5CE59C2739DD}">
      <dgm:prSet/>
      <dgm:spPr/>
      <dgm:t>
        <a:bodyPr/>
        <a:lstStyle/>
        <a:p>
          <a:endParaRPr lang="en-US"/>
        </a:p>
      </dgm:t>
    </dgm:pt>
    <dgm:pt modelId="{17C1BD5F-0E78-154A-8F4B-DA4F53854ED6}" type="parTrans" cxnId="{71AD55CD-F35A-654B-870B-5CE59C2739DD}">
      <dgm:prSet/>
      <dgm:spPr/>
      <dgm:t>
        <a:bodyPr/>
        <a:lstStyle/>
        <a:p>
          <a:endParaRPr lang="en-US"/>
        </a:p>
      </dgm:t>
    </dgm:pt>
    <dgm:pt modelId="{EF0C0690-1486-D04E-A36E-604F29211986}">
      <dgm:prSet/>
      <dgm:spPr>
        <a:solidFill>
          <a:schemeClr val="accent1"/>
        </a:solidFill>
        <a:ln>
          <a:noFill/>
        </a:ln>
      </dgm:spPr>
      <dgm:t>
        <a:bodyPr/>
        <a:lstStyle/>
        <a:p>
          <a:endParaRPr lang="en-US"/>
        </a:p>
      </dgm:t>
    </dgm:pt>
    <dgm:pt modelId="{48B916D1-A61D-6E43-BC8C-339E6680D0B6}" type="sibTrans" cxnId="{51264659-ECCD-7B4B-B584-A569C88727D0}">
      <dgm:prSet/>
      <dgm:spPr/>
      <dgm:t>
        <a:bodyPr/>
        <a:lstStyle/>
        <a:p>
          <a:endParaRPr lang="en-US"/>
        </a:p>
      </dgm:t>
    </dgm:pt>
    <dgm:pt modelId="{C411ADB0-EE5F-AA4A-9047-4191F9ED37CE}" type="parTrans" cxnId="{51264659-ECCD-7B4B-B584-A569C88727D0}">
      <dgm:prSet/>
      <dgm:spPr/>
      <dgm:t>
        <a:bodyPr/>
        <a:lstStyle/>
        <a:p>
          <a:endParaRPr lang="en-US"/>
        </a:p>
      </dgm:t>
    </dgm:pt>
    <dgm:pt modelId="{E99EBCEB-1406-4141-B598-360A06AD2882}">
      <dgm:prSet/>
      <dgm:spPr>
        <a:solidFill>
          <a:schemeClr val="accent2"/>
        </a:solidFill>
        <a:ln>
          <a:noFill/>
        </a:ln>
      </dgm:spPr>
      <dgm:t>
        <a:bodyPr/>
        <a:lstStyle/>
        <a:p>
          <a:endParaRPr lang="en-US"/>
        </a:p>
      </dgm:t>
    </dgm:pt>
    <dgm:pt modelId="{3991CC93-FFB3-FF47-901F-37D245D0F538}" type="sibTrans" cxnId="{0852501F-E820-DD47-98EA-2D2551E08646}">
      <dgm:prSet/>
      <dgm:spPr/>
      <dgm:t>
        <a:bodyPr/>
        <a:lstStyle/>
        <a:p>
          <a:endParaRPr lang="en-US"/>
        </a:p>
      </dgm:t>
    </dgm:pt>
    <dgm:pt modelId="{FA151339-7AA7-0A48-AA90-2D255D4A7B7F}" type="parTrans" cxnId="{0852501F-E820-DD47-98EA-2D2551E08646}">
      <dgm:prSet/>
      <dgm:spPr/>
      <dgm:t>
        <a:bodyPr/>
        <a:lstStyle/>
        <a:p>
          <a:endParaRPr lang="en-US"/>
        </a:p>
      </dgm:t>
    </dgm:pt>
    <dgm:pt modelId="{955C7061-FA22-E24A-9BE1-3775F9DFF4EB}">
      <dgm:prSet/>
      <dgm:spPr>
        <a:solidFill>
          <a:schemeClr val="accent3"/>
        </a:solidFill>
        <a:ln>
          <a:noFill/>
        </a:ln>
      </dgm:spPr>
      <dgm:t>
        <a:bodyPr/>
        <a:lstStyle/>
        <a:p>
          <a:endParaRPr lang="en-US"/>
        </a:p>
      </dgm:t>
    </dgm:pt>
    <dgm:pt modelId="{43DA90A6-2271-994D-ADCD-B6B11D3A1F01}" type="sibTrans" cxnId="{0DC214E0-E294-A54F-8C0A-4DDB352A2750}">
      <dgm:prSet/>
      <dgm:spPr/>
      <dgm:t>
        <a:bodyPr/>
        <a:lstStyle/>
        <a:p>
          <a:endParaRPr lang="en-US"/>
        </a:p>
      </dgm:t>
    </dgm:pt>
    <dgm:pt modelId="{0C3BAB12-9BEE-304F-BD10-694D5C73CED6}" type="parTrans" cxnId="{0DC214E0-E294-A54F-8C0A-4DDB352A2750}">
      <dgm:prSet/>
      <dgm:spPr/>
      <dgm:t>
        <a:bodyPr/>
        <a:lstStyle/>
        <a:p>
          <a:endParaRPr lang="en-US"/>
        </a:p>
      </dgm:t>
    </dgm:pt>
    <dgm:pt modelId="{5815B51C-DAC5-204E-B563-B7229C3EE946}">
      <dgm:prSet/>
      <dgm:spPr>
        <a:solidFill>
          <a:schemeClr val="accent6"/>
        </a:solidFill>
        <a:ln>
          <a:noFill/>
        </a:ln>
      </dgm:spPr>
      <dgm:t>
        <a:bodyPr/>
        <a:lstStyle/>
        <a:p>
          <a:endParaRPr lang="en-US"/>
        </a:p>
      </dgm:t>
    </dgm:pt>
    <dgm:pt modelId="{3A5D5966-0EBD-0A41-85E8-E417804421BC}" type="sibTrans" cxnId="{004A0890-B6D8-A140-A2BD-9CE4B9D7838F}">
      <dgm:prSet/>
      <dgm:spPr/>
      <dgm:t>
        <a:bodyPr/>
        <a:lstStyle/>
        <a:p>
          <a:endParaRPr lang="en-US"/>
        </a:p>
      </dgm:t>
    </dgm:pt>
    <dgm:pt modelId="{FC9CA4A8-1408-BE4D-983F-FBB1416268E4}" type="parTrans" cxnId="{004A0890-B6D8-A140-A2BD-9CE4B9D7838F}">
      <dgm:prSet/>
      <dgm:spPr/>
      <dgm:t>
        <a:bodyPr/>
        <a:lstStyle/>
        <a:p>
          <a:endParaRPr lang="en-US"/>
        </a:p>
      </dgm:t>
    </dgm:pt>
    <dgm:pt modelId="{D86DAABB-13F1-4740-BAF2-D6456A542296}" type="pres">
      <dgm:prSet presAssocID="{E6769558-67FB-8541-AE5D-E05B82910B9E}" presName="Name0" presStyleCnt="0">
        <dgm:presLayoutVars>
          <dgm:dir/>
          <dgm:animLvl val="lvl"/>
          <dgm:resizeHandles val="exact"/>
        </dgm:presLayoutVars>
      </dgm:prSet>
      <dgm:spPr/>
    </dgm:pt>
    <dgm:pt modelId="{C8A5AEB5-FC8F-4F44-8A0B-D9F12320237E}" type="pres">
      <dgm:prSet presAssocID="{D0E69452-F495-BA49-889D-BF2D907C8C4E}" presName="Name8" presStyleCnt="0"/>
      <dgm:spPr/>
    </dgm:pt>
    <dgm:pt modelId="{47552427-7D8E-ED45-8E4E-0B2345A62F77}" type="pres">
      <dgm:prSet presAssocID="{D0E69452-F495-BA49-889D-BF2D907C8C4E}" presName="level" presStyleLbl="node1" presStyleIdx="0" presStyleCnt="5">
        <dgm:presLayoutVars>
          <dgm:chMax val="1"/>
          <dgm:bulletEnabled val="1"/>
        </dgm:presLayoutVars>
      </dgm:prSet>
      <dgm:spPr/>
    </dgm:pt>
    <dgm:pt modelId="{6FA84866-88B9-7541-9D78-A0D0920FE29A}" type="pres">
      <dgm:prSet presAssocID="{D0E69452-F495-BA49-889D-BF2D907C8C4E}" presName="levelTx" presStyleLbl="revTx" presStyleIdx="0" presStyleCnt="0">
        <dgm:presLayoutVars>
          <dgm:chMax val="1"/>
          <dgm:bulletEnabled val="1"/>
        </dgm:presLayoutVars>
      </dgm:prSet>
      <dgm:spPr/>
    </dgm:pt>
    <dgm:pt modelId="{4C6A9E8C-C9DB-EE4C-8874-CC5F0A0DE76A}" type="pres">
      <dgm:prSet presAssocID="{EF0C0690-1486-D04E-A36E-604F29211986}" presName="Name8" presStyleCnt="0"/>
      <dgm:spPr/>
    </dgm:pt>
    <dgm:pt modelId="{580D5A4D-B945-A944-8AD5-D12F3BB58A2E}" type="pres">
      <dgm:prSet presAssocID="{EF0C0690-1486-D04E-A36E-604F29211986}" presName="level" presStyleLbl="node1" presStyleIdx="1" presStyleCnt="5">
        <dgm:presLayoutVars>
          <dgm:chMax val="1"/>
          <dgm:bulletEnabled val="1"/>
        </dgm:presLayoutVars>
      </dgm:prSet>
      <dgm:spPr/>
    </dgm:pt>
    <dgm:pt modelId="{72FE4531-AFA3-6F4E-8CC9-6CEFCE4B8765}" type="pres">
      <dgm:prSet presAssocID="{EF0C0690-1486-D04E-A36E-604F29211986}" presName="levelTx" presStyleLbl="revTx" presStyleIdx="0" presStyleCnt="0">
        <dgm:presLayoutVars>
          <dgm:chMax val="1"/>
          <dgm:bulletEnabled val="1"/>
        </dgm:presLayoutVars>
      </dgm:prSet>
      <dgm:spPr/>
    </dgm:pt>
    <dgm:pt modelId="{D7BDAB23-995C-EE44-BFBF-5CB6C778BE0C}" type="pres">
      <dgm:prSet presAssocID="{E99EBCEB-1406-4141-B598-360A06AD2882}" presName="Name8" presStyleCnt="0"/>
      <dgm:spPr/>
    </dgm:pt>
    <dgm:pt modelId="{F0213A9A-8463-7A4A-811E-D2A57ED6E95F}" type="pres">
      <dgm:prSet presAssocID="{E99EBCEB-1406-4141-B598-360A06AD2882}" presName="level" presStyleLbl="node1" presStyleIdx="2" presStyleCnt="5">
        <dgm:presLayoutVars>
          <dgm:chMax val="1"/>
          <dgm:bulletEnabled val="1"/>
        </dgm:presLayoutVars>
      </dgm:prSet>
      <dgm:spPr/>
    </dgm:pt>
    <dgm:pt modelId="{38C06ABF-5C9B-2044-B2C9-21A914033C29}" type="pres">
      <dgm:prSet presAssocID="{E99EBCEB-1406-4141-B598-360A06AD2882}" presName="levelTx" presStyleLbl="revTx" presStyleIdx="0" presStyleCnt="0">
        <dgm:presLayoutVars>
          <dgm:chMax val="1"/>
          <dgm:bulletEnabled val="1"/>
        </dgm:presLayoutVars>
      </dgm:prSet>
      <dgm:spPr/>
    </dgm:pt>
    <dgm:pt modelId="{6773464F-823A-E349-A900-8E9A28FA941C}" type="pres">
      <dgm:prSet presAssocID="{955C7061-FA22-E24A-9BE1-3775F9DFF4EB}" presName="Name8" presStyleCnt="0"/>
      <dgm:spPr/>
    </dgm:pt>
    <dgm:pt modelId="{25B2BDB5-03B1-CB45-B236-7F4D592253C5}" type="pres">
      <dgm:prSet presAssocID="{955C7061-FA22-E24A-9BE1-3775F9DFF4EB}" presName="level" presStyleLbl="node1" presStyleIdx="3" presStyleCnt="5">
        <dgm:presLayoutVars>
          <dgm:chMax val="1"/>
          <dgm:bulletEnabled val="1"/>
        </dgm:presLayoutVars>
      </dgm:prSet>
      <dgm:spPr/>
    </dgm:pt>
    <dgm:pt modelId="{006479BE-B7F3-6144-A47B-8A28B4B3BAAF}" type="pres">
      <dgm:prSet presAssocID="{955C7061-FA22-E24A-9BE1-3775F9DFF4EB}" presName="levelTx" presStyleLbl="revTx" presStyleIdx="0" presStyleCnt="0">
        <dgm:presLayoutVars>
          <dgm:chMax val="1"/>
          <dgm:bulletEnabled val="1"/>
        </dgm:presLayoutVars>
      </dgm:prSet>
      <dgm:spPr/>
    </dgm:pt>
    <dgm:pt modelId="{C9955574-9B0C-B246-8BEF-75E3C4E6435D}" type="pres">
      <dgm:prSet presAssocID="{5815B51C-DAC5-204E-B563-B7229C3EE946}" presName="Name8" presStyleCnt="0"/>
      <dgm:spPr/>
    </dgm:pt>
    <dgm:pt modelId="{D67A739A-C4D1-B44F-B09D-6749BDDAE40A}" type="pres">
      <dgm:prSet presAssocID="{5815B51C-DAC5-204E-B563-B7229C3EE946}" presName="level" presStyleLbl="node1" presStyleIdx="4" presStyleCnt="5">
        <dgm:presLayoutVars>
          <dgm:chMax val="1"/>
          <dgm:bulletEnabled val="1"/>
        </dgm:presLayoutVars>
      </dgm:prSet>
      <dgm:spPr/>
    </dgm:pt>
    <dgm:pt modelId="{EBBD4C22-F05C-0647-9F5F-A1D0A74D0D82}" type="pres">
      <dgm:prSet presAssocID="{5815B51C-DAC5-204E-B563-B7229C3EE946}" presName="levelTx" presStyleLbl="revTx" presStyleIdx="0" presStyleCnt="0">
        <dgm:presLayoutVars>
          <dgm:chMax val="1"/>
          <dgm:bulletEnabled val="1"/>
        </dgm:presLayoutVars>
      </dgm:prSet>
      <dgm:spPr/>
    </dgm:pt>
  </dgm:ptLst>
  <dgm:cxnLst>
    <dgm:cxn modelId="{FBEF2E04-FB3D-0B42-9363-5E18DA3C42DC}" type="presOf" srcId="{955C7061-FA22-E24A-9BE1-3775F9DFF4EB}" destId="{25B2BDB5-03B1-CB45-B236-7F4D592253C5}" srcOrd="0" destOrd="0" presId="urn:microsoft.com/office/officeart/2005/8/layout/pyramid1"/>
    <dgm:cxn modelId="{B1AE5D09-D346-F043-88FE-6583172673FA}" type="presOf" srcId="{D0E69452-F495-BA49-889D-BF2D907C8C4E}" destId="{47552427-7D8E-ED45-8E4E-0B2345A62F77}" srcOrd="0" destOrd="0" presId="urn:microsoft.com/office/officeart/2005/8/layout/pyramid1"/>
    <dgm:cxn modelId="{2F4DB00C-A992-594C-B823-677EEC2A9476}" type="presOf" srcId="{EF0C0690-1486-D04E-A36E-604F29211986}" destId="{72FE4531-AFA3-6F4E-8CC9-6CEFCE4B8765}" srcOrd="1" destOrd="0" presId="urn:microsoft.com/office/officeart/2005/8/layout/pyramid1"/>
    <dgm:cxn modelId="{0852501F-E820-DD47-98EA-2D2551E08646}" srcId="{E6769558-67FB-8541-AE5D-E05B82910B9E}" destId="{E99EBCEB-1406-4141-B598-360A06AD2882}" srcOrd="2" destOrd="0" parTransId="{FA151339-7AA7-0A48-AA90-2D255D4A7B7F}" sibTransId="{3991CC93-FFB3-FF47-901F-37D245D0F538}"/>
    <dgm:cxn modelId="{3D2A9520-B81E-294C-B3A7-157067B3A119}" type="presOf" srcId="{D0E69452-F495-BA49-889D-BF2D907C8C4E}" destId="{6FA84866-88B9-7541-9D78-A0D0920FE29A}" srcOrd="1" destOrd="0" presId="urn:microsoft.com/office/officeart/2005/8/layout/pyramid1"/>
    <dgm:cxn modelId="{B39CEA4C-45C1-FB4E-8DCE-7185AFE10DC3}" type="presOf" srcId="{E6769558-67FB-8541-AE5D-E05B82910B9E}" destId="{D86DAABB-13F1-4740-BAF2-D6456A542296}" srcOrd="0" destOrd="0" presId="urn:microsoft.com/office/officeart/2005/8/layout/pyramid1"/>
    <dgm:cxn modelId="{51264659-ECCD-7B4B-B584-A569C88727D0}" srcId="{E6769558-67FB-8541-AE5D-E05B82910B9E}" destId="{EF0C0690-1486-D04E-A36E-604F29211986}" srcOrd="1" destOrd="0" parTransId="{C411ADB0-EE5F-AA4A-9047-4191F9ED37CE}" sibTransId="{48B916D1-A61D-6E43-BC8C-339E6680D0B6}"/>
    <dgm:cxn modelId="{004A0890-B6D8-A140-A2BD-9CE4B9D7838F}" srcId="{E6769558-67FB-8541-AE5D-E05B82910B9E}" destId="{5815B51C-DAC5-204E-B563-B7229C3EE946}" srcOrd="4" destOrd="0" parTransId="{FC9CA4A8-1408-BE4D-983F-FBB1416268E4}" sibTransId="{3A5D5966-0EBD-0A41-85E8-E417804421BC}"/>
    <dgm:cxn modelId="{1D6171AB-2103-E74B-8233-C0BCB4E408B0}" type="presOf" srcId="{955C7061-FA22-E24A-9BE1-3775F9DFF4EB}" destId="{006479BE-B7F3-6144-A47B-8A28B4B3BAAF}" srcOrd="1" destOrd="0" presId="urn:microsoft.com/office/officeart/2005/8/layout/pyramid1"/>
    <dgm:cxn modelId="{CD7F03B1-4AEE-8346-A202-452B005CB2C7}" type="presOf" srcId="{5815B51C-DAC5-204E-B563-B7229C3EE946}" destId="{EBBD4C22-F05C-0647-9F5F-A1D0A74D0D82}" srcOrd="1" destOrd="0" presId="urn:microsoft.com/office/officeart/2005/8/layout/pyramid1"/>
    <dgm:cxn modelId="{0D1A0EB6-5CC4-BA4D-BF21-49CA94C307F8}" type="presOf" srcId="{E99EBCEB-1406-4141-B598-360A06AD2882}" destId="{38C06ABF-5C9B-2044-B2C9-21A914033C29}" srcOrd="1" destOrd="0" presId="urn:microsoft.com/office/officeart/2005/8/layout/pyramid1"/>
    <dgm:cxn modelId="{F5BCC8C8-C318-8A44-85D3-5E1B4A175AE9}" type="presOf" srcId="{E99EBCEB-1406-4141-B598-360A06AD2882}" destId="{F0213A9A-8463-7A4A-811E-D2A57ED6E95F}" srcOrd="0" destOrd="0" presId="urn:microsoft.com/office/officeart/2005/8/layout/pyramid1"/>
    <dgm:cxn modelId="{71AD55CD-F35A-654B-870B-5CE59C2739DD}" srcId="{E6769558-67FB-8541-AE5D-E05B82910B9E}" destId="{D0E69452-F495-BA49-889D-BF2D907C8C4E}" srcOrd="0" destOrd="0" parTransId="{17C1BD5F-0E78-154A-8F4B-DA4F53854ED6}" sibTransId="{A094A277-0352-C240-BA96-828F69EE3C8D}"/>
    <dgm:cxn modelId="{6BF012D5-45ED-564F-AC67-87C126B5C28A}" type="presOf" srcId="{5815B51C-DAC5-204E-B563-B7229C3EE946}" destId="{D67A739A-C4D1-B44F-B09D-6749BDDAE40A}" srcOrd="0" destOrd="0" presId="urn:microsoft.com/office/officeart/2005/8/layout/pyramid1"/>
    <dgm:cxn modelId="{0DC214E0-E294-A54F-8C0A-4DDB352A2750}" srcId="{E6769558-67FB-8541-AE5D-E05B82910B9E}" destId="{955C7061-FA22-E24A-9BE1-3775F9DFF4EB}" srcOrd="3" destOrd="0" parTransId="{0C3BAB12-9BEE-304F-BD10-694D5C73CED6}" sibTransId="{43DA90A6-2271-994D-ADCD-B6B11D3A1F01}"/>
    <dgm:cxn modelId="{71BEB4FD-89DD-E84B-881C-B399E4FF49CD}" type="presOf" srcId="{EF0C0690-1486-D04E-A36E-604F29211986}" destId="{580D5A4D-B945-A944-8AD5-D12F3BB58A2E}" srcOrd="0" destOrd="0" presId="urn:microsoft.com/office/officeart/2005/8/layout/pyramid1"/>
    <dgm:cxn modelId="{7C9A08E6-0E00-A34D-94A1-E89654D5BA34}" type="presParOf" srcId="{D86DAABB-13F1-4740-BAF2-D6456A542296}" destId="{C8A5AEB5-FC8F-4F44-8A0B-D9F12320237E}" srcOrd="0" destOrd="0" presId="urn:microsoft.com/office/officeart/2005/8/layout/pyramid1"/>
    <dgm:cxn modelId="{92DB12C5-7D06-2E41-AE7A-685C34BE2684}" type="presParOf" srcId="{C8A5AEB5-FC8F-4F44-8A0B-D9F12320237E}" destId="{47552427-7D8E-ED45-8E4E-0B2345A62F77}" srcOrd="0" destOrd="0" presId="urn:microsoft.com/office/officeart/2005/8/layout/pyramid1"/>
    <dgm:cxn modelId="{88863F4F-091E-AB47-92D5-B32CDBBF88C0}" type="presParOf" srcId="{C8A5AEB5-FC8F-4F44-8A0B-D9F12320237E}" destId="{6FA84866-88B9-7541-9D78-A0D0920FE29A}" srcOrd="1" destOrd="0" presId="urn:microsoft.com/office/officeart/2005/8/layout/pyramid1"/>
    <dgm:cxn modelId="{DF3F19E8-50BE-9548-B952-ACAEAB5B7E2C}" type="presParOf" srcId="{D86DAABB-13F1-4740-BAF2-D6456A542296}" destId="{4C6A9E8C-C9DB-EE4C-8874-CC5F0A0DE76A}" srcOrd="1" destOrd="0" presId="urn:microsoft.com/office/officeart/2005/8/layout/pyramid1"/>
    <dgm:cxn modelId="{0F43BF58-7A52-0A4D-A675-C1A189288D41}" type="presParOf" srcId="{4C6A9E8C-C9DB-EE4C-8874-CC5F0A0DE76A}" destId="{580D5A4D-B945-A944-8AD5-D12F3BB58A2E}" srcOrd="0" destOrd="0" presId="urn:microsoft.com/office/officeart/2005/8/layout/pyramid1"/>
    <dgm:cxn modelId="{864B197B-869C-E44D-9EF1-1E15F0419EEF}" type="presParOf" srcId="{4C6A9E8C-C9DB-EE4C-8874-CC5F0A0DE76A}" destId="{72FE4531-AFA3-6F4E-8CC9-6CEFCE4B8765}" srcOrd="1" destOrd="0" presId="urn:microsoft.com/office/officeart/2005/8/layout/pyramid1"/>
    <dgm:cxn modelId="{953E864D-5BEC-074E-A6AC-629FF1647C13}" type="presParOf" srcId="{D86DAABB-13F1-4740-BAF2-D6456A542296}" destId="{D7BDAB23-995C-EE44-BFBF-5CB6C778BE0C}" srcOrd="2" destOrd="0" presId="urn:microsoft.com/office/officeart/2005/8/layout/pyramid1"/>
    <dgm:cxn modelId="{B4533760-AD62-B942-8C7F-D28899A916B8}" type="presParOf" srcId="{D7BDAB23-995C-EE44-BFBF-5CB6C778BE0C}" destId="{F0213A9A-8463-7A4A-811E-D2A57ED6E95F}" srcOrd="0" destOrd="0" presId="urn:microsoft.com/office/officeart/2005/8/layout/pyramid1"/>
    <dgm:cxn modelId="{87A92E7C-A1D7-5D4F-BC43-4551AE7F6987}" type="presParOf" srcId="{D7BDAB23-995C-EE44-BFBF-5CB6C778BE0C}" destId="{38C06ABF-5C9B-2044-B2C9-21A914033C29}" srcOrd="1" destOrd="0" presId="urn:microsoft.com/office/officeart/2005/8/layout/pyramid1"/>
    <dgm:cxn modelId="{5622A43E-571B-EC47-AB11-48DE1A9F8F8A}" type="presParOf" srcId="{D86DAABB-13F1-4740-BAF2-D6456A542296}" destId="{6773464F-823A-E349-A900-8E9A28FA941C}" srcOrd="3" destOrd="0" presId="urn:microsoft.com/office/officeart/2005/8/layout/pyramid1"/>
    <dgm:cxn modelId="{87502213-8161-5348-B094-7CC73CB168B9}" type="presParOf" srcId="{6773464F-823A-E349-A900-8E9A28FA941C}" destId="{25B2BDB5-03B1-CB45-B236-7F4D592253C5}" srcOrd="0" destOrd="0" presId="urn:microsoft.com/office/officeart/2005/8/layout/pyramid1"/>
    <dgm:cxn modelId="{7DB2847E-49D3-3340-B1A7-3AB4EC318276}" type="presParOf" srcId="{6773464F-823A-E349-A900-8E9A28FA941C}" destId="{006479BE-B7F3-6144-A47B-8A28B4B3BAAF}" srcOrd="1" destOrd="0" presId="urn:microsoft.com/office/officeart/2005/8/layout/pyramid1"/>
    <dgm:cxn modelId="{D62F6ADF-9EB6-7949-83EB-A82086A09298}" type="presParOf" srcId="{D86DAABB-13F1-4740-BAF2-D6456A542296}" destId="{C9955574-9B0C-B246-8BEF-75E3C4E6435D}" srcOrd="4" destOrd="0" presId="urn:microsoft.com/office/officeart/2005/8/layout/pyramid1"/>
    <dgm:cxn modelId="{71D6ADEF-3034-9940-9C9C-5CD9D45BEE23}" type="presParOf" srcId="{C9955574-9B0C-B246-8BEF-75E3C4E6435D}" destId="{D67A739A-C4D1-B44F-B09D-6749BDDAE40A}" srcOrd="0" destOrd="0" presId="urn:microsoft.com/office/officeart/2005/8/layout/pyramid1"/>
    <dgm:cxn modelId="{AC8F0805-2EC5-9F42-AC9C-8DCD7A87B2B2}" type="presParOf" srcId="{C9955574-9B0C-B246-8BEF-75E3C4E6435D}" destId="{EBBD4C22-F05C-0647-9F5F-A1D0A74D0D82}" srcOrd="1" destOrd="0" presId="urn:microsoft.com/office/officeart/2005/8/layout/pyramid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6769558-67FB-8541-AE5D-E05B82910B9E}" type="doc">
      <dgm:prSet loTypeId="urn:microsoft.com/office/officeart/2005/8/layout/pyramid1" loCatId="pyramid" qsTypeId="urn:microsoft.com/office/officeart/2005/8/quickstyle/simple1" qsCatId="simple" csTypeId="urn:microsoft.com/office/officeart/2005/8/colors/accent1_2" csCatId="accent1" phldr="1"/>
      <dgm:spPr/>
      <dgm:t>
        <a:bodyPr/>
        <a:lstStyle/>
        <a:p>
          <a:endParaRPr lang="en-US"/>
        </a:p>
      </dgm:t>
    </dgm:pt>
    <dgm:pt modelId="{D0E69452-F495-BA49-889D-BF2D907C8C4E}">
      <dgm:prSet phldrT="[Text]"/>
      <dgm:spPr>
        <a:solidFill>
          <a:schemeClr val="tx2"/>
        </a:solidFill>
        <a:ln>
          <a:noFill/>
        </a:ln>
      </dgm:spPr>
      <dgm:t>
        <a:bodyPr/>
        <a:lstStyle/>
        <a:p>
          <a:endParaRPr lang="en-US"/>
        </a:p>
      </dgm:t>
    </dgm:pt>
    <dgm:pt modelId="{A094A277-0352-C240-BA96-828F69EE3C8D}" type="sibTrans" cxnId="{71AD55CD-F35A-654B-870B-5CE59C2739DD}">
      <dgm:prSet/>
      <dgm:spPr/>
      <dgm:t>
        <a:bodyPr/>
        <a:lstStyle/>
        <a:p>
          <a:endParaRPr lang="en-US"/>
        </a:p>
      </dgm:t>
    </dgm:pt>
    <dgm:pt modelId="{17C1BD5F-0E78-154A-8F4B-DA4F53854ED6}" type="parTrans" cxnId="{71AD55CD-F35A-654B-870B-5CE59C2739DD}">
      <dgm:prSet/>
      <dgm:spPr/>
      <dgm:t>
        <a:bodyPr/>
        <a:lstStyle/>
        <a:p>
          <a:endParaRPr lang="en-US"/>
        </a:p>
      </dgm:t>
    </dgm:pt>
    <dgm:pt modelId="{EF0C0690-1486-D04E-A36E-604F29211986}">
      <dgm:prSet/>
      <dgm:spPr>
        <a:solidFill>
          <a:schemeClr val="accent1"/>
        </a:solidFill>
        <a:ln>
          <a:noFill/>
        </a:ln>
      </dgm:spPr>
      <dgm:t>
        <a:bodyPr/>
        <a:lstStyle/>
        <a:p>
          <a:endParaRPr lang="en-US"/>
        </a:p>
      </dgm:t>
    </dgm:pt>
    <dgm:pt modelId="{48B916D1-A61D-6E43-BC8C-339E6680D0B6}" type="sibTrans" cxnId="{51264659-ECCD-7B4B-B584-A569C88727D0}">
      <dgm:prSet/>
      <dgm:spPr/>
      <dgm:t>
        <a:bodyPr/>
        <a:lstStyle/>
        <a:p>
          <a:endParaRPr lang="en-US"/>
        </a:p>
      </dgm:t>
    </dgm:pt>
    <dgm:pt modelId="{C411ADB0-EE5F-AA4A-9047-4191F9ED37CE}" type="parTrans" cxnId="{51264659-ECCD-7B4B-B584-A569C88727D0}">
      <dgm:prSet/>
      <dgm:spPr/>
      <dgm:t>
        <a:bodyPr/>
        <a:lstStyle/>
        <a:p>
          <a:endParaRPr lang="en-US"/>
        </a:p>
      </dgm:t>
    </dgm:pt>
    <dgm:pt modelId="{E99EBCEB-1406-4141-B598-360A06AD2882}">
      <dgm:prSet/>
      <dgm:spPr>
        <a:solidFill>
          <a:schemeClr val="accent2"/>
        </a:solidFill>
        <a:ln>
          <a:noFill/>
        </a:ln>
      </dgm:spPr>
      <dgm:t>
        <a:bodyPr/>
        <a:lstStyle/>
        <a:p>
          <a:endParaRPr lang="en-US"/>
        </a:p>
      </dgm:t>
    </dgm:pt>
    <dgm:pt modelId="{3991CC93-FFB3-FF47-901F-37D245D0F538}" type="sibTrans" cxnId="{0852501F-E820-DD47-98EA-2D2551E08646}">
      <dgm:prSet/>
      <dgm:spPr/>
      <dgm:t>
        <a:bodyPr/>
        <a:lstStyle/>
        <a:p>
          <a:endParaRPr lang="en-US"/>
        </a:p>
      </dgm:t>
    </dgm:pt>
    <dgm:pt modelId="{FA151339-7AA7-0A48-AA90-2D255D4A7B7F}" type="parTrans" cxnId="{0852501F-E820-DD47-98EA-2D2551E08646}">
      <dgm:prSet/>
      <dgm:spPr/>
      <dgm:t>
        <a:bodyPr/>
        <a:lstStyle/>
        <a:p>
          <a:endParaRPr lang="en-US"/>
        </a:p>
      </dgm:t>
    </dgm:pt>
    <dgm:pt modelId="{955C7061-FA22-E24A-9BE1-3775F9DFF4EB}">
      <dgm:prSet/>
      <dgm:spPr>
        <a:solidFill>
          <a:schemeClr val="accent3"/>
        </a:solidFill>
        <a:ln>
          <a:noFill/>
        </a:ln>
      </dgm:spPr>
      <dgm:t>
        <a:bodyPr/>
        <a:lstStyle/>
        <a:p>
          <a:endParaRPr lang="en-US"/>
        </a:p>
      </dgm:t>
    </dgm:pt>
    <dgm:pt modelId="{43DA90A6-2271-994D-ADCD-B6B11D3A1F01}" type="sibTrans" cxnId="{0DC214E0-E294-A54F-8C0A-4DDB352A2750}">
      <dgm:prSet/>
      <dgm:spPr/>
      <dgm:t>
        <a:bodyPr/>
        <a:lstStyle/>
        <a:p>
          <a:endParaRPr lang="en-US"/>
        </a:p>
      </dgm:t>
    </dgm:pt>
    <dgm:pt modelId="{0C3BAB12-9BEE-304F-BD10-694D5C73CED6}" type="parTrans" cxnId="{0DC214E0-E294-A54F-8C0A-4DDB352A2750}">
      <dgm:prSet/>
      <dgm:spPr/>
      <dgm:t>
        <a:bodyPr/>
        <a:lstStyle/>
        <a:p>
          <a:endParaRPr lang="en-US"/>
        </a:p>
      </dgm:t>
    </dgm:pt>
    <dgm:pt modelId="{D86DAABB-13F1-4740-BAF2-D6456A542296}" type="pres">
      <dgm:prSet presAssocID="{E6769558-67FB-8541-AE5D-E05B82910B9E}" presName="Name0" presStyleCnt="0">
        <dgm:presLayoutVars>
          <dgm:dir/>
          <dgm:animLvl val="lvl"/>
          <dgm:resizeHandles val="exact"/>
        </dgm:presLayoutVars>
      </dgm:prSet>
      <dgm:spPr/>
    </dgm:pt>
    <dgm:pt modelId="{C8A5AEB5-FC8F-4F44-8A0B-D9F12320237E}" type="pres">
      <dgm:prSet presAssocID="{D0E69452-F495-BA49-889D-BF2D907C8C4E}" presName="Name8" presStyleCnt="0"/>
      <dgm:spPr/>
    </dgm:pt>
    <dgm:pt modelId="{47552427-7D8E-ED45-8E4E-0B2345A62F77}" type="pres">
      <dgm:prSet presAssocID="{D0E69452-F495-BA49-889D-BF2D907C8C4E}" presName="level" presStyleLbl="node1" presStyleIdx="0" presStyleCnt="4">
        <dgm:presLayoutVars>
          <dgm:chMax val="1"/>
          <dgm:bulletEnabled val="1"/>
        </dgm:presLayoutVars>
      </dgm:prSet>
      <dgm:spPr/>
    </dgm:pt>
    <dgm:pt modelId="{6FA84866-88B9-7541-9D78-A0D0920FE29A}" type="pres">
      <dgm:prSet presAssocID="{D0E69452-F495-BA49-889D-BF2D907C8C4E}" presName="levelTx" presStyleLbl="revTx" presStyleIdx="0" presStyleCnt="0">
        <dgm:presLayoutVars>
          <dgm:chMax val="1"/>
          <dgm:bulletEnabled val="1"/>
        </dgm:presLayoutVars>
      </dgm:prSet>
      <dgm:spPr/>
    </dgm:pt>
    <dgm:pt modelId="{4C6A9E8C-C9DB-EE4C-8874-CC5F0A0DE76A}" type="pres">
      <dgm:prSet presAssocID="{EF0C0690-1486-D04E-A36E-604F29211986}" presName="Name8" presStyleCnt="0"/>
      <dgm:spPr/>
    </dgm:pt>
    <dgm:pt modelId="{580D5A4D-B945-A944-8AD5-D12F3BB58A2E}" type="pres">
      <dgm:prSet presAssocID="{EF0C0690-1486-D04E-A36E-604F29211986}" presName="level" presStyleLbl="node1" presStyleIdx="1" presStyleCnt="4">
        <dgm:presLayoutVars>
          <dgm:chMax val="1"/>
          <dgm:bulletEnabled val="1"/>
        </dgm:presLayoutVars>
      </dgm:prSet>
      <dgm:spPr/>
    </dgm:pt>
    <dgm:pt modelId="{72FE4531-AFA3-6F4E-8CC9-6CEFCE4B8765}" type="pres">
      <dgm:prSet presAssocID="{EF0C0690-1486-D04E-A36E-604F29211986}" presName="levelTx" presStyleLbl="revTx" presStyleIdx="0" presStyleCnt="0">
        <dgm:presLayoutVars>
          <dgm:chMax val="1"/>
          <dgm:bulletEnabled val="1"/>
        </dgm:presLayoutVars>
      </dgm:prSet>
      <dgm:spPr/>
    </dgm:pt>
    <dgm:pt modelId="{D7BDAB23-995C-EE44-BFBF-5CB6C778BE0C}" type="pres">
      <dgm:prSet presAssocID="{E99EBCEB-1406-4141-B598-360A06AD2882}" presName="Name8" presStyleCnt="0"/>
      <dgm:spPr/>
    </dgm:pt>
    <dgm:pt modelId="{F0213A9A-8463-7A4A-811E-D2A57ED6E95F}" type="pres">
      <dgm:prSet presAssocID="{E99EBCEB-1406-4141-B598-360A06AD2882}" presName="level" presStyleLbl="node1" presStyleIdx="2" presStyleCnt="4">
        <dgm:presLayoutVars>
          <dgm:chMax val="1"/>
          <dgm:bulletEnabled val="1"/>
        </dgm:presLayoutVars>
      </dgm:prSet>
      <dgm:spPr/>
    </dgm:pt>
    <dgm:pt modelId="{38C06ABF-5C9B-2044-B2C9-21A914033C29}" type="pres">
      <dgm:prSet presAssocID="{E99EBCEB-1406-4141-B598-360A06AD2882}" presName="levelTx" presStyleLbl="revTx" presStyleIdx="0" presStyleCnt="0">
        <dgm:presLayoutVars>
          <dgm:chMax val="1"/>
          <dgm:bulletEnabled val="1"/>
        </dgm:presLayoutVars>
      </dgm:prSet>
      <dgm:spPr/>
    </dgm:pt>
    <dgm:pt modelId="{6773464F-823A-E349-A900-8E9A28FA941C}" type="pres">
      <dgm:prSet presAssocID="{955C7061-FA22-E24A-9BE1-3775F9DFF4EB}" presName="Name8" presStyleCnt="0"/>
      <dgm:spPr/>
    </dgm:pt>
    <dgm:pt modelId="{25B2BDB5-03B1-CB45-B236-7F4D592253C5}" type="pres">
      <dgm:prSet presAssocID="{955C7061-FA22-E24A-9BE1-3775F9DFF4EB}" presName="level" presStyleLbl="node1" presStyleIdx="3" presStyleCnt="4">
        <dgm:presLayoutVars>
          <dgm:chMax val="1"/>
          <dgm:bulletEnabled val="1"/>
        </dgm:presLayoutVars>
      </dgm:prSet>
      <dgm:spPr/>
    </dgm:pt>
    <dgm:pt modelId="{006479BE-B7F3-6144-A47B-8A28B4B3BAAF}" type="pres">
      <dgm:prSet presAssocID="{955C7061-FA22-E24A-9BE1-3775F9DFF4EB}" presName="levelTx" presStyleLbl="revTx" presStyleIdx="0" presStyleCnt="0">
        <dgm:presLayoutVars>
          <dgm:chMax val="1"/>
          <dgm:bulletEnabled val="1"/>
        </dgm:presLayoutVars>
      </dgm:prSet>
      <dgm:spPr/>
    </dgm:pt>
  </dgm:ptLst>
  <dgm:cxnLst>
    <dgm:cxn modelId="{FBEF2E04-FB3D-0B42-9363-5E18DA3C42DC}" type="presOf" srcId="{955C7061-FA22-E24A-9BE1-3775F9DFF4EB}" destId="{25B2BDB5-03B1-CB45-B236-7F4D592253C5}" srcOrd="0" destOrd="0" presId="urn:microsoft.com/office/officeart/2005/8/layout/pyramid1"/>
    <dgm:cxn modelId="{B1AE5D09-D346-F043-88FE-6583172673FA}" type="presOf" srcId="{D0E69452-F495-BA49-889D-BF2D907C8C4E}" destId="{47552427-7D8E-ED45-8E4E-0B2345A62F77}" srcOrd="0" destOrd="0" presId="urn:microsoft.com/office/officeart/2005/8/layout/pyramid1"/>
    <dgm:cxn modelId="{2F4DB00C-A992-594C-B823-677EEC2A9476}" type="presOf" srcId="{EF0C0690-1486-D04E-A36E-604F29211986}" destId="{72FE4531-AFA3-6F4E-8CC9-6CEFCE4B8765}" srcOrd="1" destOrd="0" presId="urn:microsoft.com/office/officeart/2005/8/layout/pyramid1"/>
    <dgm:cxn modelId="{0852501F-E820-DD47-98EA-2D2551E08646}" srcId="{E6769558-67FB-8541-AE5D-E05B82910B9E}" destId="{E99EBCEB-1406-4141-B598-360A06AD2882}" srcOrd="2" destOrd="0" parTransId="{FA151339-7AA7-0A48-AA90-2D255D4A7B7F}" sibTransId="{3991CC93-FFB3-FF47-901F-37D245D0F538}"/>
    <dgm:cxn modelId="{3D2A9520-B81E-294C-B3A7-157067B3A119}" type="presOf" srcId="{D0E69452-F495-BA49-889D-BF2D907C8C4E}" destId="{6FA84866-88B9-7541-9D78-A0D0920FE29A}" srcOrd="1" destOrd="0" presId="urn:microsoft.com/office/officeart/2005/8/layout/pyramid1"/>
    <dgm:cxn modelId="{B39CEA4C-45C1-FB4E-8DCE-7185AFE10DC3}" type="presOf" srcId="{E6769558-67FB-8541-AE5D-E05B82910B9E}" destId="{D86DAABB-13F1-4740-BAF2-D6456A542296}" srcOrd="0" destOrd="0" presId="urn:microsoft.com/office/officeart/2005/8/layout/pyramid1"/>
    <dgm:cxn modelId="{51264659-ECCD-7B4B-B584-A569C88727D0}" srcId="{E6769558-67FB-8541-AE5D-E05B82910B9E}" destId="{EF0C0690-1486-D04E-A36E-604F29211986}" srcOrd="1" destOrd="0" parTransId="{C411ADB0-EE5F-AA4A-9047-4191F9ED37CE}" sibTransId="{48B916D1-A61D-6E43-BC8C-339E6680D0B6}"/>
    <dgm:cxn modelId="{1D6171AB-2103-E74B-8233-C0BCB4E408B0}" type="presOf" srcId="{955C7061-FA22-E24A-9BE1-3775F9DFF4EB}" destId="{006479BE-B7F3-6144-A47B-8A28B4B3BAAF}" srcOrd="1" destOrd="0" presId="urn:microsoft.com/office/officeart/2005/8/layout/pyramid1"/>
    <dgm:cxn modelId="{0D1A0EB6-5CC4-BA4D-BF21-49CA94C307F8}" type="presOf" srcId="{E99EBCEB-1406-4141-B598-360A06AD2882}" destId="{38C06ABF-5C9B-2044-B2C9-21A914033C29}" srcOrd="1" destOrd="0" presId="urn:microsoft.com/office/officeart/2005/8/layout/pyramid1"/>
    <dgm:cxn modelId="{F5BCC8C8-C318-8A44-85D3-5E1B4A175AE9}" type="presOf" srcId="{E99EBCEB-1406-4141-B598-360A06AD2882}" destId="{F0213A9A-8463-7A4A-811E-D2A57ED6E95F}" srcOrd="0" destOrd="0" presId="urn:microsoft.com/office/officeart/2005/8/layout/pyramid1"/>
    <dgm:cxn modelId="{71AD55CD-F35A-654B-870B-5CE59C2739DD}" srcId="{E6769558-67FB-8541-AE5D-E05B82910B9E}" destId="{D0E69452-F495-BA49-889D-BF2D907C8C4E}" srcOrd="0" destOrd="0" parTransId="{17C1BD5F-0E78-154A-8F4B-DA4F53854ED6}" sibTransId="{A094A277-0352-C240-BA96-828F69EE3C8D}"/>
    <dgm:cxn modelId="{0DC214E0-E294-A54F-8C0A-4DDB352A2750}" srcId="{E6769558-67FB-8541-AE5D-E05B82910B9E}" destId="{955C7061-FA22-E24A-9BE1-3775F9DFF4EB}" srcOrd="3" destOrd="0" parTransId="{0C3BAB12-9BEE-304F-BD10-694D5C73CED6}" sibTransId="{43DA90A6-2271-994D-ADCD-B6B11D3A1F01}"/>
    <dgm:cxn modelId="{71BEB4FD-89DD-E84B-881C-B399E4FF49CD}" type="presOf" srcId="{EF0C0690-1486-D04E-A36E-604F29211986}" destId="{580D5A4D-B945-A944-8AD5-D12F3BB58A2E}" srcOrd="0" destOrd="0" presId="urn:microsoft.com/office/officeart/2005/8/layout/pyramid1"/>
    <dgm:cxn modelId="{7C9A08E6-0E00-A34D-94A1-E89654D5BA34}" type="presParOf" srcId="{D86DAABB-13F1-4740-BAF2-D6456A542296}" destId="{C8A5AEB5-FC8F-4F44-8A0B-D9F12320237E}" srcOrd="0" destOrd="0" presId="urn:microsoft.com/office/officeart/2005/8/layout/pyramid1"/>
    <dgm:cxn modelId="{92DB12C5-7D06-2E41-AE7A-685C34BE2684}" type="presParOf" srcId="{C8A5AEB5-FC8F-4F44-8A0B-D9F12320237E}" destId="{47552427-7D8E-ED45-8E4E-0B2345A62F77}" srcOrd="0" destOrd="0" presId="urn:microsoft.com/office/officeart/2005/8/layout/pyramid1"/>
    <dgm:cxn modelId="{88863F4F-091E-AB47-92D5-B32CDBBF88C0}" type="presParOf" srcId="{C8A5AEB5-FC8F-4F44-8A0B-D9F12320237E}" destId="{6FA84866-88B9-7541-9D78-A0D0920FE29A}" srcOrd="1" destOrd="0" presId="urn:microsoft.com/office/officeart/2005/8/layout/pyramid1"/>
    <dgm:cxn modelId="{DF3F19E8-50BE-9548-B952-ACAEAB5B7E2C}" type="presParOf" srcId="{D86DAABB-13F1-4740-BAF2-D6456A542296}" destId="{4C6A9E8C-C9DB-EE4C-8874-CC5F0A0DE76A}" srcOrd="1" destOrd="0" presId="urn:microsoft.com/office/officeart/2005/8/layout/pyramid1"/>
    <dgm:cxn modelId="{0F43BF58-7A52-0A4D-A675-C1A189288D41}" type="presParOf" srcId="{4C6A9E8C-C9DB-EE4C-8874-CC5F0A0DE76A}" destId="{580D5A4D-B945-A944-8AD5-D12F3BB58A2E}" srcOrd="0" destOrd="0" presId="urn:microsoft.com/office/officeart/2005/8/layout/pyramid1"/>
    <dgm:cxn modelId="{864B197B-869C-E44D-9EF1-1E15F0419EEF}" type="presParOf" srcId="{4C6A9E8C-C9DB-EE4C-8874-CC5F0A0DE76A}" destId="{72FE4531-AFA3-6F4E-8CC9-6CEFCE4B8765}" srcOrd="1" destOrd="0" presId="urn:microsoft.com/office/officeart/2005/8/layout/pyramid1"/>
    <dgm:cxn modelId="{953E864D-5BEC-074E-A6AC-629FF1647C13}" type="presParOf" srcId="{D86DAABB-13F1-4740-BAF2-D6456A542296}" destId="{D7BDAB23-995C-EE44-BFBF-5CB6C778BE0C}" srcOrd="2" destOrd="0" presId="urn:microsoft.com/office/officeart/2005/8/layout/pyramid1"/>
    <dgm:cxn modelId="{B4533760-AD62-B942-8C7F-D28899A916B8}" type="presParOf" srcId="{D7BDAB23-995C-EE44-BFBF-5CB6C778BE0C}" destId="{F0213A9A-8463-7A4A-811E-D2A57ED6E95F}" srcOrd="0" destOrd="0" presId="urn:microsoft.com/office/officeart/2005/8/layout/pyramid1"/>
    <dgm:cxn modelId="{87A92E7C-A1D7-5D4F-BC43-4551AE7F6987}" type="presParOf" srcId="{D7BDAB23-995C-EE44-BFBF-5CB6C778BE0C}" destId="{38C06ABF-5C9B-2044-B2C9-21A914033C29}" srcOrd="1" destOrd="0" presId="urn:microsoft.com/office/officeart/2005/8/layout/pyramid1"/>
    <dgm:cxn modelId="{5622A43E-571B-EC47-AB11-48DE1A9F8F8A}" type="presParOf" srcId="{D86DAABB-13F1-4740-BAF2-D6456A542296}" destId="{6773464F-823A-E349-A900-8E9A28FA941C}" srcOrd="3" destOrd="0" presId="urn:microsoft.com/office/officeart/2005/8/layout/pyramid1"/>
    <dgm:cxn modelId="{87502213-8161-5348-B094-7CC73CB168B9}" type="presParOf" srcId="{6773464F-823A-E349-A900-8E9A28FA941C}" destId="{25B2BDB5-03B1-CB45-B236-7F4D592253C5}" srcOrd="0" destOrd="0" presId="urn:microsoft.com/office/officeart/2005/8/layout/pyramid1"/>
    <dgm:cxn modelId="{7DB2847E-49D3-3340-B1A7-3AB4EC318276}" type="presParOf" srcId="{6773464F-823A-E349-A900-8E9A28FA941C}" destId="{006479BE-B7F3-6144-A47B-8A28B4B3BAAF}" srcOrd="1" destOrd="0" presId="urn:microsoft.com/office/officeart/2005/8/layout/pyramid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6769558-67FB-8541-AE5D-E05B82910B9E}" type="doc">
      <dgm:prSet loTypeId="urn:microsoft.com/office/officeart/2005/8/layout/pyramid1" loCatId="pyramid" qsTypeId="urn:microsoft.com/office/officeart/2005/8/quickstyle/simple1" qsCatId="simple" csTypeId="urn:microsoft.com/office/officeart/2005/8/colors/accent1_2" csCatId="accent1" phldr="1"/>
      <dgm:spPr/>
      <dgm:t>
        <a:bodyPr/>
        <a:lstStyle/>
        <a:p>
          <a:endParaRPr lang="en-US"/>
        </a:p>
      </dgm:t>
    </dgm:pt>
    <dgm:pt modelId="{D0E69452-F495-BA49-889D-BF2D907C8C4E}">
      <dgm:prSet phldrT="[Text]"/>
      <dgm:spPr>
        <a:solidFill>
          <a:schemeClr val="tx2"/>
        </a:solidFill>
        <a:ln>
          <a:noFill/>
        </a:ln>
      </dgm:spPr>
      <dgm:t>
        <a:bodyPr/>
        <a:lstStyle/>
        <a:p>
          <a:endParaRPr lang="en-US"/>
        </a:p>
      </dgm:t>
    </dgm:pt>
    <dgm:pt modelId="{A094A277-0352-C240-BA96-828F69EE3C8D}" type="sibTrans" cxnId="{71AD55CD-F35A-654B-870B-5CE59C2739DD}">
      <dgm:prSet/>
      <dgm:spPr/>
      <dgm:t>
        <a:bodyPr/>
        <a:lstStyle/>
        <a:p>
          <a:endParaRPr lang="en-US"/>
        </a:p>
      </dgm:t>
    </dgm:pt>
    <dgm:pt modelId="{17C1BD5F-0E78-154A-8F4B-DA4F53854ED6}" type="parTrans" cxnId="{71AD55CD-F35A-654B-870B-5CE59C2739DD}">
      <dgm:prSet/>
      <dgm:spPr/>
      <dgm:t>
        <a:bodyPr/>
        <a:lstStyle/>
        <a:p>
          <a:endParaRPr lang="en-US"/>
        </a:p>
      </dgm:t>
    </dgm:pt>
    <dgm:pt modelId="{EF0C0690-1486-D04E-A36E-604F29211986}">
      <dgm:prSet/>
      <dgm:spPr>
        <a:solidFill>
          <a:schemeClr val="accent1"/>
        </a:solidFill>
        <a:ln>
          <a:noFill/>
        </a:ln>
      </dgm:spPr>
      <dgm:t>
        <a:bodyPr/>
        <a:lstStyle/>
        <a:p>
          <a:endParaRPr lang="en-US"/>
        </a:p>
      </dgm:t>
    </dgm:pt>
    <dgm:pt modelId="{48B916D1-A61D-6E43-BC8C-339E6680D0B6}" type="sibTrans" cxnId="{51264659-ECCD-7B4B-B584-A569C88727D0}">
      <dgm:prSet/>
      <dgm:spPr/>
      <dgm:t>
        <a:bodyPr/>
        <a:lstStyle/>
        <a:p>
          <a:endParaRPr lang="en-US"/>
        </a:p>
      </dgm:t>
    </dgm:pt>
    <dgm:pt modelId="{C411ADB0-EE5F-AA4A-9047-4191F9ED37CE}" type="parTrans" cxnId="{51264659-ECCD-7B4B-B584-A569C88727D0}">
      <dgm:prSet/>
      <dgm:spPr/>
      <dgm:t>
        <a:bodyPr/>
        <a:lstStyle/>
        <a:p>
          <a:endParaRPr lang="en-US"/>
        </a:p>
      </dgm:t>
    </dgm:pt>
    <dgm:pt modelId="{E99EBCEB-1406-4141-B598-360A06AD2882}">
      <dgm:prSet/>
      <dgm:spPr>
        <a:solidFill>
          <a:schemeClr val="accent2"/>
        </a:solidFill>
        <a:ln>
          <a:noFill/>
        </a:ln>
      </dgm:spPr>
      <dgm:t>
        <a:bodyPr/>
        <a:lstStyle/>
        <a:p>
          <a:endParaRPr lang="en-US"/>
        </a:p>
      </dgm:t>
    </dgm:pt>
    <dgm:pt modelId="{3991CC93-FFB3-FF47-901F-37D245D0F538}" type="sibTrans" cxnId="{0852501F-E820-DD47-98EA-2D2551E08646}">
      <dgm:prSet/>
      <dgm:spPr/>
      <dgm:t>
        <a:bodyPr/>
        <a:lstStyle/>
        <a:p>
          <a:endParaRPr lang="en-US"/>
        </a:p>
      </dgm:t>
    </dgm:pt>
    <dgm:pt modelId="{FA151339-7AA7-0A48-AA90-2D255D4A7B7F}" type="parTrans" cxnId="{0852501F-E820-DD47-98EA-2D2551E08646}">
      <dgm:prSet/>
      <dgm:spPr/>
      <dgm:t>
        <a:bodyPr/>
        <a:lstStyle/>
        <a:p>
          <a:endParaRPr lang="en-US"/>
        </a:p>
      </dgm:t>
    </dgm:pt>
    <dgm:pt modelId="{D86DAABB-13F1-4740-BAF2-D6456A542296}" type="pres">
      <dgm:prSet presAssocID="{E6769558-67FB-8541-AE5D-E05B82910B9E}" presName="Name0" presStyleCnt="0">
        <dgm:presLayoutVars>
          <dgm:dir/>
          <dgm:animLvl val="lvl"/>
          <dgm:resizeHandles val="exact"/>
        </dgm:presLayoutVars>
      </dgm:prSet>
      <dgm:spPr/>
    </dgm:pt>
    <dgm:pt modelId="{C8A5AEB5-FC8F-4F44-8A0B-D9F12320237E}" type="pres">
      <dgm:prSet presAssocID="{D0E69452-F495-BA49-889D-BF2D907C8C4E}" presName="Name8" presStyleCnt="0"/>
      <dgm:spPr/>
    </dgm:pt>
    <dgm:pt modelId="{47552427-7D8E-ED45-8E4E-0B2345A62F77}" type="pres">
      <dgm:prSet presAssocID="{D0E69452-F495-BA49-889D-BF2D907C8C4E}" presName="level" presStyleLbl="node1" presStyleIdx="0" presStyleCnt="3">
        <dgm:presLayoutVars>
          <dgm:chMax val="1"/>
          <dgm:bulletEnabled val="1"/>
        </dgm:presLayoutVars>
      </dgm:prSet>
      <dgm:spPr/>
    </dgm:pt>
    <dgm:pt modelId="{6FA84866-88B9-7541-9D78-A0D0920FE29A}" type="pres">
      <dgm:prSet presAssocID="{D0E69452-F495-BA49-889D-BF2D907C8C4E}" presName="levelTx" presStyleLbl="revTx" presStyleIdx="0" presStyleCnt="0">
        <dgm:presLayoutVars>
          <dgm:chMax val="1"/>
          <dgm:bulletEnabled val="1"/>
        </dgm:presLayoutVars>
      </dgm:prSet>
      <dgm:spPr/>
    </dgm:pt>
    <dgm:pt modelId="{4C6A9E8C-C9DB-EE4C-8874-CC5F0A0DE76A}" type="pres">
      <dgm:prSet presAssocID="{EF0C0690-1486-D04E-A36E-604F29211986}" presName="Name8" presStyleCnt="0"/>
      <dgm:spPr/>
    </dgm:pt>
    <dgm:pt modelId="{580D5A4D-B945-A944-8AD5-D12F3BB58A2E}" type="pres">
      <dgm:prSet presAssocID="{EF0C0690-1486-D04E-A36E-604F29211986}" presName="level" presStyleLbl="node1" presStyleIdx="1" presStyleCnt="3">
        <dgm:presLayoutVars>
          <dgm:chMax val="1"/>
          <dgm:bulletEnabled val="1"/>
        </dgm:presLayoutVars>
      </dgm:prSet>
      <dgm:spPr/>
    </dgm:pt>
    <dgm:pt modelId="{72FE4531-AFA3-6F4E-8CC9-6CEFCE4B8765}" type="pres">
      <dgm:prSet presAssocID="{EF0C0690-1486-D04E-A36E-604F29211986}" presName="levelTx" presStyleLbl="revTx" presStyleIdx="0" presStyleCnt="0">
        <dgm:presLayoutVars>
          <dgm:chMax val="1"/>
          <dgm:bulletEnabled val="1"/>
        </dgm:presLayoutVars>
      </dgm:prSet>
      <dgm:spPr/>
    </dgm:pt>
    <dgm:pt modelId="{D7BDAB23-995C-EE44-BFBF-5CB6C778BE0C}" type="pres">
      <dgm:prSet presAssocID="{E99EBCEB-1406-4141-B598-360A06AD2882}" presName="Name8" presStyleCnt="0"/>
      <dgm:spPr/>
    </dgm:pt>
    <dgm:pt modelId="{F0213A9A-8463-7A4A-811E-D2A57ED6E95F}" type="pres">
      <dgm:prSet presAssocID="{E99EBCEB-1406-4141-B598-360A06AD2882}" presName="level" presStyleLbl="node1" presStyleIdx="2" presStyleCnt="3">
        <dgm:presLayoutVars>
          <dgm:chMax val="1"/>
          <dgm:bulletEnabled val="1"/>
        </dgm:presLayoutVars>
      </dgm:prSet>
      <dgm:spPr/>
    </dgm:pt>
    <dgm:pt modelId="{38C06ABF-5C9B-2044-B2C9-21A914033C29}" type="pres">
      <dgm:prSet presAssocID="{E99EBCEB-1406-4141-B598-360A06AD2882}" presName="levelTx" presStyleLbl="revTx" presStyleIdx="0" presStyleCnt="0">
        <dgm:presLayoutVars>
          <dgm:chMax val="1"/>
          <dgm:bulletEnabled val="1"/>
        </dgm:presLayoutVars>
      </dgm:prSet>
      <dgm:spPr/>
    </dgm:pt>
  </dgm:ptLst>
  <dgm:cxnLst>
    <dgm:cxn modelId="{B1AE5D09-D346-F043-88FE-6583172673FA}" type="presOf" srcId="{D0E69452-F495-BA49-889D-BF2D907C8C4E}" destId="{47552427-7D8E-ED45-8E4E-0B2345A62F77}" srcOrd="0" destOrd="0" presId="urn:microsoft.com/office/officeart/2005/8/layout/pyramid1"/>
    <dgm:cxn modelId="{2F4DB00C-A992-594C-B823-677EEC2A9476}" type="presOf" srcId="{EF0C0690-1486-D04E-A36E-604F29211986}" destId="{72FE4531-AFA3-6F4E-8CC9-6CEFCE4B8765}" srcOrd="1" destOrd="0" presId="urn:microsoft.com/office/officeart/2005/8/layout/pyramid1"/>
    <dgm:cxn modelId="{0852501F-E820-DD47-98EA-2D2551E08646}" srcId="{E6769558-67FB-8541-AE5D-E05B82910B9E}" destId="{E99EBCEB-1406-4141-B598-360A06AD2882}" srcOrd="2" destOrd="0" parTransId="{FA151339-7AA7-0A48-AA90-2D255D4A7B7F}" sibTransId="{3991CC93-FFB3-FF47-901F-37D245D0F538}"/>
    <dgm:cxn modelId="{3D2A9520-B81E-294C-B3A7-157067B3A119}" type="presOf" srcId="{D0E69452-F495-BA49-889D-BF2D907C8C4E}" destId="{6FA84866-88B9-7541-9D78-A0D0920FE29A}" srcOrd="1" destOrd="0" presId="urn:microsoft.com/office/officeart/2005/8/layout/pyramid1"/>
    <dgm:cxn modelId="{B39CEA4C-45C1-FB4E-8DCE-7185AFE10DC3}" type="presOf" srcId="{E6769558-67FB-8541-AE5D-E05B82910B9E}" destId="{D86DAABB-13F1-4740-BAF2-D6456A542296}" srcOrd="0" destOrd="0" presId="urn:microsoft.com/office/officeart/2005/8/layout/pyramid1"/>
    <dgm:cxn modelId="{51264659-ECCD-7B4B-B584-A569C88727D0}" srcId="{E6769558-67FB-8541-AE5D-E05B82910B9E}" destId="{EF0C0690-1486-D04E-A36E-604F29211986}" srcOrd="1" destOrd="0" parTransId="{C411ADB0-EE5F-AA4A-9047-4191F9ED37CE}" sibTransId="{48B916D1-A61D-6E43-BC8C-339E6680D0B6}"/>
    <dgm:cxn modelId="{0D1A0EB6-5CC4-BA4D-BF21-49CA94C307F8}" type="presOf" srcId="{E99EBCEB-1406-4141-B598-360A06AD2882}" destId="{38C06ABF-5C9B-2044-B2C9-21A914033C29}" srcOrd="1" destOrd="0" presId="urn:microsoft.com/office/officeart/2005/8/layout/pyramid1"/>
    <dgm:cxn modelId="{F5BCC8C8-C318-8A44-85D3-5E1B4A175AE9}" type="presOf" srcId="{E99EBCEB-1406-4141-B598-360A06AD2882}" destId="{F0213A9A-8463-7A4A-811E-D2A57ED6E95F}" srcOrd="0" destOrd="0" presId="urn:microsoft.com/office/officeart/2005/8/layout/pyramid1"/>
    <dgm:cxn modelId="{71AD55CD-F35A-654B-870B-5CE59C2739DD}" srcId="{E6769558-67FB-8541-AE5D-E05B82910B9E}" destId="{D0E69452-F495-BA49-889D-BF2D907C8C4E}" srcOrd="0" destOrd="0" parTransId="{17C1BD5F-0E78-154A-8F4B-DA4F53854ED6}" sibTransId="{A094A277-0352-C240-BA96-828F69EE3C8D}"/>
    <dgm:cxn modelId="{71BEB4FD-89DD-E84B-881C-B399E4FF49CD}" type="presOf" srcId="{EF0C0690-1486-D04E-A36E-604F29211986}" destId="{580D5A4D-B945-A944-8AD5-D12F3BB58A2E}" srcOrd="0" destOrd="0" presId="urn:microsoft.com/office/officeart/2005/8/layout/pyramid1"/>
    <dgm:cxn modelId="{7C9A08E6-0E00-A34D-94A1-E89654D5BA34}" type="presParOf" srcId="{D86DAABB-13F1-4740-BAF2-D6456A542296}" destId="{C8A5AEB5-FC8F-4F44-8A0B-D9F12320237E}" srcOrd="0" destOrd="0" presId="urn:microsoft.com/office/officeart/2005/8/layout/pyramid1"/>
    <dgm:cxn modelId="{92DB12C5-7D06-2E41-AE7A-685C34BE2684}" type="presParOf" srcId="{C8A5AEB5-FC8F-4F44-8A0B-D9F12320237E}" destId="{47552427-7D8E-ED45-8E4E-0B2345A62F77}" srcOrd="0" destOrd="0" presId="urn:microsoft.com/office/officeart/2005/8/layout/pyramid1"/>
    <dgm:cxn modelId="{88863F4F-091E-AB47-92D5-B32CDBBF88C0}" type="presParOf" srcId="{C8A5AEB5-FC8F-4F44-8A0B-D9F12320237E}" destId="{6FA84866-88B9-7541-9D78-A0D0920FE29A}" srcOrd="1" destOrd="0" presId="urn:microsoft.com/office/officeart/2005/8/layout/pyramid1"/>
    <dgm:cxn modelId="{DF3F19E8-50BE-9548-B952-ACAEAB5B7E2C}" type="presParOf" srcId="{D86DAABB-13F1-4740-BAF2-D6456A542296}" destId="{4C6A9E8C-C9DB-EE4C-8874-CC5F0A0DE76A}" srcOrd="1" destOrd="0" presId="urn:microsoft.com/office/officeart/2005/8/layout/pyramid1"/>
    <dgm:cxn modelId="{0F43BF58-7A52-0A4D-A675-C1A189288D41}" type="presParOf" srcId="{4C6A9E8C-C9DB-EE4C-8874-CC5F0A0DE76A}" destId="{580D5A4D-B945-A944-8AD5-D12F3BB58A2E}" srcOrd="0" destOrd="0" presId="urn:microsoft.com/office/officeart/2005/8/layout/pyramid1"/>
    <dgm:cxn modelId="{864B197B-869C-E44D-9EF1-1E15F0419EEF}" type="presParOf" srcId="{4C6A9E8C-C9DB-EE4C-8874-CC5F0A0DE76A}" destId="{72FE4531-AFA3-6F4E-8CC9-6CEFCE4B8765}" srcOrd="1" destOrd="0" presId="urn:microsoft.com/office/officeart/2005/8/layout/pyramid1"/>
    <dgm:cxn modelId="{953E864D-5BEC-074E-A6AC-629FF1647C13}" type="presParOf" srcId="{D86DAABB-13F1-4740-BAF2-D6456A542296}" destId="{D7BDAB23-995C-EE44-BFBF-5CB6C778BE0C}" srcOrd="2" destOrd="0" presId="urn:microsoft.com/office/officeart/2005/8/layout/pyramid1"/>
    <dgm:cxn modelId="{B4533760-AD62-B942-8C7F-D28899A916B8}" type="presParOf" srcId="{D7BDAB23-995C-EE44-BFBF-5CB6C778BE0C}" destId="{F0213A9A-8463-7A4A-811E-D2A57ED6E95F}" srcOrd="0" destOrd="0" presId="urn:microsoft.com/office/officeart/2005/8/layout/pyramid1"/>
    <dgm:cxn modelId="{87A92E7C-A1D7-5D4F-BC43-4551AE7F6987}" type="presParOf" srcId="{D7BDAB23-995C-EE44-BFBF-5CB6C778BE0C}" destId="{38C06ABF-5C9B-2044-B2C9-21A914033C29}" srcOrd="1" destOrd="0" presId="urn:microsoft.com/office/officeart/2005/8/layout/pyramid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1B1400-7624-6149-929F-DA014FEC075E}">
      <dsp:nvSpPr>
        <dsp:cNvPr id="0" name=""/>
        <dsp:cNvSpPr/>
      </dsp:nvSpPr>
      <dsp:spPr>
        <a:xfrm>
          <a:off x="0" y="0"/>
          <a:ext cx="1642446" cy="375810"/>
        </a:xfrm>
        <a:prstGeom prst="homePlate">
          <a:avLst/>
        </a:prstGeom>
        <a:solidFill>
          <a:schemeClr val="tx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8674" tIns="29337" rIns="396000" bIns="29337" numCol="1" spcCol="1270" anchor="ctr" anchorCtr="0">
          <a:noAutofit/>
        </a:bodyPr>
        <a:lstStyle/>
        <a:p>
          <a:pPr marL="0" lvl="0" indent="0" algn="ctr" defTabSz="488950">
            <a:lnSpc>
              <a:spcPct val="90000"/>
            </a:lnSpc>
            <a:spcBef>
              <a:spcPct val="0"/>
            </a:spcBef>
            <a:spcAft>
              <a:spcPct val="35000"/>
            </a:spcAft>
            <a:buNone/>
          </a:pPr>
          <a:r>
            <a:rPr lang="en-US" sz="1100" b="0" i="0" kern="1200">
              <a:latin typeface="Arial" panose="020B0604020202020204" pitchFamily="34" charset="0"/>
              <a:ea typeface="Inter Medium" panose="02000503000000020004" pitchFamily="2" charset="0"/>
            </a:rPr>
            <a:t>Evaluation</a:t>
          </a:r>
          <a:endParaRPr lang="en-GB" sz="1100" b="0" i="0" kern="1200">
            <a:latin typeface="Arial" panose="020B0604020202020204" pitchFamily="34" charset="0"/>
            <a:ea typeface="Inter Medium" panose="02000503000000020004" pitchFamily="2" charset="0"/>
          </a:endParaRPr>
        </a:p>
      </dsp:txBody>
      <dsp:txXfrm>
        <a:off x="0" y="0"/>
        <a:ext cx="1548494" cy="375810"/>
      </dsp:txXfrm>
    </dsp:sp>
    <dsp:sp modelId="{E57AE3CF-AFFD-F246-AF4E-80081D7389A3}">
      <dsp:nvSpPr>
        <dsp:cNvPr id="0" name=""/>
        <dsp:cNvSpPr/>
      </dsp:nvSpPr>
      <dsp:spPr>
        <a:xfrm>
          <a:off x="1170831" y="0"/>
          <a:ext cx="2024467" cy="375810"/>
        </a:xfrm>
        <a:prstGeom prst="chevron">
          <a:avLst/>
        </a:prstGeom>
        <a:solidFill>
          <a:schemeClr val="accent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29337" rIns="288000" bIns="29337" numCol="1" spcCol="1270" anchor="ctr" anchorCtr="0">
          <a:noAutofit/>
        </a:bodyPr>
        <a:lstStyle/>
        <a:p>
          <a:pPr marL="0" lvl="0" indent="0" algn="ctr" defTabSz="488950">
            <a:lnSpc>
              <a:spcPct val="90000"/>
            </a:lnSpc>
            <a:spcBef>
              <a:spcPct val="0"/>
            </a:spcBef>
            <a:spcAft>
              <a:spcPct val="35000"/>
            </a:spcAft>
            <a:buNone/>
          </a:pPr>
          <a:r>
            <a:rPr lang="en-US" sz="1100" b="0" i="0" kern="1200">
              <a:latin typeface="Arial" panose="020B0604020202020204" pitchFamily="34" charset="0"/>
              <a:ea typeface="Inter Medium" panose="02000503000000020004" pitchFamily="2" charset="0"/>
            </a:rPr>
            <a:t>Onboarding</a:t>
          </a:r>
          <a:endParaRPr lang="en-GB" sz="1100" b="0" i="0" kern="1200">
            <a:latin typeface="Arial" panose="020B0604020202020204" pitchFamily="34" charset="0"/>
            <a:ea typeface="Inter Medium" panose="02000503000000020004" pitchFamily="2" charset="0"/>
          </a:endParaRPr>
        </a:p>
      </dsp:txBody>
      <dsp:txXfrm>
        <a:off x="1358736" y="0"/>
        <a:ext cx="1648657" cy="375810"/>
      </dsp:txXfrm>
    </dsp:sp>
    <dsp:sp modelId="{C1F42186-3539-EE45-AE3A-CE1777B315A3}">
      <dsp:nvSpPr>
        <dsp:cNvPr id="0" name=""/>
        <dsp:cNvSpPr/>
      </dsp:nvSpPr>
      <dsp:spPr>
        <a:xfrm>
          <a:off x="2955953" y="0"/>
          <a:ext cx="2811235" cy="375810"/>
        </a:xfrm>
        <a:prstGeom prst="chevron">
          <a:avLst/>
        </a:prstGeom>
        <a:solidFill>
          <a:schemeClr val="accent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29337" rIns="324000" bIns="29337" numCol="1" spcCol="1270" anchor="ctr" anchorCtr="0">
          <a:noAutofit/>
        </a:bodyPr>
        <a:lstStyle/>
        <a:p>
          <a:pPr marL="0" lvl="0" indent="0" algn="ctr" defTabSz="488950">
            <a:lnSpc>
              <a:spcPct val="90000"/>
            </a:lnSpc>
            <a:spcBef>
              <a:spcPct val="0"/>
            </a:spcBef>
            <a:spcAft>
              <a:spcPct val="35000"/>
            </a:spcAft>
            <a:buNone/>
          </a:pPr>
          <a:r>
            <a:rPr lang="en-US" sz="1100" b="0" i="0" kern="1200">
              <a:latin typeface="Arial" panose="020B0604020202020204" pitchFamily="34" charset="0"/>
              <a:ea typeface="Inter Medium" panose="02000503000000020004" pitchFamily="2" charset="0"/>
            </a:rPr>
            <a:t>Implementation</a:t>
          </a:r>
          <a:endParaRPr lang="en-GB" sz="1100" b="0" i="0" kern="1200">
            <a:latin typeface="Arial" panose="020B0604020202020204" pitchFamily="34" charset="0"/>
            <a:ea typeface="Inter Medium" panose="02000503000000020004" pitchFamily="2" charset="0"/>
          </a:endParaRPr>
        </a:p>
      </dsp:txBody>
      <dsp:txXfrm>
        <a:off x="3143858" y="0"/>
        <a:ext cx="2435425" cy="375810"/>
      </dsp:txXfrm>
    </dsp:sp>
    <dsp:sp modelId="{D975514B-2149-3343-AF06-0EA54928711D}">
      <dsp:nvSpPr>
        <dsp:cNvPr id="0" name=""/>
        <dsp:cNvSpPr/>
      </dsp:nvSpPr>
      <dsp:spPr>
        <a:xfrm>
          <a:off x="5469723" y="0"/>
          <a:ext cx="2683677" cy="375810"/>
        </a:xfrm>
        <a:prstGeom prst="chevron">
          <a:avLst/>
        </a:prstGeom>
        <a:solidFill>
          <a:schemeClr val="accent3"/>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88950">
            <a:lnSpc>
              <a:spcPct val="90000"/>
            </a:lnSpc>
            <a:spcBef>
              <a:spcPct val="0"/>
            </a:spcBef>
            <a:spcAft>
              <a:spcPct val="35000"/>
            </a:spcAft>
            <a:buNone/>
          </a:pPr>
          <a:r>
            <a:rPr lang="en-US" sz="1100" b="0" i="0" kern="1200">
              <a:latin typeface="Arial" panose="020B0604020202020204" pitchFamily="34" charset="0"/>
              <a:ea typeface="Inter Medium" panose="02000503000000020004" pitchFamily="2" charset="0"/>
            </a:rPr>
            <a:t>Adoption</a:t>
          </a:r>
          <a:endParaRPr lang="en-GB" sz="1100" b="0" i="0" kern="1200">
            <a:latin typeface="Arial" panose="020B0604020202020204" pitchFamily="34" charset="0"/>
            <a:ea typeface="Inter Medium" panose="02000503000000020004" pitchFamily="2" charset="0"/>
          </a:endParaRPr>
        </a:p>
      </dsp:txBody>
      <dsp:txXfrm>
        <a:off x="5657628" y="0"/>
        <a:ext cx="2307867" cy="37581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552427-7D8E-ED45-8E4E-0B2345A62F77}">
      <dsp:nvSpPr>
        <dsp:cNvPr id="0" name=""/>
        <dsp:cNvSpPr/>
      </dsp:nvSpPr>
      <dsp:spPr>
        <a:xfrm>
          <a:off x="1470713" y="0"/>
          <a:ext cx="735356" cy="652185"/>
        </a:xfrm>
        <a:prstGeom prst="trapezoid">
          <a:avLst>
            <a:gd name="adj" fmla="val 56376"/>
          </a:avLst>
        </a:prstGeom>
        <a:solidFill>
          <a:schemeClr val="tx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2070" tIns="52070" rIns="52070" bIns="52070" numCol="1" spcCol="1270" anchor="ctr" anchorCtr="0">
          <a:noAutofit/>
        </a:bodyPr>
        <a:lstStyle/>
        <a:p>
          <a:pPr marL="0" lvl="0" indent="0" algn="ctr" defTabSz="1822450">
            <a:lnSpc>
              <a:spcPct val="90000"/>
            </a:lnSpc>
            <a:spcBef>
              <a:spcPct val="0"/>
            </a:spcBef>
            <a:spcAft>
              <a:spcPct val="35000"/>
            </a:spcAft>
            <a:buNone/>
          </a:pPr>
          <a:endParaRPr lang="en-US" sz="4100" kern="1200"/>
        </a:p>
      </dsp:txBody>
      <dsp:txXfrm>
        <a:off x="1470713" y="0"/>
        <a:ext cx="735356" cy="652185"/>
      </dsp:txXfrm>
    </dsp:sp>
    <dsp:sp modelId="{580D5A4D-B945-A944-8AD5-D12F3BB58A2E}">
      <dsp:nvSpPr>
        <dsp:cNvPr id="0" name=""/>
        <dsp:cNvSpPr/>
      </dsp:nvSpPr>
      <dsp:spPr>
        <a:xfrm>
          <a:off x="1103034" y="652185"/>
          <a:ext cx="1470713" cy="652185"/>
        </a:xfrm>
        <a:prstGeom prst="trapezoid">
          <a:avLst>
            <a:gd name="adj" fmla="val 56376"/>
          </a:avLst>
        </a:prstGeom>
        <a:solidFill>
          <a:schemeClr val="accent1"/>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2070" tIns="52070" rIns="52070" bIns="52070" numCol="1" spcCol="1270" anchor="ctr" anchorCtr="0">
          <a:noAutofit/>
        </a:bodyPr>
        <a:lstStyle/>
        <a:p>
          <a:pPr marL="0" lvl="0" indent="0" algn="ctr" defTabSz="1822450">
            <a:lnSpc>
              <a:spcPct val="90000"/>
            </a:lnSpc>
            <a:spcBef>
              <a:spcPct val="0"/>
            </a:spcBef>
            <a:spcAft>
              <a:spcPct val="35000"/>
            </a:spcAft>
            <a:buNone/>
          </a:pPr>
          <a:endParaRPr lang="en-US" sz="4100" kern="1200"/>
        </a:p>
      </dsp:txBody>
      <dsp:txXfrm>
        <a:off x="1360409" y="652185"/>
        <a:ext cx="955963" cy="652185"/>
      </dsp:txXfrm>
    </dsp:sp>
    <dsp:sp modelId="{F0213A9A-8463-7A4A-811E-D2A57ED6E95F}">
      <dsp:nvSpPr>
        <dsp:cNvPr id="0" name=""/>
        <dsp:cNvSpPr/>
      </dsp:nvSpPr>
      <dsp:spPr>
        <a:xfrm>
          <a:off x="735356" y="1304370"/>
          <a:ext cx="2206069" cy="652185"/>
        </a:xfrm>
        <a:prstGeom prst="trapezoid">
          <a:avLst>
            <a:gd name="adj" fmla="val 56376"/>
          </a:avLst>
        </a:prstGeom>
        <a:solidFill>
          <a:schemeClr val="accent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2070" tIns="52070" rIns="52070" bIns="52070" numCol="1" spcCol="1270" anchor="ctr" anchorCtr="0">
          <a:noAutofit/>
        </a:bodyPr>
        <a:lstStyle/>
        <a:p>
          <a:pPr marL="0" lvl="0" indent="0" algn="ctr" defTabSz="1822450">
            <a:lnSpc>
              <a:spcPct val="90000"/>
            </a:lnSpc>
            <a:spcBef>
              <a:spcPct val="0"/>
            </a:spcBef>
            <a:spcAft>
              <a:spcPct val="35000"/>
            </a:spcAft>
            <a:buNone/>
          </a:pPr>
          <a:endParaRPr lang="en-US" sz="4100" kern="1200"/>
        </a:p>
      </dsp:txBody>
      <dsp:txXfrm>
        <a:off x="1121418" y="1304370"/>
        <a:ext cx="1433945" cy="652185"/>
      </dsp:txXfrm>
    </dsp:sp>
    <dsp:sp modelId="{25B2BDB5-03B1-CB45-B236-7F4D592253C5}">
      <dsp:nvSpPr>
        <dsp:cNvPr id="0" name=""/>
        <dsp:cNvSpPr/>
      </dsp:nvSpPr>
      <dsp:spPr>
        <a:xfrm>
          <a:off x="367678" y="1956555"/>
          <a:ext cx="2941426" cy="652185"/>
        </a:xfrm>
        <a:prstGeom prst="trapezoid">
          <a:avLst>
            <a:gd name="adj" fmla="val 56376"/>
          </a:avLst>
        </a:prstGeom>
        <a:solidFill>
          <a:schemeClr val="accent3"/>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2070" tIns="52070" rIns="52070" bIns="52070" numCol="1" spcCol="1270" anchor="ctr" anchorCtr="0">
          <a:noAutofit/>
        </a:bodyPr>
        <a:lstStyle/>
        <a:p>
          <a:pPr marL="0" lvl="0" indent="0" algn="ctr" defTabSz="1822450">
            <a:lnSpc>
              <a:spcPct val="90000"/>
            </a:lnSpc>
            <a:spcBef>
              <a:spcPct val="0"/>
            </a:spcBef>
            <a:spcAft>
              <a:spcPct val="35000"/>
            </a:spcAft>
            <a:buNone/>
          </a:pPr>
          <a:endParaRPr lang="en-US" sz="4100" kern="1200"/>
        </a:p>
      </dsp:txBody>
      <dsp:txXfrm>
        <a:off x="882427" y="1956555"/>
        <a:ext cx="1911927" cy="652185"/>
      </dsp:txXfrm>
    </dsp:sp>
    <dsp:sp modelId="{D67A739A-C4D1-B44F-B09D-6749BDDAE40A}">
      <dsp:nvSpPr>
        <dsp:cNvPr id="0" name=""/>
        <dsp:cNvSpPr/>
      </dsp:nvSpPr>
      <dsp:spPr>
        <a:xfrm>
          <a:off x="0" y="2608740"/>
          <a:ext cx="3676783" cy="652185"/>
        </a:xfrm>
        <a:prstGeom prst="trapezoid">
          <a:avLst>
            <a:gd name="adj" fmla="val 56376"/>
          </a:avLst>
        </a:prstGeom>
        <a:solidFill>
          <a:schemeClr val="accent6"/>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2070" tIns="52070" rIns="52070" bIns="52070" numCol="1" spcCol="1270" anchor="ctr" anchorCtr="0">
          <a:noAutofit/>
        </a:bodyPr>
        <a:lstStyle/>
        <a:p>
          <a:pPr marL="0" lvl="0" indent="0" algn="ctr" defTabSz="1822450">
            <a:lnSpc>
              <a:spcPct val="90000"/>
            </a:lnSpc>
            <a:spcBef>
              <a:spcPct val="0"/>
            </a:spcBef>
            <a:spcAft>
              <a:spcPct val="35000"/>
            </a:spcAft>
            <a:buNone/>
          </a:pPr>
          <a:endParaRPr lang="en-US" sz="4100" kern="1200"/>
        </a:p>
      </dsp:txBody>
      <dsp:txXfrm>
        <a:off x="643437" y="2608740"/>
        <a:ext cx="2389908" cy="65218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552427-7D8E-ED45-8E4E-0B2345A62F77}">
      <dsp:nvSpPr>
        <dsp:cNvPr id="0" name=""/>
        <dsp:cNvSpPr/>
      </dsp:nvSpPr>
      <dsp:spPr>
        <a:xfrm>
          <a:off x="1378793" y="0"/>
          <a:ext cx="919195" cy="815231"/>
        </a:xfrm>
        <a:prstGeom prst="trapezoid">
          <a:avLst>
            <a:gd name="adj" fmla="val 56376"/>
          </a:avLst>
        </a:prstGeom>
        <a:solidFill>
          <a:schemeClr val="tx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2266950">
            <a:lnSpc>
              <a:spcPct val="90000"/>
            </a:lnSpc>
            <a:spcBef>
              <a:spcPct val="0"/>
            </a:spcBef>
            <a:spcAft>
              <a:spcPct val="35000"/>
            </a:spcAft>
            <a:buNone/>
          </a:pPr>
          <a:endParaRPr lang="en-US" sz="5100" kern="1200"/>
        </a:p>
      </dsp:txBody>
      <dsp:txXfrm>
        <a:off x="1378793" y="0"/>
        <a:ext cx="919195" cy="815231"/>
      </dsp:txXfrm>
    </dsp:sp>
    <dsp:sp modelId="{580D5A4D-B945-A944-8AD5-D12F3BB58A2E}">
      <dsp:nvSpPr>
        <dsp:cNvPr id="0" name=""/>
        <dsp:cNvSpPr/>
      </dsp:nvSpPr>
      <dsp:spPr>
        <a:xfrm>
          <a:off x="919195" y="815231"/>
          <a:ext cx="1838391" cy="815231"/>
        </a:xfrm>
        <a:prstGeom prst="trapezoid">
          <a:avLst>
            <a:gd name="adj" fmla="val 56376"/>
          </a:avLst>
        </a:prstGeom>
        <a:solidFill>
          <a:schemeClr val="accent1"/>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2266950">
            <a:lnSpc>
              <a:spcPct val="90000"/>
            </a:lnSpc>
            <a:spcBef>
              <a:spcPct val="0"/>
            </a:spcBef>
            <a:spcAft>
              <a:spcPct val="35000"/>
            </a:spcAft>
            <a:buNone/>
          </a:pPr>
          <a:endParaRPr lang="en-US" sz="5100" kern="1200"/>
        </a:p>
      </dsp:txBody>
      <dsp:txXfrm>
        <a:off x="1240914" y="815231"/>
        <a:ext cx="1194954" cy="815231"/>
      </dsp:txXfrm>
    </dsp:sp>
    <dsp:sp modelId="{F0213A9A-8463-7A4A-811E-D2A57ED6E95F}">
      <dsp:nvSpPr>
        <dsp:cNvPr id="0" name=""/>
        <dsp:cNvSpPr/>
      </dsp:nvSpPr>
      <dsp:spPr>
        <a:xfrm>
          <a:off x="459597" y="1630462"/>
          <a:ext cx="2757587" cy="815231"/>
        </a:xfrm>
        <a:prstGeom prst="trapezoid">
          <a:avLst>
            <a:gd name="adj" fmla="val 56376"/>
          </a:avLst>
        </a:prstGeom>
        <a:solidFill>
          <a:schemeClr val="accent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2266950">
            <a:lnSpc>
              <a:spcPct val="90000"/>
            </a:lnSpc>
            <a:spcBef>
              <a:spcPct val="0"/>
            </a:spcBef>
            <a:spcAft>
              <a:spcPct val="35000"/>
            </a:spcAft>
            <a:buNone/>
          </a:pPr>
          <a:endParaRPr lang="en-US" sz="5100" kern="1200"/>
        </a:p>
      </dsp:txBody>
      <dsp:txXfrm>
        <a:off x="942175" y="1630462"/>
        <a:ext cx="1792431" cy="815231"/>
      </dsp:txXfrm>
    </dsp:sp>
    <dsp:sp modelId="{25B2BDB5-03B1-CB45-B236-7F4D592253C5}">
      <dsp:nvSpPr>
        <dsp:cNvPr id="0" name=""/>
        <dsp:cNvSpPr/>
      </dsp:nvSpPr>
      <dsp:spPr>
        <a:xfrm>
          <a:off x="0" y="2445693"/>
          <a:ext cx="3676783" cy="815231"/>
        </a:xfrm>
        <a:prstGeom prst="trapezoid">
          <a:avLst>
            <a:gd name="adj" fmla="val 56376"/>
          </a:avLst>
        </a:prstGeom>
        <a:solidFill>
          <a:schemeClr val="accent3"/>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2266950">
            <a:lnSpc>
              <a:spcPct val="90000"/>
            </a:lnSpc>
            <a:spcBef>
              <a:spcPct val="0"/>
            </a:spcBef>
            <a:spcAft>
              <a:spcPct val="35000"/>
            </a:spcAft>
            <a:buNone/>
          </a:pPr>
          <a:endParaRPr lang="en-US" sz="5100" kern="1200"/>
        </a:p>
      </dsp:txBody>
      <dsp:txXfrm>
        <a:off x="643437" y="2445693"/>
        <a:ext cx="2389908" cy="81523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552427-7D8E-ED45-8E4E-0B2345A62F77}">
      <dsp:nvSpPr>
        <dsp:cNvPr id="0" name=""/>
        <dsp:cNvSpPr/>
      </dsp:nvSpPr>
      <dsp:spPr>
        <a:xfrm>
          <a:off x="1225594" y="0"/>
          <a:ext cx="1225594" cy="1086975"/>
        </a:xfrm>
        <a:prstGeom prst="trapezoid">
          <a:avLst>
            <a:gd name="adj" fmla="val 56376"/>
          </a:avLst>
        </a:prstGeom>
        <a:solidFill>
          <a:schemeClr val="tx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225594" y="0"/>
        <a:ext cx="1225594" cy="1086975"/>
      </dsp:txXfrm>
    </dsp:sp>
    <dsp:sp modelId="{580D5A4D-B945-A944-8AD5-D12F3BB58A2E}">
      <dsp:nvSpPr>
        <dsp:cNvPr id="0" name=""/>
        <dsp:cNvSpPr/>
      </dsp:nvSpPr>
      <dsp:spPr>
        <a:xfrm>
          <a:off x="612797" y="1086975"/>
          <a:ext cx="2451188" cy="1086975"/>
        </a:xfrm>
        <a:prstGeom prst="trapezoid">
          <a:avLst>
            <a:gd name="adj" fmla="val 56376"/>
          </a:avLst>
        </a:prstGeom>
        <a:solidFill>
          <a:schemeClr val="accent1"/>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041755" y="1086975"/>
        <a:ext cx="1593272" cy="1086975"/>
      </dsp:txXfrm>
    </dsp:sp>
    <dsp:sp modelId="{F0213A9A-8463-7A4A-811E-D2A57ED6E95F}">
      <dsp:nvSpPr>
        <dsp:cNvPr id="0" name=""/>
        <dsp:cNvSpPr/>
      </dsp:nvSpPr>
      <dsp:spPr>
        <a:xfrm>
          <a:off x="0" y="2173950"/>
          <a:ext cx="3676783" cy="1086975"/>
        </a:xfrm>
        <a:prstGeom prst="trapezoid">
          <a:avLst>
            <a:gd name="adj" fmla="val 56376"/>
          </a:avLst>
        </a:prstGeom>
        <a:solidFill>
          <a:schemeClr val="accent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643437" y="2173950"/>
        <a:ext cx="2389908" cy="1086975"/>
      </dsp:txXfrm>
    </dsp:sp>
  </dsp:spTree>
</dsp:drawing>
</file>

<file path=ppt/diagrams/layout1.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JM">
              <a:latin typeface="Arial" panose="020B0604020202020204" pitchFamily="34" charset="0"/>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68A116E5-B3F0-446A-857C-CED369DFF353}" type="datetimeFigureOut">
              <a:rPr lang="en-JM" smtClean="0">
                <a:latin typeface="Arial" panose="020B0604020202020204" pitchFamily="34" charset="0"/>
              </a:rPr>
              <a:t>19/3/2026</a:t>
            </a:fld>
            <a:endParaRPr lang="en-JM">
              <a:latin typeface="Arial" panose="020B0604020202020204" pitchFamily="34" charset="0"/>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JM">
              <a:latin typeface="Arial" panose="020B0604020202020204" pitchFamily="34" charset="0"/>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6DCF8230-7721-4419-B182-563FEA856007}" type="slidenum">
              <a:rPr lang="en-JM" smtClean="0">
                <a:latin typeface="Arial" panose="020B0604020202020204" pitchFamily="34" charset="0"/>
              </a:rPr>
              <a:t>‹#›</a:t>
            </a:fld>
            <a:endParaRPr lang="en-JM">
              <a:latin typeface="Arial" panose="020B0604020202020204" pitchFamily="34" charset="0"/>
            </a:endParaRPr>
          </a:p>
        </p:txBody>
      </p:sp>
    </p:spTree>
    <p:extLst>
      <p:ext uri="{BB962C8B-B14F-4D97-AF65-F5344CB8AC3E}">
        <p14:creationId xmlns:p14="http://schemas.microsoft.com/office/powerpoint/2010/main" val="3581960745"/>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b="0" i="0">
                <a:latin typeface="Arial" panose="020B0604020202020204" pitchFamily="34" charset="0"/>
              </a:defRPr>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b="0" i="0">
                <a:latin typeface="Arial" panose="020B0604020202020204" pitchFamily="34" charset="0"/>
              </a:defRPr>
            </a:lvl1pPr>
          </a:lstStyle>
          <a:p>
            <a:fld id="{3AF288BE-2D91-2146-B03C-E0A5B453697D}" type="datetimeFigureOut">
              <a:rPr lang="en-US" smtClean="0"/>
              <a:pPr/>
              <a:t>3/19/2026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b="0" i="0">
                <a:latin typeface="Arial" panose="020B0604020202020204" pitchFamily="34" charset="0"/>
              </a:defRPr>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b="0" i="0">
                <a:latin typeface="Arial" panose="020B0604020202020204" pitchFamily="34" charset="0"/>
              </a:defRPr>
            </a:lvl1pPr>
          </a:lstStyle>
          <a:p>
            <a:fld id="{5DA7E72F-BFB2-D748-87F9-5C2F0B5EB908}" type="slidenum">
              <a:rPr lang="en-US" smtClean="0"/>
              <a:pPr/>
              <a:t>‹#›</a:t>
            </a:fld>
            <a:endParaRPr lang="en-US"/>
          </a:p>
        </p:txBody>
      </p:sp>
    </p:spTree>
    <p:extLst>
      <p:ext uri="{BB962C8B-B14F-4D97-AF65-F5344CB8AC3E}">
        <p14:creationId xmlns:p14="http://schemas.microsoft.com/office/powerpoint/2010/main" val="1219371290"/>
      </p:ext>
    </p:extLst>
  </p:cSld>
  <p:clrMap bg1="lt1" tx1="dk1" bg2="lt2" tx2="dk2" accent1="accent1" accent2="accent2" accent3="accent3" accent4="accent4" accent5="accent5" accent6="accent6" hlink="hlink" folHlink="folHlink"/>
  <p:notesStyle>
    <a:lvl1pPr marL="0" algn="l" defTabSz="457200" rtl="0" eaLnBrk="1" latinLnBrk="0" hangingPunct="1">
      <a:defRPr sz="1200" b="0" i="0" kern="1200">
        <a:solidFill>
          <a:schemeClr val="tx1"/>
        </a:solidFill>
        <a:latin typeface="Arial" panose="020B0604020202020204" pitchFamily="34" charset="0"/>
        <a:ea typeface="+mn-ea"/>
        <a:cs typeface="+mn-cs"/>
      </a:defRPr>
    </a:lvl1pPr>
    <a:lvl2pPr marL="457200" algn="l" defTabSz="457200" rtl="0" eaLnBrk="1" latinLnBrk="0" hangingPunct="1">
      <a:defRPr sz="1200" b="0" i="0" kern="1200">
        <a:solidFill>
          <a:schemeClr val="tx1"/>
        </a:solidFill>
        <a:latin typeface="Arial" panose="020B0604020202020204" pitchFamily="34" charset="0"/>
        <a:ea typeface="+mn-ea"/>
        <a:cs typeface="+mn-cs"/>
      </a:defRPr>
    </a:lvl2pPr>
    <a:lvl3pPr marL="914400" algn="l" defTabSz="457200" rtl="0" eaLnBrk="1" latinLnBrk="0" hangingPunct="1">
      <a:defRPr sz="1200" b="0" i="0" kern="1200">
        <a:solidFill>
          <a:schemeClr val="tx1"/>
        </a:solidFill>
        <a:latin typeface="Arial" panose="020B0604020202020204" pitchFamily="34" charset="0"/>
        <a:ea typeface="+mn-ea"/>
        <a:cs typeface="+mn-cs"/>
      </a:defRPr>
    </a:lvl3pPr>
    <a:lvl4pPr marL="1371600" algn="l" defTabSz="457200" rtl="0" eaLnBrk="1" latinLnBrk="0" hangingPunct="1">
      <a:defRPr sz="1200" b="0" i="0" kern="1200">
        <a:solidFill>
          <a:schemeClr val="tx1"/>
        </a:solidFill>
        <a:latin typeface="Arial" panose="020B0604020202020204" pitchFamily="34" charset="0"/>
        <a:ea typeface="+mn-ea"/>
        <a:cs typeface="+mn-cs"/>
      </a:defRPr>
    </a:lvl4pPr>
    <a:lvl5pPr marL="1828800" algn="l" defTabSz="457200" rtl="0" eaLnBrk="1" latinLnBrk="0" hangingPunct="1">
      <a:defRPr sz="1200" b="0" i="0" kern="1200">
        <a:solidFill>
          <a:schemeClr val="tx1"/>
        </a:solidFill>
        <a:latin typeface="Arial" panose="020B0604020202020204" pitchFamily="34" charset="0"/>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Master" Target="../slideMasters/slideMaster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Master" Target="../slideMasters/slideMaster1.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Layouts/_rels/slideLayout10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Master" Target="../slideMasters/slideMaster1.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Layouts/_rels/slideLayout10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Master" Target="../slideMasters/slideMaster1.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3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3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3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3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1">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646F344D-EE4A-D48A-98FE-E5A878E1154D}"/>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8700" y="0"/>
            <a:ext cx="9141780" cy="5144748"/>
          </a:xfrm>
          <a:prstGeom prst="rect">
            <a:avLst/>
          </a:prstGeom>
        </p:spPr>
      </p:pic>
      <p:cxnSp>
        <p:nvCxnSpPr>
          <p:cNvPr id="3" name="Straight Connector 2">
            <a:extLst>
              <a:ext uri="{FF2B5EF4-FFF2-40B4-BE49-F238E27FC236}">
                <a16:creationId xmlns:a16="http://schemas.microsoft.com/office/drawing/2014/main" id="{100A7B1D-D053-AA78-9EC0-B0609A3D137E}"/>
              </a:ext>
            </a:extLst>
          </p:cNvPr>
          <p:cNvCxnSpPr>
            <a:cxnSpLocks/>
          </p:cNvCxnSpPr>
          <p:nvPr userDrawn="1"/>
        </p:nvCxnSpPr>
        <p:spPr>
          <a:xfrm flipH="1">
            <a:off x="6857273" y="-59331"/>
            <a:ext cx="1628069" cy="3860164"/>
          </a:xfrm>
          <a:prstGeom prst="line">
            <a:avLst/>
          </a:prstGeom>
          <a:ln w="635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194FC144-A4B6-69C4-3ED5-E59AFFE2EB15}"/>
              </a:ext>
            </a:extLst>
          </p:cNvPr>
          <p:cNvCxnSpPr>
            <a:cxnSpLocks/>
          </p:cNvCxnSpPr>
          <p:nvPr userDrawn="1"/>
        </p:nvCxnSpPr>
        <p:spPr>
          <a:xfrm flipH="1">
            <a:off x="7836603" y="2964180"/>
            <a:ext cx="922554" cy="2187382"/>
          </a:xfrm>
          <a:prstGeom prst="line">
            <a:avLst/>
          </a:prstGeom>
          <a:ln w="635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 name="Freeform 14">
            <a:extLst>
              <a:ext uri="{FF2B5EF4-FFF2-40B4-BE49-F238E27FC236}">
                <a16:creationId xmlns:a16="http://schemas.microsoft.com/office/drawing/2014/main" id="{D95496C4-8EF8-7979-68E8-61B0E42C1962}"/>
              </a:ext>
            </a:extLst>
          </p:cNvPr>
          <p:cNvSpPr/>
          <p:nvPr userDrawn="1"/>
        </p:nvSpPr>
        <p:spPr>
          <a:xfrm>
            <a:off x="-31584" y="0"/>
            <a:ext cx="6951864" cy="5163599"/>
          </a:xfrm>
          <a:custGeom>
            <a:avLst/>
            <a:gdLst>
              <a:gd name="connsiteX0" fmla="*/ 0 w 6925285"/>
              <a:gd name="connsiteY0" fmla="*/ 0 h 5143857"/>
              <a:gd name="connsiteX1" fmla="*/ 3850782 w 6925285"/>
              <a:gd name="connsiteY1" fmla="*/ 0 h 5143857"/>
              <a:gd name="connsiteX2" fmla="*/ 3850782 w 6925285"/>
              <a:gd name="connsiteY2" fmla="*/ 357 h 5143857"/>
              <a:gd name="connsiteX3" fmla="*/ 6925285 w 6925285"/>
              <a:gd name="connsiteY3" fmla="*/ 357 h 5143857"/>
              <a:gd name="connsiteX4" fmla="*/ 4751488 w 6925285"/>
              <a:gd name="connsiteY4" fmla="*/ 5143857 h 5143857"/>
              <a:gd name="connsiteX5" fmla="*/ 3850782 w 6925285"/>
              <a:gd name="connsiteY5" fmla="*/ 5143857 h 5143857"/>
              <a:gd name="connsiteX6" fmla="*/ 908798 w 6925285"/>
              <a:gd name="connsiteY6" fmla="*/ 5143857 h 5143857"/>
              <a:gd name="connsiteX7" fmla="*/ 0 w 6925285"/>
              <a:gd name="connsiteY7" fmla="*/ 5143857 h 5143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925285" h="5143857">
                <a:moveTo>
                  <a:pt x="0" y="0"/>
                </a:moveTo>
                <a:lnTo>
                  <a:pt x="3850782" y="0"/>
                </a:lnTo>
                <a:lnTo>
                  <a:pt x="3850782" y="357"/>
                </a:lnTo>
                <a:lnTo>
                  <a:pt x="6925285" y="357"/>
                </a:lnTo>
                <a:lnTo>
                  <a:pt x="4751488" y="5143857"/>
                </a:lnTo>
                <a:lnTo>
                  <a:pt x="3850782" y="5143857"/>
                </a:lnTo>
                <a:lnTo>
                  <a:pt x="908798" y="5143857"/>
                </a:lnTo>
                <a:lnTo>
                  <a:pt x="0" y="5143857"/>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6" name="Title 1">
            <a:extLst>
              <a:ext uri="{FF2B5EF4-FFF2-40B4-BE49-F238E27FC236}">
                <a16:creationId xmlns:a16="http://schemas.microsoft.com/office/drawing/2014/main" id="{18D94500-BCA4-7017-7B7F-CA2ED9E13DE6}"/>
              </a:ext>
            </a:extLst>
          </p:cNvPr>
          <p:cNvSpPr>
            <a:spLocks noGrp="1"/>
          </p:cNvSpPr>
          <p:nvPr>
            <p:ph type="title" hasCustomPrompt="1"/>
          </p:nvPr>
        </p:nvSpPr>
        <p:spPr>
          <a:xfrm>
            <a:off x="763527" y="1123870"/>
            <a:ext cx="4261100" cy="1588068"/>
          </a:xfrm>
          <a:prstGeom prst="rect">
            <a:avLst/>
          </a:prstGeom>
        </p:spPr>
        <p:txBody>
          <a:bodyPr lIns="0" rIns="0" anchor="b"/>
          <a:lstStyle>
            <a:lvl1pPr algn="l">
              <a:defRPr sz="32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7" name="Text Placeholder 21">
            <a:extLst>
              <a:ext uri="{FF2B5EF4-FFF2-40B4-BE49-F238E27FC236}">
                <a16:creationId xmlns:a16="http://schemas.microsoft.com/office/drawing/2014/main" id="{57C16233-AB75-70E3-8A26-6FC34E346957}"/>
              </a:ext>
            </a:extLst>
          </p:cNvPr>
          <p:cNvSpPr>
            <a:spLocks noGrp="1"/>
          </p:cNvSpPr>
          <p:nvPr>
            <p:ph type="body" sz="quarter" idx="10" hasCustomPrompt="1"/>
          </p:nvPr>
        </p:nvSpPr>
        <p:spPr>
          <a:xfrm>
            <a:off x="763588" y="2853869"/>
            <a:ext cx="3429000" cy="658951"/>
          </a:xfrm>
          <a:prstGeom prst="rect">
            <a:avLst/>
          </a:prstGeom>
        </p:spPr>
        <p:txBody>
          <a:bodyPr lIns="0"/>
          <a:lstStyle>
            <a:lvl1pPr marL="0" indent="0">
              <a:buNone/>
              <a:defRPr sz="12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pic>
        <p:nvPicPr>
          <p:cNvPr id="18" name="Picture 26">
            <a:extLst>
              <a:ext uri="{FF2B5EF4-FFF2-40B4-BE49-F238E27FC236}">
                <a16:creationId xmlns:a16="http://schemas.microsoft.com/office/drawing/2014/main" id="{5989A388-1D12-8D48-1183-A7F49BF85E74}"/>
              </a:ext>
            </a:extLst>
          </p:cNvPr>
          <p:cNvPicPr>
            <a:picLocks noChangeAspect="1" noChangeArrowheads="1"/>
          </p:cNvPicPr>
          <p:nvPr userDrawn="1"/>
        </p:nvPicPr>
        <p:blipFill>
          <a:blip>
            <a:extLst>
              <a:ext uri="{96DAC541-7B7A-43D3-8B79-37D633B846F1}">
                <asvg:svgBlip xmlns:asvg="http://schemas.microsoft.com/office/drawing/2016/SVG/main" r:embed="rId3"/>
              </a:ext>
            </a:extLst>
          </a:blip>
          <a:srcRect/>
          <a:stretch/>
        </p:blipFill>
        <p:spPr bwMode="auto">
          <a:xfrm>
            <a:off x="603848" y="4156973"/>
            <a:ext cx="1495245" cy="563971"/>
          </a:xfrm>
          <a:prstGeom prst="rect">
            <a:avLst/>
          </a:prstGeom>
          <a:noFill/>
        </p:spPr>
      </p:pic>
      <p:sp>
        <p:nvSpPr>
          <p:cNvPr id="5" name="Rectangle 4">
            <a:extLst>
              <a:ext uri="{FF2B5EF4-FFF2-40B4-BE49-F238E27FC236}">
                <a16:creationId xmlns:a16="http://schemas.microsoft.com/office/drawing/2014/main" id="{534CDD78-DE2D-5AAA-D19C-43C7E6D1ECF4}"/>
              </a:ext>
            </a:extLst>
          </p:cNvPr>
          <p:cNvSpPr/>
          <p:nvPr userDrawn="1"/>
        </p:nvSpPr>
        <p:spPr>
          <a:xfrm>
            <a:off x="8212149" y="-223365"/>
            <a:ext cx="453710" cy="219518"/>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6" name="Rectangle 5">
            <a:extLst>
              <a:ext uri="{FF2B5EF4-FFF2-40B4-BE49-F238E27FC236}">
                <a16:creationId xmlns:a16="http://schemas.microsoft.com/office/drawing/2014/main" id="{ECB94F03-658B-C7C9-6816-BD339A36FA5B}"/>
              </a:ext>
            </a:extLst>
          </p:cNvPr>
          <p:cNvSpPr/>
          <p:nvPr userDrawn="1"/>
        </p:nvSpPr>
        <p:spPr>
          <a:xfrm>
            <a:off x="7558948" y="5147329"/>
            <a:ext cx="453710" cy="219518"/>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89101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4C8A6B7-B229-D9E1-E91E-A22FC0ADC7C9}"/>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1" y="0"/>
            <a:ext cx="9143998" cy="5145998"/>
          </a:xfrm>
          <a:prstGeom prst="rect">
            <a:avLst/>
          </a:prstGeom>
        </p:spPr>
      </p:pic>
      <p:sp>
        <p:nvSpPr>
          <p:cNvPr id="5" name="Freeform 4">
            <a:extLst>
              <a:ext uri="{FF2B5EF4-FFF2-40B4-BE49-F238E27FC236}">
                <a16:creationId xmlns:a16="http://schemas.microsoft.com/office/drawing/2014/main" id="{CE0CFAC2-7E7E-315F-4002-CA02F6664072}"/>
              </a:ext>
            </a:extLst>
          </p:cNvPr>
          <p:cNvSpPr/>
          <p:nvPr userDrawn="1"/>
        </p:nvSpPr>
        <p:spPr>
          <a:xfrm>
            <a:off x="5431510" y="-1605"/>
            <a:ext cx="3718238" cy="5145105"/>
          </a:xfrm>
          <a:custGeom>
            <a:avLst/>
            <a:gdLst>
              <a:gd name="connsiteX0" fmla="*/ 2168290 w 3718238"/>
              <a:gd name="connsiteY0" fmla="*/ 0 h 5145105"/>
              <a:gd name="connsiteX1" fmla="*/ 3718238 w 3718238"/>
              <a:gd name="connsiteY1" fmla="*/ 0 h 5145105"/>
              <a:gd name="connsiteX2" fmla="*/ 3707550 w 3718238"/>
              <a:gd name="connsiteY2" fmla="*/ 25363 h 5145105"/>
              <a:gd name="connsiteX3" fmla="*/ 3718238 w 3718238"/>
              <a:gd name="connsiteY3" fmla="*/ 1605 h 5145105"/>
              <a:gd name="connsiteX4" fmla="*/ 3718238 w 3718238"/>
              <a:gd name="connsiteY4" fmla="*/ 5145105 h 5145105"/>
              <a:gd name="connsiteX5" fmla="*/ 1549948 w 3718238"/>
              <a:gd name="connsiteY5" fmla="*/ 5145105 h 5145105"/>
              <a:gd name="connsiteX6" fmla="*/ 1404188 w 3718238"/>
              <a:gd name="connsiteY6" fmla="*/ 5145105 h 5145105"/>
              <a:gd name="connsiteX7" fmla="*/ 0 w 3718238"/>
              <a:gd name="connsiteY7" fmla="*/ 5145105 h 5145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8238" h="5145105">
                <a:moveTo>
                  <a:pt x="2168290" y="0"/>
                </a:moveTo>
                <a:lnTo>
                  <a:pt x="3718238" y="0"/>
                </a:lnTo>
                <a:lnTo>
                  <a:pt x="3707550" y="25363"/>
                </a:lnTo>
                <a:lnTo>
                  <a:pt x="3718238" y="1605"/>
                </a:lnTo>
                <a:lnTo>
                  <a:pt x="3718238" y="5145105"/>
                </a:lnTo>
                <a:lnTo>
                  <a:pt x="1549948" y="5145105"/>
                </a:lnTo>
                <a:lnTo>
                  <a:pt x="1404188" y="5145105"/>
                </a:lnTo>
                <a:lnTo>
                  <a:pt x="0" y="5145105"/>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7" name="Title 1">
            <a:extLst>
              <a:ext uri="{FF2B5EF4-FFF2-40B4-BE49-F238E27FC236}">
                <a16:creationId xmlns:a16="http://schemas.microsoft.com/office/drawing/2014/main" id="{22EA2015-7308-5C41-F664-E1CD2A3C5DB3}"/>
              </a:ext>
            </a:extLst>
          </p:cNvPr>
          <p:cNvSpPr>
            <a:spLocks noGrp="1"/>
          </p:cNvSpPr>
          <p:nvPr>
            <p:ph type="title" hasCustomPrompt="1"/>
          </p:nvPr>
        </p:nvSpPr>
        <p:spPr>
          <a:xfrm>
            <a:off x="763527" y="1123870"/>
            <a:ext cx="4261100" cy="1588068"/>
          </a:xfrm>
          <a:prstGeom prst="rect">
            <a:avLst/>
          </a:prstGeom>
        </p:spPr>
        <p:txBody>
          <a:bodyPr lIns="0" rIns="0" anchor="b"/>
          <a:lstStyle>
            <a:lvl1pPr algn="l">
              <a:defRPr sz="32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pic>
        <p:nvPicPr>
          <p:cNvPr id="8" name="Picture 26">
            <a:extLst>
              <a:ext uri="{FF2B5EF4-FFF2-40B4-BE49-F238E27FC236}">
                <a16:creationId xmlns:a16="http://schemas.microsoft.com/office/drawing/2014/main" id="{19CDFA8B-35EC-A29B-79CA-A435305FDF7F}"/>
              </a:ext>
            </a:extLst>
          </p:cNvPr>
          <p:cNvPicPr>
            <a:picLocks noChangeAspect="1" noChangeArrowheads="1"/>
          </p:cNvPicPr>
          <p:nvPr userDrawn="1"/>
        </p:nvPicPr>
        <p:blipFill>
          <a:blip>
            <a:extLst>
              <a:ext uri="{96DAC541-7B7A-43D3-8B79-37D633B846F1}">
                <asvg:svgBlip xmlns:asvg="http://schemas.microsoft.com/office/drawing/2016/SVG/main" r:embed="rId3"/>
              </a:ext>
            </a:extLst>
          </a:blip>
          <a:srcRect/>
          <a:stretch/>
        </p:blipFill>
        <p:spPr bwMode="auto">
          <a:xfrm>
            <a:off x="603848" y="4156973"/>
            <a:ext cx="1495245" cy="563971"/>
          </a:xfrm>
          <a:prstGeom prst="rect">
            <a:avLst/>
          </a:prstGeom>
          <a:noFill/>
        </p:spPr>
      </p:pic>
      <p:sp>
        <p:nvSpPr>
          <p:cNvPr id="9" name="Text Placeholder 21">
            <a:extLst>
              <a:ext uri="{FF2B5EF4-FFF2-40B4-BE49-F238E27FC236}">
                <a16:creationId xmlns:a16="http://schemas.microsoft.com/office/drawing/2014/main" id="{BD60CC7B-12AC-4E16-8DA2-C77731AA2B6A}"/>
              </a:ext>
            </a:extLst>
          </p:cNvPr>
          <p:cNvSpPr>
            <a:spLocks noGrp="1"/>
          </p:cNvSpPr>
          <p:nvPr>
            <p:ph type="body" sz="quarter" idx="10" hasCustomPrompt="1"/>
          </p:nvPr>
        </p:nvSpPr>
        <p:spPr>
          <a:xfrm>
            <a:off x="763588" y="2853869"/>
            <a:ext cx="3429000" cy="658951"/>
          </a:xfrm>
          <a:prstGeom prst="rect">
            <a:avLst/>
          </a:prstGeom>
        </p:spPr>
        <p:txBody>
          <a:bodyPr lIns="0"/>
          <a:lstStyle>
            <a:lvl1pPr marL="0" indent="0">
              <a:buNone/>
              <a:defRPr sz="12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 name="Freeform 10">
            <a:extLst>
              <a:ext uri="{FF2B5EF4-FFF2-40B4-BE49-F238E27FC236}">
                <a16:creationId xmlns:a16="http://schemas.microsoft.com/office/drawing/2014/main" id="{D56FAA9F-8B9E-285E-5059-93F8947C9A09}"/>
              </a:ext>
            </a:extLst>
          </p:cNvPr>
          <p:cNvSpPr/>
          <p:nvPr userDrawn="1"/>
        </p:nvSpPr>
        <p:spPr>
          <a:xfrm>
            <a:off x="5314335" y="0"/>
            <a:ext cx="2374150" cy="5143500"/>
          </a:xfrm>
          <a:custGeom>
            <a:avLst/>
            <a:gdLst>
              <a:gd name="connsiteX0" fmla="*/ 2169528 w 2374150"/>
              <a:gd name="connsiteY0" fmla="*/ 0 h 5143500"/>
              <a:gd name="connsiteX1" fmla="*/ 2374150 w 2374150"/>
              <a:gd name="connsiteY1" fmla="*/ 0 h 5143500"/>
              <a:gd name="connsiteX2" fmla="*/ 204621 w 2374150"/>
              <a:gd name="connsiteY2" fmla="*/ 5143500 h 5143500"/>
              <a:gd name="connsiteX3" fmla="*/ 0 w 2374150"/>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2374150" h="5143500">
                <a:moveTo>
                  <a:pt x="2169528" y="0"/>
                </a:moveTo>
                <a:lnTo>
                  <a:pt x="2374150" y="0"/>
                </a:lnTo>
                <a:lnTo>
                  <a:pt x="204621" y="5143500"/>
                </a:lnTo>
                <a:lnTo>
                  <a:pt x="0" y="51435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7359091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3">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CB55EFC6-D7CA-2C52-93FA-8C4CE0759207}"/>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1"/>
            <a:ext cx="9144000" cy="5145997"/>
          </a:xfrm>
          <a:prstGeom prst="rect">
            <a:avLst/>
          </a:prstGeom>
        </p:spPr>
      </p:pic>
      <p:pic>
        <p:nvPicPr>
          <p:cNvPr id="4" name="Picture 26">
            <a:extLst>
              <a:ext uri="{FF2B5EF4-FFF2-40B4-BE49-F238E27FC236}">
                <a16:creationId xmlns:a16="http://schemas.microsoft.com/office/drawing/2014/main" id="{5D487589-2806-1664-D9F5-79BA4039FA4C}"/>
              </a:ext>
            </a:extLst>
          </p:cNvPr>
          <p:cNvPicPr>
            <a:picLocks noChangeAspect="1" noChangeArrowheads="1"/>
          </p:cNvPicPr>
          <p:nvPr userDrawn="1"/>
        </p:nvPicPr>
        <p:blipFill>
          <a:blip>
            <a:extLst>
              <a:ext uri="{96DAC541-7B7A-43D3-8B79-37D633B846F1}">
                <asvg:svgBlip xmlns:asvg="http://schemas.microsoft.com/office/drawing/2016/SVG/main" r:embed="rId3"/>
              </a:ext>
            </a:extLst>
          </a:blip>
          <a:srcRect/>
          <a:stretch/>
        </p:blipFill>
        <p:spPr bwMode="auto">
          <a:xfrm>
            <a:off x="603848" y="4156973"/>
            <a:ext cx="1495245" cy="563971"/>
          </a:xfrm>
          <a:prstGeom prst="rect">
            <a:avLst/>
          </a:prstGeom>
          <a:noFill/>
        </p:spPr>
      </p:pic>
      <p:sp>
        <p:nvSpPr>
          <p:cNvPr id="6" name="Freeform 5">
            <a:extLst>
              <a:ext uri="{FF2B5EF4-FFF2-40B4-BE49-F238E27FC236}">
                <a16:creationId xmlns:a16="http://schemas.microsoft.com/office/drawing/2014/main" id="{5A3D1369-DA40-AADB-8888-294A4939D751}"/>
              </a:ext>
            </a:extLst>
          </p:cNvPr>
          <p:cNvSpPr/>
          <p:nvPr userDrawn="1"/>
        </p:nvSpPr>
        <p:spPr>
          <a:xfrm>
            <a:off x="5439743" y="-2853"/>
            <a:ext cx="3721675" cy="5146353"/>
          </a:xfrm>
          <a:custGeom>
            <a:avLst/>
            <a:gdLst>
              <a:gd name="connsiteX0" fmla="*/ 2136739 w 3721675"/>
              <a:gd name="connsiteY0" fmla="*/ 0 h 5146353"/>
              <a:gd name="connsiteX1" fmla="*/ 3710189 w 3721675"/>
              <a:gd name="connsiteY1" fmla="*/ 0 h 5146353"/>
              <a:gd name="connsiteX2" fmla="*/ 3710189 w 3721675"/>
              <a:gd name="connsiteY2" fmla="*/ 2714792 h 5146353"/>
              <a:gd name="connsiteX3" fmla="*/ 3721675 w 3721675"/>
              <a:gd name="connsiteY3" fmla="*/ 2714792 h 5146353"/>
              <a:gd name="connsiteX4" fmla="*/ 2712103 w 3721675"/>
              <a:gd name="connsiteY4" fmla="*/ 5146353 h 5146353"/>
              <a:gd name="connsiteX5" fmla="*/ 0 w 3721675"/>
              <a:gd name="connsiteY5" fmla="*/ 5146353 h 514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21675" h="5146353">
                <a:moveTo>
                  <a:pt x="2136739" y="0"/>
                </a:moveTo>
                <a:lnTo>
                  <a:pt x="3710189" y="0"/>
                </a:lnTo>
                <a:lnTo>
                  <a:pt x="3710189" y="2714792"/>
                </a:lnTo>
                <a:lnTo>
                  <a:pt x="3721675" y="2714792"/>
                </a:lnTo>
                <a:lnTo>
                  <a:pt x="2712103" y="5146353"/>
                </a:lnTo>
                <a:lnTo>
                  <a:pt x="0" y="5146353"/>
                </a:lnTo>
                <a:close/>
              </a:path>
            </a:pathLst>
          </a:custGeom>
          <a:gradFill>
            <a:gsLst>
              <a:gs pos="79000">
                <a:schemeClr val="accent1"/>
              </a:gs>
              <a:gs pos="21000">
                <a:schemeClr val="accent1">
                  <a:lumMod val="60000"/>
                  <a:lumOff val="4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 name="Title 1">
            <a:extLst>
              <a:ext uri="{FF2B5EF4-FFF2-40B4-BE49-F238E27FC236}">
                <a16:creationId xmlns:a16="http://schemas.microsoft.com/office/drawing/2014/main" id="{1A6184AA-6816-3AA7-18AB-BE5DB092E4B3}"/>
              </a:ext>
            </a:extLst>
          </p:cNvPr>
          <p:cNvSpPr>
            <a:spLocks noGrp="1"/>
          </p:cNvSpPr>
          <p:nvPr>
            <p:ph type="title" hasCustomPrompt="1"/>
          </p:nvPr>
        </p:nvSpPr>
        <p:spPr>
          <a:xfrm>
            <a:off x="763527" y="866067"/>
            <a:ext cx="3721674" cy="1848051"/>
          </a:xfrm>
          <a:prstGeom prst="rect">
            <a:avLst/>
          </a:prstGeom>
        </p:spPr>
        <p:txBody>
          <a:bodyPr lIns="0" rIns="0" anchor="b"/>
          <a:lstStyle>
            <a:lvl1pPr algn="l">
              <a:defRPr sz="3200"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7" name="Text Placeholder 21">
            <a:extLst>
              <a:ext uri="{FF2B5EF4-FFF2-40B4-BE49-F238E27FC236}">
                <a16:creationId xmlns:a16="http://schemas.microsoft.com/office/drawing/2014/main" id="{F960E768-72F6-3FAD-6C69-93FD3B9B1F91}"/>
              </a:ext>
            </a:extLst>
          </p:cNvPr>
          <p:cNvSpPr>
            <a:spLocks noGrp="1"/>
          </p:cNvSpPr>
          <p:nvPr>
            <p:ph type="body" sz="quarter" idx="10" hasCustomPrompt="1"/>
          </p:nvPr>
        </p:nvSpPr>
        <p:spPr>
          <a:xfrm>
            <a:off x="763588" y="2871574"/>
            <a:ext cx="3732212" cy="563971"/>
          </a:xfrm>
          <a:prstGeom prst="rect">
            <a:avLst/>
          </a:prstGeom>
        </p:spPr>
        <p:txBody>
          <a:bodyPr lIns="0"/>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Tree>
    <p:extLst>
      <p:ext uri="{BB962C8B-B14F-4D97-AF65-F5344CB8AC3E}">
        <p14:creationId xmlns:p14="http://schemas.microsoft.com/office/powerpoint/2010/main" val="15257899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 Image">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96963BAB-6CB3-BBB7-E4F6-E795FEB1C353}"/>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1"/>
            <a:ext cx="9144000" cy="5145997"/>
          </a:xfrm>
          <a:prstGeom prst="rect">
            <a:avLst/>
          </a:prstGeom>
        </p:spPr>
      </p:pic>
      <p:pic>
        <p:nvPicPr>
          <p:cNvPr id="4" name="Picture 26">
            <a:extLst>
              <a:ext uri="{FF2B5EF4-FFF2-40B4-BE49-F238E27FC236}">
                <a16:creationId xmlns:a16="http://schemas.microsoft.com/office/drawing/2014/main" id="{8837BD60-9334-2B55-AC7C-0806F54CC507}"/>
              </a:ext>
            </a:extLst>
          </p:cNvPr>
          <p:cNvPicPr>
            <a:picLocks noChangeAspect="1" noChangeArrowheads="1"/>
          </p:cNvPicPr>
          <p:nvPr userDrawn="1"/>
        </p:nvPicPr>
        <p:blipFill>
          <a:blip>
            <a:extLst>
              <a:ext uri="{96DAC541-7B7A-43D3-8B79-37D633B846F1}">
                <asvg:svgBlip xmlns:asvg="http://schemas.microsoft.com/office/drawing/2016/SVG/main" r:embed="rId3"/>
              </a:ext>
            </a:extLst>
          </a:blip>
          <a:srcRect/>
          <a:stretch/>
        </p:blipFill>
        <p:spPr bwMode="auto">
          <a:xfrm>
            <a:off x="603848" y="4156973"/>
            <a:ext cx="1495245" cy="563971"/>
          </a:xfrm>
          <a:prstGeom prst="rect">
            <a:avLst/>
          </a:prstGeom>
          <a:noFill/>
        </p:spPr>
      </p:pic>
      <p:sp>
        <p:nvSpPr>
          <p:cNvPr id="5" name="Picture Placeholder 7">
            <a:extLst>
              <a:ext uri="{FF2B5EF4-FFF2-40B4-BE49-F238E27FC236}">
                <a16:creationId xmlns:a16="http://schemas.microsoft.com/office/drawing/2014/main" id="{F5B06549-DFDA-A37B-1504-83EE3FD756FA}"/>
              </a:ext>
            </a:extLst>
          </p:cNvPr>
          <p:cNvSpPr>
            <a:spLocks noGrp="1"/>
          </p:cNvSpPr>
          <p:nvPr>
            <p:ph type="pic" sz="quarter" idx="11" hasCustomPrompt="1"/>
          </p:nvPr>
        </p:nvSpPr>
        <p:spPr>
          <a:xfrm>
            <a:off x="4807218" y="-1589"/>
            <a:ext cx="4332974" cy="5145089"/>
          </a:xfrm>
          <a:custGeom>
            <a:avLst/>
            <a:gdLst>
              <a:gd name="connsiteX0" fmla="*/ 2153154 w 4332974"/>
              <a:gd name="connsiteY0" fmla="*/ 0 h 5145089"/>
              <a:gd name="connsiteX1" fmla="*/ 3885298 w 4332974"/>
              <a:gd name="connsiteY1" fmla="*/ 0 h 5145089"/>
              <a:gd name="connsiteX2" fmla="*/ 3884633 w 4332974"/>
              <a:gd name="connsiteY2" fmla="*/ 1590 h 5145089"/>
              <a:gd name="connsiteX3" fmla="*/ 4332974 w 4332974"/>
              <a:gd name="connsiteY3" fmla="*/ 1590 h 5145089"/>
              <a:gd name="connsiteX4" fmla="*/ 4332974 w 4332974"/>
              <a:gd name="connsiteY4" fmla="*/ 5145089 h 5145089"/>
              <a:gd name="connsiteX5" fmla="*/ 2933457 w 4332974"/>
              <a:gd name="connsiteY5" fmla="*/ 5145089 h 5145089"/>
              <a:gd name="connsiteX6" fmla="*/ 2787697 w 4332974"/>
              <a:gd name="connsiteY6" fmla="*/ 5145089 h 5145089"/>
              <a:gd name="connsiteX7" fmla="*/ 1383509 w 4332974"/>
              <a:gd name="connsiteY7" fmla="*/ 5145089 h 5145089"/>
              <a:gd name="connsiteX8" fmla="*/ 1383510 w 4332974"/>
              <a:gd name="connsiteY8" fmla="*/ 5145088 h 5145089"/>
              <a:gd name="connsiteX9" fmla="*/ 0 w 4332974"/>
              <a:gd name="connsiteY9" fmla="*/ 5145088 h 5145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32974" h="5145089">
                <a:moveTo>
                  <a:pt x="2153154" y="0"/>
                </a:moveTo>
                <a:lnTo>
                  <a:pt x="3885298" y="0"/>
                </a:lnTo>
                <a:lnTo>
                  <a:pt x="3884633" y="1590"/>
                </a:lnTo>
                <a:lnTo>
                  <a:pt x="4332974" y="1590"/>
                </a:lnTo>
                <a:lnTo>
                  <a:pt x="4332974" y="5145089"/>
                </a:lnTo>
                <a:lnTo>
                  <a:pt x="2933457" y="5145089"/>
                </a:lnTo>
                <a:lnTo>
                  <a:pt x="2787697" y="5145089"/>
                </a:lnTo>
                <a:lnTo>
                  <a:pt x="1383509" y="5145089"/>
                </a:lnTo>
                <a:lnTo>
                  <a:pt x="1383510" y="5145088"/>
                </a:lnTo>
                <a:lnTo>
                  <a:pt x="0" y="5145088"/>
                </a:lnTo>
                <a:close/>
              </a:path>
            </a:pathLst>
          </a:custGeom>
          <a:solidFill>
            <a:schemeClr val="bg1"/>
          </a:solidFill>
        </p:spPr>
        <p:txBody>
          <a:bodyPr wrap="square" lIns="1188720" anchor="ctr">
            <a:noAutofit/>
          </a:bodyPr>
          <a:lstStyle>
            <a:lvl1pPr marL="0" indent="0" algn="ctr">
              <a:buNone/>
              <a:defRPr b="0"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2" name="Title 1">
            <a:extLst>
              <a:ext uri="{FF2B5EF4-FFF2-40B4-BE49-F238E27FC236}">
                <a16:creationId xmlns:a16="http://schemas.microsoft.com/office/drawing/2014/main" id="{9461AFC5-FEBD-4A63-5665-14020172586B}"/>
              </a:ext>
            </a:extLst>
          </p:cNvPr>
          <p:cNvSpPr>
            <a:spLocks noGrp="1"/>
          </p:cNvSpPr>
          <p:nvPr>
            <p:ph type="title" hasCustomPrompt="1"/>
          </p:nvPr>
        </p:nvSpPr>
        <p:spPr>
          <a:xfrm>
            <a:off x="763526" y="866067"/>
            <a:ext cx="4440771" cy="1848051"/>
          </a:xfrm>
          <a:prstGeom prst="rect">
            <a:avLst/>
          </a:prstGeom>
        </p:spPr>
        <p:txBody>
          <a:bodyPr lIns="0" rIns="0" anchor="b"/>
          <a:lstStyle>
            <a:lvl1pPr algn="l">
              <a:defRPr sz="3200"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8" name="Text Placeholder 21">
            <a:extLst>
              <a:ext uri="{FF2B5EF4-FFF2-40B4-BE49-F238E27FC236}">
                <a16:creationId xmlns:a16="http://schemas.microsoft.com/office/drawing/2014/main" id="{4302C1E1-65E2-32E8-B166-47C75F418917}"/>
              </a:ext>
            </a:extLst>
          </p:cNvPr>
          <p:cNvSpPr>
            <a:spLocks noGrp="1"/>
          </p:cNvSpPr>
          <p:nvPr>
            <p:ph type="body" sz="quarter" idx="10" hasCustomPrompt="1"/>
          </p:nvPr>
        </p:nvSpPr>
        <p:spPr>
          <a:xfrm>
            <a:off x="763588" y="2871574"/>
            <a:ext cx="3732212" cy="563971"/>
          </a:xfrm>
          <a:prstGeom prst="rect">
            <a:avLst/>
          </a:prstGeom>
        </p:spPr>
        <p:txBody>
          <a:bodyPr lIns="0"/>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
        <p:nvSpPr>
          <p:cNvPr id="9" name="Freeform 8">
            <a:extLst>
              <a:ext uri="{FF2B5EF4-FFF2-40B4-BE49-F238E27FC236}">
                <a16:creationId xmlns:a16="http://schemas.microsoft.com/office/drawing/2014/main" id="{AAB7B617-12B2-3E21-0F11-C7C62C746288}"/>
              </a:ext>
            </a:extLst>
          </p:cNvPr>
          <p:cNvSpPr/>
          <p:nvPr userDrawn="1"/>
        </p:nvSpPr>
        <p:spPr>
          <a:xfrm>
            <a:off x="4604083" y="0"/>
            <a:ext cx="2374150" cy="5143500"/>
          </a:xfrm>
          <a:custGeom>
            <a:avLst/>
            <a:gdLst>
              <a:gd name="connsiteX0" fmla="*/ 2169528 w 2374150"/>
              <a:gd name="connsiteY0" fmla="*/ 0 h 5143500"/>
              <a:gd name="connsiteX1" fmla="*/ 2374150 w 2374150"/>
              <a:gd name="connsiteY1" fmla="*/ 0 h 5143500"/>
              <a:gd name="connsiteX2" fmla="*/ 204621 w 2374150"/>
              <a:gd name="connsiteY2" fmla="*/ 5143500 h 5143500"/>
              <a:gd name="connsiteX3" fmla="*/ 0 w 2374150"/>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2374150" h="5143500">
                <a:moveTo>
                  <a:pt x="2169528" y="0"/>
                </a:moveTo>
                <a:lnTo>
                  <a:pt x="2374150" y="0"/>
                </a:lnTo>
                <a:lnTo>
                  <a:pt x="204621" y="5143500"/>
                </a:lnTo>
                <a:lnTo>
                  <a:pt x="0" y="51435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19360966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 Image + Partner Logo 1">
    <p:bg>
      <p:bgPr>
        <a:solidFill>
          <a:schemeClr val="bg2"/>
        </a:solidFill>
        <a:effectLst/>
      </p:bgPr>
    </p:bg>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EF4B3CA1-0B3B-C3B3-5AED-1AEA9932D0DE}"/>
              </a:ext>
            </a:extLst>
          </p:cNvPr>
          <p:cNvSpPr/>
          <p:nvPr userDrawn="1"/>
        </p:nvSpPr>
        <p:spPr>
          <a:xfrm>
            <a:off x="6163797" y="1"/>
            <a:ext cx="2980202" cy="5143499"/>
          </a:xfrm>
          <a:custGeom>
            <a:avLst/>
            <a:gdLst>
              <a:gd name="connsiteX0" fmla="*/ 2167613 w 2980202"/>
              <a:gd name="connsiteY0" fmla="*/ 0 h 5143499"/>
              <a:gd name="connsiteX1" fmla="*/ 2980202 w 2980202"/>
              <a:gd name="connsiteY1" fmla="*/ 0 h 5143499"/>
              <a:gd name="connsiteX2" fmla="*/ 2980202 w 2980202"/>
              <a:gd name="connsiteY2" fmla="*/ 5143499 h 5143499"/>
              <a:gd name="connsiteX3" fmla="*/ 0 w 2980202"/>
              <a:gd name="connsiteY3" fmla="*/ 5143499 h 5143499"/>
              <a:gd name="connsiteX4" fmla="*/ 2167613 w 2980202"/>
              <a:gd name="connsiteY4" fmla="*/ 0 h 514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0202" h="5143499">
                <a:moveTo>
                  <a:pt x="2167613" y="0"/>
                </a:moveTo>
                <a:lnTo>
                  <a:pt x="2980202" y="0"/>
                </a:lnTo>
                <a:lnTo>
                  <a:pt x="2980202" y="5143499"/>
                </a:lnTo>
                <a:lnTo>
                  <a:pt x="0" y="5143499"/>
                </a:lnTo>
                <a:lnTo>
                  <a:pt x="2167613"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4" name="Title 1">
            <a:extLst>
              <a:ext uri="{FF2B5EF4-FFF2-40B4-BE49-F238E27FC236}">
                <a16:creationId xmlns:a16="http://schemas.microsoft.com/office/drawing/2014/main" id="{3FB29DEF-ADC3-1982-7AD4-DFD862BF15DB}"/>
              </a:ext>
            </a:extLst>
          </p:cNvPr>
          <p:cNvSpPr>
            <a:spLocks noGrp="1"/>
          </p:cNvSpPr>
          <p:nvPr>
            <p:ph type="title" hasCustomPrompt="1"/>
          </p:nvPr>
        </p:nvSpPr>
        <p:spPr>
          <a:xfrm>
            <a:off x="763527" y="866067"/>
            <a:ext cx="2980700" cy="1848051"/>
          </a:xfrm>
          <a:prstGeom prst="rect">
            <a:avLst/>
          </a:prstGeom>
        </p:spPr>
        <p:txBody>
          <a:bodyPr lIns="0" rIns="0" anchor="b"/>
          <a:lstStyle>
            <a:lvl1pPr algn="l">
              <a:defRPr sz="32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pic>
        <p:nvPicPr>
          <p:cNvPr id="5" name="Picture 26">
            <a:extLst>
              <a:ext uri="{FF2B5EF4-FFF2-40B4-BE49-F238E27FC236}">
                <a16:creationId xmlns:a16="http://schemas.microsoft.com/office/drawing/2014/main" id="{8061ABFC-FCB2-37EC-9841-59DBB26FB5FF}"/>
              </a:ext>
            </a:extLst>
          </p:cNvPr>
          <p:cNvPicPr>
            <a:picLocks noChangeAspect="1" noChangeArrowheads="1"/>
          </p:cNvPicPr>
          <p:nvPr userDrawn="1"/>
        </p:nvPicPr>
        <p:blipFill>
          <a:blip>
            <a:extLst>
              <a:ext uri="{96DAC541-7B7A-43D3-8B79-37D633B846F1}">
                <asvg:svgBlip xmlns:asvg="http://schemas.microsoft.com/office/drawing/2016/SVG/main" r:embed="rId2"/>
              </a:ext>
            </a:extLst>
          </a:blip>
          <a:srcRect/>
          <a:stretch/>
        </p:blipFill>
        <p:spPr bwMode="auto">
          <a:xfrm>
            <a:off x="603848" y="4156973"/>
            <a:ext cx="1495245" cy="563971"/>
          </a:xfrm>
          <a:prstGeom prst="rect">
            <a:avLst/>
          </a:prstGeom>
          <a:noFill/>
        </p:spPr>
      </p:pic>
      <p:sp>
        <p:nvSpPr>
          <p:cNvPr id="6" name="Text Placeholder 21">
            <a:extLst>
              <a:ext uri="{FF2B5EF4-FFF2-40B4-BE49-F238E27FC236}">
                <a16:creationId xmlns:a16="http://schemas.microsoft.com/office/drawing/2014/main" id="{AA012EA2-0A4B-02A1-2143-6D238169115C}"/>
              </a:ext>
            </a:extLst>
          </p:cNvPr>
          <p:cNvSpPr>
            <a:spLocks noGrp="1"/>
          </p:cNvSpPr>
          <p:nvPr>
            <p:ph type="body" sz="quarter" idx="10" hasCustomPrompt="1"/>
          </p:nvPr>
        </p:nvSpPr>
        <p:spPr>
          <a:xfrm>
            <a:off x="763588" y="2871574"/>
            <a:ext cx="2980639" cy="563971"/>
          </a:xfrm>
          <a:prstGeom prst="rect">
            <a:avLst/>
          </a:prstGeom>
        </p:spPr>
        <p:txBody>
          <a:bodyPr lIns="0"/>
          <a:lstStyle>
            <a:lvl1pPr marL="0" indent="0">
              <a:buNone/>
              <a:defRPr sz="1200" b="0" i="0">
                <a:solidFill>
                  <a:schemeClr val="tx1"/>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
        <p:nvSpPr>
          <p:cNvPr id="7" name="Picture Placeholder 8">
            <a:extLst>
              <a:ext uri="{FF2B5EF4-FFF2-40B4-BE49-F238E27FC236}">
                <a16:creationId xmlns:a16="http://schemas.microsoft.com/office/drawing/2014/main" id="{F5BD21CC-FCA2-89A3-0105-8717D6CFEC33}"/>
              </a:ext>
            </a:extLst>
          </p:cNvPr>
          <p:cNvSpPr>
            <a:spLocks noGrp="1"/>
          </p:cNvSpPr>
          <p:nvPr>
            <p:ph type="pic" sz="quarter" idx="11" hasCustomPrompt="1"/>
          </p:nvPr>
        </p:nvSpPr>
        <p:spPr>
          <a:xfrm>
            <a:off x="3744227" y="-1588"/>
            <a:ext cx="4614852" cy="5145088"/>
          </a:xfrm>
          <a:prstGeom prst="parallelogram">
            <a:avLst>
              <a:gd name="adj" fmla="val 46838"/>
            </a:avLst>
          </a:prstGeom>
          <a:solidFill>
            <a:schemeClr val="bg1"/>
          </a:solidFill>
        </p:spPr>
        <p:txBody>
          <a:bodyPr anchor="ctr"/>
          <a:lstStyle>
            <a:lvl1pPr marL="0" indent="0" algn="ctr">
              <a:buNone/>
              <a:defRPr b="0"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8" name="Picture Placeholder 37">
            <a:extLst>
              <a:ext uri="{FF2B5EF4-FFF2-40B4-BE49-F238E27FC236}">
                <a16:creationId xmlns:a16="http://schemas.microsoft.com/office/drawing/2014/main" id="{EA6ABDCD-B731-7B44-6659-4C8088C62272}"/>
              </a:ext>
            </a:extLst>
          </p:cNvPr>
          <p:cNvSpPr>
            <a:spLocks noGrp="1"/>
          </p:cNvSpPr>
          <p:nvPr>
            <p:ph type="pic" sz="quarter" idx="23" hasCustomPrompt="1"/>
          </p:nvPr>
        </p:nvSpPr>
        <p:spPr>
          <a:xfrm>
            <a:off x="7255864" y="4135393"/>
            <a:ext cx="1284288" cy="514844"/>
          </a:xfrm>
          <a:prstGeom prst="rect">
            <a:avLst/>
          </a:prstGeom>
        </p:spPr>
        <p:txBody>
          <a:bodyPr lIns="0" anchor="ctr"/>
          <a:lstStyle>
            <a:lvl1pPr marL="0" indent="0" algn="ctr">
              <a:buNone/>
              <a:defRPr sz="1200" b="0" i="0">
                <a:solidFill>
                  <a:schemeClr val="bg1"/>
                </a:solidFill>
                <a:latin typeface="Arial" panose="020B0604020202020204" pitchFamily="34" charset="0"/>
                <a:ea typeface="Inter Light" panose="02000503000000020004" pitchFamily="2" charset="0"/>
              </a:defRPr>
            </a:lvl1pPr>
          </a:lstStyle>
          <a:p>
            <a:r>
              <a:rPr lang="en-US"/>
              <a:t>PARTNER/</a:t>
            </a:r>
            <a:br>
              <a:rPr lang="en-US"/>
            </a:br>
            <a:r>
              <a:rPr lang="en-US"/>
              <a:t>CUSTOMER</a:t>
            </a:r>
            <a:br>
              <a:rPr lang="en-US"/>
            </a:br>
            <a:r>
              <a:rPr lang="en-US"/>
              <a:t>LOGO</a:t>
            </a:r>
          </a:p>
        </p:txBody>
      </p:sp>
    </p:spTree>
    <p:extLst>
      <p:ext uri="{BB962C8B-B14F-4D97-AF65-F5344CB8AC3E}">
        <p14:creationId xmlns:p14="http://schemas.microsoft.com/office/powerpoint/2010/main" val="4100914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 Image + Partner Logo 2">
    <p:bg>
      <p:bgPr>
        <a:solidFill>
          <a:schemeClr val="tx2"/>
        </a:solidFill>
        <a:effectLst/>
      </p:bgPr>
    </p:bg>
    <p:spTree>
      <p:nvGrpSpPr>
        <p:cNvPr id="1" name=""/>
        <p:cNvGrpSpPr/>
        <p:nvPr/>
      </p:nvGrpSpPr>
      <p:grpSpPr>
        <a:xfrm>
          <a:off x="0" y="0"/>
          <a:ext cx="0" cy="0"/>
          <a:chOff x="0" y="0"/>
          <a:chExt cx="0" cy="0"/>
        </a:xfrm>
      </p:grpSpPr>
      <p:sp>
        <p:nvSpPr>
          <p:cNvPr id="7" name="Freeform 6">
            <a:extLst>
              <a:ext uri="{FF2B5EF4-FFF2-40B4-BE49-F238E27FC236}">
                <a16:creationId xmlns:a16="http://schemas.microsoft.com/office/drawing/2014/main" id="{0372646A-B2B5-C081-E13F-A9D785C69DF9}"/>
              </a:ext>
            </a:extLst>
          </p:cNvPr>
          <p:cNvSpPr/>
          <p:nvPr userDrawn="1"/>
        </p:nvSpPr>
        <p:spPr>
          <a:xfrm>
            <a:off x="6163797" y="1"/>
            <a:ext cx="2980202" cy="5143499"/>
          </a:xfrm>
          <a:custGeom>
            <a:avLst/>
            <a:gdLst>
              <a:gd name="connsiteX0" fmla="*/ 2167613 w 2980202"/>
              <a:gd name="connsiteY0" fmla="*/ 0 h 5143499"/>
              <a:gd name="connsiteX1" fmla="*/ 2980202 w 2980202"/>
              <a:gd name="connsiteY1" fmla="*/ 0 h 5143499"/>
              <a:gd name="connsiteX2" fmla="*/ 2980202 w 2980202"/>
              <a:gd name="connsiteY2" fmla="*/ 5143499 h 5143499"/>
              <a:gd name="connsiteX3" fmla="*/ 0 w 2980202"/>
              <a:gd name="connsiteY3" fmla="*/ 5143499 h 5143499"/>
              <a:gd name="connsiteX4" fmla="*/ 2167613 w 2980202"/>
              <a:gd name="connsiteY4" fmla="*/ 0 h 514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0202" h="5143499">
                <a:moveTo>
                  <a:pt x="2167613" y="0"/>
                </a:moveTo>
                <a:lnTo>
                  <a:pt x="2980202" y="0"/>
                </a:lnTo>
                <a:lnTo>
                  <a:pt x="2980202" y="5143499"/>
                </a:lnTo>
                <a:lnTo>
                  <a:pt x="0" y="5143499"/>
                </a:lnTo>
                <a:lnTo>
                  <a:pt x="2167613"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pic>
        <p:nvPicPr>
          <p:cNvPr id="11" name="Picture 26">
            <a:extLst>
              <a:ext uri="{FF2B5EF4-FFF2-40B4-BE49-F238E27FC236}">
                <a16:creationId xmlns:a16="http://schemas.microsoft.com/office/drawing/2014/main" id="{FBD6A9AA-9890-61E4-8EC8-1BAAAF11D3A5}"/>
              </a:ext>
            </a:extLst>
          </p:cNvPr>
          <p:cNvPicPr>
            <a:picLocks noChangeAspect="1" noChangeArrowheads="1"/>
          </p:cNvPicPr>
          <p:nvPr userDrawn="1"/>
        </p:nvPicPr>
        <p:blipFill>
          <a:blip>
            <a:extLst>
              <a:ext uri="{96DAC541-7B7A-43D3-8B79-37D633B846F1}">
                <asvg:svgBlip xmlns:asvg="http://schemas.microsoft.com/office/drawing/2016/SVG/main" r:embed="rId2"/>
              </a:ext>
            </a:extLst>
          </a:blip>
          <a:srcRect/>
          <a:stretch/>
        </p:blipFill>
        <p:spPr bwMode="auto">
          <a:xfrm>
            <a:off x="603848" y="4156973"/>
            <a:ext cx="1495245" cy="563971"/>
          </a:xfrm>
          <a:prstGeom prst="rect">
            <a:avLst/>
          </a:prstGeom>
          <a:noFill/>
        </p:spPr>
      </p:pic>
      <p:sp>
        <p:nvSpPr>
          <p:cNvPr id="13" name="Picture Placeholder 8">
            <a:extLst>
              <a:ext uri="{FF2B5EF4-FFF2-40B4-BE49-F238E27FC236}">
                <a16:creationId xmlns:a16="http://schemas.microsoft.com/office/drawing/2014/main" id="{8D2776E3-CB85-C19D-B918-054ACACBB561}"/>
              </a:ext>
            </a:extLst>
          </p:cNvPr>
          <p:cNvSpPr>
            <a:spLocks noGrp="1"/>
          </p:cNvSpPr>
          <p:nvPr>
            <p:ph type="pic" sz="quarter" idx="11" hasCustomPrompt="1"/>
          </p:nvPr>
        </p:nvSpPr>
        <p:spPr>
          <a:xfrm>
            <a:off x="3744227" y="-1588"/>
            <a:ext cx="4614852" cy="5145088"/>
          </a:xfrm>
          <a:prstGeom prst="parallelogram">
            <a:avLst>
              <a:gd name="adj" fmla="val 46838"/>
            </a:avLst>
          </a:prstGeom>
          <a:solidFill>
            <a:schemeClr val="bg1"/>
          </a:solidFill>
        </p:spPr>
        <p:txBody>
          <a:bodyPr anchor="ctr"/>
          <a:lstStyle>
            <a:lvl1pPr marL="0" indent="0" algn="ctr">
              <a:buNone/>
              <a:defRPr b="0"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14" name="Picture Placeholder 37">
            <a:extLst>
              <a:ext uri="{FF2B5EF4-FFF2-40B4-BE49-F238E27FC236}">
                <a16:creationId xmlns:a16="http://schemas.microsoft.com/office/drawing/2014/main" id="{CE321142-25F8-A2A8-0A22-951CF374A409}"/>
              </a:ext>
            </a:extLst>
          </p:cNvPr>
          <p:cNvSpPr>
            <a:spLocks noGrp="1"/>
          </p:cNvSpPr>
          <p:nvPr>
            <p:ph type="pic" sz="quarter" idx="23" hasCustomPrompt="1"/>
          </p:nvPr>
        </p:nvSpPr>
        <p:spPr>
          <a:xfrm>
            <a:off x="7255864" y="4135393"/>
            <a:ext cx="1284288" cy="514844"/>
          </a:xfrm>
          <a:prstGeom prst="rect">
            <a:avLst/>
          </a:prstGeom>
        </p:spPr>
        <p:txBody>
          <a:bodyPr lIns="0" anchor="ctr"/>
          <a:lstStyle>
            <a:lvl1pPr marL="0" indent="0" algn="ctr">
              <a:buNone/>
              <a:defRPr sz="1200" b="0" i="0">
                <a:solidFill>
                  <a:schemeClr val="tx1"/>
                </a:solidFill>
                <a:latin typeface="Arial" panose="020B0604020202020204" pitchFamily="34" charset="0"/>
                <a:ea typeface="Inter Light" panose="02000503000000020004" pitchFamily="2" charset="0"/>
              </a:defRPr>
            </a:lvl1pPr>
          </a:lstStyle>
          <a:p>
            <a:r>
              <a:rPr lang="en-US"/>
              <a:t>PARTNER/</a:t>
            </a:r>
            <a:br>
              <a:rPr lang="en-US"/>
            </a:br>
            <a:r>
              <a:rPr lang="en-US"/>
              <a:t>CUSTOMER</a:t>
            </a:r>
            <a:br>
              <a:rPr lang="en-US"/>
            </a:br>
            <a:r>
              <a:rPr lang="en-US"/>
              <a:t>LOGO</a:t>
            </a:r>
          </a:p>
        </p:txBody>
      </p:sp>
      <p:sp>
        <p:nvSpPr>
          <p:cNvPr id="2" name="Title 1">
            <a:extLst>
              <a:ext uri="{FF2B5EF4-FFF2-40B4-BE49-F238E27FC236}">
                <a16:creationId xmlns:a16="http://schemas.microsoft.com/office/drawing/2014/main" id="{50C913B3-6910-DCA0-2C2A-C0B3341573F8}"/>
              </a:ext>
            </a:extLst>
          </p:cNvPr>
          <p:cNvSpPr>
            <a:spLocks noGrp="1"/>
          </p:cNvSpPr>
          <p:nvPr>
            <p:ph type="title" hasCustomPrompt="1"/>
          </p:nvPr>
        </p:nvSpPr>
        <p:spPr>
          <a:xfrm>
            <a:off x="763527" y="866067"/>
            <a:ext cx="2980700" cy="1848051"/>
          </a:xfrm>
          <a:prstGeom prst="rect">
            <a:avLst/>
          </a:prstGeom>
        </p:spPr>
        <p:txBody>
          <a:bodyPr lIns="0" rIns="0" anchor="b"/>
          <a:lstStyle>
            <a:lvl1pPr algn="l">
              <a:defRPr sz="3200"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3" name="Text Placeholder 21">
            <a:extLst>
              <a:ext uri="{FF2B5EF4-FFF2-40B4-BE49-F238E27FC236}">
                <a16:creationId xmlns:a16="http://schemas.microsoft.com/office/drawing/2014/main" id="{E022D605-9575-E467-EE2D-6ABDCB09C960}"/>
              </a:ext>
            </a:extLst>
          </p:cNvPr>
          <p:cNvSpPr>
            <a:spLocks noGrp="1"/>
          </p:cNvSpPr>
          <p:nvPr>
            <p:ph type="body" sz="quarter" idx="10" hasCustomPrompt="1"/>
          </p:nvPr>
        </p:nvSpPr>
        <p:spPr>
          <a:xfrm>
            <a:off x="763588" y="2871574"/>
            <a:ext cx="2980639" cy="563971"/>
          </a:xfrm>
          <a:prstGeom prst="rect">
            <a:avLst/>
          </a:prstGeom>
        </p:spPr>
        <p:txBody>
          <a:bodyPr lIns="0"/>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Tree>
    <p:extLst>
      <p:ext uri="{BB962C8B-B14F-4D97-AF65-F5344CB8AC3E}">
        <p14:creationId xmlns:p14="http://schemas.microsoft.com/office/powerpoint/2010/main" val="7733463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Kickoff Title Slid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B55EFC6-D7CA-2C52-93FA-8C4CE075920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0" y="1248"/>
            <a:ext cx="9144000" cy="5143500"/>
          </a:xfrm>
          <a:prstGeom prst="rect">
            <a:avLst/>
          </a:prstGeom>
        </p:spPr>
      </p:pic>
      <p:sp>
        <p:nvSpPr>
          <p:cNvPr id="5" name="Title 1">
            <a:extLst>
              <a:ext uri="{FF2B5EF4-FFF2-40B4-BE49-F238E27FC236}">
                <a16:creationId xmlns:a16="http://schemas.microsoft.com/office/drawing/2014/main" id="{1A6184AA-6816-3AA7-18AB-BE5DB092E4B3}"/>
              </a:ext>
            </a:extLst>
          </p:cNvPr>
          <p:cNvSpPr>
            <a:spLocks noGrp="1"/>
          </p:cNvSpPr>
          <p:nvPr>
            <p:ph type="title" hasCustomPrompt="1"/>
          </p:nvPr>
        </p:nvSpPr>
        <p:spPr>
          <a:xfrm>
            <a:off x="763526" y="629847"/>
            <a:ext cx="4776213" cy="1848051"/>
          </a:xfrm>
          <a:prstGeom prst="rect">
            <a:avLst/>
          </a:prstGeom>
        </p:spPr>
        <p:txBody>
          <a:bodyPr lIns="0" rIns="0" anchor="b"/>
          <a:lstStyle>
            <a:lvl1pPr algn="l">
              <a:defRPr sz="3200"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Title slide for Anaplan </a:t>
            </a:r>
            <a:r>
              <a:rPr lang="en-JM" err="1"/>
              <a:t>Kickoff</a:t>
            </a:r>
            <a:r>
              <a:rPr lang="en-JM"/>
              <a:t> FY26 use ONLY</a:t>
            </a:r>
          </a:p>
        </p:txBody>
      </p:sp>
      <p:sp>
        <p:nvSpPr>
          <p:cNvPr id="7" name="Text Placeholder 21">
            <a:extLst>
              <a:ext uri="{FF2B5EF4-FFF2-40B4-BE49-F238E27FC236}">
                <a16:creationId xmlns:a16="http://schemas.microsoft.com/office/drawing/2014/main" id="{F960E768-72F6-3FAD-6C69-93FD3B9B1F91}"/>
              </a:ext>
            </a:extLst>
          </p:cNvPr>
          <p:cNvSpPr>
            <a:spLocks noGrp="1"/>
          </p:cNvSpPr>
          <p:nvPr>
            <p:ph type="body" sz="quarter" idx="10" hasCustomPrompt="1"/>
          </p:nvPr>
        </p:nvSpPr>
        <p:spPr>
          <a:xfrm>
            <a:off x="763587" y="2635354"/>
            <a:ext cx="4776151" cy="563971"/>
          </a:xfrm>
          <a:prstGeom prst="rect">
            <a:avLst/>
          </a:prstGeom>
        </p:spPr>
        <p:txBody>
          <a:bodyPr lIns="0"/>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Do not use this title slide outside of Anaplan Kickoff FY26</a:t>
            </a:r>
          </a:p>
        </p:txBody>
      </p:sp>
    </p:spTree>
    <p:extLst>
      <p:ext uri="{BB962C8B-B14F-4D97-AF65-F5344CB8AC3E}">
        <p14:creationId xmlns:p14="http://schemas.microsoft.com/office/powerpoint/2010/main" val="34078626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 Agenda Items + Image">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4072A41-1968-3B33-183B-EDA054D51B21}"/>
              </a:ext>
            </a:extLst>
          </p:cNvPr>
          <p:cNvSpPr/>
          <p:nvPr userDrawn="1"/>
        </p:nvSpPr>
        <p:spPr>
          <a:xfrm flipH="1">
            <a:off x="0" y="0"/>
            <a:ext cx="6515101"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cxnSp>
        <p:nvCxnSpPr>
          <p:cNvPr id="8" name="Straight Connector 7">
            <a:extLst>
              <a:ext uri="{FF2B5EF4-FFF2-40B4-BE49-F238E27FC236}">
                <a16:creationId xmlns:a16="http://schemas.microsoft.com/office/drawing/2014/main" id="{ACF59FF8-E0DD-AA82-1A29-2F2366CFFD6C}"/>
              </a:ext>
            </a:extLst>
          </p:cNvPr>
          <p:cNvCxnSpPr>
            <a:cxnSpLocks/>
          </p:cNvCxnSpPr>
          <p:nvPr userDrawn="1"/>
        </p:nvCxnSpPr>
        <p:spPr>
          <a:xfrm>
            <a:off x="419100" y="1807710"/>
            <a:ext cx="4076700" cy="0"/>
          </a:xfrm>
          <a:prstGeom prst="line">
            <a:avLst/>
          </a:prstGeom>
          <a:ln w="25400" cap="rnd">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31E15E9A-E2F6-244B-806F-5A47C48DA3E8}"/>
              </a:ext>
            </a:extLst>
          </p:cNvPr>
          <p:cNvCxnSpPr>
            <a:cxnSpLocks/>
          </p:cNvCxnSpPr>
          <p:nvPr userDrawn="1"/>
        </p:nvCxnSpPr>
        <p:spPr>
          <a:xfrm>
            <a:off x="408940" y="2813934"/>
            <a:ext cx="4086860" cy="0"/>
          </a:xfrm>
          <a:prstGeom prst="line">
            <a:avLst/>
          </a:prstGeom>
          <a:ln w="25400" cap="rnd">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DCCF6AB1-9CCF-4AF2-A72A-36793D4C10E1}"/>
              </a:ext>
            </a:extLst>
          </p:cNvPr>
          <p:cNvCxnSpPr>
            <a:cxnSpLocks/>
          </p:cNvCxnSpPr>
          <p:nvPr userDrawn="1"/>
        </p:nvCxnSpPr>
        <p:spPr>
          <a:xfrm>
            <a:off x="408940" y="3820158"/>
            <a:ext cx="4086860" cy="0"/>
          </a:xfrm>
          <a:prstGeom prst="line">
            <a:avLst/>
          </a:prstGeom>
          <a:ln w="25400" cap="rnd">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7" name="Picture Placeholder 26">
            <a:extLst>
              <a:ext uri="{FF2B5EF4-FFF2-40B4-BE49-F238E27FC236}">
                <a16:creationId xmlns:a16="http://schemas.microsoft.com/office/drawing/2014/main" id="{3B9F52C2-0FCE-FD31-1301-1A778C39BFB2}"/>
              </a:ext>
            </a:extLst>
          </p:cNvPr>
          <p:cNvSpPr>
            <a:spLocks noGrp="1"/>
          </p:cNvSpPr>
          <p:nvPr>
            <p:ph type="pic" sz="quarter" idx="13" hasCustomPrompt="1"/>
          </p:nvPr>
        </p:nvSpPr>
        <p:spPr>
          <a:xfrm>
            <a:off x="4809770" y="359453"/>
            <a:ext cx="3762727" cy="4460197"/>
          </a:xfrm>
          <a:custGeom>
            <a:avLst/>
            <a:gdLst>
              <a:gd name="connsiteX0" fmla="*/ 121309 w 3762727"/>
              <a:gd name="connsiteY0" fmla="*/ 0 h 4460197"/>
              <a:gd name="connsiteX1" fmla="*/ 3641264 w 3762727"/>
              <a:gd name="connsiteY1" fmla="*/ 0 h 4460197"/>
              <a:gd name="connsiteX2" fmla="*/ 3753185 w 3762727"/>
              <a:gd name="connsiteY2" fmla="*/ 74186 h 4460197"/>
              <a:gd name="connsiteX3" fmla="*/ 3762727 w 3762727"/>
              <a:gd name="connsiteY3" fmla="*/ 121451 h 4460197"/>
              <a:gd name="connsiteX4" fmla="*/ 3762727 w 3762727"/>
              <a:gd name="connsiteY4" fmla="*/ 4338746 h 4460197"/>
              <a:gd name="connsiteX5" fmla="*/ 3753185 w 3762727"/>
              <a:gd name="connsiteY5" fmla="*/ 4386011 h 4460197"/>
              <a:gd name="connsiteX6" fmla="*/ 3641264 w 3762727"/>
              <a:gd name="connsiteY6" fmla="*/ 4460197 h 4460197"/>
              <a:gd name="connsiteX7" fmla="*/ 121309 w 3762727"/>
              <a:gd name="connsiteY7" fmla="*/ 4460197 h 4460197"/>
              <a:gd name="connsiteX8" fmla="*/ 9389 w 3762727"/>
              <a:gd name="connsiteY8" fmla="*/ 4386011 h 4460197"/>
              <a:gd name="connsiteX9" fmla="*/ 0 w 3762727"/>
              <a:gd name="connsiteY9" fmla="*/ 4339509 h 4460197"/>
              <a:gd name="connsiteX10" fmla="*/ 0 w 3762727"/>
              <a:gd name="connsiteY10" fmla="*/ 120688 h 4460197"/>
              <a:gd name="connsiteX11" fmla="*/ 9389 w 3762727"/>
              <a:gd name="connsiteY11" fmla="*/ 74186 h 4460197"/>
              <a:gd name="connsiteX12" fmla="*/ 121309 w 3762727"/>
              <a:gd name="connsiteY12" fmla="*/ 0 h 4460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62727" h="4460197">
                <a:moveTo>
                  <a:pt x="121309" y="0"/>
                </a:moveTo>
                <a:lnTo>
                  <a:pt x="3641264" y="0"/>
                </a:lnTo>
                <a:cubicBezTo>
                  <a:pt x="3691577" y="0"/>
                  <a:pt x="3734745" y="30590"/>
                  <a:pt x="3753185" y="74186"/>
                </a:cubicBezTo>
                <a:lnTo>
                  <a:pt x="3762727" y="121451"/>
                </a:lnTo>
                <a:lnTo>
                  <a:pt x="3762727" y="4338746"/>
                </a:lnTo>
                <a:lnTo>
                  <a:pt x="3753185" y="4386011"/>
                </a:lnTo>
                <a:cubicBezTo>
                  <a:pt x="3734745" y="4429607"/>
                  <a:pt x="3691577" y="4460197"/>
                  <a:pt x="3641264" y="4460197"/>
                </a:cubicBezTo>
                <a:lnTo>
                  <a:pt x="121309" y="4460197"/>
                </a:lnTo>
                <a:cubicBezTo>
                  <a:pt x="70996" y="4460197"/>
                  <a:pt x="27828" y="4429607"/>
                  <a:pt x="9389" y="4386011"/>
                </a:cubicBezTo>
                <a:lnTo>
                  <a:pt x="0" y="4339509"/>
                </a:lnTo>
                <a:lnTo>
                  <a:pt x="0" y="120688"/>
                </a:lnTo>
                <a:lnTo>
                  <a:pt x="9389" y="74186"/>
                </a:lnTo>
                <a:cubicBezTo>
                  <a:pt x="27828" y="30590"/>
                  <a:pt x="70996" y="0"/>
                  <a:pt x="121309" y="0"/>
                </a:cubicBezTo>
                <a:close/>
              </a:path>
            </a:pathLst>
          </a:custGeom>
          <a:noFill/>
        </p:spPr>
        <p:txBody>
          <a:bodyPr wrap="square">
            <a:noAutofit/>
          </a:bodyPr>
          <a:lstStyle>
            <a:lvl1pPr marL="0" indent="0">
              <a:buNone/>
              <a:defRPr b="0" i="0">
                <a:solidFill>
                  <a:schemeClr val="tx1"/>
                </a:solidFill>
                <a:latin typeface="Arial" panose="020B0604020202020204" pitchFamily="34" charset="0"/>
              </a:defRPr>
            </a:lvl1pPr>
          </a:lstStyle>
          <a:p>
            <a:r>
              <a:rPr lang="en-US"/>
              <a:t>Insert</a:t>
            </a:r>
          </a:p>
        </p:txBody>
      </p:sp>
      <p:sp>
        <p:nvSpPr>
          <p:cNvPr id="26" name="Title 1">
            <a:extLst>
              <a:ext uri="{FF2B5EF4-FFF2-40B4-BE49-F238E27FC236}">
                <a16:creationId xmlns:a16="http://schemas.microsoft.com/office/drawing/2014/main" id="{20BE8BFF-55CD-A677-253F-B0CC53C270C6}"/>
              </a:ext>
            </a:extLst>
          </p:cNvPr>
          <p:cNvSpPr>
            <a:spLocks noGrp="1"/>
          </p:cNvSpPr>
          <p:nvPr>
            <p:ph type="title" hasCustomPrompt="1"/>
          </p:nvPr>
        </p:nvSpPr>
        <p:spPr>
          <a:xfrm>
            <a:off x="419101" y="294640"/>
            <a:ext cx="4076700" cy="338554"/>
          </a:xfrm>
          <a:prstGeom prst="rect">
            <a:avLst/>
          </a:prstGeom>
        </p:spPr>
        <p:txBody>
          <a:bodyPr lIns="0" rIns="0"/>
          <a:lstStyle>
            <a:lvl1pPr algn="l">
              <a:defRPr sz="1800" b="0" i="0">
                <a:solidFill>
                  <a:schemeClr val="tx2"/>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TextBox 27">
            <a:extLst>
              <a:ext uri="{FF2B5EF4-FFF2-40B4-BE49-F238E27FC236}">
                <a16:creationId xmlns:a16="http://schemas.microsoft.com/office/drawing/2014/main" id="{F41316BB-4017-E295-C7B9-A16765F2C0DD}"/>
              </a:ext>
            </a:extLst>
          </p:cNvPr>
          <p:cNvSpPr txBox="1"/>
          <p:nvPr userDrawn="1"/>
        </p:nvSpPr>
        <p:spPr>
          <a:xfrm>
            <a:off x="319258" y="967320"/>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29" name="TextBox 28">
            <a:extLst>
              <a:ext uri="{FF2B5EF4-FFF2-40B4-BE49-F238E27FC236}">
                <a16:creationId xmlns:a16="http://schemas.microsoft.com/office/drawing/2014/main" id="{4DDF4404-878B-5F62-F170-C5FE37E70889}"/>
              </a:ext>
            </a:extLst>
          </p:cNvPr>
          <p:cNvSpPr txBox="1"/>
          <p:nvPr userDrawn="1"/>
        </p:nvSpPr>
        <p:spPr>
          <a:xfrm>
            <a:off x="319258" y="1973160"/>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30" name="TextBox 29">
            <a:extLst>
              <a:ext uri="{FF2B5EF4-FFF2-40B4-BE49-F238E27FC236}">
                <a16:creationId xmlns:a16="http://schemas.microsoft.com/office/drawing/2014/main" id="{F31E978E-0ED1-18B6-C177-1D2A0E2F23DE}"/>
              </a:ext>
            </a:extLst>
          </p:cNvPr>
          <p:cNvSpPr txBox="1"/>
          <p:nvPr userDrawn="1"/>
        </p:nvSpPr>
        <p:spPr>
          <a:xfrm>
            <a:off x="328402" y="29698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31" name="TextBox 30">
            <a:extLst>
              <a:ext uri="{FF2B5EF4-FFF2-40B4-BE49-F238E27FC236}">
                <a16:creationId xmlns:a16="http://schemas.microsoft.com/office/drawing/2014/main" id="{CC0D43F8-3C86-242F-7D0F-89CD2977D5EF}"/>
              </a:ext>
            </a:extLst>
          </p:cNvPr>
          <p:cNvSpPr txBox="1"/>
          <p:nvPr userDrawn="1"/>
        </p:nvSpPr>
        <p:spPr>
          <a:xfrm>
            <a:off x="328402" y="397569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2" name="Freeform 1">
            <a:extLst>
              <a:ext uri="{FF2B5EF4-FFF2-40B4-BE49-F238E27FC236}">
                <a16:creationId xmlns:a16="http://schemas.microsoft.com/office/drawing/2014/main" id="{E0E3CBAC-3B25-3F94-ACFC-B270EB41FC94}"/>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3" name="Picture 10">
            <a:extLst>
              <a:ext uri="{FF2B5EF4-FFF2-40B4-BE49-F238E27FC236}">
                <a16:creationId xmlns:a16="http://schemas.microsoft.com/office/drawing/2014/main" id="{3799304B-781E-959F-B3FF-1BBEAAC4529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23" name="Text Placeholder 22">
            <a:extLst>
              <a:ext uri="{FF2B5EF4-FFF2-40B4-BE49-F238E27FC236}">
                <a16:creationId xmlns:a16="http://schemas.microsoft.com/office/drawing/2014/main" id="{5E0377B9-E585-90AA-4268-74A3F4481F17}"/>
              </a:ext>
            </a:extLst>
          </p:cNvPr>
          <p:cNvSpPr>
            <a:spLocks noGrp="1"/>
          </p:cNvSpPr>
          <p:nvPr>
            <p:ph type="body" sz="quarter" idx="30" hasCustomPrompt="1"/>
          </p:nvPr>
        </p:nvSpPr>
        <p:spPr>
          <a:xfrm>
            <a:off x="834868" y="1011560"/>
            <a:ext cx="3625850"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25" name="Text Placeholder 22">
            <a:extLst>
              <a:ext uri="{FF2B5EF4-FFF2-40B4-BE49-F238E27FC236}">
                <a16:creationId xmlns:a16="http://schemas.microsoft.com/office/drawing/2014/main" id="{E05E8DB0-D8D7-F4AD-B3D4-F653913CDB3C}"/>
              </a:ext>
            </a:extLst>
          </p:cNvPr>
          <p:cNvSpPr>
            <a:spLocks noGrp="1"/>
          </p:cNvSpPr>
          <p:nvPr>
            <p:ph type="body" sz="quarter" idx="31" hasCustomPrompt="1"/>
          </p:nvPr>
        </p:nvSpPr>
        <p:spPr>
          <a:xfrm>
            <a:off x="834868" y="2009390"/>
            <a:ext cx="3625850"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32" name="Text Placeholder 22">
            <a:extLst>
              <a:ext uri="{FF2B5EF4-FFF2-40B4-BE49-F238E27FC236}">
                <a16:creationId xmlns:a16="http://schemas.microsoft.com/office/drawing/2014/main" id="{C281FAD0-B65F-D4F1-A3B0-4EB0A95A98A6}"/>
              </a:ext>
            </a:extLst>
          </p:cNvPr>
          <p:cNvSpPr>
            <a:spLocks noGrp="1"/>
          </p:cNvSpPr>
          <p:nvPr>
            <p:ph type="body" sz="quarter" idx="32" hasCustomPrompt="1"/>
          </p:nvPr>
        </p:nvSpPr>
        <p:spPr>
          <a:xfrm>
            <a:off x="834868" y="3001714"/>
            <a:ext cx="3625850"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33" name="Text Placeholder 22">
            <a:extLst>
              <a:ext uri="{FF2B5EF4-FFF2-40B4-BE49-F238E27FC236}">
                <a16:creationId xmlns:a16="http://schemas.microsoft.com/office/drawing/2014/main" id="{9B038711-BBCF-5E84-DA52-A79F3381252D}"/>
              </a:ext>
            </a:extLst>
          </p:cNvPr>
          <p:cNvSpPr>
            <a:spLocks noGrp="1"/>
          </p:cNvSpPr>
          <p:nvPr>
            <p:ph type="body" sz="quarter" idx="33" hasCustomPrompt="1"/>
          </p:nvPr>
        </p:nvSpPr>
        <p:spPr>
          <a:xfrm>
            <a:off x="834868" y="4003238"/>
            <a:ext cx="3625850"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Tree>
    <p:extLst>
      <p:ext uri="{BB962C8B-B14F-4D97-AF65-F5344CB8AC3E}">
        <p14:creationId xmlns:p14="http://schemas.microsoft.com/office/powerpoint/2010/main" val="259184108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 Agenda Items + Image - Dark">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5BD3772-5F84-E84B-B114-FA4E491A2E52}"/>
              </a:ext>
            </a:extLst>
          </p:cNvPr>
          <p:cNvSpPr/>
          <p:nvPr userDrawn="1"/>
        </p:nvSpPr>
        <p:spPr>
          <a:xfrm>
            <a:off x="0" y="0"/>
            <a:ext cx="6515101" cy="514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 name="Rectangle 3">
            <a:extLst>
              <a:ext uri="{FF2B5EF4-FFF2-40B4-BE49-F238E27FC236}">
                <a16:creationId xmlns:a16="http://schemas.microsoft.com/office/drawing/2014/main" id="{47F842F1-014D-78A9-0605-FC98577E410E}"/>
              </a:ext>
            </a:extLst>
          </p:cNvPr>
          <p:cNvSpPr/>
          <p:nvPr userDrawn="1"/>
        </p:nvSpPr>
        <p:spPr>
          <a:xfrm flipH="1">
            <a:off x="0" y="0"/>
            <a:ext cx="6515101" cy="514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8" name="Title 1">
            <a:extLst>
              <a:ext uri="{FF2B5EF4-FFF2-40B4-BE49-F238E27FC236}">
                <a16:creationId xmlns:a16="http://schemas.microsoft.com/office/drawing/2014/main" id="{30BED930-576A-B80E-BAEC-BE75C39A663F}"/>
              </a:ext>
            </a:extLst>
          </p:cNvPr>
          <p:cNvSpPr>
            <a:spLocks noGrp="1"/>
          </p:cNvSpPr>
          <p:nvPr>
            <p:ph type="title" hasCustomPrompt="1"/>
          </p:nvPr>
        </p:nvSpPr>
        <p:spPr>
          <a:xfrm>
            <a:off x="419101" y="294640"/>
            <a:ext cx="4076700" cy="338554"/>
          </a:xfrm>
          <a:prstGeom prst="rect">
            <a:avLst/>
          </a:prstGeom>
        </p:spPr>
        <p:txBody>
          <a:bodyPr lIns="0" rIns="0"/>
          <a:lstStyle>
            <a:lvl1pPr algn="l">
              <a:defRPr sz="1800" b="0" i="0">
                <a:solidFill>
                  <a:schemeClr val="bg2"/>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47" name="Straight Connector 46">
            <a:extLst>
              <a:ext uri="{FF2B5EF4-FFF2-40B4-BE49-F238E27FC236}">
                <a16:creationId xmlns:a16="http://schemas.microsoft.com/office/drawing/2014/main" id="{8485E7D0-49D1-B030-80F8-C63EC80BF80A}"/>
              </a:ext>
            </a:extLst>
          </p:cNvPr>
          <p:cNvCxnSpPr>
            <a:cxnSpLocks/>
          </p:cNvCxnSpPr>
          <p:nvPr userDrawn="1"/>
        </p:nvCxnSpPr>
        <p:spPr>
          <a:xfrm>
            <a:off x="419100" y="1807710"/>
            <a:ext cx="4076700" cy="0"/>
          </a:xfrm>
          <a:prstGeom prst="line">
            <a:avLst/>
          </a:prstGeom>
          <a:ln w="25400" cap="rnd">
            <a:solidFill>
              <a:schemeClr val="bg2">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0608EC41-70E1-2AF2-B937-1D343A06F98B}"/>
              </a:ext>
            </a:extLst>
          </p:cNvPr>
          <p:cNvCxnSpPr>
            <a:cxnSpLocks/>
          </p:cNvCxnSpPr>
          <p:nvPr userDrawn="1"/>
        </p:nvCxnSpPr>
        <p:spPr>
          <a:xfrm>
            <a:off x="408940" y="2813934"/>
            <a:ext cx="4086860" cy="0"/>
          </a:xfrm>
          <a:prstGeom prst="line">
            <a:avLst/>
          </a:prstGeom>
          <a:ln w="25400" cap="rnd">
            <a:solidFill>
              <a:schemeClr val="bg2">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4CDED4BF-73CB-D30A-DC5C-BE239CCBBBBF}"/>
              </a:ext>
            </a:extLst>
          </p:cNvPr>
          <p:cNvCxnSpPr>
            <a:cxnSpLocks/>
          </p:cNvCxnSpPr>
          <p:nvPr userDrawn="1"/>
        </p:nvCxnSpPr>
        <p:spPr>
          <a:xfrm>
            <a:off x="408940" y="3820158"/>
            <a:ext cx="4086860" cy="0"/>
          </a:xfrm>
          <a:prstGeom prst="line">
            <a:avLst/>
          </a:prstGeom>
          <a:ln w="25400" cap="rnd">
            <a:solidFill>
              <a:schemeClr val="bg2">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8" name="TextBox 57">
            <a:extLst>
              <a:ext uri="{FF2B5EF4-FFF2-40B4-BE49-F238E27FC236}">
                <a16:creationId xmlns:a16="http://schemas.microsoft.com/office/drawing/2014/main" id="{99436A24-54DB-C0CB-BF0B-1DDDFBCD3F11}"/>
              </a:ext>
            </a:extLst>
          </p:cNvPr>
          <p:cNvSpPr txBox="1"/>
          <p:nvPr userDrawn="1"/>
        </p:nvSpPr>
        <p:spPr>
          <a:xfrm>
            <a:off x="319258" y="967320"/>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59" name="TextBox 58">
            <a:extLst>
              <a:ext uri="{FF2B5EF4-FFF2-40B4-BE49-F238E27FC236}">
                <a16:creationId xmlns:a16="http://schemas.microsoft.com/office/drawing/2014/main" id="{C7636D54-D3EA-5500-FA50-79D071D7B46C}"/>
              </a:ext>
            </a:extLst>
          </p:cNvPr>
          <p:cNvSpPr txBox="1"/>
          <p:nvPr userDrawn="1"/>
        </p:nvSpPr>
        <p:spPr>
          <a:xfrm>
            <a:off x="319258" y="1973160"/>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60" name="TextBox 59">
            <a:extLst>
              <a:ext uri="{FF2B5EF4-FFF2-40B4-BE49-F238E27FC236}">
                <a16:creationId xmlns:a16="http://schemas.microsoft.com/office/drawing/2014/main" id="{59C1C017-DB49-8F18-3253-CE44A2CBB81A}"/>
              </a:ext>
            </a:extLst>
          </p:cNvPr>
          <p:cNvSpPr txBox="1"/>
          <p:nvPr userDrawn="1"/>
        </p:nvSpPr>
        <p:spPr>
          <a:xfrm>
            <a:off x="328402" y="29698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61" name="TextBox 60">
            <a:extLst>
              <a:ext uri="{FF2B5EF4-FFF2-40B4-BE49-F238E27FC236}">
                <a16:creationId xmlns:a16="http://schemas.microsoft.com/office/drawing/2014/main" id="{4C9CD3E9-9231-EBD5-95AB-78A9756E6F50}"/>
              </a:ext>
            </a:extLst>
          </p:cNvPr>
          <p:cNvSpPr txBox="1"/>
          <p:nvPr userDrawn="1"/>
        </p:nvSpPr>
        <p:spPr>
          <a:xfrm>
            <a:off x="328402" y="397569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62" name="Picture Placeholder 61">
            <a:extLst>
              <a:ext uri="{FF2B5EF4-FFF2-40B4-BE49-F238E27FC236}">
                <a16:creationId xmlns:a16="http://schemas.microsoft.com/office/drawing/2014/main" id="{D3CF6DC6-020B-4EAE-3471-124A9F867398}"/>
              </a:ext>
            </a:extLst>
          </p:cNvPr>
          <p:cNvSpPr>
            <a:spLocks noGrp="1"/>
          </p:cNvSpPr>
          <p:nvPr>
            <p:ph type="pic" sz="quarter" idx="13" hasCustomPrompt="1"/>
          </p:nvPr>
        </p:nvSpPr>
        <p:spPr>
          <a:xfrm>
            <a:off x="4809770" y="359453"/>
            <a:ext cx="3762727" cy="4460197"/>
          </a:xfrm>
          <a:custGeom>
            <a:avLst/>
            <a:gdLst>
              <a:gd name="connsiteX0" fmla="*/ 121309 w 3762727"/>
              <a:gd name="connsiteY0" fmla="*/ 0 h 4460197"/>
              <a:gd name="connsiteX1" fmla="*/ 3641264 w 3762727"/>
              <a:gd name="connsiteY1" fmla="*/ 0 h 4460197"/>
              <a:gd name="connsiteX2" fmla="*/ 3753185 w 3762727"/>
              <a:gd name="connsiteY2" fmla="*/ 74186 h 4460197"/>
              <a:gd name="connsiteX3" fmla="*/ 3762727 w 3762727"/>
              <a:gd name="connsiteY3" fmla="*/ 121451 h 4460197"/>
              <a:gd name="connsiteX4" fmla="*/ 3762727 w 3762727"/>
              <a:gd name="connsiteY4" fmla="*/ 4338746 h 4460197"/>
              <a:gd name="connsiteX5" fmla="*/ 3753185 w 3762727"/>
              <a:gd name="connsiteY5" fmla="*/ 4386011 h 4460197"/>
              <a:gd name="connsiteX6" fmla="*/ 3641264 w 3762727"/>
              <a:gd name="connsiteY6" fmla="*/ 4460197 h 4460197"/>
              <a:gd name="connsiteX7" fmla="*/ 121309 w 3762727"/>
              <a:gd name="connsiteY7" fmla="*/ 4460197 h 4460197"/>
              <a:gd name="connsiteX8" fmla="*/ 9389 w 3762727"/>
              <a:gd name="connsiteY8" fmla="*/ 4386011 h 4460197"/>
              <a:gd name="connsiteX9" fmla="*/ 0 w 3762727"/>
              <a:gd name="connsiteY9" fmla="*/ 4339509 h 4460197"/>
              <a:gd name="connsiteX10" fmla="*/ 0 w 3762727"/>
              <a:gd name="connsiteY10" fmla="*/ 120688 h 4460197"/>
              <a:gd name="connsiteX11" fmla="*/ 9389 w 3762727"/>
              <a:gd name="connsiteY11" fmla="*/ 74186 h 4460197"/>
              <a:gd name="connsiteX12" fmla="*/ 121309 w 3762727"/>
              <a:gd name="connsiteY12" fmla="*/ 0 h 4460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62727" h="4460197">
                <a:moveTo>
                  <a:pt x="121309" y="0"/>
                </a:moveTo>
                <a:lnTo>
                  <a:pt x="3641264" y="0"/>
                </a:lnTo>
                <a:cubicBezTo>
                  <a:pt x="3691577" y="0"/>
                  <a:pt x="3734745" y="30590"/>
                  <a:pt x="3753185" y="74186"/>
                </a:cubicBezTo>
                <a:lnTo>
                  <a:pt x="3762727" y="121451"/>
                </a:lnTo>
                <a:lnTo>
                  <a:pt x="3762727" y="4338746"/>
                </a:lnTo>
                <a:lnTo>
                  <a:pt x="3753185" y="4386011"/>
                </a:lnTo>
                <a:cubicBezTo>
                  <a:pt x="3734745" y="4429607"/>
                  <a:pt x="3691577" y="4460197"/>
                  <a:pt x="3641264" y="4460197"/>
                </a:cubicBezTo>
                <a:lnTo>
                  <a:pt x="121309" y="4460197"/>
                </a:lnTo>
                <a:cubicBezTo>
                  <a:pt x="70996" y="4460197"/>
                  <a:pt x="27828" y="4429607"/>
                  <a:pt x="9389" y="4386011"/>
                </a:cubicBezTo>
                <a:lnTo>
                  <a:pt x="0" y="4339509"/>
                </a:lnTo>
                <a:lnTo>
                  <a:pt x="0" y="120688"/>
                </a:lnTo>
                <a:lnTo>
                  <a:pt x="9389" y="74186"/>
                </a:lnTo>
                <a:cubicBezTo>
                  <a:pt x="27828" y="30590"/>
                  <a:pt x="70996" y="0"/>
                  <a:pt x="121309" y="0"/>
                </a:cubicBezTo>
                <a:close/>
              </a:path>
            </a:pathLst>
          </a:custGeom>
          <a:noFill/>
        </p:spPr>
        <p:txBody>
          <a:bodyPr wrap="square">
            <a:noAutofit/>
          </a:bodyPr>
          <a:lstStyle>
            <a:lvl1pPr marL="0" indent="0">
              <a:buNone/>
              <a:defRPr b="0" i="0">
                <a:solidFill>
                  <a:schemeClr val="bg1"/>
                </a:solidFill>
                <a:latin typeface="Arial" panose="020B0604020202020204" pitchFamily="34" charset="0"/>
              </a:defRPr>
            </a:lvl1pPr>
          </a:lstStyle>
          <a:p>
            <a:r>
              <a:rPr lang="en-US"/>
              <a:t>Insert</a:t>
            </a:r>
          </a:p>
        </p:txBody>
      </p:sp>
      <p:sp>
        <p:nvSpPr>
          <p:cNvPr id="2" name="Freeform 1">
            <a:extLst>
              <a:ext uri="{FF2B5EF4-FFF2-40B4-BE49-F238E27FC236}">
                <a16:creationId xmlns:a16="http://schemas.microsoft.com/office/drawing/2014/main" id="{FD97DEC8-9E92-3B7C-A96B-44CF3F82FC95}"/>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BFD8773B-7DDB-E8C8-D229-4BEFD35DB1A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10" name="Text Placeholder 22">
            <a:extLst>
              <a:ext uri="{FF2B5EF4-FFF2-40B4-BE49-F238E27FC236}">
                <a16:creationId xmlns:a16="http://schemas.microsoft.com/office/drawing/2014/main" id="{E9DAFCFB-C987-7AF9-1534-DCB1A45CB52F}"/>
              </a:ext>
            </a:extLst>
          </p:cNvPr>
          <p:cNvSpPr>
            <a:spLocks noGrp="1"/>
          </p:cNvSpPr>
          <p:nvPr>
            <p:ph type="body" sz="quarter" idx="30" hasCustomPrompt="1"/>
          </p:nvPr>
        </p:nvSpPr>
        <p:spPr>
          <a:xfrm>
            <a:off x="834868" y="1011560"/>
            <a:ext cx="3625850" cy="582613"/>
          </a:xfrm>
          <a:prstGeom prst="rect">
            <a:avLst/>
          </a:prstGeom>
        </p:spPr>
        <p:txBody>
          <a:bodyPr lIns="0" anchor="ctr"/>
          <a:lstStyle>
            <a:lvl1pPr marL="0" indent="0">
              <a:buNone/>
              <a:defRPr>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1" name="Text Placeholder 22">
            <a:extLst>
              <a:ext uri="{FF2B5EF4-FFF2-40B4-BE49-F238E27FC236}">
                <a16:creationId xmlns:a16="http://schemas.microsoft.com/office/drawing/2014/main" id="{37A4FE42-E6CD-5ECA-C120-809298261D52}"/>
              </a:ext>
            </a:extLst>
          </p:cNvPr>
          <p:cNvSpPr>
            <a:spLocks noGrp="1"/>
          </p:cNvSpPr>
          <p:nvPr>
            <p:ph type="body" sz="quarter" idx="31" hasCustomPrompt="1"/>
          </p:nvPr>
        </p:nvSpPr>
        <p:spPr>
          <a:xfrm>
            <a:off x="834868" y="2009390"/>
            <a:ext cx="3625850" cy="582613"/>
          </a:xfrm>
          <a:prstGeom prst="rect">
            <a:avLst/>
          </a:prstGeom>
        </p:spPr>
        <p:txBody>
          <a:bodyPr lIns="0" anchor="ctr"/>
          <a:lstStyle>
            <a:lvl1pPr marL="0" indent="0">
              <a:buNone/>
              <a:defRPr>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A35B3D84-35CB-8A61-3BC8-1F19D7E7A661}"/>
              </a:ext>
            </a:extLst>
          </p:cNvPr>
          <p:cNvSpPr>
            <a:spLocks noGrp="1"/>
          </p:cNvSpPr>
          <p:nvPr>
            <p:ph type="body" sz="quarter" idx="32" hasCustomPrompt="1"/>
          </p:nvPr>
        </p:nvSpPr>
        <p:spPr>
          <a:xfrm>
            <a:off x="834868" y="3001714"/>
            <a:ext cx="3625850" cy="582613"/>
          </a:xfrm>
          <a:prstGeom prst="rect">
            <a:avLst/>
          </a:prstGeom>
        </p:spPr>
        <p:txBody>
          <a:bodyPr lIns="0" anchor="ctr"/>
          <a:lstStyle>
            <a:lvl1pPr marL="0" indent="0">
              <a:buNone/>
              <a:defRPr>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D63D7DD6-5C0C-DABA-EF52-FDB348571F01}"/>
              </a:ext>
            </a:extLst>
          </p:cNvPr>
          <p:cNvSpPr>
            <a:spLocks noGrp="1"/>
          </p:cNvSpPr>
          <p:nvPr>
            <p:ph type="body" sz="quarter" idx="33" hasCustomPrompt="1"/>
          </p:nvPr>
        </p:nvSpPr>
        <p:spPr>
          <a:xfrm>
            <a:off x="834868" y="4003238"/>
            <a:ext cx="3625850" cy="582613"/>
          </a:xfrm>
          <a:prstGeom prst="rect">
            <a:avLst/>
          </a:prstGeom>
        </p:spPr>
        <p:txBody>
          <a:bodyPr lIns="0" anchor="ctr"/>
          <a:lstStyle>
            <a:lvl1pPr marL="0" indent="0">
              <a:buNone/>
              <a:defRPr>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Tree>
    <p:extLst>
      <p:ext uri="{BB962C8B-B14F-4D97-AF65-F5344CB8AC3E}">
        <p14:creationId xmlns:p14="http://schemas.microsoft.com/office/powerpoint/2010/main" val="257627628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6 Agenda Items - Light 1">
    <p:bg>
      <p:bgPr>
        <a:solidFill>
          <a:schemeClr val="bg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75A46AD-7416-5205-698E-CB6F474A70A0}"/>
              </a:ext>
            </a:extLst>
          </p:cNvPr>
          <p:cNvSpPr txBox="1"/>
          <p:nvPr userDrawn="1"/>
        </p:nvSpPr>
        <p:spPr>
          <a:xfrm>
            <a:off x="4397482" y="10620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tx2"/>
                </a:solidFill>
                <a:latin typeface="Arial" panose="020B0604020202020204" pitchFamily="34" charset="0"/>
                <a:ea typeface="Inter Medium" panose="02000503000000020004" pitchFamily="2" charset="0"/>
                <a:cs typeface="Arial" panose="020B0604020202020204" pitchFamily="34" charset="0"/>
              </a:rPr>
              <a:t>4</a:t>
            </a:r>
          </a:p>
        </p:txBody>
      </p:sp>
      <p:sp>
        <p:nvSpPr>
          <p:cNvPr id="31" name="TextBox 30">
            <a:extLst>
              <a:ext uri="{FF2B5EF4-FFF2-40B4-BE49-F238E27FC236}">
                <a16:creationId xmlns:a16="http://schemas.microsoft.com/office/drawing/2014/main" id="{23AFE801-9F0F-3A3E-105A-9B8FDC3C32E5}"/>
              </a:ext>
            </a:extLst>
          </p:cNvPr>
          <p:cNvSpPr txBox="1"/>
          <p:nvPr userDrawn="1"/>
        </p:nvSpPr>
        <p:spPr>
          <a:xfrm>
            <a:off x="319258" y="10620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tx2"/>
                </a:solidFill>
                <a:latin typeface="Arial" panose="020B0604020202020204" pitchFamily="34" charset="0"/>
                <a:ea typeface="Inter Medium" panose="02000503000000020004" pitchFamily="2" charset="0"/>
                <a:cs typeface="Arial" panose="020B0604020202020204" pitchFamily="34" charset="0"/>
              </a:rPr>
              <a:t>1</a:t>
            </a:r>
          </a:p>
        </p:txBody>
      </p:sp>
      <p:sp>
        <p:nvSpPr>
          <p:cNvPr id="33" name="TextBox 32">
            <a:extLst>
              <a:ext uri="{FF2B5EF4-FFF2-40B4-BE49-F238E27FC236}">
                <a16:creationId xmlns:a16="http://schemas.microsoft.com/office/drawing/2014/main" id="{F168FBC5-86E2-449F-CFAA-00AA0E34695F}"/>
              </a:ext>
            </a:extLst>
          </p:cNvPr>
          <p:cNvSpPr txBox="1"/>
          <p:nvPr userDrawn="1"/>
        </p:nvSpPr>
        <p:spPr>
          <a:xfrm>
            <a:off x="328402" y="3823544"/>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tx2"/>
                </a:solidFill>
                <a:latin typeface="Arial" panose="020B0604020202020204" pitchFamily="34" charset="0"/>
                <a:ea typeface="Inter Medium" panose="02000503000000020004" pitchFamily="2" charset="0"/>
                <a:cs typeface="Arial" panose="020B0604020202020204" pitchFamily="34" charset="0"/>
              </a:rPr>
              <a:t>3</a:t>
            </a:r>
          </a:p>
        </p:txBody>
      </p:sp>
      <p:sp>
        <p:nvSpPr>
          <p:cNvPr id="32" name="TextBox 31">
            <a:extLst>
              <a:ext uri="{FF2B5EF4-FFF2-40B4-BE49-F238E27FC236}">
                <a16:creationId xmlns:a16="http://schemas.microsoft.com/office/drawing/2014/main" id="{BE1A39A9-FF72-7CCB-90B5-A9AC6F8976DB}"/>
              </a:ext>
            </a:extLst>
          </p:cNvPr>
          <p:cNvSpPr txBox="1"/>
          <p:nvPr userDrawn="1"/>
        </p:nvSpPr>
        <p:spPr>
          <a:xfrm>
            <a:off x="319258" y="24336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tx2"/>
                </a:solidFill>
                <a:latin typeface="Arial" panose="020B0604020202020204" pitchFamily="34" charset="0"/>
                <a:ea typeface="Inter Medium" panose="02000503000000020004" pitchFamily="2" charset="0"/>
                <a:cs typeface="Arial" panose="020B0604020202020204" pitchFamily="34" charset="0"/>
              </a:rPr>
              <a:t>2</a:t>
            </a:r>
          </a:p>
        </p:txBody>
      </p:sp>
      <p:grpSp>
        <p:nvGrpSpPr>
          <p:cNvPr id="3" name="Group 2">
            <a:extLst>
              <a:ext uri="{FF2B5EF4-FFF2-40B4-BE49-F238E27FC236}">
                <a16:creationId xmlns:a16="http://schemas.microsoft.com/office/drawing/2014/main" id="{B62E2222-0382-4C45-3127-91710BF2A1AD}"/>
              </a:ext>
            </a:extLst>
          </p:cNvPr>
          <p:cNvGrpSpPr/>
          <p:nvPr userDrawn="1"/>
        </p:nvGrpSpPr>
        <p:grpSpPr>
          <a:xfrm>
            <a:off x="419100" y="2081359"/>
            <a:ext cx="7815189" cy="0"/>
            <a:chOff x="419100" y="1927655"/>
            <a:chExt cx="7815189" cy="0"/>
          </a:xfrm>
        </p:grpSpPr>
        <p:cxnSp>
          <p:nvCxnSpPr>
            <p:cNvPr id="4" name="Straight Connector 3">
              <a:extLst>
                <a:ext uri="{FF2B5EF4-FFF2-40B4-BE49-F238E27FC236}">
                  <a16:creationId xmlns:a16="http://schemas.microsoft.com/office/drawing/2014/main" id="{CF100449-F2C3-1CD2-B3D1-40DCD43AA63D}"/>
                </a:ext>
              </a:extLst>
            </p:cNvPr>
            <p:cNvCxnSpPr>
              <a:cxnSpLocks/>
            </p:cNvCxnSpPr>
            <p:nvPr/>
          </p:nvCxnSpPr>
          <p:spPr>
            <a:xfrm>
              <a:off x="41910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EE35DC34-BE84-0E90-11C8-9BB5FC64D3AF}"/>
                </a:ext>
              </a:extLst>
            </p:cNvPr>
            <p:cNvCxnSpPr>
              <a:cxnSpLocks/>
            </p:cNvCxnSpPr>
            <p:nvPr/>
          </p:nvCxnSpPr>
          <p:spPr>
            <a:xfrm>
              <a:off x="450342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6" name="Group 5">
            <a:extLst>
              <a:ext uri="{FF2B5EF4-FFF2-40B4-BE49-F238E27FC236}">
                <a16:creationId xmlns:a16="http://schemas.microsoft.com/office/drawing/2014/main" id="{F190D53C-DA25-377F-7B49-ACAFE95F8EF1}"/>
              </a:ext>
            </a:extLst>
          </p:cNvPr>
          <p:cNvGrpSpPr/>
          <p:nvPr userDrawn="1"/>
        </p:nvGrpSpPr>
        <p:grpSpPr>
          <a:xfrm>
            <a:off x="408940" y="3456465"/>
            <a:ext cx="7815189" cy="0"/>
            <a:chOff x="408940" y="3228135"/>
            <a:chExt cx="7815189" cy="0"/>
          </a:xfrm>
        </p:grpSpPr>
        <p:cxnSp>
          <p:nvCxnSpPr>
            <p:cNvPr id="7" name="Straight Connector 6">
              <a:extLst>
                <a:ext uri="{FF2B5EF4-FFF2-40B4-BE49-F238E27FC236}">
                  <a16:creationId xmlns:a16="http://schemas.microsoft.com/office/drawing/2014/main" id="{35786D26-C599-5D84-03CE-086A2B83E6E0}"/>
                </a:ext>
              </a:extLst>
            </p:cNvPr>
            <p:cNvCxnSpPr>
              <a:cxnSpLocks/>
            </p:cNvCxnSpPr>
            <p:nvPr/>
          </p:nvCxnSpPr>
          <p:spPr>
            <a:xfrm>
              <a:off x="40894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550E0A26-C25E-5E77-24BC-193D018061FC}"/>
                </a:ext>
              </a:extLst>
            </p:cNvPr>
            <p:cNvCxnSpPr>
              <a:cxnSpLocks/>
            </p:cNvCxnSpPr>
            <p:nvPr/>
          </p:nvCxnSpPr>
          <p:spPr>
            <a:xfrm>
              <a:off x="449326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7" name="Title 1">
            <a:extLst>
              <a:ext uri="{FF2B5EF4-FFF2-40B4-BE49-F238E27FC236}">
                <a16:creationId xmlns:a16="http://schemas.microsoft.com/office/drawing/2014/main" id="{F7B2FE44-EA79-98AE-446D-01D8A5F2B179}"/>
              </a:ext>
            </a:extLst>
          </p:cNvPr>
          <p:cNvSpPr>
            <a:spLocks noGrp="1"/>
          </p:cNvSpPr>
          <p:nvPr>
            <p:ph type="title" hasCustomPrompt="1"/>
          </p:nvPr>
        </p:nvSpPr>
        <p:spPr>
          <a:xfrm>
            <a:off x="419101" y="294640"/>
            <a:ext cx="7805028"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3" name="TextBox 42">
            <a:extLst>
              <a:ext uri="{FF2B5EF4-FFF2-40B4-BE49-F238E27FC236}">
                <a16:creationId xmlns:a16="http://schemas.microsoft.com/office/drawing/2014/main" id="{B04441BC-6567-AA63-3675-B1D57B2787A1}"/>
              </a:ext>
            </a:extLst>
          </p:cNvPr>
          <p:cNvSpPr txBox="1"/>
          <p:nvPr userDrawn="1"/>
        </p:nvSpPr>
        <p:spPr>
          <a:xfrm>
            <a:off x="4406626" y="3823544"/>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tx2"/>
                </a:solidFill>
                <a:latin typeface="Arial" panose="020B0604020202020204" pitchFamily="34" charset="0"/>
                <a:ea typeface="Inter Medium" panose="02000503000000020004" pitchFamily="2" charset="0"/>
                <a:cs typeface="Arial" panose="020B0604020202020204" pitchFamily="34" charset="0"/>
              </a:rPr>
              <a:t>6</a:t>
            </a:r>
          </a:p>
        </p:txBody>
      </p:sp>
      <p:sp>
        <p:nvSpPr>
          <p:cNvPr id="44" name="TextBox 43">
            <a:extLst>
              <a:ext uri="{FF2B5EF4-FFF2-40B4-BE49-F238E27FC236}">
                <a16:creationId xmlns:a16="http://schemas.microsoft.com/office/drawing/2014/main" id="{15DE2447-569F-A95E-09F9-498298FAF222}"/>
              </a:ext>
            </a:extLst>
          </p:cNvPr>
          <p:cNvSpPr txBox="1"/>
          <p:nvPr userDrawn="1"/>
        </p:nvSpPr>
        <p:spPr>
          <a:xfrm>
            <a:off x="4397482" y="24336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tx2"/>
                </a:solidFill>
                <a:latin typeface="Arial" panose="020B0604020202020204" pitchFamily="34" charset="0"/>
                <a:ea typeface="Inter Medium" panose="02000503000000020004" pitchFamily="2" charset="0"/>
                <a:cs typeface="Arial" panose="020B0604020202020204" pitchFamily="34" charset="0"/>
              </a:rPr>
              <a:t>5</a:t>
            </a:r>
          </a:p>
        </p:txBody>
      </p:sp>
      <p:sp>
        <p:nvSpPr>
          <p:cNvPr id="45" name="Freeform 44">
            <a:extLst>
              <a:ext uri="{FF2B5EF4-FFF2-40B4-BE49-F238E27FC236}">
                <a16:creationId xmlns:a16="http://schemas.microsoft.com/office/drawing/2014/main" id="{C4DA88F1-BA50-984D-BE3F-E3C7D90F3EDF}"/>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6" name="Picture 45">
            <a:extLst>
              <a:ext uri="{FF2B5EF4-FFF2-40B4-BE49-F238E27FC236}">
                <a16:creationId xmlns:a16="http://schemas.microsoft.com/office/drawing/2014/main" id="{1A545E3D-F1F5-8FF1-3526-D1397980A2D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9" name="Text Placeholder 22">
            <a:extLst>
              <a:ext uri="{FF2B5EF4-FFF2-40B4-BE49-F238E27FC236}">
                <a16:creationId xmlns:a16="http://schemas.microsoft.com/office/drawing/2014/main" id="{32CC96DD-866B-B2C3-5DEC-E56DF95F24AF}"/>
              </a:ext>
            </a:extLst>
          </p:cNvPr>
          <p:cNvSpPr>
            <a:spLocks noGrp="1"/>
          </p:cNvSpPr>
          <p:nvPr>
            <p:ph type="body" sz="quarter" idx="41" hasCustomPrompt="1"/>
          </p:nvPr>
        </p:nvSpPr>
        <p:spPr>
          <a:xfrm>
            <a:off x="4919188" y="111062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0" name="Text Placeholder 22">
            <a:extLst>
              <a:ext uri="{FF2B5EF4-FFF2-40B4-BE49-F238E27FC236}">
                <a16:creationId xmlns:a16="http://schemas.microsoft.com/office/drawing/2014/main" id="{C11C9F00-5A87-FF64-A701-53AB2107DE10}"/>
              </a:ext>
            </a:extLst>
          </p:cNvPr>
          <p:cNvSpPr>
            <a:spLocks noGrp="1"/>
          </p:cNvSpPr>
          <p:nvPr>
            <p:ph type="body" sz="quarter" idx="43" hasCustomPrompt="1"/>
          </p:nvPr>
        </p:nvSpPr>
        <p:spPr>
          <a:xfrm>
            <a:off x="4919188" y="2477606"/>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1" name="Text Placeholder 22">
            <a:extLst>
              <a:ext uri="{FF2B5EF4-FFF2-40B4-BE49-F238E27FC236}">
                <a16:creationId xmlns:a16="http://schemas.microsoft.com/office/drawing/2014/main" id="{DB409EA9-7389-A06C-FDEE-20963128ED82}"/>
              </a:ext>
            </a:extLst>
          </p:cNvPr>
          <p:cNvSpPr>
            <a:spLocks noGrp="1"/>
          </p:cNvSpPr>
          <p:nvPr>
            <p:ph type="body" sz="quarter" idx="44" hasCustomPrompt="1"/>
          </p:nvPr>
        </p:nvSpPr>
        <p:spPr>
          <a:xfrm>
            <a:off x="4919188" y="3872479"/>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2" name="Text Placeholder 22">
            <a:extLst>
              <a:ext uri="{FF2B5EF4-FFF2-40B4-BE49-F238E27FC236}">
                <a16:creationId xmlns:a16="http://schemas.microsoft.com/office/drawing/2014/main" id="{DEC1DE9F-0BEE-8322-B748-E219E2290E6E}"/>
              </a:ext>
            </a:extLst>
          </p:cNvPr>
          <p:cNvSpPr>
            <a:spLocks noGrp="1"/>
          </p:cNvSpPr>
          <p:nvPr>
            <p:ph type="body" sz="quarter" idx="30" hasCustomPrompt="1"/>
          </p:nvPr>
        </p:nvSpPr>
        <p:spPr>
          <a:xfrm>
            <a:off x="834868" y="111062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FA2D40B5-8D6F-FD6F-FD75-DA6AEAC4C208}"/>
              </a:ext>
            </a:extLst>
          </p:cNvPr>
          <p:cNvSpPr>
            <a:spLocks noGrp="1"/>
          </p:cNvSpPr>
          <p:nvPr>
            <p:ph type="body" sz="quarter" idx="32" hasCustomPrompt="1"/>
          </p:nvPr>
        </p:nvSpPr>
        <p:spPr>
          <a:xfrm>
            <a:off x="834868" y="2477606"/>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2F66CB6A-A802-34FA-63F3-5E68EDF5FF58}"/>
              </a:ext>
            </a:extLst>
          </p:cNvPr>
          <p:cNvSpPr>
            <a:spLocks noGrp="1"/>
          </p:cNvSpPr>
          <p:nvPr>
            <p:ph type="body" sz="quarter" idx="33" hasCustomPrompt="1"/>
          </p:nvPr>
        </p:nvSpPr>
        <p:spPr>
          <a:xfrm>
            <a:off x="834868" y="3872479"/>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Tree>
    <p:extLst>
      <p:ext uri="{BB962C8B-B14F-4D97-AF65-F5344CB8AC3E}">
        <p14:creationId xmlns:p14="http://schemas.microsoft.com/office/powerpoint/2010/main" val="37262609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6 Agenda Items - Light 2">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C0749CE2-D7E5-34F2-A7DA-1F63CDB6ADA0}"/>
              </a:ext>
            </a:extLst>
          </p:cNvPr>
          <p:cNvGrpSpPr/>
          <p:nvPr userDrawn="1"/>
        </p:nvGrpSpPr>
        <p:grpSpPr>
          <a:xfrm>
            <a:off x="419100" y="2081359"/>
            <a:ext cx="7815189" cy="0"/>
            <a:chOff x="419100" y="1927655"/>
            <a:chExt cx="7815189" cy="0"/>
          </a:xfrm>
        </p:grpSpPr>
        <p:cxnSp>
          <p:nvCxnSpPr>
            <p:cNvPr id="4" name="Straight Connector 3">
              <a:extLst>
                <a:ext uri="{FF2B5EF4-FFF2-40B4-BE49-F238E27FC236}">
                  <a16:creationId xmlns:a16="http://schemas.microsoft.com/office/drawing/2014/main" id="{2848B58F-BBB1-95D3-E908-60841EE6AFFF}"/>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79E6FFAA-5139-34E3-9D46-BDE6D312A34F}"/>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6" name="Group 5">
            <a:extLst>
              <a:ext uri="{FF2B5EF4-FFF2-40B4-BE49-F238E27FC236}">
                <a16:creationId xmlns:a16="http://schemas.microsoft.com/office/drawing/2014/main" id="{4DF3072A-8A13-B5F7-C61E-1E82E27B3DDC}"/>
              </a:ext>
            </a:extLst>
          </p:cNvPr>
          <p:cNvGrpSpPr/>
          <p:nvPr userDrawn="1"/>
        </p:nvGrpSpPr>
        <p:grpSpPr>
          <a:xfrm>
            <a:off x="408940" y="3456465"/>
            <a:ext cx="7815189" cy="0"/>
            <a:chOff x="408940" y="3228135"/>
            <a:chExt cx="7815189" cy="0"/>
          </a:xfrm>
        </p:grpSpPr>
        <p:cxnSp>
          <p:nvCxnSpPr>
            <p:cNvPr id="7" name="Straight Connector 6">
              <a:extLst>
                <a:ext uri="{FF2B5EF4-FFF2-40B4-BE49-F238E27FC236}">
                  <a16:creationId xmlns:a16="http://schemas.microsoft.com/office/drawing/2014/main" id="{490BA891-5DCF-FB05-52C8-2CBB426F3352}"/>
                </a:ext>
              </a:extLst>
            </p:cNvPr>
            <p:cNvCxnSpPr>
              <a:cxnSpLocks/>
            </p:cNvCxnSpPr>
            <p:nvPr/>
          </p:nvCxnSpPr>
          <p:spPr>
            <a:xfrm>
              <a:off x="40894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684A741D-AFF2-7FDB-90E5-82BD21A83FC2}"/>
                </a:ext>
              </a:extLst>
            </p:cNvPr>
            <p:cNvCxnSpPr>
              <a:cxnSpLocks/>
            </p:cNvCxnSpPr>
            <p:nvPr/>
          </p:nvCxnSpPr>
          <p:spPr>
            <a:xfrm>
              <a:off x="449326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7" name="Title 1">
            <a:extLst>
              <a:ext uri="{FF2B5EF4-FFF2-40B4-BE49-F238E27FC236}">
                <a16:creationId xmlns:a16="http://schemas.microsoft.com/office/drawing/2014/main" id="{EE8E1599-131C-08FD-EA30-FCFDC1EF3F61}"/>
              </a:ext>
            </a:extLst>
          </p:cNvPr>
          <p:cNvSpPr>
            <a:spLocks noGrp="1"/>
          </p:cNvSpPr>
          <p:nvPr>
            <p:ph type="title" hasCustomPrompt="1"/>
          </p:nvPr>
        </p:nvSpPr>
        <p:spPr>
          <a:xfrm>
            <a:off x="419101" y="294640"/>
            <a:ext cx="7805028"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TextBox 1">
            <a:extLst>
              <a:ext uri="{FF2B5EF4-FFF2-40B4-BE49-F238E27FC236}">
                <a16:creationId xmlns:a16="http://schemas.microsoft.com/office/drawing/2014/main" id="{8FF03DBD-30A4-7A50-2B2B-B065E87999A1}"/>
              </a:ext>
            </a:extLst>
          </p:cNvPr>
          <p:cNvSpPr txBox="1"/>
          <p:nvPr userDrawn="1"/>
        </p:nvSpPr>
        <p:spPr>
          <a:xfrm>
            <a:off x="4397482" y="10620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28" name="TextBox 27">
            <a:extLst>
              <a:ext uri="{FF2B5EF4-FFF2-40B4-BE49-F238E27FC236}">
                <a16:creationId xmlns:a16="http://schemas.microsoft.com/office/drawing/2014/main" id="{C0077665-72F4-C23D-F33B-F62CF420714B}"/>
              </a:ext>
            </a:extLst>
          </p:cNvPr>
          <p:cNvSpPr txBox="1"/>
          <p:nvPr userDrawn="1"/>
        </p:nvSpPr>
        <p:spPr>
          <a:xfrm>
            <a:off x="319258" y="10620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29" name="TextBox 28">
            <a:extLst>
              <a:ext uri="{FF2B5EF4-FFF2-40B4-BE49-F238E27FC236}">
                <a16:creationId xmlns:a16="http://schemas.microsoft.com/office/drawing/2014/main" id="{81605E2C-7A67-048A-F046-C0FD49401E40}"/>
              </a:ext>
            </a:extLst>
          </p:cNvPr>
          <p:cNvSpPr txBox="1"/>
          <p:nvPr userDrawn="1"/>
        </p:nvSpPr>
        <p:spPr>
          <a:xfrm>
            <a:off x="4406626" y="3823544"/>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30" name="TextBox 29">
            <a:extLst>
              <a:ext uri="{FF2B5EF4-FFF2-40B4-BE49-F238E27FC236}">
                <a16:creationId xmlns:a16="http://schemas.microsoft.com/office/drawing/2014/main" id="{DFAAB131-665F-17E4-AAAF-DEF0215DF19E}"/>
              </a:ext>
            </a:extLst>
          </p:cNvPr>
          <p:cNvSpPr txBox="1"/>
          <p:nvPr userDrawn="1"/>
        </p:nvSpPr>
        <p:spPr>
          <a:xfrm>
            <a:off x="328402" y="3823544"/>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31" name="TextBox 30">
            <a:extLst>
              <a:ext uri="{FF2B5EF4-FFF2-40B4-BE49-F238E27FC236}">
                <a16:creationId xmlns:a16="http://schemas.microsoft.com/office/drawing/2014/main" id="{88229598-B732-092A-DDCD-C80F044426BC}"/>
              </a:ext>
            </a:extLst>
          </p:cNvPr>
          <p:cNvSpPr txBox="1"/>
          <p:nvPr userDrawn="1"/>
        </p:nvSpPr>
        <p:spPr>
          <a:xfrm>
            <a:off x="4397482" y="24336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32" name="TextBox 31">
            <a:extLst>
              <a:ext uri="{FF2B5EF4-FFF2-40B4-BE49-F238E27FC236}">
                <a16:creationId xmlns:a16="http://schemas.microsoft.com/office/drawing/2014/main" id="{732CF887-EB7D-2F5F-67F2-81CF9C49F30D}"/>
              </a:ext>
            </a:extLst>
          </p:cNvPr>
          <p:cNvSpPr txBox="1"/>
          <p:nvPr userDrawn="1"/>
        </p:nvSpPr>
        <p:spPr>
          <a:xfrm>
            <a:off x="319258" y="24336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39" name="Freeform 38">
            <a:extLst>
              <a:ext uri="{FF2B5EF4-FFF2-40B4-BE49-F238E27FC236}">
                <a16:creationId xmlns:a16="http://schemas.microsoft.com/office/drawing/2014/main" id="{20845EDA-8A3B-1E79-5F51-0FAE197B4011}"/>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0" name="Picture 39">
            <a:extLst>
              <a:ext uri="{FF2B5EF4-FFF2-40B4-BE49-F238E27FC236}">
                <a16:creationId xmlns:a16="http://schemas.microsoft.com/office/drawing/2014/main" id="{AE881B38-0879-C51D-6D6B-5F27ADA912E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9" name="Text Placeholder 22">
            <a:extLst>
              <a:ext uri="{FF2B5EF4-FFF2-40B4-BE49-F238E27FC236}">
                <a16:creationId xmlns:a16="http://schemas.microsoft.com/office/drawing/2014/main" id="{2A9F14E8-225F-22FB-A061-D56559B931E2}"/>
              </a:ext>
            </a:extLst>
          </p:cNvPr>
          <p:cNvSpPr>
            <a:spLocks noGrp="1"/>
          </p:cNvSpPr>
          <p:nvPr>
            <p:ph type="body" sz="quarter" idx="41" hasCustomPrompt="1"/>
          </p:nvPr>
        </p:nvSpPr>
        <p:spPr>
          <a:xfrm>
            <a:off x="4919188" y="111062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1" name="Text Placeholder 22">
            <a:extLst>
              <a:ext uri="{FF2B5EF4-FFF2-40B4-BE49-F238E27FC236}">
                <a16:creationId xmlns:a16="http://schemas.microsoft.com/office/drawing/2014/main" id="{F9B8C607-DA91-056E-05B7-DCB15E64B25F}"/>
              </a:ext>
            </a:extLst>
          </p:cNvPr>
          <p:cNvSpPr>
            <a:spLocks noGrp="1"/>
          </p:cNvSpPr>
          <p:nvPr>
            <p:ph type="body" sz="quarter" idx="43" hasCustomPrompt="1"/>
          </p:nvPr>
        </p:nvSpPr>
        <p:spPr>
          <a:xfrm>
            <a:off x="4919188" y="2477606"/>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2" name="Text Placeholder 22">
            <a:extLst>
              <a:ext uri="{FF2B5EF4-FFF2-40B4-BE49-F238E27FC236}">
                <a16:creationId xmlns:a16="http://schemas.microsoft.com/office/drawing/2014/main" id="{C685EBC4-552A-5E90-448F-001232451517}"/>
              </a:ext>
            </a:extLst>
          </p:cNvPr>
          <p:cNvSpPr>
            <a:spLocks noGrp="1"/>
          </p:cNvSpPr>
          <p:nvPr>
            <p:ph type="body" sz="quarter" idx="44" hasCustomPrompt="1"/>
          </p:nvPr>
        </p:nvSpPr>
        <p:spPr>
          <a:xfrm>
            <a:off x="4919188" y="3872479"/>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5FD2E6BD-7C78-2061-5895-EBA7C73ED351}"/>
              </a:ext>
            </a:extLst>
          </p:cNvPr>
          <p:cNvSpPr>
            <a:spLocks noGrp="1"/>
          </p:cNvSpPr>
          <p:nvPr>
            <p:ph type="body" sz="quarter" idx="30" hasCustomPrompt="1"/>
          </p:nvPr>
        </p:nvSpPr>
        <p:spPr>
          <a:xfrm>
            <a:off x="834868" y="111062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4808ADF7-87CF-ECA0-D91F-913D23AA4BEF}"/>
              </a:ext>
            </a:extLst>
          </p:cNvPr>
          <p:cNvSpPr>
            <a:spLocks noGrp="1"/>
          </p:cNvSpPr>
          <p:nvPr>
            <p:ph type="body" sz="quarter" idx="32" hasCustomPrompt="1"/>
          </p:nvPr>
        </p:nvSpPr>
        <p:spPr>
          <a:xfrm>
            <a:off x="834868" y="2477606"/>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763EFF30-C9C2-540E-567B-A38ADC2A8192}"/>
              </a:ext>
            </a:extLst>
          </p:cNvPr>
          <p:cNvSpPr>
            <a:spLocks noGrp="1"/>
          </p:cNvSpPr>
          <p:nvPr>
            <p:ph type="body" sz="quarter" idx="33" hasCustomPrompt="1"/>
          </p:nvPr>
        </p:nvSpPr>
        <p:spPr>
          <a:xfrm>
            <a:off x="834868" y="3872479"/>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Tree>
    <p:extLst>
      <p:ext uri="{BB962C8B-B14F-4D97-AF65-F5344CB8AC3E}">
        <p14:creationId xmlns:p14="http://schemas.microsoft.com/office/powerpoint/2010/main" val="38390821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6 Agenda Items - Dark">
    <p:bg>
      <p:bgRef idx="1001">
        <a:schemeClr val="bg2"/>
      </p:bgRef>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DB839A62-CAAB-D019-BBEB-7B79B4AF14FC}"/>
              </a:ext>
            </a:extLst>
          </p:cNvPr>
          <p:cNvGrpSpPr/>
          <p:nvPr userDrawn="1"/>
        </p:nvGrpSpPr>
        <p:grpSpPr>
          <a:xfrm>
            <a:off x="419100" y="2081359"/>
            <a:ext cx="7815189" cy="0"/>
            <a:chOff x="419100" y="1927655"/>
            <a:chExt cx="7815189" cy="0"/>
          </a:xfrm>
        </p:grpSpPr>
        <p:cxnSp>
          <p:nvCxnSpPr>
            <p:cNvPr id="4" name="Straight Connector 3">
              <a:extLst>
                <a:ext uri="{FF2B5EF4-FFF2-40B4-BE49-F238E27FC236}">
                  <a16:creationId xmlns:a16="http://schemas.microsoft.com/office/drawing/2014/main" id="{E62D19A0-E2C9-E22E-5F79-C6434DBA818C}"/>
                </a:ext>
              </a:extLst>
            </p:cNvPr>
            <p:cNvCxnSpPr>
              <a:cxnSpLocks/>
            </p:cNvCxnSpPr>
            <p:nvPr/>
          </p:nvCxnSpPr>
          <p:spPr>
            <a:xfrm>
              <a:off x="41910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A7EC3470-3554-404A-8B5E-6371AF5CF743}"/>
                </a:ext>
              </a:extLst>
            </p:cNvPr>
            <p:cNvCxnSpPr>
              <a:cxnSpLocks/>
            </p:cNvCxnSpPr>
            <p:nvPr/>
          </p:nvCxnSpPr>
          <p:spPr>
            <a:xfrm>
              <a:off x="450342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6" name="Group 5">
            <a:extLst>
              <a:ext uri="{FF2B5EF4-FFF2-40B4-BE49-F238E27FC236}">
                <a16:creationId xmlns:a16="http://schemas.microsoft.com/office/drawing/2014/main" id="{1FDAA34A-5A02-AD2F-0FD5-9BF277E94091}"/>
              </a:ext>
            </a:extLst>
          </p:cNvPr>
          <p:cNvGrpSpPr/>
          <p:nvPr userDrawn="1"/>
        </p:nvGrpSpPr>
        <p:grpSpPr>
          <a:xfrm>
            <a:off x="408940" y="3456465"/>
            <a:ext cx="7815189" cy="0"/>
            <a:chOff x="408940" y="3228135"/>
            <a:chExt cx="7815189" cy="0"/>
          </a:xfrm>
        </p:grpSpPr>
        <p:cxnSp>
          <p:nvCxnSpPr>
            <p:cNvPr id="7" name="Straight Connector 6">
              <a:extLst>
                <a:ext uri="{FF2B5EF4-FFF2-40B4-BE49-F238E27FC236}">
                  <a16:creationId xmlns:a16="http://schemas.microsoft.com/office/drawing/2014/main" id="{351C95A0-1F1B-E1B5-4CBB-66C60806E2FD}"/>
                </a:ext>
              </a:extLst>
            </p:cNvPr>
            <p:cNvCxnSpPr>
              <a:cxnSpLocks/>
            </p:cNvCxnSpPr>
            <p:nvPr/>
          </p:nvCxnSpPr>
          <p:spPr>
            <a:xfrm>
              <a:off x="40894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94FFBF1A-8A1F-CA2C-BBD1-15959EFDB037}"/>
                </a:ext>
              </a:extLst>
            </p:cNvPr>
            <p:cNvCxnSpPr>
              <a:cxnSpLocks/>
            </p:cNvCxnSpPr>
            <p:nvPr/>
          </p:nvCxnSpPr>
          <p:spPr>
            <a:xfrm>
              <a:off x="449326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7" name="Title 1">
            <a:extLst>
              <a:ext uri="{FF2B5EF4-FFF2-40B4-BE49-F238E27FC236}">
                <a16:creationId xmlns:a16="http://schemas.microsoft.com/office/drawing/2014/main" id="{142286FE-B763-3BA9-3B7E-4AFE3F359E52}"/>
              </a:ext>
            </a:extLst>
          </p:cNvPr>
          <p:cNvSpPr>
            <a:spLocks noGrp="1"/>
          </p:cNvSpPr>
          <p:nvPr>
            <p:ph type="title" hasCustomPrompt="1"/>
          </p:nvPr>
        </p:nvSpPr>
        <p:spPr>
          <a:xfrm>
            <a:off x="419101" y="294640"/>
            <a:ext cx="7805028"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9" name="TextBox 28">
            <a:extLst>
              <a:ext uri="{FF2B5EF4-FFF2-40B4-BE49-F238E27FC236}">
                <a16:creationId xmlns:a16="http://schemas.microsoft.com/office/drawing/2014/main" id="{7CD924B8-AAE9-B309-7201-0FD7D70FC11A}"/>
              </a:ext>
            </a:extLst>
          </p:cNvPr>
          <p:cNvSpPr txBox="1"/>
          <p:nvPr userDrawn="1"/>
        </p:nvSpPr>
        <p:spPr>
          <a:xfrm>
            <a:off x="4397482" y="10620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30" name="TextBox 29">
            <a:extLst>
              <a:ext uri="{FF2B5EF4-FFF2-40B4-BE49-F238E27FC236}">
                <a16:creationId xmlns:a16="http://schemas.microsoft.com/office/drawing/2014/main" id="{750713F7-6A58-2095-CD2B-9F80C0DA2692}"/>
              </a:ext>
            </a:extLst>
          </p:cNvPr>
          <p:cNvSpPr txBox="1"/>
          <p:nvPr userDrawn="1"/>
        </p:nvSpPr>
        <p:spPr>
          <a:xfrm>
            <a:off x="319258" y="10620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31" name="TextBox 30">
            <a:extLst>
              <a:ext uri="{FF2B5EF4-FFF2-40B4-BE49-F238E27FC236}">
                <a16:creationId xmlns:a16="http://schemas.microsoft.com/office/drawing/2014/main" id="{074D2524-5B5F-0E51-38A9-582C40D36E68}"/>
              </a:ext>
            </a:extLst>
          </p:cNvPr>
          <p:cNvSpPr txBox="1"/>
          <p:nvPr userDrawn="1"/>
        </p:nvSpPr>
        <p:spPr>
          <a:xfrm>
            <a:off x="4406626" y="3823544"/>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32" name="TextBox 31">
            <a:extLst>
              <a:ext uri="{FF2B5EF4-FFF2-40B4-BE49-F238E27FC236}">
                <a16:creationId xmlns:a16="http://schemas.microsoft.com/office/drawing/2014/main" id="{2EFCC920-0B82-64F6-EF73-D936F04DC6EB}"/>
              </a:ext>
            </a:extLst>
          </p:cNvPr>
          <p:cNvSpPr txBox="1"/>
          <p:nvPr userDrawn="1"/>
        </p:nvSpPr>
        <p:spPr>
          <a:xfrm>
            <a:off x="328402" y="3823544"/>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33" name="TextBox 32">
            <a:extLst>
              <a:ext uri="{FF2B5EF4-FFF2-40B4-BE49-F238E27FC236}">
                <a16:creationId xmlns:a16="http://schemas.microsoft.com/office/drawing/2014/main" id="{B7E621E8-8CF2-D4F4-2AF6-3F5925253AD0}"/>
              </a:ext>
            </a:extLst>
          </p:cNvPr>
          <p:cNvSpPr txBox="1"/>
          <p:nvPr userDrawn="1"/>
        </p:nvSpPr>
        <p:spPr>
          <a:xfrm>
            <a:off x="4397482" y="24336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34" name="TextBox 33">
            <a:extLst>
              <a:ext uri="{FF2B5EF4-FFF2-40B4-BE49-F238E27FC236}">
                <a16:creationId xmlns:a16="http://schemas.microsoft.com/office/drawing/2014/main" id="{8C944B30-5EB8-DB1D-8904-DF1C528B17E1}"/>
              </a:ext>
            </a:extLst>
          </p:cNvPr>
          <p:cNvSpPr txBox="1"/>
          <p:nvPr userDrawn="1"/>
        </p:nvSpPr>
        <p:spPr>
          <a:xfrm>
            <a:off x="319258" y="24336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9" name="Freeform 8">
            <a:extLst>
              <a:ext uri="{FF2B5EF4-FFF2-40B4-BE49-F238E27FC236}">
                <a16:creationId xmlns:a16="http://schemas.microsoft.com/office/drawing/2014/main" id="{B6BDE085-BA1E-5EFC-F891-89BEBF7C1798}"/>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0" name="Picture 10">
            <a:extLst>
              <a:ext uri="{FF2B5EF4-FFF2-40B4-BE49-F238E27FC236}">
                <a16:creationId xmlns:a16="http://schemas.microsoft.com/office/drawing/2014/main" id="{9C17EAC2-EBAA-C576-1C21-1A0CF94D0F1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11" name="Text Placeholder 22">
            <a:extLst>
              <a:ext uri="{FF2B5EF4-FFF2-40B4-BE49-F238E27FC236}">
                <a16:creationId xmlns:a16="http://schemas.microsoft.com/office/drawing/2014/main" id="{37A1BEB9-CA47-F8D4-513A-5DD98202EE68}"/>
              </a:ext>
            </a:extLst>
          </p:cNvPr>
          <p:cNvSpPr>
            <a:spLocks noGrp="1"/>
          </p:cNvSpPr>
          <p:nvPr>
            <p:ph type="body" sz="quarter" idx="41" hasCustomPrompt="1"/>
          </p:nvPr>
        </p:nvSpPr>
        <p:spPr>
          <a:xfrm>
            <a:off x="4919188" y="111062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2" name="Text Placeholder 22">
            <a:extLst>
              <a:ext uri="{FF2B5EF4-FFF2-40B4-BE49-F238E27FC236}">
                <a16:creationId xmlns:a16="http://schemas.microsoft.com/office/drawing/2014/main" id="{AAB70E7A-2C16-56E7-22ED-949EB061A830}"/>
              </a:ext>
            </a:extLst>
          </p:cNvPr>
          <p:cNvSpPr>
            <a:spLocks noGrp="1"/>
          </p:cNvSpPr>
          <p:nvPr>
            <p:ph type="body" sz="quarter" idx="43" hasCustomPrompt="1"/>
          </p:nvPr>
        </p:nvSpPr>
        <p:spPr>
          <a:xfrm>
            <a:off x="4919188" y="2477606"/>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11E7D6E2-FC37-67F2-EA16-19A36A019A01}"/>
              </a:ext>
            </a:extLst>
          </p:cNvPr>
          <p:cNvSpPr>
            <a:spLocks noGrp="1"/>
          </p:cNvSpPr>
          <p:nvPr>
            <p:ph type="body" sz="quarter" idx="44" hasCustomPrompt="1"/>
          </p:nvPr>
        </p:nvSpPr>
        <p:spPr>
          <a:xfrm>
            <a:off x="4919188" y="3872479"/>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602D1348-C58A-7198-47DA-BDC2B2D73D94}"/>
              </a:ext>
            </a:extLst>
          </p:cNvPr>
          <p:cNvSpPr>
            <a:spLocks noGrp="1"/>
          </p:cNvSpPr>
          <p:nvPr>
            <p:ph type="body" sz="quarter" idx="30" hasCustomPrompt="1"/>
          </p:nvPr>
        </p:nvSpPr>
        <p:spPr>
          <a:xfrm>
            <a:off x="834868" y="111062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AFE5E4E9-7DFC-5911-D291-4AA7ACBE9203}"/>
              </a:ext>
            </a:extLst>
          </p:cNvPr>
          <p:cNvSpPr>
            <a:spLocks noGrp="1"/>
          </p:cNvSpPr>
          <p:nvPr>
            <p:ph type="body" sz="quarter" idx="32" hasCustomPrompt="1"/>
          </p:nvPr>
        </p:nvSpPr>
        <p:spPr>
          <a:xfrm>
            <a:off x="834868" y="2477606"/>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094DA383-CE4C-33DD-3BA6-1F0C2DBCA702}"/>
              </a:ext>
            </a:extLst>
          </p:cNvPr>
          <p:cNvSpPr>
            <a:spLocks noGrp="1"/>
          </p:cNvSpPr>
          <p:nvPr>
            <p:ph type="body" sz="quarter" idx="33" hasCustomPrompt="1"/>
          </p:nvPr>
        </p:nvSpPr>
        <p:spPr>
          <a:xfrm>
            <a:off x="834868" y="3872479"/>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Tree>
    <p:extLst>
      <p:ext uri="{BB962C8B-B14F-4D97-AF65-F5344CB8AC3E}">
        <p14:creationId xmlns:p14="http://schemas.microsoft.com/office/powerpoint/2010/main" val="363404161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8 Agenda items - Light 1">
    <p:bg>
      <p:bgPr>
        <a:solidFill>
          <a:schemeClr val="bg2"/>
        </a:solidFill>
        <a:effectLst/>
      </p:bgPr>
    </p:bg>
    <p:spTree>
      <p:nvGrpSpPr>
        <p:cNvPr id="1" name=""/>
        <p:cNvGrpSpPr/>
        <p:nvPr/>
      </p:nvGrpSpPr>
      <p:grpSpPr>
        <a:xfrm>
          <a:off x="0" y="0"/>
          <a:ext cx="0" cy="0"/>
          <a:chOff x="0" y="0"/>
          <a:chExt cx="0" cy="0"/>
        </a:xfrm>
      </p:grpSpPr>
      <p:sp>
        <p:nvSpPr>
          <p:cNvPr id="17" name="Text Placeholder 22">
            <a:extLst>
              <a:ext uri="{FF2B5EF4-FFF2-40B4-BE49-F238E27FC236}">
                <a16:creationId xmlns:a16="http://schemas.microsoft.com/office/drawing/2014/main" id="{DBE29427-1377-4C02-097C-CC69C7E53C16}"/>
              </a:ext>
            </a:extLst>
          </p:cNvPr>
          <p:cNvSpPr>
            <a:spLocks noGrp="1"/>
          </p:cNvSpPr>
          <p:nvPr>
            <p:ph type="body" sz="quarter" idx="41" hasCustomPrompt="1"/>
          </p:nvPr>
        </p:nvSpPr>
        <p:spPr>
          <a:xfrm>
            <a:off x="4919188" y="111062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8" name="Text Placeholder 22">
            <a:extLst>
              <a:ext uri="{FF2B5EF4-FFF2-40B4-BE49-F238E27FC236}">
                <a16:creationId xmlns:a16="http://schemas.microsoft.com/office/drawing/2014/main" id="{74F02638-DF88-D3F5-ABA1-4016DC3EE985}"/>
              </a:ext>
            </a:extLst>
          </p:cNvPr>
          <p:cNvSpPr>
            <a:spLocks noGrp="1"/>
          </p:cNvSpPr>
          <p:nvPr>
            <p:ph type="body" sz="quarter" idx="42" hasCustomPrompt="1"/>
          </p:nvPr>
        </p:nvSpPr>
        <p:spPr>
          <a:xfrm>
            <a:off x="4919188" y="210845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9" name="Text Placeholder 22">
            <a:extLst>
              <a:ext uri="{FF2B5EF4-FFF2-40B4-BE49-F238E27FC236}">
                <a16:creationId xmlns:a16="http://schemas.microsoft.com/office/drawing/2014/main" id="{F9D14A20-4E50-D931-BFCA-2EFDB0EF23D2}"/>
              </a:ext>
            </a:extLst>
          </p:cNvPr>
          <p:cNvSpPr>
            <a:spLocks noGrp="1"/>
          </p:cNvSpPr>
          <p:nvPr>
            <p:ph type="body" sz="quarter" idx="43" hasCustomPrompt="1"/>
          </p:nvPr>
        </p:nvSpPr>
        <p:spPr>
          <a:xfrm>
            <a:off x="4919188" y="3100774"/>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20" name="Text Placeholder 22">
            <a:extLst>
              <a:ext uri="{FF2B5EF4-FFF2-40B4-BE49-F238E27FC236}">
                <a16:creationId xmlns:a16="http://schemas.microsoft.com/office/drawing/2014/main" id="{E9E28F06-871E-2BA1-ABA6-6FB0D24CD4C7}"/>
              </a:ext>
            </a:extLst>
          </p:cNvPr>
          <p:cNvSpPr>
            <a:spLocks noGrp="1"/>
          </p:cNvSpPr>
          <p:nvPr>
            <p:ph type="body" sz="quarter" idx="44" hasCustomPrompt="1"/>
          </p:nvPr>
        </p:nvSpPr>
        <p:spPr>
          <a:xfrm>
            <a:off x="4919188" y="4102298"/>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3" name="Title 1">
            <a:extLst>
              <a:ext uri="{FF2B5EF4-FFF2-40B4-BE49-F238E27FC236}">
                <a16:creationId xmlns:a16="http://schemas.microsoft.com/office/drawing/2014/main" id="{9279EA25-1FEB-1817-BFF5-DB7B70AB8202}"/>
              </a:ext>
            </a:extLst>
          </p:cNvPr>
          <p:cNvSpPr>
            <a:spLocks noGrp="1"/>
          </p:cNvSpPr>
          <p:nvPr>
            <p:ph type="title" hasCustomPrompt="1"/>
          </p:nvPr>
        </p:nvSpPr>
        <p:spPr>
          <a:xfrm>
            <a:off x="419101" y="294640"/>
            <a:ext cx="7805028"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4" name="Group 3">
            <a:extLst>
              <a:ext uri="{FF2B5EF4-FFF2-40B4-BE49-F238E27FC236}">
                <a16:creationId xmlns:a16="http://schemas.microsoft.com/office/drawing/2014/main" id="{EE3CF05F-201E-91C7-6F6A-DA7DA9F11795}"/>
              </a:ext>
            </a:extLst>
          </p:cNvPr>
          <p:cNvGrpSpPr/>
          <p:nvPr userDrawn="1"/>
        </p:nvGrpSpPr>
        <p:grpSpPr>
          <a:xfrm>
            <a:off x="419100" y="1896918"/>
            <a:ext cx="7815189" cy="0"/>
            <a:chOff x="419100" y="1927655"/>
            <a:chExt cx="7815189" cy="0"/>
          </a:xfrm>
        </p:grpSpPr>
        <p:cxnSp>
          <p:nvCxnSpPr>
            <p:cNvPr id="5" name="Straight Connector 4">
              <a:extLst>
                <a:ext uri="{FF2B5EF4-FFF2-40B4-BE49-F238E27FC236}">
                  <a16:creationId xmlns:a16="http://schemas.microsoft.com/office/drawing/2014/main" id="{6B9C8F85-F72E-4444-0F95-366B820ECC58}"/>
                </a:ext>
              </a:extLst>
            </p:cNvPr>
            <p:cNvCxnSpPr>
              <a:cxnSpLocks/>
            </p:cNvCxnSpPr>
            <p:nvPr/>
          </p:nvCxnSpPr>
          <p:spPr>
            <a:xfrm>
              <a:off x="41910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E93B9FE3-0019-2F2F-7FF5-6D9E1C221FD9}"/>
                </a:ext>
              </a:extLst>
            </p:cNvPr>
            <p:cNvCxnSpPr>
              <a:cxnSpLocks/>
            </p:cNvCxnSpPr>
            <p:nvPr/>
          </p:nvCxnSpPr>
          <p:spPr>
            <a:xfrm>
              <a:off x="450342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7" name="Group 6">
            <a:extLst>
              <a:ext uri="{FF2B5EF4-FFF2-40B4-BE49-F238E27FC236}">
                <a16:creationId xmlns:a16="http://schemas.microsoft.com/office/drawing/2014/main" id="{173344B3-27D4-555E-D791-0061EE298745}"/>
              </a:ext>
            </a:extLst>
          </p:cNvPr>
          <p:cNvGrpSpPr/>
          <p:nvPr userDrawn="1"/>
        </p:nvGrpSpPr>
        <p:grpSpPr>
          <a:xfrm>
            <a:off x="408940" y="2903142"/>
            <a:ext cx="7815189" cy="0"/>
            <a:chOff x="408940" y="3228135"/>
            <a:chExt cx="7815189" cy="0"/>
          </a:xfrm>
        </p:grpSpPr>
        <p:cxnSp>
          <p:nvCxnSpPr>
            <p:cNvPr id="8" name="Straight Connector 7">
              <a:extLst>
                <a:ext uri="{FF2B5EF4-FFF2-40B4-BE49-F238E27FC236}">
                  <a16:creationId xmlns:a16="http://schemas.microsoft.com/office/drawing/2014/main" id="{C770E951-71C5-E682-417C-C46B464929AA}"/>
                </a:ext>
              </a:extLst>
            </p:cNvPr>
            <p:cNvCxnSpPr>
              <a:cxnSpLocks/>
            </p:cNvCxnSpPr>
            <p:nvPr/>
          </p:nvCxnSpPr>
          <p:spPr>
            <a:xfrm>
              <a:off x="40894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9990A94A-F61C-D8E9-2DB9-AA24633F6F9E}"/>
                </a:ext>
              </a:extLst>
            </p:cNvPr>
            <p:cNvCxnSpPr>
              <a:cxnSpLocks/>
            </p:cNvCxnSpPr>
            <p:nvPr/>
          </p:nvCxnSpPr>
          <p:spPr>
            <a:xfrm>
              <a:off x="449326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10" name="Group 9">
            <a:extLst>
              <a:ext uri="{FF2B5EF4-FFF2-40B4-BE49-F238E27FC236}">
                <a16:creationId xmlns:a16="http://schemas.microsoft.com/office/drawing/2014/main" id="{EEBF373A-C70B-2EBA-1994-441BF65477D5}"/>
              </a:ext>
            </a:extLst>
          </p:cNvPr>
          <p:cNvGrpSpPr/>
          <p:nvPr userDrawn="1"/>
        </p:nvGrpSpPr>
        <p:grpSpPr>
          <a:xfrm>
            <a:off x="408940" y="3909366"/>
            <a:ext cx="7815189" cy="0"/>
            <a:chOff x="408940" y="3228135"/>
            <a:chExt cx="7815189" cy="0"/>
          </a:xfrm>
        </p:grpSpPr>
        <p:cxnSp>
          <p:nvCxnSpPr>
            <p:cNvPr id="11" name="Straight Connector 10">
              <a:extLst>
                <a:ext uri="{FF2B5EF4-FFF2-40B4-BE49-F238E27FC236}">
                  <a16:creationId xmlns:a16="http://schemas.microsoft.com/office/drawing/2014/main" id="{680B7B18-9E43-4ECC-D406-5CC3955686A5}"/>
                </a:ext>
              </a:extLst>
            </p:cNvPr>
            <p:cNvCxnSpPr>
              <a:cxnSpLocks/>
            </p:cNvCxnSpPr>
            <p:nvPr/>
          </p:nvCxnSpPr>
          <p:spPr>
            <a:xfrm>
              <a:off x="40894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FD643B9D-B664-0A70-9374-196D546B5D18}"/>
                </a:ext>
              </a:extLst>
            </p:cNvPr>
            <p:cNvCxnSpPr>
              <a:cxnSpLocks/>
            </p:cNvCxnSpPr>
            <p:nvPr/>
          </p:nvCxnSpPr>
          <p:spPr>
            <a:xfrm>
              <a:off x="449326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 name="TextBox 1">
            <a:extLst>
              <a:ext uri="{FF2B5EF4-FFF2-40B4-BE49-F238E27FC236}">
                <a16:creationId xmlns:a16="http://schemas.microsoft.com/office/drawing/2014/main" id="{EC8A32C3-E638-D314-196F-5F0594711750}"/>
              </a:ext>
            </a:extLst>
          </p:cNvPr>
          <p:cNvSpPr txBox="1"/>
          <p:nvPr userDrawn="1"/>
        </p:nvSpPr>
        <p:spPr>
          <a:xfrm>
            <a:off x="4397482" y="10620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tx2"/>
                </a:solidFill>
                <a:latin typeface="Arial" panose="020B0604020202020204" pitchFamily="34" charset="0"/>
                <a:ea typeface="Inter Medium" panose="02000503000000020004" pitchFamily="2" charset="0"/>
                <a:cs typeface="Arial" panose="020B0604020202020204" pitchFamily="34" charset="0"/>
              </a:rPr>
              <a:t>5</a:t>
            </a:r>
          </a:p>
        </p:txBody>
      </p:sp>
      <p:sp>
        <p:nvSpPr>
          <p:cNvPr id="37" name="TextBox 36">
            <a:extLst>
              <a:ext uri="{FF2B5EF4-FFF2-40B4-BE49-F238E27FC236}">
                <a16:creationId xmlns:a16="http://schemas.microsoft.com/office/drawing/2014/main" id="{00F43B18-ACBE-3207-A9EA-F22E23F00F9F}"/>
              </a:ext>
            </a:extLst>
          </p:cNvPr>
          <p:cNvSpPr txBox="1"/>
          <p:nvPr userDrawn="1"/>
        </p:nvSpPr>
        <p:spPr>
          <a:xfrm>
            <a:off x="4397482" y="206789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tx2"/>
                </a:solidFill>
                <a:latin typeface="Arial" panose="020B0604020202020204" pitchFamily="34" charset="0"/>
                <a:ea typeface="Inter Medium" panose="02000503000000020004" pitchFamily="2" charset="0"/>
                <a:cs typeface="Arial" panose="020B0604020202020204" pitchFamily="34" charset="0"/>
              </a:rPr>
              <a:t>6</a:t>
            </a:r>
          </a:p>
        </p:txBody>
      </p:sp>
      <p:sp>
        <p:nvSpPr>
          <p:cNvPr id="38" name="TextBox 37">
            <a:extLst>
              <a:ext uri="{FF2B5EF4-FFF2-40B4-BE49-F238E27FC236}">
                <a16:creationId xmlns:a16="http://schemas.microsoft.com/office/drawing/2014/main" id="{CEAB26F6-1225-2DEB-4759-BC4FF3211417}"/>
              </a:ext>
            </a:extLst>
          </p:cNvPr>
          <p:cNvSpPr txBox="1"/>
          <p:nvPr userDrawn="1"/>
        </p:nvSpPr>
        <p:spPr>
          <a:xfrm>
            <a:off x="4406626" y="3064592"/>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tx2"/>
                </a:solidFill>
                <a:latin typeface="Arial" panose="020B0604020202020204" pitchFamily="34" charset="0"/>
                <a:ea typeface="Inter Medium" panose="02000503000000020004" pitchFamily="2" charset="0"/>
                <a:cs typeface="Arial" panose="020B0604020202020204" pitchFamily="34" charset="0"/>
              </a:rPr>
              <a:t>7</a:t>
            </a:r>
          </a:p>
        </p:txBody>
      </p:sp>
      <p:sp>
        <p:nvSpPr>
          <p:cNvPr id="39" name="TextBox 38">
            <a:extLst>
              <a:ext uri="{FF2B5EF4-FFF2-40B4-BE49-F238E27FC236}">
                <a16:creationId xmlns:a16="http://schemas.microsoft.com/office/drawing/2014/main" id="{98C0531D-4519-76FB-3C11-B0E380F4027E}"/>
              </a:ext>
            </a:extLst>
          </p:cNvPr>
          <p:cNvSpPr txBox="1"/>
          <p:nvPr userDrawn="1"/>
        </p:nvSpPr>
        <p:spPr>
          <a:xfrm>
            <a:off x="4406626" y="4070432"/>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tx2"/>
                </a:solidFill>
                <a:latin typeface="Arial" panose="020B0604020202020204" pitchFamily="34" charset="0"/>
                <a:ea typeface="Inter Medium" panose="02000503000000020004" pitchFamily="2" charset="0"/>
                <a:cs typeface="Arial" panose="020B0604020202020204" pitchFamily="34" charset="0"/>
              </a:rPr>
              <a:t>8</a:t>
            </a:r>
          </a:p>
        </p:txBody>
      </p:sp>
      <p:sp>
        <p:nvSpPr>
          <p:cNvPr id="40" name="TextBox 39">
            <a:extLst>
              <a:ext uri="{FF2B5EF4-FFF2-40B4-BE49-F238E27FC236}">
                <a16:creationId xmlns:a16="http://schemas.microsoft.com/office/drawing/2014/main" id="{B59226A5-77C6-DA55-21C8-44812BBD5922}"/>
              </a:ext>
            </a:extLst>
          </p:cNvPr>
          <p:cNvSpPr txBox="1"/>
          <p:nvPr userDrawn="1"/>
        </p:nvSpPr>
        <p:spPr>
          <a:xfrm>
            <a:off x="319258" y="10620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tx2"/>
                </a:solidFill>
                <a:latin typeface="Arial" panose="020B0604020202020204" pitchFamily="34" charset="0"/>
                <a:ea typeface="Inter Medium" panose="02000503000000020004" pitchFamily="2" charset="0"/>
                <a:cs typeface="Arial" panose="020B0604020202020204" pitchFamily="34" charset="0"/>
              </a:rPr>
              <a:t>1</a:t>
            </a:r>
          </a:p>
        </p:txBody>
      </p:sp>
      <p:sp>
        <p:nvSpPr>
          <p:cNvPr id="41" name="TextBox 40">
            <a:extLst>
              <a:ext uri="{FF2B5EF4-FFF2-40B4-BE49-F238E27FC236}">
                <a16:creationId xmlns:a16="http://schemas.microsoft.com/office/drawing/2014/main" id="{23D4DB7D-4C51-85B5-2CE4-7C9161C72F77}"/>
              </a:ext>
            </a:extLst>
          </p:cNvPr>
          <p:cNvSpPr txBox="1"/>
          <p:nvPr userDrawn="1"/>
        </p:nvSpPr>
        <p:spPr>
          <a:xfrm>
            <a:off x="319258" y="206789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tx2"/>
                </a:solidFill>
                <a:latin typeface="Arial" panose="020B0604020202020204" pitchFamily="34" charset="0"/>
                <a:ea typeface="Inter Medium" panose="02000503000000020004" pitchFamily="2" charset="0"/>
                <a:cs typeface="Arial" panose="020B0604020202020204" pitchFamily="34" charset="0"/>
              </a:rPr>
              <a:t>2</a:t>
            </a:r>
          </a:p>
        </p:txBody>
      </p:sp>
      <p:sp>
        <p:nvSpPr>
          <p:cNvPr id="42" name="TextBox 41">
            <a:extLst>
              <a:ext uri="{FF2B5EF4-FFF2-40B4-BE49-F238E27FC236}">
                <a16:creationId xmlns:a16="http://schemas.microsoft.com/office/drawing/2014/main" id="{015F2926-1FA6-CD41-EFAC-B7E1DB6FA548}"/>
              </a:ext>
            </a:extLst>
          </p:cNvPr>
          <p:cNvSpPr txBox="1"/>
          <p:nvPr userDrawn="1"/>
        </p:nvSpPr>
        <p:spPr>
          <a:xfrm>
            <a:off x="328402" y="3064592"/>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tx2"/>
                </a:solidFill>
                <a:latin typeface="Arial" panose="020B0604020202020204" pitchFamily="34" charset="0"/>
                <a:ea typeface="Inter Medium" panose="02000503000000020004" pitchFamily="2" charset="0"/>
                <a:cs typeface="Arial" panose="020B0604020202020204" pitchFamily="34" charset="0"/>
              </a:rPr>
              <a:t>3</a:t>
            </a:r>
          </a:p>
        </p:txBody>
      </p:sp>
      <p:sp>
        <p:nvSpPr>
          <p:cNvPr id="43" name="TextBox 42">
            <a:extLst>
              <a:ext uri="{FF2B5EF4-FFF2-40B4-BE49-F238E27FC236}">
                <a16:creationId xmlns:a16="http://schemas.microsoft.com/office/drawing/2014/main" id="{A00D1C6D-367E-2315-F48F-A8D2DE709D4A}"/>
              </a:ext>
            </a:extLst>
          </p:cNvPr>
          <p:cNvSpPr txBox="1"/>
          <p:nvPr userDrawn="1"/>
        </p:nvSpPr>
        <p:spPr>
          <a:xfrm>
            <a:off x="328402" y="4070432"/>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tx2"/>
                </a:solidFill>
                <a:latin typeface="Arial" panose="020B0604020202020204" pitchFamily="34" charset="0"/>
                <a:ea typeface="Inter Medium" panose="02000503000000020004" pitchFamily="2" charset="0"/>
                <a:cs typeface="Arial" panose="020B0604020202020204" pitchFamily="34" charset="0"/>
              </a:rPr>
              <a:t>4</a:t>
            </a:r>
          </a:p>
        </p:txBody>
      </p:sp>
      <p:sp>
        <p:nvSpPr>
          <p:cNvPr id="52" name="Freeform 51">
            <a:extLst>
              <a:ext uri="{FF2B5EF4-FFF2-40B4-BE49-F238E27FC236}">
                <a16:creationId xmlns:a16="http://schemas.microsoft.com/office/drawing/2014/main" id="{9349B98C-540A-E8FB-5D39-2C7CDDBE52F0}"/>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3" name="Picture 52">
            <a:extLst>
              <a:ext uri="{FF2B5EF4-FFF2-40B4-BE49-F238E27FC236}">
                <a16:creationId xmlns:a16="http://schemas.microsoft.com/office/drawing/2014/main" id="{710C9122-01D9-E460-3DC0-9FEE18B3BB81}"/>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13" name="Text Placeholder 22">
            <a:extLst>
              <a:ext uri="{FF2B5EF4-FFF2-40B4-BE49-F238E27FC236}">
                <a16:creationId xmlns:a16="http://schemas.microsoft.com/office/drawing/2014/main" id="{B60D4E52-A4D9-6C27-489E-A0BAB8778AED}"/>
              </a:ext>
            </a:extLst>
          </p:cNvPr>
          <p:cNvSpPr>
            <a:spLocks noGrp="1"/>
          </p:cNvSpPr>
          <p:nvPr>
            <p:ph type="body" sz="quarter" idx="30" hasCustomPrompt="1"/>
          </p:nvPr>
        </p:nvSpPr>
        <p:spPr>
          <a:xfrm>
            <a:off x="834868" y="111062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6849EEE7-9EA4-A5B6-26DC-7953337AD4BC}"/>
              </a:ext>
            </a:extLst>
          </p:cNvPr>
          <p:cNvSpPr>
            <a:spLocks noGrp="1"/>
          </p:cNvSpPr>
          <p:nvPr>
            <p:ph type="body" sz="quarter" idx="31" hasCustomPrompt="1"/>
          </p:nvPr>
        </p:nvSpPr>
        <p:spPr>
          <a:xfrm>
            <a:off x="834868" y="210845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6D6425A7-5E26-B2A6-3CDF-389A16637CDB}"/>
              </a:ext>
            </a:extLst>
          </p:cNvPr>
          <p:cNvSpPr>
            <a:spLocks noGrp="1"/>
          </p:cNvSpPr>
          <p:nvPr>
            <p:ph type="body" sz="quarter" idx="32" hasCustomPrompt="1"/>
          </p:nvPr>
        </p:nvSpPr>
        <p:spPr>
          <a:xfrm>
            <a:off x="834868" y="3100774"/>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9E734E4D-9514-2C91-1F2E-35FF9F44DE7C}"/>
              </a:ext>
            </a:extLst>
          </p:cNvPr>
          <p:cNvSpPr>
            <a:spLocks noGrp="1"/>
          </p:cNvSpPr>
          <p:nvPr>
            <p:ph type="body" sz="quarter" idx="33" hasCustomPrompt="1"/>
          </p:nvPr>
        </p:nvSpPr>
        <p:spPr>
          <a:xfrm>
            <a:off x="834868" y="4102298"/>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Tree>
    <p:extLst>
      <p:ext uri="{BB962C8B-B14F-4D97-AF65-F5344CB8AC3E}">
        <p14:creationId xmlns:p14="http://schemas.microsoft.com/office/powerpoint/2010/main" val="183930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8 Agenda Items - Light 2">
    <p:bg>
      <p:bgPr>
        <a:solidFill>
          <a:schemeClr val="bg2"/>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5B1A77B-4783-9B9B-440F-463617A41A5E}"/>
              </a:ext>
            </a:extLst>
          </p:cNvPr>
          <p:cNvSpPr txBox="1"/>
          <p:nvPr userDrawn="1"/>
        </p:nvSpPr>
        <p:spPr>
          <a:xfrm>
            <a:off x="4397482" y="10620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7" name="TextBox 6">
            <a:extLst>
              <a:ext uri="{FF2B5EF4-FFF2-40B4-BE49-F238E27FC236}">
                <a16:creationId xmlns:a16="http://schemas.microsoft.com/office/drawing/2014/main" id="{5DEA05C2-2D8F-B37C-E6C8-2C910C3B0A66}"/>
              </a:ext>
            </a:extLst>
          </p:cNvPr>
          <p:cNvSpPr txBox="1"/>
          <p:nvPr userDrawn="1"/>
        </p:nvSpPr>
        <p:spPr>
          <a:xfrm>
            <a:off x="4397482" y="206789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8" name="TextBox 7">
            <a:extLst>
              <a:ext uri="{FF2B5EF4-FFF2-40B4-BE49-F238E27FC236}">
                <a16:creationId xmlns:a16="http://schemas.microsoft.com/office/drawing/2014/main" id="{2EF9EDE5-E3EA-1406-55D6-7BC37E27D83E}"/>
              </a:ext>
            </a:extLst>
          </p:cNvPr>
          <p:cNvSpPr txBox="1"/>
          <p:nvPr userDrawn="1"/>
        </p:nvSpPr>
        <p:spPr>
          <a:xfrm>
            <a:off x="4406626" y="3064592"/>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7</a:t>
            </a:r>
          </a:p>
        </p:txBody>
      </p:sp>
      <p:sp>
        <p:nvSpPr>
          <p:cNvPr id="9" name="TextBox 8">
            <a:extLst>
              <a:ext uri="{FF2B5EF4-FFF2-40B4-BE49-F238E27FC236}">
                <a16:creationId xmlns:a16="http://schemas.microsoft.com/office/drawing/2014/main" id="{3C3B3564-664A-F418-D5FD-3B8D20DEA564}"/>
              </a:ext>
            </a:extLst>
          </p:cNvPr>
          <p:cNvSpPr txBox="1"/>
          <p:nvPr userDrawn="1"/>
        </p:nvSpPr>
        <p:spPr>
          <a:xfrm>
            <a:off x="4406626" y="4070432"/>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8</a:t>
            </a:r>
          </a:p>
        </p:txBody>
      </p:sp>
      <p:sp>
        <p:nvSpPr>
          <p:cNvPr id="2" name="TextBox 1">
            <a:extLst>
              <a:ext uri="{FF2B5EF4-FFF2-40B4-BE49-F238E27FC236}">
                <a16:creationId xmlns:a16="http://schemas.microsoft.com/office/drawing/2014/main" id="{913E6F54-A02B-C273-7F2B-2BF4FF3BB49B}"/>
              </a:ext>
            </a:extLst>
          </p:cNvPr>
          <p:cNvSpPr txBox="1"/>
          <p:nvPr userDrawn="1"/>
        </p:nvSpPr>
        <p:spPr>
          <a:xfrm>
            <a:off x="319258" y="10620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3" name="TextBox 2">
            <a:extLst>
              <a:ext uri="{FF2B5EF4-FFF2-40B4-BE49-F238E27FC236}">
                <a16:creationId xmlns:a16="http://schemas.microsoft.com/office/drawing/2014/main" id="{F3A6B45A-0470-5831-3603-BF10B145C843}"/>
              </a:ext>
            </a:extLst>
          </p:cNvPr>
          <p:cNvSpPr txBox="1"/>
          <p:nvPr userDrawn="1"/>
        </p:nvSpPr>
        <p:spPr>
          <a:xfrm>
            <a:off x="319258" y="206789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4" name="TextBox 3">
            <a:extLst>
              <a:ext uri="{FF2B5EF4-FFF2-40B4-BE49-F238E27FC236}">
                <a16:creationId xmlns:a16="http://schemas.microsoft.com/office/drawing/2014/main" id="{57571A45-F730-F078-45BC-AF407CF943D6}"/>
              </a:ext>
            </a:extLst>
          </p:cNvPr>
          <p:cNvSpPr txBox="1"/>
          <p:nvPr userDrawn="1"/>
        </p:nvSpPr>
        <p:spPr>
          <a:xfrm>
            <a:off x="328402" y="3064592"/>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5" name="TextBox 4">
            <a:extLst>
              <a:ext uri="{FF2B5EF4-FFF2-40B4-BE49-F238E27FC236}">
                <a16:creationId xmlns:a16="http://schemas.microsoft.com/office/drawing/2014/main" id="{8FFF0FAB-3545-03B2-09F3-8557AE02C3AF}"/>
              </a:ext>
            </a:extLst>
          </p:cNvPr>
          <p:cNvSpPr txBox="1"/>
          <p:nvPr userDrawn="1"/>
        </p:nvSpPr>
        <p:spPr>
          <a:xfrm>
            <a:off x="328402" y="4070432"/>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grpSp>
        <p:nvGrpSpPr>
          <p:cNvPr id="38" name="Group 37">
            <a:extLst>
              <a:ext uri="{FF2B5EF4-FFF2-40B4-BE49-F238E27FC236}">
                <a16:creationId xmlns:a16="http://schemas.microsoft.com/office/drawing/2014/main" id="{3F8EA822-EB38-BE33-CAA5-06A23C6A58D9}"/>
              </a:ext>
            </a:extLst>
          </p:cNvPr>
          <p:cNvGrpSpPr/>
          <p:nvPr userDrawn="1"/>
        </p:nvGrpSpPr>
        <p:grpSpPr>
          <a:xfrm>
            <a:off x="419100" y="1896918"/>
            <a:ext cx="7815189" cy="0"/>
            <a:chOff x="419100" y="1927655"/>
            <a:chExt cx="7815189" cy="0"/>
          </a:xfrm>
        </p:grpSpPr>
        <p:cxnSp>
          <p:nvCxnSpPr>
            <p:cNvPr id="39" name="Straight Connector 38">
              <a:extLst>
                <a:ext uri="{FF2B5EF4-FFF2-40B4-BE49-F238E27FC236}">
                  <a16:creationId xmlns:a16="http://schemas.microsoft.com/office/drawing/2014/main" id="{7D99B410-D406-8A1F-A20C-971FA5CA749C}"/>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E58360D3-9B95-F34A-4DDB-2FB599000772}"/>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41" name="Group 40">
            <a:extLst>
              <a:ext uri="{FF2B5EF4-FFF2-40B4-BE49-F238E27FC236}">
                <a16:creationId xmlns:a16="http://schemas.microsoft.com/office/drawing/2014/main" id="{4FD8E003-CC97-E346-23C3-D6F15952AC07}"/>
              </a:ext>
            </a:extLst>
          </p:cNvPr>
          <p:cNvGrpSpPr/>
          <p:nvPr userDrawn="1"/>
        </p:nvGrpSpPr>
        <p:grpSpPr>
          <a:xfrm>
            <a:off x="408940" y="2903142"/>
            <a:ext cx="7815189" cy="0"/>
            <a:chOff x="408940" y="3228135"/>
            <a:chExt cx="7815189" cy="0"/>
          </a:xfrm>
        </p:grpSpPr>
        <p:cxnSp>
          <p:nvCxnSpPr>
            <p:cNvPr id="42" name="Straight Connector 41">
              <a:extLst>
                <a:ext uri="{FF2B5EF4-FFF2-40B4-BE49-F238E27FC236}">
                  <a16:creationId xmlns:a16="http://schemas.microsoft.com/office/drawing/2014/main" id="{A68576CA-0532-65C2-7E43-48BE2A89CAFE}"/>
                </a:ext>
              </a:extLst>
            </p:cNvPr>
            <p:cNvCxnSpPr>
              <a:cxnSpLocks/>
            </p:cNvCxnSpPr>
            <p:nvPr/>
          </p:nvCxnSpPr>
          <p:spPr>
            <a:xfrm>
              <a:off x="40894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1785F024-7EB1-67A3-94D6-FFBF9D07B149}"/>
                </a:ext>
              </a:extLst>
            </p:cNvPr>
            <p:cNvCxnSpPr>
              <a:cxnSpLocks/>
            </p:cNvCxnSpPr>
            <p:nvPr/>
          </p:nvCxnSpPr>
          <p:spPr>
            <a:xfrm>
              <a:off x="449326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44" name="Group 43">
            <a:extLst>
              <a:ext uri="{FF2B5EF4-FFF2-40B4-BE49-F238E27FC236}">
                <a16:creationId xmlns:a16="http://schemas.microsoft.com/office/drawing/2014/main" id="{B0522116-51AD-0562-C961-6CF8CE627035}"/>
              </a:ext>
            </a:extLst>
          </p:cNvPr>
          <p:cNvGrpSpPr/>
          <p:nvPr userDrawn="1"/>
        </p:nvGrpSpPr>
        <p:grpSpPr>
          <a:xfrm>
            <a:off x="408940" y="3909366"/>
            <a:ext cx="7815189" cy="0"/>
            <a:chOff x="408940" y="3228135"/>
            <a:chExt cx="7815189" cy="0"/>
          </a:xfrm>
        </p:grpSpPr>
        <p:cxnSp>
          <p:nvCxnSpPr>
            <p:cNvPr id="45" name="Straight Connector 44">
              <a:extLst>
                <a:ext uri="{FF2B5EF4-FFF2-40B4-BE49-F238E27FC236}">
                  <a16:creationId xmlns:a16="http://schemas.microsoft.com/office/drawing/2014/main" id="{64D0AF4A-2D86-6C53-F25C-F1DDB2AEEDBA}"/>
                </a:ext>
              </a:extLst>
            </p:cNvPr>
            <p:cNvCxnSpPr>
              <a:cxnSpLocks/>
            </p:cNvCxnSpPr>
            <p:nvPr/>
          </p:nvCxnSpPr>
          <p:spPr>
            <a:xfrm>
              <a:off x="40894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44300C95-2F51-7FB0-2417-622850191E45}"/>
                </a:ext>
              </a:extLst>
            </p:cNvPr>
            <p:cNvCxnSpPr>
              <a:cxnSpLocks/>
            </p:cNvCxnSpPr>
            <p:nvPr/>
          </p:nvCxnSpPr>
          <p:spPr>
            <a:xfrm>
              <a:off x="449326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71" name="Title 1">
            <a:extLst>
              <a:ext uri="{FF2B5EF4-FFF2-40B4-BE49-F238E27FC236}">
                <a16:creationId xmlns:a16="http://schemas.microsoft.com/office/drawing/2014/main" id="{A44D7E89-FCAC-829C-0DA8-DA45DE411BC9}"/>
              </a:ext>
            </a:extLst>
          </p:cNvPr>
          <p:cNvSpPr>
            <a:spLocks noGrp="1"/>
          </p:cNvSpPr>
          <p:nvPr>
            <p:ph type="title" hasCustomPrompt="1"/>
          </p:nvPr>
        </p:nvSpPr>
        <p:spPr>
          <a:xfrm>
            <a:off x="419101" y="294640"/>
            <a:ext cx="7805028"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8" name="Freeform 17">
            <a:extLst>
              <a:ext uri="{FF2B5EF4-FFF2-40B4-BE49-F238E27FC236}">
                <a16:creationId xmlns:a16="http://schemas.microsoft.com/office/drawing/2014/main" id="{038B1EC1-3D1F-537C-B801-56675334A264}"/>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9" name="Picture 18">
            <a:extLst>
              <a:ext uri="{FF2B5EF4-FFF2-40B4-BE49-F238E27FC236}">
                <a16:creationId xmlns:a16="http://schemas.microsoft.com/office/drawing/2014/main" id="{AA1A25E7-E373-B316-9ED2-F331481CE90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20" name="Text Placeholder 22">
            <a:extLst>
              <a:ext uri="{FF2B5EF4-FFF2-40B4-BE49-F238E27FC236}">
                <a16:creationId xmlns:a16="http://schemas.microsoft.com/office/drawing/2014/main" id="{D646F1D6-6B7E-5CF8-FD8A-CCB22B58E062}"/>
              </a:ext>
            </a:extLst>
          </p:cNvPr>
          <p:cNvSpPr>
            <a:spLocks noGrp="1"/>
          </p:cNvSpPr>
          <p:nvPr>
            <p:ph type="body" sz="quarter" idx="41" hasCustomPrompt="1"/>
          </p:nvPr>
        </p:nvSpPr>
        <p:spPr>
          <a:xfrm>
            <a:off x="4919188" y="111062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21" name="Text Placeholder 22">
            <a:extLst>
              <a:ext uri="{FF2B5EF4-FFF2-40B4-BE49-F238E27FC236}">
                <a16:creationId xmlns:a16="http://schemas.microsoft.com/office/drawing/2014/main" id="{628AF46B-F27D-B317-67C8-FF2C4E2D31F4}"/>
              </a:ext>
            </a:extLst>
          </p:cNvPr>
          <p:cNvSpPr>
            <a:spLocks noGrp="1"/>
          </p:cNvSpPr>
          <p:nvPr>
            <p:ph type="body" sz="quarter" idx="42" hasCustomPrompt="1"/>
          </p:nvPr>
        </p:nvSpPr>
        <p:spPr>
          <a:xfrm>
            <a:off x="4919188" y="210845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22" name="Text Placeholder 22">
            <a:extLst>
              <a:ext uri="{FF2B5EF4-FFF2-40B4-BE49-F238E27FC236}">
                <a16:creationId xmlns:a16="http://schemas.microsoft.com/office/drawing/2014/main" id="{05A73183-42E2-6CC1-27D9-3600233C5A38}"/>
              </a:ext>
            </a:extLst>
          </p:cNvPr>
          <p:cNvSpPr>
            <a:spLocks noGrp="1"/>
          </p:cNvSpPr>
          <p:nvPr>
            <p:ph type="body" sz="quarter" idx="43" hasCustomPrompt="1"/>
          </p:nvPr>
        </p:nvSpPr>
        <p:spPr>
          <a:xfrm>
            <a:off x="4919188" y="3100774"/>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23" name="Text Placeholder 22">
            <a:extLst>
              <a:ext uri="{FF2B5EF4-FFF2-40B4-BE49-F238E27FC236}">
                <a16:creationId xmlns:a16="http://schemas.microsoft.com/office/drawing/2014/main" id="{DA9BBA8D-7540-2270-F248-66F5E31AC4E1}"/>
              </a:ext>
            </a:extLst>
          </p:cNvPr>
          <p:cNvSpPr>
            <a:spLocks noGrp="1"/>
          </p:cNvSpPr>
          <p:nvPr>
            <p:ph type="body" sz="quarter" idx="44" hasCustomPrompt="1"/>
          </p:nvPr>
        </p:nvSpPr>
        <p:spPr>
          <a:xfrm>
            <a:off x="4919188" y="4102298"/>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24" name="Text Placeholder 22">
            <a:extLst>
              <a:ext uri="{FF2B5EF4-FFF2-40B4-BE49-F238E27FC236}">
                <a16:creationId xmlns:a16="http://schemas.microsoft.com/office/drawing/2014/main" id="{F71FCFFE-166C-F6F0-FB68-60654BE3EDE9}"/>
              </a:ext>
            </a:extLst>
          </p:cNvPr>
          <p:cNvSpPr>
            <a:spLocks noGrp="1"/>
          </p:cNvSpPr>
          <p:nvPr>
            <p:ph type="body" sz="quarter" idx="30" hasCustomPrompt="1"/>
          </p:nvPr>
        </p:nvSpPr>
        <p:spPr>
          <a:xfrm>
            <a:off x="834868" y="111062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25" name="Text Placeholder 22">
            <a:extLst>
              <a:ext uri="{FF2B5EF4-FFF2-40B4-BE49-F238E27FC236}">
                <a16:creationId xmlns:a16="http://schemas.microsoft.com/office/drawing/2014/main" id="{788F45F9-5984-FDCE-6640-4F6857F1E855}"/>
              </a:ext>
            </a:extLst>
          </p:cNvPr>
          <p:cNvSpPr>
            <a:spLocks noGrp="1"/>
          </p:cNvSpPr>
          <p:nvPr>
            <p:ph type="body" sz="quarter" idx="31" hasCustomPrompt="1"/>
          </p:nvPr>
        </p:nvSpPr>
        <p:spPr>
          <a:xfrm>
            <a:off x="834868" y="210845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26" name="Text Placeholder 22">
            <a:extLst>
              <a:ext uri="{FF2B5EF4-FFF2-40B4-BE49-F238E27FC236}">
                <a16:creationId xmlns:a16="http://schemas.microsoft.com/office/drawing/2014/main" id="{8C51E9FD-A62A-29C2-673A-DC3A94FC2DED}"/>
              </a:ext>
            </a:extLst>
          </p:cNvPr>
          <p:cNvSpPr>
            <a:spLocks noGrp="1"/>
          </p:cNvSpPr>
          <p:nvPr>
            <p:ph type="body" sz="quarter" idx="32" hasCustomPrompt="1"/>
          </p:nvPr>
        </p:nvSpPr>
        <p:spPr>
          <a:xfrm>
            <a:off x="834868" y="3100774"/>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27" name="Text Placeholder 22">
            <a:extLst>
              <a:ext uri="{FF2B5EF4-FFF2-40B4-BE49-F238E27FC236}">
                <a16:creationId xmlns:a16="http://schemas.microsoft.com/office/drawing/2014/main" id="{52E8A740-D522-56CD-9425-96B6018C60FF}"/>
              </a:ext>
            </a:extLst>
          </p:cNvPr>
          <p:cNvSpPr>
            <a:spLocks noGrp="1"/>
          </p:cNvSpPr>
          <p:nvPr>
            <p:ph type="body" sz="quarter" idx="33" hasCustomPrompt="1"/>
          </p:nvPr>
        </p:nvSpPr>
        <p:spPr>
          <a:xfrm>
            <a:off x="834868" y="4102298"/>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Tree>
    <p:extLst>
      <p:ext uri="{BB962C8B-B14F-4D97-AF65-F5344CB8AC3E}">
        <p14:creationId xmlns:p14="http://schemas.microsoft.com/office/powerpoint/2010/main" val="17621346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8 Agenda Items - Dark">
    <p:bg>
      <p:bgRef idx="1001">
        <a:schemeClr val="bg2"/>
      </p:bgRef>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7FE4A6F-D14C-4534-373D-85D2A5FB702E}"/>
              </a:ext>
            </a:extLst>
          </p:cNvPr>
          <p:cNvSpPr>
            <a:spLocks noGrp="1"/>
          </p:cNvSpPr>
          <p:nvPr>
            <p:ph type="title" hasCustomPrompt="1"/>
          </p:nvPr>
        </p:nvSpPr>
        <p:spPr>
          <a:xfrm>
            <a:off x="419101" y="294640"/>
            <a:ext cx="7805028"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4" name="Group 3">
            <a:extLst>
              <a:ext uri="{FF2B5EF4-FFF2-40B4-BE49-F238E27FC236}">
                <a16:creationId xmlns:a16="http://schemas.microsoft.com/office/drawing/2014/main" id="{68999467-E9CA-D9B3-BFF5-E105A99FCDDB}"/>
              </a:ext>
            </a:extLst>
          </p:cNvPr>
          <p:cNvGrpSpPr/>
          <p:nvPr userDrawn="1"/>
        </p:nvGrpSpPr>
        <p:grpSpPr>
          <a:xfrm>
            <a:off x="419100" y="1896918"/>
            <a:ext cx="7815189" cy="0"/>
            <a:chOff x="419100" y="1927655"/>
            <a:chExt cx="7815189" cy="0"/>
          </a:xfrm>
        </p:grpSpPr>
        <p:cxnSp>
          <p:nvCxnSpPr>
            <p:cNvPr id="5" name="Straight Connector 4">
              <a:extLst>
                <a:ext uri="{FF2B5EF4-FFF2-40B4-BE49-F238E27FC236}">
                  <a16:creationId xmlns:a16="http://schemas.microsoft.com/office/drawing/2014/main" id="{1D0619DB-BB40-86E9-AA24-54C6F598E7DD}"/>
                </a:ext>
              </a:extLst>
            </p:cNvPr>
            <p:cNvCxnSpPr>
              <a:cxnSpLocks/>
            </p:cNvCxnSpPr>
            <p:nvPr/>
          </p:nvCxnSpPr>
          <p:spPr>
            <a:xfrm>
              <a:off x="41910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9516FF79-36C6-7111-0773-07C5B5D7FDEB}"/>
                </a:ext>
              </a:extLst>
            </p:cNvPr>
            <p:cNvCxnSpPr>
              <a:cxnSpLocks/>
            </p:cNvCxnSpPr>
            <p:nvPr/>
          </p:nvCxnSpPr>
          <p:spPr>
            <a:xfrm>
              <a:off x="450342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7" name="Group 6">
            <a:extLst>
              <a:ext uri="{FF2B5EF4-FFF2-40B4-BE49-F238E27FC236}">
                <a16:creationId xmlns:a16="http://schemas.microsoft.com/office/drawing/2014/main" id="{EF9CE445-9C38-4EC9-11AA-25B5053F417C}"/>
              </a:ext>
            </a:extLst>
          </p:cNvPr>
          <p:cNvGrpSpPr/>
          <p:nvPr userDrawn="1"/>
        </p:nvGrpSpPr>
        <p:grpSpPr>
          <a:xfrm>
            <a:off x="408940" y="2903142"/>
            <a:ext cx="7815189" cy="0"/>
            <a:chOff x="408940" y="3228135"/>
            <a:chExt cx="7815189" cy="0"/>
          </a:xfrm>
        </p:grpSpPr>
        <p:cxnSp>
          <p:nvCxnSpPr>
            <p:cNvPr id="8" name="Straight Connector 7">
              <a:extLst>
                <a:ext uri="{FF2B5EF4-FFF2-40B4-BE49-F238E27FC236}">
                  <a16:creationId xmlns:a16="http://schemas.microsoft.com/office/drawing/2014/main" id="{46DC8A1C-04E6-325C-8441-C692D47A0B2D}"/>
                </a:ext>
              </a:extLst>
            </p:cNvPr>
            <p:cNvCxnSpPr>
              <a:cxnSpLocks/>
            </p:cNvCxnSpPr>
            <p:nvPr/>
          </p:nvCxnSpPr>
          <p:spPr>
            <a:xfrm>
              <a:off x="40894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ABD207AD-6154-8D4B-E3AB-CCE0E3891211}"/>
                </a:ext>
              </a:extLst>
            </p:cNvPr>
            <p:cNvCxnSpPr>
              <a:cxnSpLocks/>
            </p:cNvCxnSpPr>
            <p:nvPr/>
          </p:nvCxnSpPr>
          <p:spPr>
            <a:xfrm>
              <a:off x="449326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10" name="Group 9">
            <a:extLst>
              <a:ext uri="{FF2B5EF4-FFF2-40B4-BE49-F238E27FC236}">
                <a16:creationId xmlns:a16="http://schemas.microsoft.com/office/drawing/2014/main" id="{8F384495-4350-4922-BB7F-B31D8905B898}"/>
              </a:ext>
            </a:extLst>
          </p:cNvPr>
          <p:cNvGrpSpPr/>
          <p:nvPr userDrawn="1"/>
        </p:nvGrpSpPr>
        <p:grpSpPr>
          <a:xfrm>
            <a:off x="408940" y="3909366"/>
            <a:ext cx="7815189" cy="0"/>
            <a:chOff x="408940" y="3228135"/>
            <a:chExt cx="7815189" cy="0"/>
          </a:xfrm>
        </p:grpSpPr>
        <p:cxnSp>
          <p:nvCxnSpPr>
            <p:cNvPr id="11" name="Straight Connector 10">
              <a:extLst>
                <a:ext uri="{FF2B5EF4-FFF2-40B4-BE49-F238E27FC236}">
                  <a16:creationId xmlns:a16="http://schemas.microsoft.com/office/drawing/2014/main" id="{24DA044E-86D1-E3F4-D4A2-2DFF57E8A2B6}"/>
                </a:ext>
              </a:extLst>
            </p:cNvPr>
            <p:cNvCxnSpPr>
              <a:cxnSpLocks/>
            </p:cNvCxnSpPr>
            <p:nvPr/>
          </p:nvCxnSpPr>
          <p:spPr>
            <a:xfrm>
              <a:off x="40894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F9233F31-9CFD-A901-84F2-4A22C9584789}"/>
                </a:ext>
              </a:extLst>
            </p:cNvPr>
            <p:cNvCxnSpPr>
              <a:cxnSpLocks/>
            </p:cNvCxnSpPr>
            <p:nvPr/>
          </p:nvCxnSpPr>
          <p:spPr>
            <a:xfrm>
              <a:off x="449326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 name="Freeform 1">
            <a:extLst>
              <a:ext uri="{FF2B5EF4-FFF2-40B4-BE49-F238E27FC236}">
                <a16:creationId xmlns:a16="http://schemas.microsoft.com/office/drawing/2014/main" id="{69EADF94-E9D5-F625-C415-8E5B1ABE8594}"/>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37" name="Picture 10">
            <a:extLst>
              <a:ext uri="{FF2B5EF4-FFF2-40B4-BE49-F238E27FC236}">
                <a16:creationId xmlns:a16="http://schemas.microsoft.com/office/drawing/2014/main" id="{E97FAE36-9954-E29D-FC6A-537B75F89478}"/>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38" name="TextBox 37">
            <a:extLst>
              <a:ext uri="{FF2B5EF4-FFF2-40B4-BE49-F238E27FC236}">
                <a16:creationId xmlns:a16="http://schemas.microsoft.com/office/drawing/2014/main" id="{7E850E16-3EBF-88A3-EDA9-403B35E6600D}"/>
              </a:ext>
            </a:extLst>
          </p:cNvPr>
          <p:cNvSpPr txBox="1"/>
          <p:nvPr userDrawn="1"/>
        </p:nvSpPr>
        <p:spPr>
          <a:xfrm>
            <a:off x="4397482" y="10620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39" name="TextBox 38">
            <a:extLst>
              <a:ext uri="{FF2B5EF4-FFF2-40B4-BE49-F238E27FC236}">
                <a16:creationId xmlns:a16="http://schemas.microsoft.com/office/drawing/2014/main" id="{24AC0962-A3C4-B095-C797-39C578E93F7E}"/>
              </a:ext>
            </a:extLst>
          </p:cNvPr>
          <p:cNvSpPr txBox="1"/>
          <p:nvPr userDrawn="1"/>
        </p:nvSpPr>
        <p:spPr>
          <a:xfrm>
            <a:off x="4397482" y="206789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40" name="TextBox 39">
            <a:extLst>
              <a:ext uri="{FF2B5EF4-FFF2-40B4-BE49-F238E27FC236}">
                <a16:creationId xmlns:a16="http://schemas.microsoft.com/office/drawing/2014/main" id="{6AF49734-D573-30B0-1D9F-20FA97587075}"/>
              </a:ext>
            </a:extLst>
          </p:cNvPr>
          <p:cNvSpPr txBox="1"/>
          <p:nvPr userDrawn="1"/>
        </p:nvSpPr>
        <p:spPr>
          <a:xfrm>
            <a:off x="4406626" y="3064592"/>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7</a:t>
            </a:r>
          </a:p>
        </p:txBody>
      </p:sp>
      <p:sp>
        <p:nvSpPr>
          <p:cNvPr id="41" name="TextBox 40">
            <a:extLst>
              <a:ext uri="{FF2B5EF4-FFF2-40B4-BE49-F238E27FC236}">
                <a16:creationId xmlns:a16="http://schemas.microsoft.com/office/drawing/2014/main" id="{1B436AAE-8519-D667-E5AA-5A53AF613B0B}"/>
              </a:ext>
            </a:extLst>
          </p:cNvPr>
          <p:cNvSpPr txBox="1"/>
          <p:nvPr userDrawn="1"/>
        </p:nvSpPr>
        <p:spPr>
          <a:xfrm>
            <a:off x="4406626" y="4070432"/>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8</a:t>
            </a:r>
          </a:p>
        </p:txBody>
      </p:sp>
      <p:sp>
        <p:nvSpPr>
          <p:cNvPr id="42" name="TextBox 41">
            <a:extLst>
              <a:ext uri="{FF2B5EF4-FFF2-40B4-BE49-F238E27FC236}">
                <a16:creationId xmlns:a16="http://schemas.microsoft.com/office/drawing/2014/main" id="{5CDD0A50-29C7-ABE9-2A8A-65D0AA485492}"/>
              </a:ext>
            </a:extLst>
          </p:cNvPr>
          <p:cNvSpPr txBox="1"/>
          <p:nvPr userDrawn="1"/>
        </p:nvSpPr>
        <p:spPr>
          <a:xfrm>
            <a:off x="319258" y="10620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43" name="TextBox 42">
            <a:extLst>
              <a:ext uri="{FF2B5EF4-FFF2-40B4-BE49-F238E27FC236}">
                <a16:creationId xmlns:a16="http://schemas.microsoft.com/office/drawing/2014/main" id="{8CF84990-9000-0F9F-BE08-328B560A74BE}"/>
              </a:ext>
            </a:extLst>
          </p:cNvPr>
          <p:cNvSpPr txBox="1"/>
          <p:nvPr userDrawn="1"/>
        </p:nvSpPr>
        <p:spPr>
          <a:xfrm>
            <a:off x="319258" y="206789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44" name="TextBox 43">
            <a:extLst>
              <a:ext uri="{FF2B5EF4-FFF2-40B4-BE49-F238E27FC236}">
                <a16:creationId xmlns:a16="http://schemas.microsoft.com/office/drawing/2014/main" id="{4DAED60D-E299-D40E-5512-6BBCA5659BC9}"/>
              </a:ext>
            </a:extLst>
          </p:cNvPr>
          <p:cNvSpPr txBox="1"/>
          <p:nvPr userDrawn="1"/>
        </p:nvSpPr>
        <p:spPr>
          <a:xfrm>
            <a:off x="328402" y="3064592"/>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45" name="TextBox 44">
            <a:extLst>
              <a:ext uri="{FF2B5EF4-FFF2-40B4-BE49-F238E27FC236}">
                <a16:creationId xmlns:a16="http://schemas.microsoft.com/office/drawing/2014/main" id="{C55F75F5-0179-2466-0C38-DB963DFBE913}"/>
              </a:ext>
            </a:extLst>
          </p:cNvPr>
          <p:cNvSpPr txBox="1"/>
          <p:nvPr userDrawn="1"/>
        </p:nvSpPr>
        <p:spPr>
          <a:xfrm>
            <a:off x="328402" y="4070432"/>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13" name="Text Placeholder 22">
            <a:extLst>
              <a:ext uri="{FF2B5EF4-FFF2-40B4-BE49-F238E27FC236}">
                <a16:creationId xmlns:a16="http://schemas.microsoft.com/office/drawing/2014/main" id="{66C76A3B-2DA7-EC77-8C86-23ABD4BE22A0}"/>
              </a:ext>
            </a:extLst>
          </p:cNvPr>
          <p:cNvSpPr>
            <a:spLocks noGrp="1"/>
          </p:cNvSpPr>
          <p:nvPr>
            <p:ph type="body" sz="quarter" idx="41" hasCustomPrompt="1"/>
          </p:nvPr>
        </p:nvSpPr>
        <p:spPr>
          <a:xfrm>
            <a:off x="4919188" y="111062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BC722716-5D88-4332-E776-DB030BC488D7}"/>
              </a:ext>
            </a:extLst>
          </p:cNvPr>
          <p:cNvSpPr>
            <a:spLocks noGrp="1"/>
          </p:cNvSpPr>
          <p:nvPr>
            <p:ph type="body" sz="quarter" idx="42" hasCustomPrompt="1"/>
          </p:nvPr>
        </p:nvSpPr>
        <p:spPr>
          <a:xfrm>
            <a:off x="4919188" y="210845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B20DBB98-0C7F-B804-8DEB-9B105A9FAF4C}"/>
              </a:ext>
            </a:extLst>
          </p:cNvPr>
          <p:cNvSpPr>
            <a:spLocks noGrp="1"/>
          </p:cNvSpPr>
          <p:nvPr>
            <p:ph type="body" sz="quarter" idx="43" hasCustomPrompt="1"/>
          </p:nvPr>
        </p:nvSpPr>
        <p:spPr>
          <a:xfrm>
            <a:off x="4919188" y="3100774"/>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6547FF67-6151-4137-2828-E7C9DBE0BEC1}"/>
              </a:ext>
            </a:extLst>
          </p:cNvPr>
          <p:cNvSpPr>
            <a:spLocks noGrp="1"/>
          </p:cNvSpPr>
          <p:nvPr>
            <p:ph type="body" sz="quarter" idx="44" hasCustomPrompt="1"/>
          </p:nvPr>
        </p:nvSpPr>
        <p:spPr>
          <a:xfrm>
            <a:off x="4919188" y="4102298"/>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7" name="Text Placeholder 22">
            <a:extLst>
              <a:ext uri="{FF2B5EF4-FFF2-40B4-BE49-F238E27FC236}">
                <a16:creationId xmlns:a16="http://schemas.microsoft.com/office/drawing/2014/main" id="{75DF981B-AB33-1191-9C60-83A6433A5540}"/>
              </a:ext>
            </a:extLst>
          </p:cNvPr>
          <p:cNvSpPr>
            <a:spLocks noGrp="1"/>
          </p:cNvSpPr>
          <p:nvPr>
            <p:ph type="body" sz="quarter" idx="30" hasCustomPrompt="1"/>
          </p:nvPr>
        </p:nvSpPr>
        <p:spPr>
          <a:xfrm>
            <a:off x="834868" y="111062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8" name="Text Placeholder 22">
            <a:extLst>
              <a:ext uri="{FF2B5EF4-FFF2-40B4-BE49-F238E27FC236}">
                <a16:creationId xmlns:a16="http://schemas.microsoft.com/office/drawing/2014/main" id="{B2394ED9-1615-AB43-30CE-B3C8034EDFA9}"/>
              </a:ext>
            </a:extLst>
          </p:cNvPr>
          <p:cNvSpPr>
            <a:spLocks noGrp="1"/>
          </p:cNvSpPr>
          <p:nvPr>
            <p:ph type="body" sz="quarter" idx="31" hasCustomPrompt="1"/>
          </p:nvPr>
        </p:nvSpPr>
        <p:spPr>
          <a:xfrm>
            <a:off x="834868" y="210845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9" name="Text Placeholder 22">
            <a:extLst>
              <a:ext uri="{FF2B5EF4-FFF2-40B4-BE49-F238E27FC236}">
                <a16:creationId xmlns:a16="http://schemas.microsoft.com/office/drawing/2014/main" id="{0840C83F-102D-F521-4C59-CDAC58C98CCA}"/>
              </a:ext>
            </a:extLst>
          </p:cNvPr>
          <p:cNvSpPr>
            <a:spLocks noGrp="1"/>
          </p:cNvSpPr>
          <p:nvPr>
            <p:ph type="body" sz="quarter" idx="32" hasCustomPrompt="1"/>
          </p:nvPr>
        </p:nvSpPr>
        <p:spPr>
          <a:xfrm>
            <a:off x="834868" y="3100774"/>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20" name="Text Placeholder 22">
            <a:extLst>
              <a:ext uri="{FF2B5EF4-FFF2-40B4-BE49-F238E27FC236}">
                <a16:creationId xmlns:a16="http://schemas.microsoft.com/office/drawing/2014/main" id="{71E0A25F-3FBE-836A-C5EB-EB8E1C863B09}"/>
              </a:ext>
            </a:extLst>
          </p:cNvPr>
          <p:cNvSpPr>
            <a:spLocks noGrp="1"/>
          </p:cNvSpPr>
          <p:nvPr>
            <p:ph type="body" sz="quarter" idx="33" hasCustomPrompt="1"/>
          </p:nvPr>
        </p:nvSpPr>
        <p:spPr>
          <a:xfrm>
            <a:off x="834868" y="4102298"/>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Tree>
    <p:extLst>
      <p:ext uri="{BB962C8B-B14F-4D97-AF65-F5344CB8AC3E}">
        <p14:creationId xmlns:p14="http://schemas.microsoft.com/office/powerpoint/2010/main" val="324523159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2 Agenda items">
    <p:bg>
      <p:bgPr>
        <a:solidFill>
          <a:schemeClr val="bg2"/>
        </a:solidFill>
        <a:effectLst/>
      </p:bgPr>
    </p:bg>
    <p:spTree>
      <p:nvGrpSpPr>
        <p:cNvPr id="1" name=""/>
        <p:cNvGrpSpPr/>
        <p:nvPr/>
      </p:nvGrpSpPr>
      <p:grpSpPr>
        <a:xfrm>
          <a:off x="0" y="0"/>
          <a:ext cx="0" cy="0"/>
          <a:chOff x="0" y="0"/>
          <a:chExt cx="0" cy="0"/>
        </a:xfrm>
      </p:grpSpPr>
      <p:sp>
        <p:nvSpPr>
          <p:cNvPr id="2" name="Text Placeholder 22">
            <a:extLst>
              <a:ext uri="{FF2B5EF4-FFF2-40B4-BE49-F238E27FC236}">
                <a16:creationId xmlns:a16="http://schemas.microsoft.com/office/drawing/2014/main" id="{F5B621D7-6C03-1335-354A-0E782DB59EB6}"/>
              </a:ext>
            </a:extLst>
          </p:cNvPr>
          <p:cNvSpPr>
            <a:spLocks noGrp="1"/>
          </p:cNvSpPr>
          <p:nvPr>
            <p:ph type="body" sz="quarter" idx="41" hasCustomPrompt="1"/>
          </p:nvPr>
        </p:nvSpPr>
        <p:spPr>
          <a:xfrm>
            <a:off x="4510790" y="1020287"/>
            <a:ext cx="3124318" cy="3247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3" name="Text Placeholder 22">
            <a:extLst>
              <a:ext uri="{FF2B5EF4-FFF2-40B4-BE49-F238E27FC236}">
                <a16:creationId xmlns:a16="http://schemas.microsoft.com/office/drawing/2014/main" id="{BB74429B-00CE-7A2D-764C-1D113372A51E}"/>
              </a:ext>
            </a:extLst>
          </p:cNvPr>
          <p:cNvSpPr>
            <a:spLocks noGrp="1"/>
          </p:cNvSpPr>
          <p:nvPr>
            <p:ph type="body" sz="quarter" idx="42" hasCustomPrompt="1"/>
          </p:nvPr>
        </p:nvSpPr>
        <p:spPr>
          <a:xfrm>
            <a:off x="426470" y="1020287"/>
            <a:ext cx="3124318" cy="3247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grpSp>
        <p:nvGrpSpPr>
          <p:cNvPr id="89" name="Group 88">
            <a:extLst>
              <a:ext uri="{FF2B5EF4-FFF2-40B4-BE49-F238E27FC236}">
                <a16:creationId xmlns:a16="http://schemas.microsoft.com/office/drawing/2014/main" id="{9250D832-B9E4-EEAE-D986-95AAB13425F8}"/>
              </a:ext>
            </a:extLst>
          </p:cNvPr>
          <p:cNvGrpSpPr/>
          <p:nvPr userDrawn="1"/>
        </p:nvGrpSpPr>
        <p:grpSpPr>
          <a:xfrm>
            <a:off x="400902" y="4316233"/>
            <a:ext cx="7815189" cy="0"/>
            <a:chOff x="419100" y="1927655"/>
            <a:chExt cx="7815189" cy="0"/>
          </a:xfrm>
        </p:grpSpPr>
        <p:cxnSp>
          <p:nvCxnSpPr>
            <p:cNvPr id="90" name="Straight Connector 89">
              <a:extLst>
                <a:ext uri="{FF2B5EF4-FFF2-40B4-BE49-F238E27FC236}">
                  <a16:creationId xmlns:a16="http://schemas.microsoft.com/office/drawing/2014/main" id="{F8C3EB9D-90FE-526A-2612-E2D632398C42}"/>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1" name="Straight Connector 90">
              <a:extLst>
                <a:ext uri="{FF2B5EF4-FFF2-40B4-BE49-F238E27FC236}">
                  <a16:creationId xmlns:a16="http://schemas.microsoft.com/office/drawing/2014/main" id="{A933724A-3051-A874-E6A8-49F49D7B17EF}"/>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71" name="Title 1">
            <a:extLst>
              <a:ext uri="{FF2B5EF4-FFF2-40B4-BE49-F238E27FC236}">
                <a16:creationId xmlns:a16="http://schemas.microsoft.com/office/drawing/2014/main" id="{A44D7E89-FCAC-829C-0DA8-DA45DE411BC9}"/>
              </a:ext>
            </a:extLst>
          </p:cNvPr>
          <p:cNvSpPr>
            <a:spLocks noGrp="1"/>
          </p:cNvSpPr>
          <p:nvPr>
            <p:ph type="title" hasCustomPrompt="1"/>
          </p:nvPr>
        </p:nvSpPr>
        <p:spPr>
          <a:xfrm>
            <a:off x="419101" y="294640"/>
            <a:ext cx="7805028"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10" name="Group 9">
            <a:extLst>
              <a:ext uri="{FF2B5EF4-FFF2-40B4-BE49-F238E27FC236}">
                <a16:creationId xmlns:a16="http://schemas.microsoft.com/office/drawing/2014/main" id="{DB0C3D58-0B25-BD6A-2A5A-DB6A99FCE74B}"/>
              </a:ext>
            </a:extLst>
          </p:cNvPr>
          <p:cNvGrpSpPr/>
          <p:nvPr userDrawn="1"/>
        </p:nvGrpSpPr>
        <p:grpSpPr>
          <a:xfrm>
            <a:off x="419100" y="1441547"/>
            <a:ext cx="7815189" cy="0"/>
            <a:chOff x="419100" y="1927655"/>
            <a:chExt cx="7815189" cy="0"/>
          </a:xfrm>
        </p:grpSpPr>
        <p:cxnSp>
          <p:nvCxnSpPr>
            <p:cNvPr id="11" name="Straight Connector 10">
              <a:extLst>
                <a:ext uri="{FF2B5EF4-FFF2-40B4-BE49-F238E27FC236}">
                  <a16:creationId xmlns:a16="http://schemas.microsoft.com/office/drawing/2014/main" id="{9693BF9E-34A4-8F57-3340-AE0864CD1F87}"/>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CE0530AC-F50B-F354-55CB-FD0D61F28B83}"/>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15" name="Group 14">
            <a:extLst>
              <a:ext uri="{FF2B5EF4-FFF2-40B4-BE49-F238E27FC236}">
                <a16:creationId xmlns:a16="http://schemas.microsoft.com/office/drawing/2014/main" id="{F0AF7746-73D2-DE95-055F-BCE8A574CA4F}"/>
              </a:ext>
            </a:extLst>
          </p:cNvPr>
          <p:cNvGrpSpPr/>
          <p:nvPr userDrawn="1"/>
        </p:nvGrpSpPr>
        <p:grpSpPr>
          <a:xfrm>
            <a:off x="419100" y="2013937"/>
            <a:ext cx="7815189" cy="0"/>
            <a:chOff x="419100" y="1927655"/>
            <a:chExt cx="7815189" cy="0"/>
          </a:xfrm>
        </p:grpSpPr>
        <p:cxnSp>
          <p:nvCxnSpPr>
            <p:cNvPr id="16" name="Straight Connector 15">
              <a:extLst>
                <a:ext uri="{FF2B5EF4-FFF2-40B4-BE49-F238E27FC236}">
                  <a16:creationId xmlns:a16="http://schemas.microsoft.com/office/drawing/2014/main" id="{884414A5-A05E-7312-0777-6DD670899437}"/>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BDCA160F-C741-E203-FBD0-C718838AA693}"/>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20" name="Group 19">
            <a:extLst>
              <a:ext uri="{FF2B5EF4-FFF2-40B4-BE49-F238E27FC236}">
                <a16:creationId xmlns:a16="http://schemas.microsoft.com/office/drawing/2014/main" id="{CBEECC1D-D7FC-9FAF-6C04-69D05662FEDD}"/>
              </a:ext>
            </a:extLst>
          </p:cNvPr>
          <p:cNvGrpSpPr/>
          <p:nvPr userDrawn="1"/>
        </p:nvGrpSpPr>
        <p:grpSpPr>
          <a:xfrm>
            <a:off x="410046" y="2586327"/>
            <a:ext cx="7815189" cy="0"/>
            <a:chOff x="419100" y="1927655"/>
            <a:chExt cx="7815189" cy="0"/>
          </a:xfrm>
        </p:grpSpPr>
        <p:cxnSp>
          <p:nvCxnSpPr>
            <p:cNvPr id="21" name="Straight Connector 20">
              <a:extLst>
                <a:ext uri="{FF2B5EF4-FFF2-40B4-BE49-F238E27FC236}">
                  <a16:creationId xmlns:a16="http://schemas.microsoft.com/office/drawing/2014/main" id="{9B07ABDA-943A-652F-9D7F-11DF8BA49CCA}"/>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7C952D63-1F79-FEF0-A379-CD8056D78EF8}"/>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25" name="Group 24">
            <a:extLst>
              <a:ext uri="{FF2B5EF4-FFF2-40B4-BE49-F238E27FC236}">
                <a16:creationId xmlns:a16="http://schemas.microsoft.com/office/drawing/2014/main" id="{68870F6E-199F-A27D-ACDF-F43214FB9F41}"/>
              </a:ext>
            </a:extLst>
          </p:cNvPr>
          <p:cNvGrpSpPr/>
          <p:nvPr userDrawn="1"/>
        </p:nvGrpSpPr>
        <p:grpSpPr>
          <a:xfrm>
            <a:off x="410046" y="3158717"/>
            <a:ext cx="7815189" cy="0"/>
            <a:chOff x="419100" y="1927655"/>
            <a:chExt cx="7815189" cy="0"/>
          </a:xfrm>
        </p:grpSpPr>
        <p:cxnSp>
          <p:nvCxnSpPr>
            <p:cNvPr id="26" name="Straight Connector 25">
              <a:extLst>
                <a:ext uri="{FF2B5EF4-FFF2-40B4-BE49-F238E27FC236}">
                  <a16:creationId xmlns:a16="http://schemas.microsoft.com/office/drawing/2014/main" id="{407F5D5E-195A-8D97-B5FB-85AFB7DDCFAA}"/>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D20B6B09-3750-6B0B-12F0-E41CB71C213E}"/>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30" name="Group 29">
            <a:extLst>
              <a:ext uri="{FF2B5EF4-FFF2-40B4-BE49-F238E27FC236}">
                <a16:creationId xmlns:a16="http://schemas.microsoft.com/office/drawing/2014/main" id="{ED12AF79-0C9F-A31B-5743-65597C0B0A79}"/>
              </a:ext>
            </a:extLst>
          </p:cNvPr>
          <p:cNvGrpSpPr/>
          <p:nvPr userDrawn="1"/>
        </p:nvGrpSpPr>
        <p:grpSpPr>
          <a:xfrm>
            <a:off x="410046" y="3740161"/>
            <a:ext cx="7815189" cy="0"/>
            <a:chOff x="419100" y="1927655"/>
            <a:chExt cx="7815189" cy="0"/>
          </a:xfrm>
        </p:grpSpPr>
        <p:cxnSp>
          <p:nvCxnSpPr>
            <p:cNvPr id="31" name="Straight Connector 30">
              <a:extLst>
                <a:ext uri="{FF2B5EF4-FFF2-40B4-BE49-F238E27FC236}">
                  <a16:creationId xmlns:a16="http://schemas.microsoft.com/office/drawing/2014/main" id="{62035680-E8D5-5ECE-581C-D7DB404A7F84}"/>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937CFC37-ED96-8E79-8977-2018D7D7CB7F}"/>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83" name="Text Placeholder 82">
            <a:extLst>
              <a:ext uri="{FF2B5EF4-FFF2-40B4-BE49-F238E27FC236}">
                <a16:creationId xmlns:a16="http://schemas.microsoft.com/office/drawing/2014/main" id="{BC18439E-E5EB-9746-CF24-3D7553025FED}"/>
              </a:ext>
            </a:extLst>
          </p:cNvPr>
          <p:cNvSpPr>
            <a:spLocks noGrp="1"/>
          </p:cNvSpPr>
          <p:nvPr>
            <p:ph type="body" sz="quarter" idx="16" hasCustomPrompt="1"/>
          </p:nvPr>
        </p:nvSpPr>
        <p:spPr>
          <a:xfrm>
            <a:off x="3566027" y="1014413"/>
            <a:ext cx="583942" cy="341312"/>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4" name="Text Placeholder 82">
            <a:extLst>
              <a:ext uri="{FF2B5EF4-FFF2-40B4-BE49-F238E27FC236}">
                <a16:creationId xmlns:a16="http://schemas.microsoft.com/office/drawing/2014/main" id="{C5843CD8-08C1-C39E-7A34-239D47C3C66B}"/>
              </a:ext>
            </a:extLst>
          </p:cNvPr>
          <p:cNvSpPr>
            <a:spLocks noGrp="1"/>
          </p:cNvSpPr>
          <p:nvPr>
            <p:ph type="body" sz="quarter" idx="17" hasCustomPrompt="1"/>
          </p:nvPr>
        </p:nvSpPr>
        <p:spPr>
          <a:xfrm>
            <a:off x="3566027" y="1599629"/>
            <a:ext cx="583942" cy="341312"/>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5" name="Text Placeholder 82">
            <a:extLst>
              <a:ext uri="{FF2B5EF4-FFF2-40B4-BE49-F238E27FC236}">
                <a16:creationId xmlns:a16="http://schemas.microsoft.com/office/drawing/2014/main" id="{8CE98B1D-47B8-5D81-90D8-B1AD564DC77B}"/>
              </a:ext>
            </a:extLst>
          </p:cNvPr>
          <p:cNvSpPr>
            <a:spLocks noGrp="1"/>
          </p:cNvSpPr>
          <p:nvPr>
            <p:ph type="body" sz="quarter" idx="18" hasCustomPrompt="1"/>
          </p:nvPr>
        </p:nvSpPr>
        <p:spPr>
          <a:xfrm>
            <a:off x="3566027" y="2157413"/>
            <a:ext cx="583942" cy="341312"/>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6" name="Text Placeholder 82">
            <a:extLst>
              <a:ext uri="{FF2B5EF4-FFF2-40B4-BE49-F238E27FC236}">
                <a16:creationId xmlns:a16="http://schemas.microsoft.com/office/drawing/2014/main" id="{F5D9D48F-54D3-EFE0-A08F-9D9D5C8AFC6E}"/>
              </a:ext>
            </a:extLst>
          </p:cNvPr>
          <p:cNvSpPr>
            <a:spLocks noGrp="1"/>
          </p:cNvSpPr>
          <p:nvPr>
            <p:ph type="body" sz="quarter" idx="19" hasCustomPrompt="1"/>
          </p:nvPr>
        </p:nvSpPr>
        <p:spPr>
          <a:xfrm>
            <a:off x="3566027" y="2733485"/>
            <a:ext cx="583942" cy="341312"/>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7" name="Text Placeholder 82">
            <a:extLst>
              <a:ext uri="{FF2B5EF4-FFF2-40B4-BE49-F238E27FC236}">
                <a16:creationId xmlns:a16="http://schemas.microsoft.com/office/drawing/2014/main" id="{40F09BFB-C215-D71F-E38E-C422B83E20D1}"/>
              </a:ext>
            </a:extLst>
          </p:cNvPr>
          <p:cNvSpPr>
            <a:spLocks noGrp="1"/>
          </p:cNvSpPr>
          <p:nvPr>
            <p:ph type="body" sz="quarter" idx="20" hasCustomPrompt="1"/>
          </p:nvPr>
        </p:nvSpPr>
        <p:spPr>
          <a:xfrm>
            <a:off x="3566027" y="3318701"/>
            <a:ext cx="583942" cy="341312"/>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8" name="Text Placeholder 82">
            <a:extLst>
              <a:ext uri="{FF2B5EF4-FFF2-40B4-BE49-F238E27FC236}">
                <a16:creationId xmlns:a16="http://schemas.microsoft.com/office/drawing/2014/main" id="{C06BF87A-47B4-91B6-7596-9D3934EEAAF2}"/>
              </a:ext>
            </a:extLst>
          </p:cNvPr>
          <p:cNvSpPr>
            <a:spLocks noGrp="1"/>
          </p:cNvSpPr>
          <p:nvPr>
            <p:ph type="body" sz="quarter" idx="21" hasCustomPrompt="1"/>
          </p:nvPr>
        </p:nvSpPr>
        <p:spPr>
          <a:xfrm>
            <a:off x="3566027" y="3894773"/>
            <a:ext cx="583942" cy="341312"/>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98" name="Text Placeholder 82">
            <a:extLst>
              <a:ext uri="{FF2B5EF4-FFF2-40B4-BE49-F238E27FC236}">
                <a16:creationId xmlns:a16="http://schemas.microsoft.com/office/drawing/2014/main" id="{52695F43-3340-2C5E-5302-8F86FC04A04E}"/>
              </a:ext>
            </a:extLst>
          </p:cNvPr>
          <p:cNvSpPr>
            <a:spLocks noGrp="1"/>
          </p:cNvSpPr>
          <p:nvPr>
            <p:ph type="body" sz="quarter" idx="28" hasCustomPrompt="1"/>
          </p:nvPr>
        </p:nvSpPr>
        <p:spPr>
          <a:xfrm>
            <a:off x="7635107" y="1014413"/>
            <a:ext cx="583942" cy="341312"/>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99" name="Text Placeholder 82">
            <a:extLst>
              <a:ext uri="{FF2B5EF4-FFF2-40B4-BE49-F238E27FC236}">
                <a16:creationId xmlns:a16="http://schemas.microsoft.com/office/drawing/2014/main" id="{5FC8FD77-222C-FFC4-49AB-71302455A1A2}"/>
              </a:ext>
            </a:extLst>
          </p:cNvPr>
          <p:cNvSpPr>
            <a:spLocks noGrp="1"/>
          </p:cNvSpPr>
          <p:nvPr>
            <p:ph type="body" sz="quarter" idx="29" hasCustomPrompt="1"/>
          </p:nvPr>
        </p:nvSpPr>
        <p:spPr>
          <a:xfrm>
            <a:off x="7635107" y="1599629"/>
            <a:ext cx="583942" cy="341312"/>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0" name="Text Placeholder 82">
            <a:extLst>
              <a:ext uri="{FF2B5EF4-FFF2-40B4-BE49-F238E27FC236}">
                <a16:creationId xmlns:a16="http://schemas.microsoft.com/office/drawing/2014/main" id="{B44F972F-6436-8220-BFED-64C891BB43B9}"/>
              </a:ext>
            </a:extLst>
          </p:cNvPr>
          <p:cNvSpPr>
            <a:spLocks noGrp="1"/>
          </p:cNvSpPr>
          <p:nvPr>
            <p:ph type="body" sz="quarter" idx="30" hasCustomPrompt="1"/>
          </p:nvPr>
        </p:nvSpPr>
        <p:spPr>
          <a:xfrm>
            <a:off x="7635107" y="2157413"/>
            <a:ext cx="583942" cy="341312"/>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1" name="Text Placeholder 82">
            <a:extLst>
              <a:ext uri="{FF2B5EF4-FFF2-40B4-BE49-F238E27FC236}">
                <a16:creationId xmlns:a16="http://schemas.microsoft.com/office/drawing/2014/main" id="{2996F404-5C5E-53CA-A7D8-7F0BC12610A9}"/>
              </a:ext>
            </a:extLst>
          </p:cNvPr>
          <p:cNvSpPr>
            <a:spLocks noGrp="1"/>
          </p:cNvSpPr>
          <p:nvPr>
            <p:ph type="body" sz="quarter" idx="31" hasCustomPrompt="1"/>
          </p:nvPr>
        </p:nvSpPr>
        <p:spPr>
          <a:xfrm>
            <a:off x="7635107" y="2733485"/>
            <a:ext cx="583942" cy="341312"/>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2" name="Text Placeholder 82">
            <a:extLst>
              <a:ext uri="{FF2B5EF4-FFF2-40B4-BE49-F238E27FC236}">
                <a16:creationId xmlns:a16="http://schemas.microsoft.com/office/drawing/2014/main" id="{108EC25F-1D23-3887-7228-ECABE634DE03}"/>
              </a:ext>
            </a:extLst>
          </p:cNvPr>
          <p:cNvSpPr>
            <a:spLocks noGrp="1"/>
          </p:cNvSpPr>
          <p:nvPr>
            <p:ph type="body" sz="quarter" idx="32" hasCustomPrompt="1"/>
          </p:nvPr>
        </p:nvSpPr>
        <p:spPr>
          <a:xfrm>
            <a:off x="7635107" y="3318701"/>
            <a:ext cx="583942" cy="341312"/>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3" name="Text Placeholder 82">
            <a:extLst>
              <a:ext uri="{FF2B5EF4-FFF2-40B4-BE49-F238E27FC236}">
                <a16:creationId xmlns:a16="http://schemas.microsoft.com/office/drawing/2014/main" id="{50D68924-F727-5E07-BD9A-EF5365218F24}"/>
              </a:ext>
            </a:extLst>
          </p:cNvPr>
          <p:cNvSpPr>
            <a:spLocks noGrp="1"/>
          </p:cNvSpPr>
          <p:nvPr>
            <p:ph type="body" sz="quarter" idx="33" hasCustomPrompt="1"/>
          </p:nvPr>
        </p:nvSpPr>
        <p:spPr>
          <a:xfrm>
            <a:off x="7635107" y="3894773"/>
            <a:ext cx="583942" cy="341312"/>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4" name="Freeform 103">
            <a:extLst>
              <a:ext uri="{FF2B5EF4-FFF2-40B4-BE49-F238E27FC236}">
                <a16:creationId xmlns:a16="http://schemas.microsoft.com/office/drawing/2014/main" id="{2D71764C-C9BA-EE23-3D79-6807194B058C}"/>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05" name="Picture 104">
            <a:extLst>
              <a:ext uri="{FF2B5EF4-FFF2-40B4-BE49-F238E27FC236}">
                <a16:creationId xmlns:a16="http://schemas.microsoft.com/office/drawing/2014/main" id="{7A34F86A-FAD0-61EE-3393-3D77BA6D21A8}"/>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4" name="Text Placeholder 22">
            <a:extLst>
              <a:ext uri="{FF2B5EF4-FFF2-40B4-BE49-F238E27FC236}">
                <a16:creationId xmlns:a16="http://schemas.microsoft.com/office/drawing/2014/main" id="{3E9939B4-B230-C4EF-EED5-2F273F868CEE}"/>
              </a:ext>
            </a:extLst>
          </p:cNvPr>
          <p:cNvSpPr>
            <a:spLocks noGrp="1"/>
          </p:cNvSpPr>
          <p:nvPr>
            <p:ph type="body" sz="quarter" idx="43" hasCustomPrompt="1"/>
          </p:nvPr>
        </p:nvSpPr>
        <p:spPr>
          <a:xfrm>
            <a:off x="4518410" y="1599407"/>
            <a:ext cx="3124318" cy="3247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5" name="Text Placeholder 22">
            <a:extLst>
              <a:ext uri="{FF2B5EF4-FFF2-40B4-BE49-F238E27FC236}">
                <a16:creationId xmlns:a16="http://schemas.microsoft.com/office/drawing/2014/main" id="{676A0BA9-245D-90E8-C2D2-9351777DE7EF}"/>
              </a:ext>
            </a:extLst>
          </p:cNvPr>
          <p:cNvSpPr>
            <a:spLocks noGrp="1"/>
          </p:cNvSpPr>
          <p:nvPr>
            <p:ph type="body" sz="quarter" idx="44" hasCustomPrompt="1"/>
          </p:nvPr>
        </p:nvSpPr>
        <p:spPr>
          <a:xfrm>
            <a:off x="434090" y="1599407"/>
            <a:ext cx="3124318" cy="3247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6" name="Text Placeholder 22">
            <a:extLst>
              <a:ext uri="{FF2B5EF4-FFF2-40B4-BE49-F238E27FC236}">
                <a16:creationId xmlns:a16="http://schemas.microsoft.com/office/drawing/2014/main" id="{2ED746F7-BF8B-732F-8827-44047F691564}"/>
              </a:ext>
            </a:extLst>
          </p:cNvPr>
          <p:cNvSpPr>
            <a:spLocks noGrp="1"/>
          </p:cNvSpPr>
          <p:nvPr>
            <p:ph type="body" sz="quarter" idx="45" hasCustomPrompt="1"/>
          </p:nvPr>
        </p:nvSpPr>
        <p:spPr>
          <a:xfrm>
            <a:off x="4510790" y="2163287"/>
            <a:ext cx="3124318" cy="3247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7" name="Text Placeholder 22">
            <a:extLst>
              <a:ext uri="{FF2B5EF4-FFF2-40B4-BE49-F238E27FC236}">
                <a16:creationId xmlns:a16="http://schemas.microsoft.com/office/drawing/2014/main" id="{5675D590-313D-9241-8578-A6308D88E743}"/>
              </a:ext>
            </a:extLst>
          </p:cNvPr>
          <p:cNvSpPr>
            <a:spLocks noGrp="1"/>
          </p:cNvSpPr>
          <p:nvPr>
            <p:ph type="body" sz="quarter" idx="46" hasCustomPrompt="1"/>
          </p:nvPr>
        </p:nvSpPr>
        <p:spPr>
          <a:xfrm>
            <a:off x="426470" y="2163287"/>
            <a:ext cx="3124318" cy="3247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8" name="Text Placeholder 22">
            <a:extLst>
              <a:ext uri="{FF2B5EF4-FFF2-40B4-BE49-F238E27FC236}">
                <a16:creationId xmlns:a16="http://schemas.microsoft.com/office/drawing/2014/main" id="{620628B6-9E39-D448-DC0C-021914930179}"/>
              </a:ext>
            </a:extLst>
          </p:cNvPr>
          <p:cNvSpPr>
            <a:spLocks noGrp="1"/>
          </p:cNvSpPr>
          <p:nvPr>
            <p:ph type="body" sz="quarter" idx="47" hasCustomPrompt="1"/>
          </p:nvPr>
        </p:nvSpPr>
        <p:spPr>
          <a:xfrm>
            <a:off x="4510790" y="2734787"/>
            <a:ext cx="3124318" cy="3247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9" name="Text Placeholder 22">
            <a:extLst>
              <a:ext uri="{FF2B5EF4-FFF2-40B4-BE49-F238E27FC236}">
                <a16:creationId xmlns:a16="http://schemas.microsoft.com/office/drawing/2014/main" id="{D882043F-7ECB-2885-F82D-A658BDA47DD1}"/>
              </a:ext>
            </a:extLst>
          </p:cNvPr>
          <p:cNvSpPr>
            <a:spLocks noGrp="1"/>
          </p:cNvSpPr>
          <p:nvPr>
            <p:ph type="body" sz="quarter" idx="48" hasCustomPrompt="1"/>
          </p:nvPr>
        </p:nvSpPr>
        <p:spPr>
          <a:xfrm>
            <a:off x="426470" y="2734787"/>
            <a:ext cx="3124318" cy="3247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1532104A-E7F6-79C7-C82A-0ED9C58EB272}"/>
              </a:ext>
            </a:extLst>
          </p:cNvPr>
          <p:cNvSpPr>
            <a:spLocks noGrp="1"/>
          </p:cNvSpPr>
          <p:nvPr>
            <p:ph type="body" sz="quarter" idx="49" hasCustomPrompt="1"/>
          </p:nvPr>
        </p:nvSpPr>
        <p:spPr>
          <a:xfrm>
            <a:off x="4510790" y="3321527"/>
            <a:ext cx="3124318" cy="3247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F7D240C8-0809-6C97-786C-3399CCE44BAC}"/>
              </a:ext>
            </a:extLst>
          </p:cNvPr>
          <p:cNvSpPr>
            <a:spLocks noGrp="1"/>
          </p:cNvSpPr>
          <p:nvPr>
            <p:ph type="body" sz="quarter" idx="50" hasCustomPrompt="1"/>
          </p:nvPr>
        </p:nvSpPr>
        <p:spPr>
          <a:xfrm>
            <a:off x="426470" y="3321527"/>
            <a:ext cx="3124318" cy="3247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8" name="Text Placeholder 22">
            <a:extLst>
              <a:ext uri="{FF2B5EF4-FFF2-40B4-BE49-F238E27FC236}">
                <a16:creationId xmlns:a16="http://schemas.microsoft.com/office/drawing/2014/main" id="{028CF55C-6B79-C9E3-7742-DAE81B447D2F}"/>
              </a:ext>
            </a:extLst>
          </p:cNvPr>
          <p:cNvSpPr>
            <a:spLocks noGrp="1"/>
          </p:cNvSpPr>
          <p:nvPr>
            <p:ph type="body" sz="quarter" idx="51" hasCustomPrompt="1"/>
          </p:nvPr>
        </p:nvSpPr>
        <p:spPr>
          <a:xfrm>
            <a:off x="4510790" y="3900647"/>
            <a:ext cx="3124318" cy="3247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9" name="Text Placeholder 22">
            <a:extLst>
              <a:ext uri="{FF2B5EF4-FFF2-40B4-BE49-F238E27FC236}">
                <a16:creationId xmlns:a16="http://schemas.microsoft.com/office/drawing/2014/main" id="{AAE42E94-7B78-76A6-8945-01A4346FD23C}"/>
              </a:ext>
            </a:extLst>
          </p:cNvPr>
          <p:cNvSpPr>
            <a:spLocks noGrp="1"/>
          </p:cNvSpPr>
          <p:nvPr>
            <p:ph type="body" sz="quarter" idx="52" hasCustomPrompt="1"/>
          </p:nvPr>
        </p:nvSpPr>
        <p:spPr>
          <a:xfrm>
            <a:off x="426470" y="3900647"/>
            <a:ext cx="3124318" cy="3247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Tree>
    <p:extLst>
      <p:ext uri="{BB962C8B-B14F-4D97-AF65-F5344CB8AC3E}">
        <p14:creationId xmlns:p14="http://schemas.microsoft.com/office/powerpoint/2010/main" val="898918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ection Break 1">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646F344D-EE4A-D48A-98FE-E5A878E1154D}"/>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9144000" cy="5145998"/>
          </a:xfrm>
          <a:prstGeom prst="rect">
            <a:avLst/>
          </a:prstGeom>
        </p:spPr>
      </p:pic>
      <p:sp>
        <p:nvSpPr>
          <p:cNvPr id="10" name="Title 1">
            <a:extLst>
              <a:ext uri="{FF2B5EF4-FFF2-40B4-BE49-F238E27FC236}">
                <a16:creationId xmlns:a16="http://schemas.microsoft.com/office/drawing/2014/main" id="{82265AD4-28B9-3341-EA1E-60F8F706115A}"/>
              </a:ext>
            </a:extLst>
          </p:cNvPr>
          <p:cNvSpPr>
            <a:spLocks noGrp="1"/>
          </p:cNvSpPr>
          <p:nvPr>
            <p:ph type="title" hasCustomPrompt="1"/>
          </p:nvPr>
        </p:nvSpPr>
        <p:spPr>
          <a:xfrm>
            <a:off x="914405" y="2571750"/>
            <a:ext cx="7658096" cy="1035396"/>
          </a:xfrm>
          <a:prstGeom prst="rect">
            <a:avLst/>
          </a:prstGeom>
        </p:spPr>
        <p:txBody>
          <a:bodyPr lIns="0" rIns="0"/>
          <a:lstStyle>
            <a:lvl1pPr algn="l">
              <a:defRPr sz="3600" b="0"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Section break</a:t>
            </a:r>
            <a:endParaRPr lang="en-JM"/>
          </a:p>
        </p:txBody>
      </p:sp>
      <p:sp>
        <p:nvSpPr>
          <p:cNvPr id="2" name="Freeform 1">
            <a:extLst>
              <a:ext uri="{FF2B5EF4-FFF2-40B4-BE49-F238E27FC236}">
                <a16:creationId xmlns:a16="http://schemas.microsoft.com/office/drawing/2014/main" id="{76415838-5B68-4E02-41CF-EFD7ED0C5B82}"/>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9142D5D1-DFD2-9F02-15FE-060AF19A686A}"/>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11" name="TextBox 10">
            <a:extLst>
              <a:ext uri="{FF2B5EF4-FFF2-40B4-BE49-F238E27FC236}">
                <a16:creationId xmlns:a16="http://schemas.microsoft.com/office/drawing/2014/main" id="{D570056E-6E86-2B2D-B9B4-8E3A5D4D9105}"/>
              </a:ext>
            </a:extLst>
          </p:cNvPr>
          <p:cNvSpPr txBox="1"/>
          <p:nvPr userDrawn="1"/>
        </p:nvSpPr>
        <p:spPr>
          <a:xfrm>
            <a:off x="8731482" y="4436579"/>
            <a:ext cx="390522" cy="215444"/>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800" b="0" i="0" smtClean="0">
                <a:solidFill>
                  <a:schemeClr val="bg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7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sp>
        <p:nvSpPr>
          <p:cNvPr id="12" name="TextBox 11">
            <a:extLst>
              <a:ext uri="{FF2B5EF4-FFF2-40B4-BE49-F238E27FC236}">
                <a16:creationId xmlns:a16="http://schemas.microsoft.com/office/drawing/2014/main" id="{F7D0A1C6-79A3-5774-A4BC-CE0047CB853F}"/>
              </a:ext>
            </a:extLst>
          </p:cNvPr>
          <p:cNvSpPr txBox="1"/>
          <p:nvPr userDrawn="1"/>
        </p:nvSpPr>
        <p:spPr>
          <a:xfrm rot="16200000">
            <a:off x="7569182" y="1557925"/>
            <a:ext cx="2715127" cy="184666"/>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600" b="0" i="0">
                <a:solidFill>
                  <a:schemeClr val="bg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13" name="Straight Connector 12">
            <a:extLst>
              <a:ext uri="{FF2B5EF4-FFF2-40B4-BE49-F238E27FC236}">
                <a16:creationId xmlns:a16="http://schemas.microsoft.com/office/drawing/2014/main" id="{8D0DEBBC-0A12-4CEF-22A6-2194B5E5436F}"/>
              </a:ext>
            </a:extLst>
          </p:cNvPr>
          <p:cNvCxnSpPr>
            <a:cxnSpLocks/>
          </p:cNvCxnSpPr>
          <p:nvPr userDrawn="1"/>
        </p:nvCxnSpPr>
        <p:spPr>
          <a:xfrm>
            <a:off x="8926742" y="1267866"/>
            <a:ext cx="0" cy="3095524"/>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401770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ection Break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46F344D-EE4A-D48A-98FE-E5A878E1154D}"/>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0" y="0"/>
            <a:ext cx="9143998" cy="5145998"/>
          </a:xfrm>
          <a:prstGeom prst="rect">
            <a:avLst/>
          </a:prstGeom>
        </p:spPr>
      </p:pic>
      <p:sp>
        <p:nvSpPr>
          <p:cNvPr id="3" name="Freeform 2">
            <a:extLst>
              <a:ext uri="{FF2B5EF4-FFF2-40B4-BE49-F238E27FC236}">
                <a16:creationId xmlns:a16="http://schemas.microsoft.com/office/drawing/2014/main" id="{9E0FE765-AFD6-F6B4-0A72-29D345EB0D19}"/>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0" name="Picture 10">
            <a:extLst>
              <a:ext uri="{FF2B5EF4-FFF2-40B4-BE49-F238E27FC236}">
                <a16:creationId xmlns:a16="http://schemas.microsoft.com/office/drawing/2014/main" id="{AA3494BB-CB88-1F77-2AB8-E5DBC6EB58BA}"/>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11" name="TextBox 10">
            <a:extLst>
              <a:ext uri="{FF2B5EF4-FFF2-40B4-BE49-F238E27FC236}">
                <a16:creationId xmlns:a16="http://schemas.microsoft.com/office/drawing/2014/main" id="{94F1EC2E-C33E-D048-D17E-3AAB33FA6B86}"/>
              </a:ext>
            </a:extLst>
          </p:cNvPr>
          <p:cNvSpPr txBox="1"/>
          <p:nvPr userDrawn="1"/>
        </p:nvSpPr>
        <p:spPr>
          <a:xfrm>
            <a:off x="8731482" y="4436579"/>
            <a:ext cx="390522" cy="215444"/>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800" b="0" i="0" smtClean="0">
                <a:solidFill>
                  <a:schemeClr val="tx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7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2" name="TextBox 11">
            <a:extLst>
              <a:ext uri="{FF2B5EF4-FFF2-40B4-BE49-F238E27FC236}">
                <a16:creationId xmlns:a16="http://schemas.microsoft.com/office/drawing/2014/main" id="{3200E430-EECC-AE67-7AF8-D3B04048BB5E}"/>
              </a:ext>
            </a:extLst>
          </p:cNvPr>
          <p:cNvSpPr txBox="1"/>
          <p:nvPr userDrawn="1"/>
        </p:nvSpPr>
        <p:spPr>
          <a:xfrm rot="16200000">
            <a:off x="7569182" y="1557925"/>
            <a:ext cx="2715127" cy="184666"/>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600" b="0" i="0">
                <a:solidFill>
                  <a:schemeClr val="tx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13" name="Straight Connector 12">
            <a:extLst>
              <a:ext uri="{FF2B5EF4-FFF2-40B4-BE49-F238E27FC236}">
                <a16:creationId xmlns:a16="http://schemas.microsoft.com/office/drawing/2014/main" id="{BE2CD5AB-7016-A243-C8F4-57685BE03DDC}"/>
              </a:ext>
            </a:extLst>
          </p:cNvPr>
          <p:cNvCxnSpPr>
            <a:cxnSpLocks/>
          </p:cNvCxnSpPr>
          <p:nvPr userDrawn="1"/>
        </p:nvCxnSpPr>
        <p:spPr>
          <a:xfrm>
            <a:off x="8926742" y="1267866"/>
            <a:ext cx="0" cy="3095524"/>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C47ECBF6-EE44-4492-7765-EF21A96DF171}"/>
              </a:ext>
            </a:extLst>
          </p:cNvPr>
          <p:cNvSpPr>
            <a:spLocks noGrp="1"/>
          </p:cNvSpPr>
          <p:nvPr>
            <p:ph type="title" hasCustomPrompt="1"/>
          </p:nvPr>
        </p:nvSpPr>
        <p:spPr>
          <a:xfrm>
            <a:off x="914405" y="2571750"/>
            <a:ext cx="7658096" cy="1035396"/>
          </a:xfrm>
          <a:prstGeom prst="rect">
            <a:avLst/>
          </a:prstGeom>
        </p:spPr>
        <p:txBody>
          <a:bodyPr lIns="0" rIns="0"/>
          <a:lstStyle>
            <a:lvl1pPr algn="l">
              <a:defRPr sz="36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Section break</a:t>
            </a:r>
            <a:endParaRPr lang="en-JM"/>
          </a:p>
        </p:txBody>
      </p:sp>
    </p:spTree>
    <p:extLst>
      <p:ext uri="{BB962C8B-B14F-4D97-AF65-F5344CB8AC3E}">
        <p14:creationId xmlns:p14="http://schemas.microsoft.com/office/powerpoint/2010/main" val="26005586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ection Break 3">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C8616854-9775-A704-4354-DB1A9CD5D9CB}"/>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1249"/>
            <a:ext cx="9144000" cy="5145997"/>
          </a:xfrm>
          <a:prstGeom prst="rect">
            <a:avLst/>
          </a:prstGeom>
        </p:spPr>
      </p:pic>
      <p:sp>
        <p:nvSpPr>
          <p:cNvPr id="4" name="Freeform 3">
            <a:extLst>
              <a:ext uri="{FF2B5EF4-FFF2-40B4-BE49-F238E27FC236}">
                <a16:creationId xmlns:a16="http://schemas.microsoft.com/office/drawing/2014/main" id="{06EFAD34-422C-821B-6AA8-865AB64849E9}"/>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2437B391-2B7E-766D-F565-DAA449BA092E}"/>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6" name="TextBox 5">
            <a:extLst>
              <a:ext uri="{FF2B5EF4-FFF2-40B4-BE49-F238E27FC236}">
                <a16:creationId xmlns:a16="http://schemas.microsoft.com/office/drawing/2014/main" id="{48EFD6BE-66D2-9C41-574E-016F5EA578E2}"/>
              </a:ext>
            </a:extLst>
          </p:cNvPr>
          <p:cNvSpPr txBox="1"/>
          <p:nvPr userDrawn="1"/>
        </p:nvSpPr>
        <p:spPr>
          <a:xfrm>
            <a:off x="8731482" y="4436579"/>
            <a:ext cx="390522" cy="215444"/>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800" b="0" i="0" smtClean="0">
                <a:solidFill>
                  <a:schemeClr val="bg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7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Box 6">
            <a:extLst>
              <a:ext uri="{FF2B5EF4-FFF2-40B4-BE49-F238E27FC236}">
                <a16:creationId xmlns:a16="http://schemas.microsoft.com/office/drawing/2014/main" id="{798AC605-9333-7664-D4A1-DB20DA2E1D98}"/>
              </a:ext>
            </a:extLst>
          </p:cNvPr>
          <p:cNvSpPr txBox="1"/>
          <p:nvPr userDrawn="1"/>
        </p:nvSpPr>
        <p:spPr>
          <a:xfrm rot="16200000">
            <a:off x="7569182" y="1557925"/>
            <a:ext cx="2715127" cy="184666"/>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600" b="0" i="0">
                <a:solidFill>
                  <a:schemeClr val="bg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8" name="Straight Connector 7">
            <a:extLst>
              <a:ext uri="{FF2B5EF4-FFF2-40B4-BE49-F238E27FC236}">
                <a16:creationId xmlns:a16="http://schemas.microsoft.com/office/drawing/2014/main" id="{8752F0FF-8E5F-80C8-5B28-3972726C3921}"/>
              </a:ext>
            </a:extLst>
          </p:cNvPr>
          <p:cNvCxnSpPr>
            <a:cxnSpLocks/>
          </p:cNvCxnSpPr>
          <p:nvPr userDrawn="1"/>
        </p:nvCxnSpPr>
        <p:spPr>
          <a:xfrm>
            <a:off x="8926742" y="1267866"/>
            <a:ext cx="0" cy="3095524"/>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84C9FC9A-1279-3B92-99A5-8FF6C87EF04A}"/>
              </a:ext>
            </a:extLst>
          </p:cNvPr>
          <p:cNvSpPr>
            <a:spLocks noGrp="1"/>
          </p:cNvSpPr>
          <p:nvPr>
            <p:ph type="title" hasCustomPrompt="1"/>
          </p:nvPr>
        </p:nvSpPr>
        <p:spPr>
          <a:xfrm>
            <a:off x="763527" y="2652011"/>
            <a:ext cx="4261100" cy="1588068"/>
          </a:xfrm>
          <a:prstGeom prst="rect">
            <a:avLst/>
          </a:prstGeom>
        </p:spPr>
        <p:txBody>
          <a:bodyPr lIns="0" rIns="0"/>
          <a:lstStyle>
            <a:lvl1pPr algn="l">
              <a:defRPr sz="3200" b="0" i="0">
                <a:solidFill>
                  <a:schemeClr val="bg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1" name="Text Placeholder 16">
            <a:extLst>
              <a:ext uri="{FF2B5EF4-FFF2-40B4-BE49-F238E27FC236}">
                <a16:creationId xmlns:a16="http://schemas.microsoft.com/office/drawing/2014/main" id="{73015DC5-BDDA-0E5B-9A9E-9C98FC4538AE}"/>
              </a:ext>
            </a:extLst>
          </p:cNvPr>
          <p:cNvSpPr>
            <a:spLocks noGrp="1"/>
          </p:cNvSpPr>
          <p:nvPr>
            <p:ph type="body" sz="quarter" idx="10" hasCustomPrompt="1"/>
          </p:nvPr>
        </p:nvSpPr>
        <p:spPr>
          <a:xfrm>
            <a:off x="763587" y="2109086"/>
            <a:ext cx="4261039" cy="382403"/>
          </a:xfrm>
          <a:prstGeom prst="rect">
            <a:avLst/>
          </a:prstGeom>
        </p:spPr>
        <p:txBody>
          <a:bodyPr lIns="0" anchor="b"/>
          <a:lstStyle>
            <a:lvl1pPr marL="0" indent="0">
              <a:buNone/>
              <a:defRPr sz="1800" b="0" i="0">
                <a:solidFill>
                  <a:schemeClr val="accent1"/>
                </a:solidFill>
                <a:latin typeface="Arial" panose="020B0604020202020204" pitchFamily="34" charset="0"/>
                <a:ea typeface="Inter Medium" panose="02000503000000020004" pitchFamily="2" charset="0"/>
              </a:defRPr>
            </a:lvl1pPr>
            <a:lvl2pPr marL="457200" indent="0">
              <a:buNone/>
              <a:defRPr b="0" i="0">
                <a:latin typeface="Inter Medium" panose="02000503000000020004" pitchFamily="2" charset="0"/>
                <a:ea typeface="Inter Medium" panose="02000503000000020004" pitchFamily="2" charset="0"/>
              </a:defRPr>
            </a:lvl2pPr>
            <a:lvl3pPr marL="914400" indent="0">
              <a:buNone/>
              <a:defRPr b="0" i="0">
                <a:latin typeface="Inter Medium" panose="02000503000000020004" pitchFamily="2" charset="0"/>
                <a:ea typeface="Inter Medium" panose="02000503000000020004" pitchFamily="2" charset="0"/>
              </a:defRPr>
            </a:lvl3pPr>
            <a:lvl4pPr marL="1371600" indent="0">
              <a:buNone/>
              <a:defRPr b="0" i="0">
                <a:latin typeface="Inter Medium" panose="02000503000000020004" pitchFamily="2" charset="0"/>
                <a:ea typeface="Inter Medium" panose="02000503000000020004" pitchFamily="2" charset="0"/>
              </a:defRPr>
            </a:lvl4pPr>
            <a:lvl5pPr marL="1828800" indent="0">
              <a:buNone/>
              <a:defRPr b="0" i="0">
                <a:latin typeface="Inter Medium" panose="02000503000000020004" pitchFamily="2" charset="0"/>
                <a:ea typeface="Inter Medium" panose="02000503000000020004" pitchFamily="2" charset="0"/>
              </a:defRPr>
            </a:lvl5pPr>
          </a:lstStyle>
          <a:p>
            <a:pPr lvl="0"/>
            <a:r>
              <a:rPr lang="en-US"/>
              <a:t>Section 01</a:t>
            </a:r>
          </a:p>
        </p:txBody>
      </p:sp>
    </p:spTree>
    <p:extLst>
      <p:ext uri="{BB962C8B-B14F-4D97-AF65-F5344CB8AC3E}">
        <p14:creationId xmlns:p14="http://schemas.microsoft.com/office/powerpoint/2010/main" val="14675942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ection Break 4">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696B2FF-56EC-EB8D-A8DC-3BE3D92723FB}"/>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1" y="0"/>
            <a:ext cx="9143998" cy="5145998"/>
          </a:xfrm>
          <a:prstGeom prst="rect">
            <a:avLst/>
          </a:prstGeom>
        </p:spPr>
      </p:pic>
      <p:sp>
        <p:nvSpPr>
          <p:cNvPr id="4" name="Freeform 3">
            <a:extLst>
              <a:ext uri="{FF2B5EF4-FFF2-40B4-BE49-F238E27FC236}">
                <a16:creationId xmlns:a16="http://schemas.microsoft.com/office/drawing/2014/main" id="{FBC92347-DDCF-063A-76BF-47B20390C4E3}"/>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C6E25E34-EB85-56D9-0D9E-D61B1B75C817}"/>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6" name="TextBox 5">
            <a:extLst>
              <a:ext uri="{FF2B5EF4-FFF2-40B4-BE49-F238E27FC236}">
                <a16:creationId xmlns:a16="http://schemas.microsoft.com/office/drawing/2014/main" id="{BD3AF043-2279-CFF7-6DB5-8F5EDA02DE73}"/>
              </a:ext>
            </a:extLst>
          </p:cNvPr>
          <p:cNvSpPr txBox="1"/>
          <p:nvPr userDrawn="1"/>
        </p:nvSpPr>
        <p:spPr>
          <a:xfrm>
            <a:off x="8731482" y="4436579"/>
            <a:ext cx="390522" cy="215444"/>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800" b="0" i="0" smtClean="0">
                <a:solidFill>
                  <a:schemeClr val="tx2"/>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700" b="0" i="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Box 6">
            <a:extLst>
              <a:ext uri="{FF2B5EF4-FFF2-40B4-BE49-F238E27FC236}">
                <a16:creationId xmlns:a16="http://schemas.microsoft.com/office/drawing/2014/main" id="{8F1A5C39-7218-974C-EEB6-FDD76E41F825}"/>
              </a:ext>
            </a:extLst>
          </p:cNvPr>
          <p:cNvSpPr txBox="1"/>
          <p:nvPr userDrawn="1"/>
        </p:nvSpPr>
        <p:spPr>
          <a:xfrm rot="16200000">
            <a:off x="7569182" y="1557925"/>
            <a:ext cx="2715127" cy="184666"/>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600" b="0" i="0">
                <a:solidFill>
                  <a:schemeClr val="tx2"/>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8" name="Straight Connector 7">
            <a:extLst>
              <a:ext uri="{FF2B5EF4-FFF2-40B4-BE49-F238E27FC236}">
                <a16:creationId xmlns:a16="http://schemas.microsoft.com/office/drawing/2014/main" id="{EEA5B356-9B8C-6362-49B3-AD8BDD3A4546}"/>
              </a:ext>
            </a:extLst>
          </p:cNvPr>
          <p:cNvCxnSpPr>
            <a:cxnSpLocks/>
          </p:cNvCxnSpPr>
          <p:nvPr userDrawn="1"/>
        </p:nvCxnSpPr>
        <p:spPr>
          <a:xfrm>
            <a:off x="8926742" y="1267866"/>
            <a:ext cx="0" cy="3095524"/>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 name="Title 1">
            <a:extLst>
              <a:ext uri="{FF2B5EF4-FFF2-40B4-BE49-F238E27FC236}">
                <a16:creationId xmlns:a16="http://schemas.microsoft.com/office/drawing/2014/main" id="{9A0DA1E0-B44F-2584-D290-592005773B07}"/>
              </a:ext>
            </a:extLst>
          </p:cNvPr>
          <p:cNvSpPr>
            <a:spLocks noGrp="1"/>
          </p:cNvSpPr>
          <p:nvPr>
            <p:ph type="title" hasCustomPrompt="1"/>
          </p:nvPr>
        </p:nvSpPr>
        <p:spPr>
          <a:xfrm>
            <a:off x="763527" y="2652011"/>
            <a:ext cx="4261100" cy="1588068"/>
          </a:xfrm>
          <a:prstGeom prst="rect">
            <a:avLst/>
          </a:prstGeom>
        </p:spPr>
        <p:txBody>
          <a:bodyPr lIns="0" rIns="0"/>
          <a:lstStyle>
            <a:lvl1pPr algn="l">
              <a:defRPr sz="32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0" name="Text Placeholder 16">
            <a:extLst>
              <a:ext uri="{FF2B5EF4-FFF2-40B4-BE49-F238E27FC236}">
                <a16:creationId xmlns:a16="http://schemas.microsoft.com/office/drawing/2014/main" id="{D1D9D5D8-5D16-7719-D149-1173959430AB}"/>
              </a:ext>
            </a:extLst>
          </p:cNvPr>
          <p:cNvSpPr>
            <a:spLocks noGrp="1"/>
          </p:cNvSpPr>
          <p:nvPr>
            <p:ph type="body" sz="quarter" idx="10" hasCustomPrompt="1"/>
          </p:nvPr>
        </p:nvSpPr>
        <p:spPr>
          <a:xfrm>
            <a:off x="763587" y="2109086"/>
            <a:ext cx="4261039" cy="382403"/>
          </a:xfrm>
          <a:prstGeom prst="rect">
            <a:avLst/>
          </a:prstGeom>
        </p:spPr>
        <p:txBody>
          <a:bodyPr lIns="0" anchor="b"/>
          <a:lstStyle>
            <a:lvl1pPr marL="0" indent="0">
              <a:buNone/>
              <a:defRPr sz="1800" b="0" i="0">
                <a:solidFill>
                  <a:schemeClr val="accent2"/>
                </a:solidFill>
                <a:latin typeface="Arial" panose="020B0604020202020204" pitchFamily="34" charset="0"/>
                <a:ea typeface="Inter Medium" panose="02000503000000020004" pitchFamily="2" charset="0"/>
              </a:defRPr>
            </a:lvl1pPr>
            <a:lvl2pPr marL="457200" indent="0">
              <a:buNone/>
              <a:defRPr b="0" i="0">
                <a:latin typeface="Inter Medium" panose="02000503000000020004" pitchFamily="2" charset="0"/>
                <a:ea typeface="Inter Medium" panose="02000503000000020004" pitchFamily="2" charset="0"/>
              </a:defRPr>
            </a:lvl2pPr>
            <a:lvl3pPr marL="914400" indent="0">
              <a:buNone/>
              <a:defRPr b="0" i="0">
                <a:latin typeface="Inter Medium" panose="02000503000000020004" pitchFamily="2" charset="0"/>
                <a:ea typeface="Inter Medium" panose="02000503000000020004" pitchFamily="2" charset="0"/>
              </a:defRPr>
            </a:lvl3pPr>
            <a:lvl4pPr marL="1371600" indent="0">
              <a:buNone/>
              <a:defRPr b="0" i="0">
                <a:latin typeface="Inter Medium" panose="02000503000000020004" pitchFamily="2" charset="0"/>
                <a:ea typeface="Inter Medium" panose="02000503000000020004" pitchFamily="2" charset="0"/>
              </a:defRPr>
            </a:lvl4pPr>
            <a:lvl5pPr marL="1828800" indent="0">
              <a:buNone/>
              <a:defRPr b="0" i="0">
                <a:latin typeface="Inter Medium" panose="02000503000000020004" pitchFamily="2" charset="0"/>
                <a:ea typeface="Inter Medium" panose="02000503000000020004" pitchFamily="2" charset="0"/>
              </a:defRPr>
            </a:lvl5pPr>
          </a:lstStyle>
          <a:p>
            <a:pPr lvl="0"/>
            <a:r>
              <a:rPr lang="en-US"/>
              <a:t>Section 01</a:t>
            </a:r>
          </a:p>
        </p:txBody>
      </p:sp>
    </p:spTree>
    <p:extLst>
      <p:ext uri="{BB962C8B-B14F-4D97-AF65-F5344CB8AC3E}">
        <p14:creationId xmlns:p14="http://schemas.microsoft.com/office/powerpoint/2010/main" val="468260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ection Break 5">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28FC9664-1723-E76F-B6F9-67F31084BAFA}"/>
              </a:ext>
            </a:extLst>
          </p:cNvPr>
          <p:cNvSpPr/>
          <p:nvPr userDrawn="1"/>
        </p:nvSpPr>
        <p:spPr>
          <a:xfrm rot="10800000">
            <a:off x="0" y="-1605"/>
            <a:ext cx="3055095" cy="5145105"/>
          </a:xfrm>
          <a:custGeom>
            <a:avLst/>
            <a:gdLst>
              <a:gd name="connsiteX0" fmla="*/ 3055095 w 3055095"/>
              <a:gd name="connsiteY0" fmla="*/ 5145105 h 5145105"/>
              <a:gd name="connsiteX1" fmla="*/ 1549948 w 3055095"/>
              <a:gd name="connsiteY1" fmla="*/ 5145105 h 5145105"/>
              <a:gd name="connsiteX2" fmla="*/ 1404188 w 3055095"/>
              <a:gd name="connsiteY2" fmla="*/ 5145105 h 5145105"/>
              <a:gd name="connsiteX3" fmla="*/ 0 w 3055095"/>
              <a:gd name="connsiteY3" fmla="*/ 5145105 h 5145105"/>
              <a:gd name="connsiteX4" fmla="*/ 2168290 w 3055095"/>
              <a:gd name="connsiteY4" fmla="*/ 0 h 5145105"/>
              <a:gd name="connsiteX5" fmla="*/ 3055095 w 3055095"/>
              <a:gd name="connsiteY5" fmla="*/ 0 h 5145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55095" h="5145105">
                <a:moveTo>
                  <a:pt x="3055095" y="5145105"/>
                </a:moveTo>
                <a:lnTo>
                  <a:pt x="1549948" y="5145105"/>
                </a:lnTo>
                <a:lnTo>
                  <a:pt x="1404188" y="5145105"/>
                </a:lnTo>
                <a:lnTo>
                  <a:pt x="0" y="5145105"/>
                </a:lnTo>
                <a:lnTo>
                  <a:pt x="2168290" y="0"/>
                </a:lnTo>
                <a:lnTo>
                  <a:pt x="3055095"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60FAF736-D546-51ED-629B-DF91B344BC40}"/>
              </a:ext>
            </a:extLst>
          </p:cNvPr>
          <p:cNvSpPr>
            <a:spLocks noGrp="1"/>
          </p:cNvSpPr>
          <p:nvPr>
            <p:ph type="title" hasCustomPrompt="1"/>
          </p:nvPr>
        </p:nvSpPr>
        <p:spPr>
          <a:xfrm>
            <a:off x="3363850" y="1931576"/>
            <a:ext cx="4951393" cy="1588068"/>
          </a:xfrm>
          <a:prstGeom prst="rect">
            <a:avLst/>
          </a:prstGeom>
        </p:spPr>
        <p:txBody>
          <a:bodyPr lIns="0" rIns="0" anchor="b"/>
          <a:lstStyle>
            <a:lvl1pPr algn="l">
              <a:defRPr sz="32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0" name="Text Placeholder 21">
            <a:extLst>
              <a:ext uri="{FF2B5EF4-FFF2-40B4-BE49-F238E27FC236}">
                <a16:creationId xmlns:a16="http://schemas.microsoft.com/office/drawing/2014/main" id="{FE544BD6-2AAF-5DE6-3DCE-6B16F64E788B}"/>
              </a:ext>
            </a:extLst>
          </p:cNvPr>
          <p:cNvSpPr>
            <a:spLocks noGrp="1"/>
          </p:cNvSpPr>
          <p:nvPr>
            <p:ph type="body" sz="quarter" idx="10" hasCustomPrompt="1"/>
          </p:nvPr>
        </p:nvSpPr>
        <p:spPr>
          <a:xfrm>
            <a:off x="3363911" y="3771900"/>
            <a:ext cx="4951408" cy="548626"/>
          </a:xfrm>
          <a:prstGeom prst="rect">
            <a:avLst/>
          </a:prstGeom>
        </p:spPr>
        <p:txBody>
          <a:bodyPr lIns="0"/>
          <a:lstStyle>
            <a:lvl1pPr marL="0" indent="0">
              <a:buNone/>
              <a:defRPr sz="1800" b="0" i="0">
                <a:solidFill>
                  <a:schemeClr val="tx1"/>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 name="Text Placeholder 16">
            <a:extLst>
              <a:ext uri="{FF2B5EF4-FFF2-40B4-BE49-F238E27FC236}">
                <a16:creationId xmlns:a16="http://schemas.microsoft.com/office/drawing/2014/main" id="{F038B74B-3C17-F4D3-EB22-27C108C385A9}"/>
              </a:ext>
            </a:extLst>
          </p:cNvPr>
          <p:cNvSpPr>
            <a:spLocks noGrp="1"/>
          </p:cNvSpPr>
          <p:nvPr>
            <p:ph type="body" sz="quarter" idx="11" hasCustomPrompt="1"/>
          </p:nvPr>
        </p:nvSpPr>
        <p:spPr>
          <a:xfrm>
            <a:off x="3363850" y="631772"/>
            <a:ext cx="4951392" cy="382403"/>
          </a:xfrm>
          <a:prstGeom prst="rect">
            <a:avLst/>
          </a:prstGeom>
        </p:spPr>
        <p:txBody>
          <a:bodyPr lIns="0" anchor="t"/>
          <a:lstStyle>
            <a:lvl1pPr marL="0" indent="0">
              <a:buNone/>
              <a:defRPr sz="1800" b="0" i="0">
                <a:solidFill>
                  <a:schemeClr val="accent2"/>
                </a:solidFill>
                <a:latin typeface="Arial" panose="020B0604020202020204" pitchFamily="34" charset="0"/>
                <a:ea typeface="Inter Medium" panose="02000503000000020004" pitchFamily="2" charset="0"/>
              </a:defRPr>
            </a:lvl1pPr>
            <a:lvl2pPr marL="457200" indent="0">
              <a:buNone/>
              <a:defRPr b="0" i="0">
                <a:latin typeface="Inter Medium" panose="02000503000000020004" pitchFamily="2" charset="0"/>
                <a:ea typeface="Inter Medium" panose="02000503000000020004" pitchFamily="2" charset="0"/>
              </a:defRPr>
            </a:lvl2pPr>
            <a:lvl3pPr marL="914400" indent="0">
              <a:buNone/>
              <a:defRPr b="0" i="0">
                <a:latin typeface="Inter Medium" panose="02000503000000020004" pitchFamily="2" charset="0"/>
                <a:ea typeface="Inter Medium" panose="02000503000000020004" pitchFamily="2" charset="0"/>
              </a:defRPr>
            </a:lvl3pPr>
            <a:lvl4pPr marL="1371600" indent="0">
              <a:buNone/>
              <a:defRPr b="0" i="0">
                <a:latin typeface="Inter Medium" panose="02000503000000020004" pitchFamily="2" charset="0"/>
                <a:ea typeface="Inter Medium" panose="02000503000000020004" pitchFamily="2" charset="0"/>
              </a:defRPr>
            </a:lvl4pPr>
            <a:lvl5pPr marL="1828800" indent="0">
              <a:buNone/>
              <a:defRPr b="0" i="0">
                <a:latin typeface="Inter Medium" panose="02000503000000020004" pitchFamily="2" charset="0"/>
                <a:ea typeface="Inter Medium" panose="02000503000000020004" pitchFamily="2" charset="0"/>
              </a:defRPr>
            </a:lvl5pPr>
          </a:lstStyle>
          <a:p>
            <a:pPr lvl="0"/>
            <a:r>
              <a:rPr lang="en-US"/>
              <a:t>Section 01</a:t>
            </a:r>
          </a:p>
        </p:txBody>
      </p:sp>
    </p:spTree>
    <p:extLst>
      <p:ext uri="{BB962C8B-B14F-4D97-AF65-F5344CB8AC3E}">
        <p14:creationId xmlns:p14="http://schemas.microsoft.com/office/powerpoint/2010/main" val="18523198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ection Break 6">
    <p:bg>
      <p:bgPr>
        <a:solidFill>
          <a:schemeClr val="bg2"/>
        </a:solidFill>
        <a:effectLst/>
      </p:bgPr>
    </p:bg>
    <p:spTree>
      <p:nvGrpSpPr>
        <p:cNvPr id="1" name=""/>
        <p:cNvGrpSpPr/>
        <p:nvPr/>
      </p:nvGrpSpPr>
      <p:grpSpPr>
        <a:xfrm>
          <a:off x="0" y="0"/>
          <a:ext cx="0" cy="0"/>
          <a:chOff x="0" y="0"/>
          <a:chExt cx="0" cy="0"/>
        </a:xfrm>
      </p:grpSpPr>
      <p:sp>
        <p:nvSpPr>
          <p:cNvPr id="33" name="Text Placeholder 16">
            <a:extLst>
              <a:ext uri="{FF2B5EF4-FFF2-40B4-BE49-F238E27FC236}">
                <a16:creationId xmlns:a16="http://schemas.microsoft.com/office/drawing/2014/main" id="{5E9610BD-26ED-A55E-F94E-01EE1BCC2210}"/>
              </a:ext>
            </a:extLst>
          </p:cNvPr>
          <p:cNvSpPr>
            <a:spLocks noGrp="1"/>
          </p:cNvSpPr>
          <p:nvPr>
            <p:ph type="body" sz="quarter" idx="11" hasCustomPrompt="1"/>
          </p:nvPr>
        </p:nvSpPr>
        <p:spPr>
          <a:xfrm>
            <a:off x="3363850" y="2030266"/>
            <a:ext cx="4951392" cy="382403"/>
          </a:xfrm>
          <a:prstGeom prst="rect">
            <a:avLst/>
          </a:prstGeom>
        </p:spPr>
        <p:txBody>
          <a:bodyPr lIns="0" anchor="b"/>
          <a:lstStyle>
            <a:lvl1pPr marL="0" indent="0">
              <a:buNone/>
              <a:defRPr sz="1800" b="0" i="0">
                <a:solidFill>
                  <a:schemeClr val="accent2"/>
                </a:solidFill>
                <a:latin typeface="Arial" panose="020B0604020202020204" pitchFamily="34" charset="0"/>
                <a:ea typeface="Inter Medium" panose="02000503000000020004" pitchFamily="2" charset="0"/>
              </a:defRPr>
            </a:lvl1pPr>
            <a:lvl2pPr marL="457200" indent="0">
              <a:buNone/>
              <a:defRPr b="0" i="0">
                <a:latin typeface="Inter Medium" panose="02000503000000020004" pitchFamily="2" charset="0"/>
                <a:ea typeface="Inter Medium" panose="02000503000000020004" pitchFamily="2" charset="0"/>
              </a:defRPr>
            </a:lvl2pPr>
            <a:lvl3pPr marL="914400" indent="0">
              <a:buNone/>
              <a:defRPr b="0" i="0">
                <a:latin typeface="Inter Medium" panose="02000503000000020004" pitchFamily="2" charset="0"/>
                <a:ea typeface="Inter Medium" panose="02000503000000020004" pitchFamily="2" charset="0"/>
              </a:defRPr>
            </a:lvl3pPr>
            <a:lvl4pPr marL="1371600" indent="0">
              <a:buNone/>
              <a:defRPr b="0" i="0">
                <a:latin typeface="Inter Medium" panose="02000503000000020004" pitchFamily="2" charset="0"/>
                <a:ea typeface="Inter Medium" panose="02000503000000020004" pitchFamily="2" charset="0"/>
              </a:defRPr>
            </a:lvl4pPr>
            <a:lvl5pPr marL="1828800" indent="0">
              <a:buNone/>
              <a:defRPr b="0" i="0">
                <a:latin typeface="Inter Medium" panose="02000503000000020004" pitchFamily="2" charset="0"/>
                <a:ea typeface="Inter Medium" panose="02000503000000020004" pitchFamily="2" charset="0"/>
              </a:defRPr>
            </a:lvl5pPr>
          </a:lstStyle>
          <a:p>
            <a:pPr lvl="0"/>
            <a:r>
              <a:rPr lang="en-US"/>
              <a:t>Section 01</a:t>
            </a:r>
          </a:p>
        </p:txBody>
      </p:sp>
      <p:pic>
        <p:nvPicPr>
          <p:cNvPr id="34" name="Picture 33">
            <a:extLst>
              <a:ext uri="{FF2B5EF4-FFF2-40B4-BE49-F238E27FC236}">
                <a16:creationId xmlns:a16="http://schemas.microsoft.com/office/drawing/2014/main" id="{B56A5FAC-C5C2-DC13-D79E-5DC9C5F5692B}"/>
              </a:ext>
            </a:extLst>
          </p:cNvPr>
          <p:cNvPicPr>
            <a:picLocks noChangeAspect="1"/>
          </p:cNvPicPr>
          <p:nvPr userDrawn="1"/>
        </p:nvPicPr>
        <p:blipFill>
          <a:blip r:embed="rId2" cstate="print">
            <a:extLst>
              <a:ext uri="{28A0092B-C50C-407E-A947-70E740481C1C}">
                <a14:useLocalDpi xmlns:a14="http://schemas.microsoft.com/office/drawing/2010/main"/>
              </a:ext>
            </a:extLst>
          </a:blip>
          <a:srcRect l="594"/>
          <a:stretch/>
        </p:blipFill>
        <p:spPr>
          <a:xfrm>
            <a:off x="0" y="-7684"/>
            <a:ext cx="2752351" cy="5155519"/>
          </a:xfrm>
          <a:prstGeom prst="rect">
            <a:avLst/>
          </a:prstGeom>
        </p:spPr>
      </p:pic>
      <p:sp>
        <p:nvSpPr>
          <p:cNvPr id="3" name="Title 1">
            <a:extLst>
              <a:ext uri="{FF2B5EF4-FFF2-40B4-BE49-F238E27FC236}">
                <a16:creationId xmlns:a16="http://schemas.microsoft.com/office/drawing/2014/main" id="{4A99D984-87F2-C643-DD78-DE62569BC8CC}"/>
              </a:ext>
            </a:extLst>
          </p:cNvPr>
          <p:cNvSpPr>
            <a:spLocks noGrp="1"/>
          </p:cNvSpPr>
          <p:nvPr>
            <p:ph type="title" hasCustomPrompt="1"/>
          </p:nvPr>
        </p:nvSpPr>
        <p:spPr>
          <a:xfrm>
            <a:off x="3363850" y="2571750"/>
            <a:ext cx="4951393" cy="1588068"/>
          </a:xfrm>
          <a:prstGeom prst="rect">
            <a:avLst/>
          </a:prstGeom>
        </p:spPr>
        <p:txBody>
          <a:bodyPr lIns="0" rIns="0"/>
          <a:lstStyle>
            <a:lvl1pPr algn="l">
              <a:defRPr sz="32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2" name="Freeform 1">
            <a:extLst>
              <a:ext uri="{FF2B5EF4-FFF2-40B4-BE49-F238E27FC236}">
                <a16:creationId xmlns:a16="http://schemas.microsoft.com/office/drawing/2014/main" id="{95A143DE-5B1F-1784-4A88-727C10F1EDD1}"/>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4C90557B-EA66-5EBA-75AF-C0DC732DE934}"/>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7058103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419100" y="834850"/>
            <a:ext cx="8153400"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3pPr>
            <a:lvl4pPr>
              <a:defRPr sz="1600" b="0" i="0">
                <a:solidFill>
                  <a:schemeClr val="tx2"/>
                </a:solidFill>
                <a:latin typeface="Arial" panose="020B0604020202020204" pitchFamily="34" charset="0"/>
                <a:cs typeface="Arial" panose="020B0604020202020204" pitchFamily="34" charset="0"/>
              </a:defRPr>
            </a:lvl4pPr>
            <a:lvl5pPr>
              <a:defRPr sz="1600" b="0" i="0">
                <a:solidFill>
                  <a:schemeClr val="tx2"/>
                </a:solidFill>
                <a:latin typeface="Arial" panose="020B0604020202020204" pitchFamily="34" charset="0"/>
                <a:cs typeface="Arial" panose="020B0604020202020204" pitchFamily="34" charset="0"/>
              </a:defRPr>
            </a:lvl5pPr>
            <a:lvl6pPr>
              <a:defRPr sz="1600"/>
            </a:lvl6pPr>
            <a:lvl7pPr>
              <a:defRPr sz="1600"/>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38883593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 Content - Tan">
    <p:bg>
      <p:bgPr>
        <a:solidFill>
          <a:schemeClr val="bg2"/>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419100" y="834850"/>
            <a:ext cx="8153400"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lvl6pPr>
            <a:lvl7pPr>
              <a:defRPr sz="1600"/>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Freeform 1">
            <a:extLst>
              <a:ext uri="{FF2B5EF4-FFF2-40B4-BE49-F238E27FC236}">
                <a16:creationId xmlns:a16="http://schemas.microsoft.com/office/drawing/2014/main" id="{84565C3F-37AB-95B9-5BFB-B5DBA6AE7540}"/>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FB59F402-162A-9601-A81E-AD537C649E4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10750008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 Content - Ink">
    <p:bg>
      <p:bgRef idx="1001">
        <a:schemeClr val="bg2"/>
      </p:bgRef>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419101"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419100" y="834850"/>
            <a:ext cx="8153399"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3pPr>
            <a:lvl4pPr>
              <a:defRPr sz="1600">
                <a:solidFill>
                  <a:schemeClr val="tx1"/>
                </a:solidFill>
                <a:latin typeface="Arial" panose="020B0604020202020204" pitchFamily="34" charset="0"/>
                <a:cs typeface="Arial" panose="020B0604020202020204" pitchFamily="34" charset="0"/>
              </a:defRPr>
            </a:lvl4pPr>
            <a:lvl5pPr>
              <a:defRPr sz="1600">
                <a:solidFill>
                  <a:schemeClr val="tx1"/>
                </a:solidFill>
                <a:latin typeface="Arial" panose="020B0604020202020204" pitchFamily="34" charset="0"/>
                <a:cs typeface="Arial" panose="020B0604020202020204" pitchFamily="34" charset="0"/>
              </a:defRPr>
            </a:lvl5pPr>
            <a:lvl6pPr>
              <a:defRPr sz="1600"/>
            </a:lvl6pPr>
            <a:lvl7pPr>
              <a:defRPr sz="1600"/>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Freeform 1">
            <a:extLst>
              <a:ext uri="{FF2B5EF4-FFF2-40B4-BE49-F238E27FC236}">
                <a16:creationId xmlns:a16="http://schemas.microsoft.com/office/drawing/2014/main" id="{7FD56142-7226-4C54-7717-75CF355E5F9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3EF2671F-7973-97AA-7F39-1BD9DFD52C2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65500615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 Subtitle + Content">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59821" y="2268992"/>
            <a:ext cx="1204957" cy="33855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1600"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419101"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Content Placeholder 2">
            <a:extLst>
              <a:ext uri="{FF2B5EF4-FFF2-40B4-BE49-F238E27FC236}">
                <a16:creationId xmlns:a16="http://schemas.microsoft.com/office/drawing/2014/main" id="{0BEEE872-3F76-46CF-24FD-5763091E5F89}"/>
              </a:ext>
            </a:extLst>
          </p:cNvPr>
          <p:cNvSpPr>
            <a:spLocks noGrp="1"/>
          </p:cNvSpPr>
          <p:nvPr>
            <p:ph idx="1" hasCustomPrompt="1"/>
          </p:nvPr>
        </p:nvSpPr>
        <p:spPr>
          <a:xfrm>
            <a:off x="419102" y="596618"/>
            <a:ext cx="8153400" cy="338554"/>
          </a:xfrm>
          <a:prstGeom prst="rect">
            <a:avLst/>
          </a:prstGeom>
        </p:spPr>
        <p:txBody>
          <a:bodyPr lIns="0" rIns="0"/>
          <a:lstStyle>
            <a:lvl1pPr marL="0" indent="0">
              <a:buClrTx/>
              <a:buFont typeface="Arial" panose="020B0604020202020204" pitchFamily="34" charset="0"/>
              <a:buNone/>
              <a:tabLst/>
              <a:defRPr sz="1400" b="0" i="0">
                <a:solidFill>
                  <a:schemeClr val="accent1"/>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lvl="0"/>
            <a:r>
              <a:rPr lang="en-US"/>
              <a:t>Subhead text goes here</a:t>
            </a:r>
          </a:p>
        </p:txBody>
      </p:sp>
      <p:sp>
        <p:nvSpPr>
          <p:cNvPr id="5" name="Content Placeholder 2">
            <a:extLst>
              <a:ext uri="{FF2B5EF4-FFF2-40B4-BE49-F238E27FC236}">
                <a16:creationId xmlns:a16="http://schemas.microsoft.com/office/drawing/2014/main" id="{92092B52-B909-1948-3CDC-0C80D0744F77}"/>
              </a:ext>
            </a:extLst>
          </p:cNvPr>
          <p:cNvSpPr>
            <a:spLocks noGrp="1"/>
          </p:cNvSpPr>
          <p:nvPr>
            <p:ph idx="10" hasCustomPrompt="1"/>
          </p:nvPr>
        </p:nvSpPr>
        <p:spPr>
          <a:xfrm>
            <a:off x="419102" y="1037344"/>
            <a:ext cx="8153400" cy="3782305"/>
          </a:xfrm>
          <a:prstGeom prst="rect">
            <a:avLst/>
          </a:prstGeom>
        </p:spPr>
        <p:txBody>
          <a:bodyPr lIns="0" rIns="0"/>
          <a:lstStyle>
            <a:lvl1pPr marL="174625" indent="-174625">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3pPr>
            <a:lvl4pPr>
              <a:defRPr sz="1600">
                <a:solidFill>
                  <a:schemeClr val="tx1"/>
                </a:solidFill>
                <a:latin typeface="Arial" panose="020B0604020202020204" pitchFamily="34" charset="0"/>
                <a:cs typeface="Arial" panose="020B0604020202020204" pitchFamily="34" charset="0"/>
              </a:defRPr>
            </a:lvl4pPr>
            <a:lvl5pPr>
              <a:defRPr sz="1600">
                <a:solidFill>
                  <a:schemeClr val="tx1"/>
                </a:solidFill>
                <a:latin typeface="Arial" panose="020B0604020202020204" pitchFamily="34" charset="0"/>
                <a:cs typeface="Arial" panose="020B0604020202020204" pitchFamily="34" charset="0"/>
              </a:defRPr>
            </a:lvl5pPr>
            <a:lvl6pPr>
              <a:defRPr sz="1600"/>
            </a:lvl6pPr>
            <a:lvl7pPr>
              <a:defRPr sz="1600"/>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7037743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 Subtitle + Content - Tan">
    <p:bg>
      <p:bgPr>
        <a:solidFill>
          <a:schemeClr val="bg2"/>
        </a:solidFill>
        <a:effectLst/>
      </p:bgPr>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59821" y="2268992"/>
            <a:ext cx="1204957" cy="33855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1600"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419101"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Content Placeholder 2">
            <a:extLst>
              <a:ext uri="{FF2B5EF4-FFF2-40B4-BE49-F238E27FC236}">
                <a16:creationId xmlns:a16="http://schemas.microsoft.com/office/drawing/2014/main" id="{0BEEE872-3F76-46CF-24FD-5763091E5F89}"/>
              </a:ext>
            </a:extLst>
          </p:cNvPr>
          <p:cNvSpPr>
            <a:spLocks noGrp="1"/>
          </p:cNvSpPr>
          <p:nvPr>
            <p:ph idx="1" hasCustomPrompt="1"/>
          </p:nvPr>
        </p:nvSpPr>
        <p:spPr>
          <a:xfrm>
            <a:off x="419101" y="596618"/>
            <a:ext cx="8153399" cy="338554"/>
          </a:xfrm>
          <a:prstGeom prst="rect">
            <a:avLst/>
          </a:prstGeom>
        </p:spPr>
        <p:txBody>
          <a:bodyPr lIns="0" rIns="0"/>
          <a:lstStyle>
            <a:lvl1pPr marL="0" indent="0">
              <a:buClrTx/>
              <a:buFont typeface="Arial" panose="020B0604020202020204" pitchFamily="34" charset="0"/>
              <a:buNone/>
              <a:tabLst/>
              <a:defRPr sz="1400" b="0" i="0">
                <a:solidFill>
                  <a:schemeClr val="accent1"/>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lvl="0"/>
            <a:r>
              <a:rPr lang="en-US"/>
              <a:t>Subhead text goes here</a:t>
            </a:r>
          </a:p>
        </p:txBody>
      </p:sp>
      <p:sp>
        <p:nvSpPr>
          <p:cNvPr id="5" name="Content Placeholder 2">
            <a:extLst>
              <a:ext uri="{FF2B5EF4-FFF2-40B4-BE49-F238E27FC236}">
                <a16:creationId xmlns:a16="http://schemas.microsoft.com/office/drawing/2014/main" id="{92092B52-B909-1948-3CDC-0C80D0744F77}"/>
              </a:ext>
            </a:extLst>
          </p:cNvPr>
          <p:cNvSpPr>
            <a:spLocks noGrp="1"/>
          </p:cNvSpPr>
          <p:nvPr>
            <p:ph idx="10" hasCustomPrompt="1"/>
          </p:nvPr>
        </p:nvSpPr>
        <p:spPr>
          <a:xfrm>
            <a:off x="419102" y="1037344"/>
            <a:ext cx="8153400" cy="3782305"/>
          </a:xfrm>
          <a:prstGeom prst="rect">
            <a:avLst/>
          </a:prstGeom>
        </p:spPr>
        <p:txBody>
          <a:bodyPr lIns="0" rIns="0"/>
          <a:lstStyle>
            <a:lvl1pPr marL="174625" indent="-174625">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3pPr>
            <a:lvl4pPr>
              <a:defRPr sz="1600">
                <a:solidFill>
                  <a:schemeClr val="tx1"/>
                </a:solidFill>
                <a:latin typeface="Arial" panose="020B0604020202020204" pitchFamily="34" charset="0"/>
                <a:cs typeface="Arial" panose="020B0604020202020204" pitchFamily="34" charset="0"/>
              </a:defRPr>
            </a:lvl4pPr>
            <a:lvl5pPr>
              <a:defRPr sz="1600">
                <a:solidFill>
                  <a:schemeClr val="tx1"/>
                </a:solidFill>
                <a:latin typeface="Arial" panose="020B0604020202020204" pitchFamily="34" charset="0"/>
                <a:cs typeface="Arial" panose="020B0604020202020204" pitchFamily="34" charset="0"/>
              </a:defRPr>
            </a:lvl5pPr>
            <a:lvl6pPr>
              <a:defRPr sz="1600"/>
            </a:lvl6pPr>
            <a:lvl7pPr>
              <a:defRPr sz="1600"/>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Freeform 3">
            <a:extLst>
              <a:ext uri="{FF2B5EF4-FFF2-40B4-BE49-F238E27FC236}">
                <a16:creationId xmlns:a16="http://schemas.microsoft.com/office/drawing/2014/main" id="{53E12034-0F25-0C3C-2F73-DCED5E389B4F}"/>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E7FF11EC-F32E-4E0A-5674-E8BA8199CBB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7716843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 Subtitle + Content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59821" y="2268992"/>
            <a:ext cx="1204957" cy="33855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1600"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419101" y="294640"/>
            <a:ext cx="8153928"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Content Placeholder 2">
            <a:extLst>
              <a:ext uri="{FF2B5EF4-FFF2-40B4-BE49-F238E27FC236}">
                <a16:creationId xmlns:a16="http://schemas.microsoft.com/office/drawing/2014/main" id="{0BEEE872-3F76-46CF-24FD-5763091E5F89}"/>
              </a:ext>
            </a:extLst>
          </p:cNvPr>
          <p:cNvSpPr>
            <a:spLocks noGrp="1"/>
          </p:cNvSpPr>
          <p:nvPr>
            <p:ph idx="1" hasCustomPrompt="1"/>
          </p:nvPr>
        </p:nvSpPr>
        <p:spPr>
          <a:xfrm>
            <a:off x="419099" y="589650"/>
            <a:ext cx="8153929" cy="338554"/>
          </a:xfrm>
          <a:prstGeom prst="rect">
            <a:avLst/>
          </a:prstGeom>
        </p:spPr>
        <p:txBody>
          <a:bodyPr lIns="0" rIns="0"/>
          <a:lstStyle>
            <a:lvl1pPr marL="0" indent="0">
              <a:buClrTx/>
              <a:buFont typeface="Arial" panose="020B0604020202020204" pitchFamily="34" charset="0"/>
              <a:buNone/>
              <a:tabLst/>
              <a:defRPr b="0" i="0">
                <a:solidFill>
                  <a:schemeClr val="accent1"/>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lvl="0"/>
            <a:r>
              <a:rPr lang="en-US"/>
              <a:t>Subhead text goes here</a:t>
            </a:r>
          </a:p>
        </p:txBody>
      </p:sp>
      <p:sp>
        <p:nvSpPr>
          <p:cNvPr id="5" name="Content Placeholder 2">
            <a:extLst>
              <a:ext uri="{FF2B5EF4-FFF2-40B4-BE49-F238E27FC236}">
                <a16:creationId xmlns:a16="http://schemas.microsoft.com/office/drawing/2014/main" id="{92092B52-B909-1948-3CDC-0C80D0744F77}"/>
              </a:ext>
            </a:extLst>
          </p:cNvPr>
          <p:cNvSpPr>
            <a:spLocks noGrp="1"/>
          </p:cNvSpPr>
          <p:nvPr>
            <p:ph idx="10" hasCustomPrompt="1"/>
          </p:nvPr>
        </p:nvSpPr>
        <p:spPr>
          <a:xfrm>
            <a:off x="418571" y="1158700"/>
            <a:ext cx="8153929" cy="3660950"/>
          </a:xfrm>
          <a:prstGeom prst="rect">
            <a:avLst/>
          </a:prstGeom>
        </p:spPr>
        <p:txBody>
          <a:bodyPr lIns="0" rIns="0"/>
          <a:lstStyle>
            <a:lvl1pPr marL="174625" indent="-174625">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3pPr>
            <a:lvl4pPr>
              <a:defRPr sz="1600">
                <a:solidFill>
                  <a:schemeClr val="tx1"/>
                </a:solidFill>
                <a:latin typeface="Arial" panose="020B0604020202020204" pitchFamily="34" charset="0"/>
                <a:cs typeface="Arial" panose="020B0604020202020204" pitchFamily="34" charset="0"/>
              </a:defRPr>
            </a:lvl4pPr>
            <a:lvl5pPr>
              <a:defRPr sz="1600">
                <a:solidFill>
                  <a:schemeClr val="tx1"/>
                </a:solidFill>
                <a:latin typeface="Arial" panose="020B0604020202020204" pitchFamily="34" charset="0"/>
                <a:cs typeface="Arial" panose="020B0604020202020204" pitchFamily="34" charset="0"/>
              </a:defRPr>
            </a:lvl5pPr>
            <a:lvl6pPr>
              <a:defRPr sz="1600"/>
            </a:lvl6pPr>
            <a:lvl7pPr>
              <a:defRPr sz="1600"/>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Freeform 3">
            <a:extLst>
              <a:ext uri="{FF2B5EF4-FFF2-40B4-BE49-F238E27FC236}">
                <a16:creationId xmlns:a16="http://schemas.microsoft.com/office/drawing/2014/main" id="{A71213A7-1450-9F54-47C4-7AB65BD5CA29}"/>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F997FF5-7131-3BD1-CC4B-E53B69D9572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401335963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2477453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only - Tan">
    <p:bg>
      <p:bgRef idx="1001">
        <a:schemeClr val="bg2"/>
      </p:bgRef>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5BC96318-0209-9528-8FA2-1F395BFD9BF2}"/>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5" name="Title 1">
            <a:extLst>
              <a:ext uri="{FF2B5EF4-FFF2-40B4-BE49-F238E27FC236}">
                <a16:creationId xmlns:a16="http://schemas.microsoft.com/office/drawing/2014/main" id="{4A95F7E6-AB07-5CC9-7790-26AF30147F71}"/>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306329829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only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59821" y="2268992"/>
            <a:ext cx="1204957" cy="33855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1600"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419101" y="294640"/>
            <a:ext cx="8153928"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A71213A7-1450-9F54-47C4-7AB65BD5CA29}"/>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F997FF5-7131-3BD1-CC4B-E53B69D9572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122208096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2790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lank - Tan">
    <p:bg>
      <p:bgRef idx="1001">
        <a:schemeClr val="bg2"/>
      </p:bgRef>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5BC96318-0209-9528-8FA2-1F395BFD9BF2}"/>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84747062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Blank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59821" y="2268992"/>
            <a:ext cx="1204957" cy="33855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1600"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4" name="Freeform 3">
            <a:extLst>
              <a:ext uri="{FF2B5EF4-FFF2-40B4-BE49-F238E27FC236}">
                <a16:creationId xmlns:a16="http://schemas.microsoft.com/office/drawing/2014/main" id="{A71213A7-1450-9F54-47C4-7AB65BD5CA29}"/>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F997FF5-7131-3BD1-CC4B-E53B69D9572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41373075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Blank - No logo">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F6D1C2A-E6FE-C24E-B5BE-09DC5971784C}"/>
              </a:ext>
            </a:extLst>
          </p:cNvPr>
          <p:cNvSpPr/>
          <p:nvPr userDrawn="1"/>
        </p:nvSpPr>
        <p:spPr>
          <a:xfrm>
            <a:off x="8686800" y="1"/>
            <a:ext cx="4572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520698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Blank - No logo - Tan">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F6D1C2A-E6FE-C24E-B5BE-09DC5971784C}"/>
              </a:ext>
            </a:extLst>
          </p:cNvPr>
          <p:cNvSpPr/>
          <p:nvPr userDrawn="1"/>
        </p:nvSpPr>
        <p:spPr>
          <a:xfrm>
            <a:off x="8686800" y="1"/>
            <a:ext cx="457200"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298949387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Blank - No logo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59821" y="2268992"/>
            <a:ext cx="1204957" cy="33855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1600"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Rectangle 1">
            <a:extLst>
              <a:ext uri="{FF2B5EF4-FFF2-40B4-BE49-F238E27FC236}">
                <a16:creationId xmlns:a16="http://schemas.microsoft.com/office/drawing/2014/main" id="{A8697CBF-89F0-9E7F-AECD-C56D0915545B}"/>
              </a:ext>
            </a:extLst>
          </p:cNvPr>
          <p:cNvSpPr/>
          <p:nvPr userDrawn="1"/>
        </p:nvSpPr>
        <p:spPr>
          <a:xfrm>
            <a:off x="8572500" y="0"/>
            <a:ext cx="571500"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268771627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only - dark texture">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7586060A-61C2-A0DE-61A2-0F5AD05B5574}"/>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220" y="-1248"/>
            <a:ext cx="9141780" cy="5144748"/>
          </a:xfrm>
          <a:prstGeom prst="rect">
            <a:avLst/>
          </a:prstGeom>
        </p:spPr>
      </p:pic>
      <p:sp>
        <p:nvSpPr>
          <p:cNvPr id="2" name="Title 1">
            <a:extLst>
              <a:ext uri="{FF2B5EF4-FFF2-40B4-BE49-F238E27FC236}">
                <a16:creationId xmlns:a16="http://schemas.microsoft.com/office/drawing/2014/main" id="{419F7927-122F-6843-37D5-127D96740FCE}"/>
              </a:ext>
            </a:extLst>
          </p:cNvPr>
          <p:cNvSpPr>
            <a:spLocks noGrp="1"/>
          </p:cNvSpPr>
          <p:nvPr>
            <p:ph type="title" hasCustomPrompt="1"/>
          </p:nvPr>
        </p:nvSpPr>
        <p:spPr>
          <a:xfrm>
            <a:off x="457201" y="294640"/>
            <a:ext cx="8115299" cy="338554"/>
          </a:xfrm>
          <a:prstGeom prst="rect">
            <a:avLst/>
          </a:prstGeom>
        </p:spPr>
        <p:txBody>
          <a:bodyPr lIns="0" rIns="0"/>
          <a:lstStyle>
            <a:lvl1pPr algn="l">
              <a:defRPr sz="1800" b="0"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AC91CCF7-CD2B-908E-1DD0-306356B2CF87}"/>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19538161-FBE0-6A7C-C815-994B9A5AA5A9}"/>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6" name="TextBox 5">
            <a:extLst>
              <a:ext uri="{FF2B5EF4-FFF2-40B4-BE49-F238E27FC236}">
                <a16:creationId xmlns:a16="http://schemas.microsoft.com/office/drawing/2014/main" id="{3609E365-5A31-6442-632E-A008075AAFD4}"/>
              </a:ext>
            </a:extLst>
          </p:cNvPr>
          <p:cNvSpPr txBox="1"/>
          <p:nvPr userDrawn="1"/>
        </p:nvSpPr>
        <p:spPr>
          <a:xfrm>
            <a:off x="8731482" y="4436579"/>
            <a:ext cx="390522" cy="215444"/>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800" b="0" i="0" smtClean="0">
                <a:solidFill>
                  <a:schemeClr val="bg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7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Box 6">
            <a:extLst>
              <a:ext uri="{FF2B5EF4-FFF2-40B4-BE49-F238E27FC236}">
                <a16:creationId xmlns:a16="http://schemas.microsoft.com/office/drawing/2014/main" id="{269B6DE7-9317-2017-170F-525ADEA30E14}"/>
              </a:ext>
            </a:extLst>
          </p:cNvPr>
          <p:cNvSpPr txBox="1"/>
          <p:nvPr userDrawn="1"/>
        </p:nvSpPr>
        <p:spPr>
          <a:xfrm rot="16200000">
            <a:off x="7569182" y="1557925"/>
            <a:ext cx="2715127" cy="184666"/>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600" b="0" i="0">
                <a:solidFill>
                  <a:schemeClr val="bg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8" name="Straight Connector 7">
            <a:extLst>
              <a:ext uri="{FF2B5EF4-FFF2-40B4-BE49-F238E27FC236}">
                <a16:creationId xmlns:a16="http://schemas.microsoft.com/office/drawing/2014/main" id="{D1BBFA1D-3D93-B8B3-42D2-76AD3D683713}"/>
              </a:ext>
            </a:extLst>
          </p:cNvPr>
          <p:cNvCxnSpPr>
            <a:cxnSpLocks/>
          </p:cNvCxnSpPr>
          <p:nvPr userDrawn="1"/>
        </p:nvCxnSpPr>
        <p:spPr>
          <a:xfrm>
            <a:off x="8926742" y="1267866"/>
            <a:ext cx="0" cy="3095524"/>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170313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only - light texture">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B149B13E-9B02-0114-E52D-BAEE750E9965}"/>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4439" y="0"/>
            <a:ext cx="9139559" cy="5143500"/>
          </a:xfrm>
          <a:prstGeom prst="rect">
            <a:avLst/>
          </a:prstGeom>
        </p:spPr>
      </p:pic>
      <p:sp>
        <p:nvSpPr>
          <p:cNvPr id="2" name="Title 1">
            <a:extLst>
              <a:ext uri="{FF2B5EF4-FFF2-40B4-BE49-F238E27FC236}">
                <a16:creationId xmlns:a16="http://schemas.microsoft.com/office/drawing/2014/main" id="{419F7927-122F-6843-37D5-127D96740FCE}"/>
              </a:ext>
            </a:extLst>
          </p:cNvPr>
          <p:cNvSpPr>
            <a:spLocks noGrp="1"/>
          </p:cNvSpPr>
          <p:nvPr>
            <p:ph type="title" hasCustomPrompt="1"/>
          </p:nvPr>
        </p:nvSpPr>
        <p:spPr>
          <a:xfrm>
            <a:off x="457201" y="294640"/>
            <a:ext cx="8115299"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AC91CCF7-CD2B-908E-1DD0-306356B2CF87}"/>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19538161-FBE0-6A7C-C815-994B9A5AA5A9}"/>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cxnSp>
        <p:nvCxnSpPr>
          <p:cNvPr id="8" name="Straight Connector 7">
            <a:extLst>
              <a:ext uri="{FF2B5EF4-FFF2-40B4-BE49-F238E27FC236}">
                <a16:creationId xmlns:a16="http://schemas.microsoft.com/office/drawing/2014/main" id="{D1BBFA1D-3D93-B8B3-42D2-76AD3D683713}"/>
              </a:ext>
            </a:extLst>
          </p:cNvPr>
          <p:cNvCxnSpPr>
            <a:cxnSpLocks/>
          </p:cNvCxnSpPr>
          <p:nvPr userDrawn="1"/>
        </p:nvCxnSpPr>
        <p:spPr>
          <a:xfrm>
            <a:off x="8926742" y="1267866"/>
            <a:ext cx="0" cy="3095524"/>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B6A0D600-2313-73AE-61B8-2743F2FF75B7}"/>
              </a:ext>
            </a:extLst>
          </p:cNvPr>
          <p:cNvSpPr txBox="1"/>
          <p:nvPr userDrawn="1"/>
        </p:nvSpPr>
        <p:spPr>
          <a:xfrm>
            <a:off x="8731482" y="4436579"/>
            <a:ext cx="390522" cy="215444"/>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800" b="0" i="0" smtClean="0">
                <a:solidFill>
                  <a:schemeClr val="tx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7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1" name="TextBox 10">
            <a:extLst>
              <a:ext uri="{FF2B5EF4-FFF2-40B4-BE49-F238E27FC236}">
                <a16:creationId xmlns:a16="http://schemas.microsoft.com/office/drawing/2014/main" id="{E470AA18-4D65-4914-BF54-A392CD2B9170}"/>
              </a:ext>
            </a:extLst>
          </p:cNvPr>
          <p:cNvSpPr txBox="1"/>
          <p:nvPr userDrawn="1"/>
        </p:nvSpPr>
        <p:spPr>
          <a:xfrm rot="16200000">
            <a:off x="7569182" y="1557925"/>
            <a:ext cx="2715127" cy="184666"/>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600" b="0" i="0">
                <a:solidFill>
                  <a:schemeClr val="tx1"/>
                </a:solidFill>
                <a:latin typeface="Arial" panose="020B0604020202020204" pitchFamily="34" charset="0"/>
                <a:ea typeface="Inter Light" panose="02000503000000020004" pitchFamily="2" charset="0"/>
                <a:cs typeface="Arial" panose="020B0604020202020204" pitchFamily="34" charset="0"/>
              </a:rPr>
              <a:t>Anaplan Confidential</a:t>
            </a:r>
          </a:p>
        </p:txBody>
      </p:sp>
    </p:spTree>
    <p:extLst>
      <p:ext uri="{BB962C8B-B14F-4D97-AF65-F5344CB8AC3E}">
        <p14:creationId xmlns:p14="http://schemas.microsoft.com/office/powerpoint/2010/main" val="19576722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Quote 1">
    <p:bg>
      <p:bgRef idx="1001">
        <a:schemeClr val="bg2"/>
      </p:bgRef>
    </p:bg>
    <p:spTree>
      <p:nvGrpSpPr>
        <p:cNvPr id="1" name=""/>
        <p:cNvGrpSpPr/>
        <p:nvPr/>
      </p:nvGrpSpPr>
      <p:grpSpPr>
        <a:xfrm>
          <a:off x="0" y="0"/>
          <a:ext cx="0" cy="0"/>
          <a:chOff x="0" y="0"/>
          <a:chExt cx="0" cy="0"/>
        </a:xfrm>
      </p:grpSpPr>
      <p:sp>
        <p:nvSpPr>
          <p:cNvPr id="6" name="Text Placeholder 22">
            <a:extLst>
              <a:ext uri="{FF2B5EF4-FFF2-40B4-BE49-F238E27FC236}">
                <a16:creationId xmlns:a16="http://schemas.microsoft.com/office/drawing/2014/main" id="{FF091D16-A842-32D1-082B-4F6AA910A0A2}"/>
              </a:ext>
            </a:extLst>
          </p:cNvPr>
          <p:cNvSpPr>
            <a:spLocks noGrp="1"/>
          </p:cNvSpPr>
          <p:nvPr>
            <p:ph type="body" sz="quarter" idx="41" hasCustomPrompt="1"/>
          </p:nvPr>
        </p:nvSpPr>
        <p:spPr>
          <a:xfrm>
            <a:off x="2438401" y="1104900"/>
            <a:ext cx="5623558" cy="2658585"/>
          </a:xfrm>
          <a:prstGeom prst="rect">
            <a:avLst/>
          </a:prstGeom>
        </p:spPr>
        <p:txBody>
          <a:bodyPr lIns="0" anchor="b"/>
          <a:lstStyle>
            <a:lvl1pPr marL="0" indent="0">
              <a:buNone/>
              <a:defRPr sz="3200">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5BC96318-0209-9528-8FA2-1F395BFD9BF2}"/>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pic>
        <p:nvPicPr>
          <p:cNvPr id="2" name="Picture 1" descr="A blue background with lines&#10;&#10;Description automatically generated">
            <a:extLst>
              <a:ext uri="{FF2B5EF4-FFF2-40B4-BE49-F238E27FC236}">
                <a16:creationId xmlns:a16="http://schemas.microsoft.com/office/drawing/2014/main" id="{97D4AEB1-276B-EBF5-7E91-51AB1A3FEAD2}"/>
              </a:ext>
            </a:extLst>
          </p:cNvPr>
          <p:cNvPicPr>
            <a:picLocks noChangeAspect="1"/>
          </p:cNvPicPr>
          <p:nvPr userDrawn="1"/>
        </p:nvPicPr>
        <p:blipFill>
          <a:blip r:embed="rId3" cstate="print">
            <a:extLst>
              <a:ext uri="{28A0092B-C50C-407E-A947-70E740481C1C}">
                <a14:useLocalDpi xmlns:a14="http://schemas.microsoft.com/office/drawing/2010/main"/>
              </a:ext>
            </a:extLst>
          </a:blip>
          <a:srcRect l="-117" r="-1"/>
          <a:stretch/>
        </p:blipFill>
        <p:spPr>
          <a:xfrm>
            <a:off x="-7684" y="-1248"/>
            <a:ext cx="1902372" cy="5144748"/>
          </a:xfrm>
          <a:prstGeom prst="rect">
            <a:avLst/>
          </a:prstGeom>
        </p:spPr>
      </p:pic>
      <p:sp>
        <p:nvSpPr>
          <p:cNvPr id="5" name="Freeform 4">
            <a:extLst>
              <a:ext uri="{FF2B5EF4-FFF2-40B4-BE49-F238E27FC236}">
                <a16:creationId xmlns:a16="http://schemas.microsoft.com/office/drawing/2014/main" id="{A42C5650-C06D-2C85-E60D-AB438B266EE9}"/>
              </a:ext>
            </a:extLst>
          </p:cNvPr>
          <p:cNvSpPr/>
          <p:nvPr userDrawn="1"/>
        </p:nvSpPr>
        <p:spPr>
          <a:xfrm>
            <a:off x="450301" y="521120"/>
            <a:ext cx="1003989" cy="1022035"/>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rgbClr val="FF6100"/>
            </a:solidFill>
            <a:prstDash val="solid"/>
            <a:miter/>
          </a:ln>
        </p:spPr>
        <p:txBody>
          <a:bodyPr rtlCol="0" anchor="ctr"/>
          <a:lstStyle/>
          <a:p>
            <a:endParaRPr lang="en-US" b="0" i="0">
              <a:latin typeface="Arial" panose="020B0604020202020204" pitchFamily="34" charset="0"/>
            </a:endParaRPr>
          </a:p>
        </p:txBody>
      </p:sp>
      <p:sp>
        <p:nvSpPr>
          <p:cNvPr id="15" name="Text Placeholder 14">
            <a:extLst>
              <a:ext uri="{FF2B5EF4-FFF2-40B4-BE49-F238E27FC236}">
                <a16:creationId xmlns:a16="http://schemas.microsoft.com/office/drawing/2014/main" id="{118DF96C-0470-B5B7-8C7D-BD19FA6E2A66}"/>
              </a:ext>
            </a:extLst>
          </p:cNvPr>
          <p:cNvSpPr>
            <a:spLocks noGrp="1"/>
          </p:cNvSpPr>
          <p:nvPr>
            <p:ph type="body" sz="quarter" idx="10" hasCustomPrompt="1"/>
          </p:nvPr>
        </p:nvSpPr>
        <p:spPr>
          <a:xfrm>
            <a:off x="2438400" y="3933081"/>
            <a:ext cx="5623558" cy="281567"/>
          </a:xfrm>
          <a:prstGeom prst="rect">
            <a:avLst/>
          </a:prstGeom>
        </p:spPr>
        <p:txBody>
          <a:bodyPr lIns="0"/>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6" name="Text Placeholder 14">
            <a:extLst>
              <a:ext uri="{FF2B5EF4-FFF2-40B4-BE49-F238E27FC236}">
                <a16:creationId xmlns:a16="http://schemas.microsoft.com/office/drawing/2014/main" id="{8A339901-7F4D-88F8-5D9A-4A8D3D60A7C1}"/>
              </a:ext>
            </a:extLst>
          </p:cNvPr>
          <p:cNvSpPr>
            <a:spLocks noGrp="1"/>
          </p:cNvSpPr>
          <p:nvPr>
            <p:ph type="body" sz="quarter" idx="11" hasCustomPrompt="1"/>
          </p:nvPr>
        </p:nvSpPr>
        <p:spPr>
          <a:xfrm>
            <a:off x="2438400" y="4214649"/>
            <a:ext cx="5623558" cy="281567"/>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Tree>
    <p:extLst>
      <p:ext uri="{BB962C8B-B14F-4D97-AF65-F5344CB8AC3E}">
        <p14:creationId xmlns:p14="http://schemas.microsoft.com/office/powerpoint/2010/main" val="323958124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Quote 2">
    <p:bg>
      <p:bgRef idx="1001">
        <a:schemeClr val="bg2"/>
      </p:bgRef>
    </p:bg>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8BBF22DD-1F23-2EB1-3ADB-4954A384FD04}"/>
              </a:ext>
            </a:extLst>
          </p:cNvPr>
          <p:cNvSpPr/>
          <p:nvPr userDrawn="1"/>
        </p:nvSpPr>
        <p:spPr>
          <a:xfrm>
            <a:off x="1422048" y="903890"/>
            <a:ext cx="7150452" cy="3475305"/>
          </a:xfrm>
          <a:prstGeom prst="roundRect">
            <a:avLst>
              <a:gd name="adj" fmla="val 195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8" name="Text Placeholder 22">
            <a:extLst>
              <a:ext uri="{FF2B5EF4-FFF2-40B4-BE49-F238E27FC236}">
                <a16:creationId xmlns:a16="http://schemas.microsoft.com/office/drawing/2014/main" id="{579F989E-5850-7029-7D5B-7E0559B52C19}"/>
              </a:ext>
            </a:extLst>
          </p:cNvPr>
          <p:cNvSpPr>
            <a:spLocks noGrp="1"/>
          </p:cNvSpPr>
          <p:nvPr>
            <p:ph type="body" sz="quarter" idx="41" hasCustomPrompt="1"/>
          </p:nvPr>
        </p:nvSpPr>
        <p:spPr>
          <a:xfrm>
            <a:off x="2185495" y="1228132"/>
            <a:ext cx="5623558" cy="1976489"/>
          </a:xfrm>
          <a:prstGeom prst="rect">
            <a:avLst/>
          </a:prstGeom>
        </p:spPr>
        <p:txBody>
          <a:bodyPr lIns="0" anchor="b"/>
          <a:lstStyle>
            <a:lvl1pPr marL="0" indent="0">
              <a:buNone/>
              <a:defRPr sz="3200">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5BC96318-0209-9528-8FA2-1F395BFD9BF2}"/>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5" name="Rectangle 4">
            <a:extLst>
              <a:ext uri="{FF2B5EF4-FFF2-40B4-BE49-F238E27FC236}">
                <a16:creationId xmlns:a16="http://schemas.microsoft.com/office/drawing/2014/main" id="{181F3370-055F-E937-A6A7-D47232C492D1}"/>
              </a:ext>
            </a:extLst>
          </p:cNvPr>
          <p:cNvSpPr/>
          <p:nvPr userDrawn="1"/>
        </p:nvSpPr>
        <p:spPr>
          <a:xfrm>
            <a:off x="0" y="0"/>
            <a:ext cx="855167" cy="514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6" name="Rounded Rectangle 5">
            <a:extLst>
              <a:ext uri="{FF2B5EF4-FFF2-40B4-BE49-F238E27FC236}">
                <a16:creationId xmlns:a16="http://schemas.microsoft.com/office/drawing/2014/main" id="{E7CE2CF4-21C6-2BEB-7C13-76E63D2358D2}"/>
              </a:ext>
            </a:extLst>
          </p:cNvPr>
          <p:cNvSpPr/>
          <p:nvPr userDrawn="1"/>
        </p:nvSpPr>
        <p:spPr>
          <a:xfrm>
            <a:off x="419100" y="409903"/>
            <a:ext cx="1388435" cy="1301939"/>
          </a:xfrm>
          <a:prstGeom prst="roundRect">
            <a:avLst>
              <a:gd name="adj" fmla="val 661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7" name="Freeform 6">
            <a:extLst>
              <a:ext uri="{FF2B5EF4-FFF2-40B4-BE49-F238E27FC236}">
                <a16:creationId xmlns:a16="http://schemas.microsoft.com/office/drawing/2014/main" id="{47DE0FD6-8971-8BBA-A096-475DE9FFBDF6}"/>
              </a:ext>
            </a:extLst>
          </p:cNvPr>
          <p:cNvSpPr/>
          <p:nvPr userDrawn="1"/>
        </p:nvSpPr>
        <p:spPr>
          <a:xfrm>
            <a:off x="804586" y="746592"/>
            <a:ext cx="617462" cy="628560"/>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chemeClr val="bg1"/>
            </a:solidFill>
            <a:prstDash val="solid"/>
            <a:miter/>
          </a:ln>
        </p:spPr>
        <p:txBody>
          <a:bodyPr rtlCol="0" anchor="ctr"/>
          <a:lstStyle/>
          <a:p>
            <a:endParaRPr lang="en-US" b="0" i="0">
              <a:latin typeface="Arial" panose="020B0604020202020204" pitchFamily="34" charset="0"/>
            </a:endParaRPr>
          </a:p>
        </p:txBody>
      </p:sp>
      <p:sp>
        <p:nvSpPr>
          <p:cNvPr id="13" name="Text Placeholder 14">
            <a:extLst>
              <a:ext uri="{FF2B5EF4-FFF2-40B4-BE49-F238E27FC236}">
                <a16:creationId xmlns:a16="http://schemas.microsoft.com/office/drawing/2014/main" id="{5F5FB5E5-6A86-190B-6B1D-DD4AFBECDFAA}"/>
              </a:ext>
            </a:extLst>
          </p:cNvPr>
          <p:cNvSpPr>
            <a:spLocks noGrp="1"/>
          </p:cNvSpPr>
          <p:nvPr>
            <p:ph type="body" sz="quarter" idx="10" hasCustomPrompt="1"/>
          </p:nvPr>
        </p:nvSpPr>
        <p:spPr>
          <a:xfrm>
            <a:off x="2193019" y="3374218"/>
            <a:ext cx="4098925" cy="281567"/>
          </a:xfrm>
          <a:prstGeom prst="rect">
            <a:avLst/>
          </a:prstGeom>
        </p:spPr>
        <p:txBody>
          <a:bodyPr lIns="0"/>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4" name="Text Placeholder 14">
            <a:extLst>
              <a:ext uri="{FF2B5EF4-FFF2-40B4-BE49-F238E27FC236}">
                <a16:creationId xmlns:a16="http://schemas.microsoft.com/office/drawing/2014/main" id="{F7106875-EA0F-F3BC-1708-7A15B7D50572}"/>
              </a:ext>
            </a:extLst>
          </p:cNvPr>
          <p:cNvSpPr>
            <a:spLocks noGrp="1"/>
          </p:cNvSpPr>
          <p:nvPr>
            <p:ph type="body" sz="quarter" idx="11" hasCustomPrompt="1"/>
          </p:nvPr>
        </p:nvSpPr>
        <p:spPr>
          <a:xfrm>
            <a:off x="2193019" y="3655786"/>
            <a:ext cx="4098925" cy="281567"/>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Tree>
    <p:extLst>
      <p:ext uri="{BB962C8B-B14F-4D97-AF65-F5344CB8AC3E}">
        <p14:creationId xmlns:p14="http://schemas.microsoft.com/office/powerpoint/2010/main" val="291353968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Quote 3">
    <p:bg>
      <p:bgRef idx="1001">
        <a:schemeClr val="bg2"/>
      </p:bgRef>
    </p:bg>
    <p:spTree>
      <p:nvGrpSpPr>
        <p:cNvPr id="1" name=""/>
        <p:cNvGrpSpPr/>
        <p:nvPr/>
      </p:nvGrpSpPr>
      <p:grpSpPr>
        <a:xfrm>
          <a:off x="0" y="0"/>
          <a:ext cx="0" cy="0"/>
          <a:chOff x="0" y="0"/>
          <a:chExt cx="0" cy="0"/>
        </a:xfrm>
      </p:grpSpPr>
      <p:sp>
        <p:nvSpPr>
          <p:cNvPr id="16" name="Freeform 15">
            <a:extLst>
              <a:ext uri="{FF2B5EF4-FFF2-40B4-BE49-F238E27FC236}">
                <a16:creationId xmlns:a16="http://schemas.microsoft.com/office/drawing/2014/main" id="{4FAF8183-DA9C-703F-7464-7D0399095C46}"/>
              </a:ext>
            </a:extLst>
          </p:cNvPr>
          <p:cNvSpPr/>
          <p:nvPr userDrawn="1"/>
        </p:nvSpPr>
        <p:spPr>
          <a:xfrm>
            <a:off x="0" y="957048"/>
            <a:ext cx="8572500" cy="3595902"/>
          </a:xfrm>
          <a:custGeom>
            <a:avLst/>
            <a:gdLst>
              <a:gd name="connsiteX0" fmla="*/ 0 w 8572500"/>
              <a:gd name="connsiteY0" fmla="*/ 0 h 3595902"/>
              <a:gd name="connsiteX1" fmla="*/ 8472390 w 8572500"/>
              <a:gd name="connsiteY1" fmla="*/ 0 h 3595902"/>
              <a:gd name="connsiteX2" fmla="*/ 8572500 w 8572500"/>
              <a:gd name="connsiteY2" fmla="*/ 100110 h 3595902"/>
              <a:gd name="connsiteX3" fmla="*/ 8572500 w 8572500"/>
              <a:gd name="connsiteY3" fmla="*/ 3495792 h 3595902"/>
              <a:gd name="connsiteX4" fmla="*/ 8472390 w 8572500"/>
              <a:gd name="connsiteY4" fmla="*/ 3595902 h 3595902"/>
              <a:gd name="connsiteX5" fmla="*/ 0 w 8572500"/>
              <a:gd name="connsiteY5" fmla="*/ 3595902 h 3595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72500" h="3595902">
                <a:moveTo>
                  <a:pt x="0" y="0"/>
                </a:moveTo>
                <a:lnTo>
                  <a:pt x="8472390" y="0"/>
                </a:lnTo>
                <a:cubicBezTo>
                  <a:pt x="8527679" y="0"/>
                  <a:pt x="8572500" y="44821"/>
                  <a:pt x="8572500" y="100110"/>
                </a:cubicBezTo>
                <a:lnTo>
                  <a:pt x="8572500" y="3495792"/>
                </a:lnTo>
                <a:cubicBezTo>
                  <a:pt x="8572500" y="3551081"/>
                  <a:pt x="8527679" y="3595902"/>
                  <a:pt x="8472390" y="3595902"/>
                </a:cubicBezTo>
                <a:lnTo>
                  <a:pt x="0" y="3595902"/>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 name="Text Placeholder 22">
            <a:extLst>
              <a:ext uri="{FF2B5EF4-FFF2-40B4-BE49-F238E27FC236}">
                <a16:creationId xmlns:a16="http://schemas.microsoft.com/office/drawing/2014/main" id="{88AA375F-0FEB-A952-EBDD-735F9FD80461}"/>
              </a:ext>
            </a:extLst>
          </p:cNvPr>
          <p:cNvSpPr>
            <a:spLocks noGrp="1"/>
          </p:cNvSpPr>
          <p:nvPr>
            <p:ph type="body" sz="quarter" idx="41" hasCustomPrompt="1"/>
          </p:nvPr>
        </p:nvSpPr>
        <p:spPr>
          <a:xfrm>
            <a:off x="777839" y="1462336"/>
            <a:ext cx="6972255" cy="1591373"/>
          </a:xfrm>
          <a:prstGeom prst="rect">
            <a:avLst/>
          </a:prstGeom>
        </p:spPr>
        <p:txBody>
          <a:bodyPr lIns="0" anchor="t"/>
          <a:lstStyle>
            <a:lvl1pPr marL="0" indent="0">
              <a:buNone/>
              <a:defRPr sz="3200">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5BC96318-0209-9528-8FA2-1F395BFD9BF2}"/>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6" name="Freeform 5">
            <a:extLst>
              <a:ext uri="{FF2B5EF4-FFF2-40B4-BE49-F238E27FC236}">
                <a16:creationId xmlns:a16="http://schemas.microsoft.com/office/drawing/2014/main" id="{A4E6FBC2-4DF2-73AF-AD9F-EC8E4F57576E}"/>
              </a:ext>
            </a:extLst>
          </p:cNvPr>
          <p:cNvSpPr/>
          <p:nvPr userDrawn="1"/>
        </p:nvSpPr>
        <p:spPr>
          <a:xfrm>
            <a:off x="755539" y="376076"/>
            <a:ext cx="888889" cy="823390"/>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rgbClr val="FF6100"/>
            </a:solidFill>
            <a:prstDash val="solid"/>
            <a:miter/>
          </a:ln>
        </p:spPr>
        <p:txBody>
          <a:bodyPr rtlCol="0" anchor="ctr"/>
          <a:lstStyle/>
          <a:p>
            <a:endParaRPr lang="en-US" b="0" i="0">
              <a:latin typeface="Arial" panose="020B0604020202020204" pitchFamily="34" charset="0"/>
            </a:endParaRPr>
          </a:p>
        </p:txBody>
      </p:sp>
      <p:sp>
        <p:nvSpPr>
          <p:cNvPr id="12" name="Text Placeholder 14">
            <a:extLst>
              <a:ext uri="{FF2B5EF4-FFF2-40B4-BE49-F238E27FC236}">
                <a16:creationId xmlns:a16="http://schemas.microsoft.com/office/drawing/2014/main" id="{E270FA96-C5A5-F281-2C2D-3E8B8E775A36}"/>
              </a:ext>
            </a:extLst>
          </p:cNvPr>
          <p:cNvSpPr>
            <a:spLocks noGrp="1"/>
          </p:cNvSpPr>
          <p:nvPr>
            <p:ph type="body" sz="quarter" idx="10" hasCustomPrompt="1"/>
          </p:nvPr>
        </p:nvSpPr>
        <p:spPr>
          <a:xfrm>
            <a:off x="777840" y="3380978"/>
            <a:ext cx="5081970" cy="281567"/>
          </a:xfrm>
          <a:prstGeom prst="rect">
            <a:avLst/>
          </a:prstGeom>
        </p:spPr>
        <p:txBody>
          <a:bodyPr lIns="0"/>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3" name="Text Placeholder 14">
            <a:extLst>
              <a:ext uri="{FF2B5EF4-FFF2-40B4-BE49-F238E27FC236}">
                <a16:creationId xmlns:a16="http://schemas.microsoft.com/office/drawing/2014/main" id="{0994093F-2C36-35E6-F5B5-8FFA39AABF65}"/>
              </a:ext>
            </a:extLst>
          </p:cNvPr>
          <p:cNvSpPr>
            <a:spLocks noGrp="1"/>
          </p:cNvSpPr>
          <p:nvPr>
            <p:ph type="body" sz="quarter" idx="11" hasCustomPrompt="1"/>
          </p:nvPr>
        </p:nvSpPr>
        <p:spPr>
          <a:xfrm>
            <a:off x="777840" y="3662546"/>
            <a:ext cx="5081970" cy="281567"/>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Tree>
    <p:extLst>
      <p:ext uri="{BB962C8B-B14F-4D97-AF65-F5344CB8AC3E}">
        <p14:creationId xmlns:p14="http://schemas.microsoft.com/office/powerpoint/2010/main" val="405138105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Quote 4">
    <p:bg>
      <p:bgRef idx="1001">
        <a:schemeClr val="bg2"/>
      </p:bgRef>
    </p:bg>
    <p:spTree>
      <p:nvGrpSpPr>
        <p:cNvPr id="1" name=""/>
        <p:cNvGrpSpPr/>
        <p:nvPr/>
      </p:nvGrpSpPr>
      <p:grpSpPr>
        <a:xfrm>
          <a:off x="0" y="0"/>
          <a:ext cx="0" cy="0"/>
          <a:chOff x="0" y="0"/>
          <a:chExt cx="0" cy="0"/>
        </a:xfrm>
      </p:grpSpPr>
      <p:sp>
        <p:nvSpPr>
          <p:cNvPr id="9" name="Text Placeholder 22">
            <a:extLst>
              <a:ext uri="{FF2B5EF4-FFF2-40B4-BE49-F238E27FC236}">
                <a16:creationId xmlns:a16="http://schemas.microsoft.com/office/drawing/2014/main" id="{F5C55A8A-2BB6-835B-9E68-3C430827910D}"/>
              </a:ext>
            </a:extLst>
          </p:cNvPr>
          <p:cNvSpPr>
            <a:spLocks noGrp="1"/>
          </p:cNvSpPr>
          <p:nvPr>
            <p:ph type="body" sz="quarter" idx="41" hasCustomPrompt="1"/>
          </p:nvPr>
        </p:nvSpPr>
        <p:spPr>
          <a:xfrm>
            <a:off x="1389063" y="1435121"/>
            <a:ext cx="6929436" cy="1569660"/>
          </a:xfrm>
          <a:prstGeom prst="rect">
            <a:avLst/>
          </a:prstGeom>
        </p:spPr>
        <p:txBody>
          <a:bodyPr lIns="0" anchor="t"/>
          <a:lstStyle>
            <a:lvl1pPr marL="0" indent="0">
              <a:buNone/>
              <a:defRPr sz="3200">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3780050F-6F34-0FB6-D78F-164BB9A551FC}"/>
              </a:ext>
            </a:extLst>
          </p:cNvPr>
          <p:cNvSpPr/>
          <p:nvPr userDrawn="1"/>
        </p:nvSpPr>
        <p:spPr>
          <a:xfrm>
            <a:off x="1004454" y="598144"/>
            <a:ext cx="616061" cy="627134"/>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solidFill>
            <a:schemeClr val="accent1"/>
          </a:solidFill>
          <a:ln w="22225" cap="flat">
            <a:noFill/>
            <a:prstDash val="solid"/>
            <a:miter/>
          </a:ln>
        </p:spPr>
        <p:txBody>
          <a:bodyPr rtlCol="0" anchor="ctr"/>
          <a:lstStyle/>
          <a:p>
            <a:endParaRPr lang="en-US" b="0" i="0">
              <a:latin typeface="Arial" panose="020B0604020202020204" pitchFamily="34" charset="0"/>
            </a:endParaRPr>
          </a:p>
        </p:txBody>
      </p:sp>
      <p:cxnSp>
        <p:nvCxnSpPr>
          <p:cNvPr id="6" name="Straight Connector 5">
            <a:extLst>
              <a:ext uri="{FF2B5EF4-FFF2-40B4-BE49-F238E27FC236}">
                <a16:creationId xmlns:a16="http://schemas.microsoft.com/office/drawing/2014/main" id="{4BA1B01D-7FE0-09FA-370A-4280187B4B84}"/>
              </a:ext>
            </a:extLst>
          </p:cNvPr>
          <p:cNvCxnSpPr>
            <a:cxnSpLocks/>
          </p:cNvCxnSpPr>
          <p:nvPr userDrawn="1"/>
        </p:nvCxnSpPr>
        <p:spPr>
          <a:xfrm flipH="1">
            <a:off x="-155864" y="1507368"/>
            <a:ext cx="1160318" cy="2751122"/>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259937BA-D2D4-70F0-CEF6-F6D6B1C2ED7C}"/>
              </a:ext>
            </a:extLst>
          </p:cNvPr>
          <p:cNvCxnSpPr>
            <a:cxnSpLocks/>
          </p:cNvCxnSpPr>
          <p:nvPr userDrawn="1"/>
        </p:nvCxnSpPr>
        <p:spPr>
          <a:xfrm flipH="1">
            <a:off x="1483993" y="-95250"/>
            <a:ext cx="200068" cy="474362"/>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1" name="Text Placeholder 14">
            <a:extLst>
              <a:ext uri="{FF2B5EF4-FFF2-40B4-BE49-F238E27FC236}">
                <a16:creationId xmlns:a16="http://schemas.microsoft.com/office/drawing/2014/main" id="{3363E5DF-92C4-787D-0B3C-42A3E9302F9D}"/>
              </a:ext>
            </a:extLst>
          </p:cNvPr>
          <p:cNvSpPr>
            <a:spLocks noGrp="1"/>
          </p:cNvSpPr>
          <p:nvPr>
            <p:ph type="body" sz="quarter" idx="10" hasCustomPrompt="1"/>
          </p:nvPr>
        </p:nvSpPr>
        <p:spPr>
          <a:xfrm>
            <a:off x="2428009" y="3123943"/>
            <a:ext cx="5081970" cy="281567"/>
          </a:xfrm>
          <a:prstGeom prst="rect">
            <a:avLst/>
          </a:prstGeom>
        </p:spPr>
        <p:txBody>
          <a:bodyPr lIns="0"/>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2" name="Text Placeholder 14">
            <a:extLst>
              <a:ext uri="{FF2B5EF4-FFF2-40B4-BE49-F238E27FC236}">
                <a16:creationId xmlns:a16="http://schemas.microsoft.com/office/drawing/2014/main" id="{F514CE73-9DA4-C163-D1F5-F4EFC9818B6E}"/>
              </a:ext>
            </a:extLst>
          </p:cNvPr>
          <p:cNvSpPr>
            <a:spLocks noGrp="1"/>
          </p:cNvSpPr>
          <p:nvPr>
            <p:ph type="body" sz="quarter" idx="11" hasCustomPrompt="1"/>
          </p:nvPr>
        </p:nvSpPr>
        <p:spPr>
          <a:xfrm>
            <a:off x="2428009" y="3405511"/>
            <a:ext cx="5081970" cy="281567"/>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4" name="Rectangle 3">
            <a:extLst>
              <a:ext uri="{FF2B5EF4-FFF2-40B4-BE49-F238E27FC236}">
                <a16:creationId xmlns:a16="http://schemas.microsoft.com/office/drawing/2014/main" id="{0E73DE69-C4CC-60E3-CD54-F5F1A0738B4A}"/>
              </a:ext>
            </a:extLst>
          </p:cNvPr>
          <p:cNvSpPr/>
          <p:nvPr userDrawn="1"/>
        </p:nvSpPr>
        <p:spPr>
          <a:xfrm>
            <a:off x="-371475" y="3687078"/>
            <a:ext cx="371475" cy="96494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8293F8DD-F714-CA6B-638F-E45795FF2463}"/>
              </a:ext>
            </a:extLst>
          </p:cNvPr>
          <p:cNvSpPr/>
          <p:nvPr userDrawn="1"/>
        </p:nvSpPr>
        <p:spPr>
          <a:xfrm>
            <a:off x="1171575" y="-361950"/>
            <a:ext cx="1038225" cy="361950"/>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2" name="Freeform 1">
            <a:extLst>
              <a:ext uri="{FF2B5EF4-FFF2-40B4-BE49-F238E27FC236}">
                <a16:creationId xmlns:a16="http://schemas.microsoft.com/office/drawing/2014/main" id="{7602A978-937C-AD10-DB57-5B5B5583D4F3}"/>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8" name="Picture 10">
            <a:extLst>
              <a:ext uri="{FF2B5EF4-FFF2-40B4-BE49-F238E27FC236}">
                <a16:creationId xmlns:a16="http://schemas.microsoft.com/office/drawing/2014/main" id="{1020D91A-FC21-7A08-ADC1-04FE77F35B7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71666104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Quote 5">
    <p:bg>
      <p:bgRef idx="1001">
        <a:schemeClr val="bg2"/>
      </p:bgRef>
    </p:bg>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2FC61BA4-07CB-A34B-270A-BCF92BBAC784}"/>
              </a:ext>
            </a:extLst>
          </p:cNvPr>
          <p:cNvSpPr/>
          <p:nvPr userDrawn="1"/>
        </p:nvSpPr>
        <p:spPr>
          <a:xfrm>
            <a:off x="5063569" y="877887"/>
            <a:ext cx="3508931" cy="3941763"/>
          </a:xfrm>
          <a:prstGeom prst="roundRect">
            <a:avLst>
              <a:gd name="adj" fmla="val 2611"/>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 name="Rectangle 1">
            <a:extLst>
              <a:ext uri="{FF2B5EF4-FFF2-40B4-BE49-F238E27FC236}">
                <a16:creationId xmlns:a16="http://schemas.microsoft.com/office/drawing/2014/main" id="{21196689-3121-9B6F-D747-3415933A285D}"/>
              </a:ext>
            </a:extLst>
          </p:cNvPr>
          <p:cNvSpPr/>
          <p:nvPr userDrawn="1"/>
        </p:nvSpPr>
        <p:spPr>
          <a:xfrm>
            <a:off x="0" y="0"/>
            <a:ext cx="4495800" cy="5143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grpSp>
        <p:nvGrpSpPr>
          <p:cNvPr id="7" name="Group 6">
            <a:extLst>
              <a:ext uri="{FF2B5EF4-FFF2-40B4-BE49-F238E27FC236}">
                <a16:creationId xmlns:a16="http://schemas.microsoft.com/office/drawing/2014/main" id="{BF12CB6D-1073-C7CD-F14D-E557E3E6B8F8}"/>
              </a:ext>
            </a:extLst>
          </p:cNvPr>
          <p:cNvGrpSpPr/>
          <p:nvPr userDrawn="1"/>
        </p:nvGrpSpPr>
        <p:grpSpPr>
          <a:xfrm>
            <a:off x="4846768" y="342515"/>
            <a:ext cx="823832" cy="772509"/>
            <a:chOff x="4750955" y="294815"/>
            <a:chExt cx="1388435" cy="1301939"/>
          </a:xfrm>
        </p:grpSpPr>
        <p:sp>
          <p:nvSpPr>
            <p:cNvPr id="8" name="Rounded Rectangle 7">
              <a:extLst>
                <a:ext uri="{FF2B5EF4-FFF2-40B4-BE49-F238E27FC236}">
                  <a16:creationId xmlns:a16="http://schemas.microsoft.com/office/drawing/2014/main" id="{62F97778-73B1-0518-95F1-00F3CF353885}"/>
                </a:ext>
              </a:extLst>
            </p:cNvPr>
            <p:cNvSpPr/>
            <p:nvPr/>
          </p:nvSpPr>
          <p:spPr>
            <a:xfrm>
              <a:off x="4750955" y="294815"/>
              <a:ext cx="1388435" cy="1301939"/>
            </a:xfrm>
            <a:prstGeom prst="roundRect">
              <a:avLst>
                <a:gd name="adj" fmla="val 1329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9" name="Freeform 8">
              <a:extLst>
                <a:ext uri="{FF2B5EF4-FFF2-40B4-BE49-F238E27FC236}">
                  <a16:creationId xmlns:a16="http://schemas.microsoft.com/office/drawing/2014/main" id="{1D434F5B-A2EF-5E24-B959-D2C797CEC7AF}"/>
                </a:ext>
              </a:extLst>
            </p:cNvPr>
            <p:cNvSpPr/>
            <p:nvPr/>
          </p:nvSpPr>
          <p:spPr>
            <a:xfrm>
              <a:off x="5136441" y="631504"/>
              <a:ext cx="617462" cy="628560"/>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chemeClr val="tx1"/>
              </a:solidFill>
              <a:prstDash val="solid"/>
              <a:miter/>
            </a:ln>
          </p:spPr>
          <p:txBody>
            <a:bodyPr rtlCol="0" anchor="ctr"/>
            <a:lstStyle/>
            <a:p>
              <a:endParaRPr lang="en-US" b="0" i="0">
                <a:latin typeface="Arial" panose="020B0604020202020204" pitchFamily="34" charset="0"/>
              </a:endParaRPr>
            </a:p>
          </p:txBody>
        </p:sp>
      </p:grpSp>
      <p:sp>
        <p:nvSpPr>
          <p:cNvPr id="13" name="Title 1">
            <a:extLst>
              <a:ext uri="{FF2B5EF4-FFF2-40B4-BE49-F238E27FC236}">
                <a16:creationId xmlns:a16="http://schemas.microsoft.com/office/drawing/2014/main" id="{E384F38E-F93F-B77C-53EC-35334C9A81BC}"/>
              </a:ext>
            </a:extLst>
          </p:cNvPr>
          <p:cNvSpPr>
            <a:spLocks noGrp="1"/>
          </p:cNvSpPr>
          <p:nvPr>
            <p:ph type="title" hasCustomPrompt="1"/>
          </p:nvPr>
        </p:nvSpPr>
        <p:spPr>
          <a:xfrm>
            <a:off x="419101" y="294640"/>
            <a:ext cx="3720183" cy="338554"/>
          </a:xfrm>
          <a:prstGeom prst="rect">
            <a:avLst/>
          </a:prstGeom>
        </p:spPr>
        <p:txBody>
          <a:bodyPr lIns="0" rIns="0"/>
          <a:lstStyle>
            <a:lvl1pPr algn="l">
              <a:defRPr sz="1800" b="0"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4" name="Content Placeholder 2">
            <a:extLst>
              <a:ext uri="{FF2B5EF4-FFF2-40B4-BE49-F238E27FC236}">
                <a16:creationId xmlns:a16="http://schemas.microsoft.com/office/drawing/2014/main" id="{487A4F39-02F1-60CC-CF9C-DAF8A2CF8430}"/>
              </a:ext>
            </a:extLst>
          </p:cNvPr>
          <p:cNvSpPr>
            <a:spLocks noGrp="1"/>
          </p:cNvSpPr>
          <p:nvPr>
            <p:ph idx="10" hasCustomPrompt="1"/>
          </p:nvPr>
        </p:nvSpPr>
        <p:spPr>
          <a:xfrm>
            <a:off x="419101" y="834850"/>
            <a:ext cx="3729153" cy="3984800"/>
          </a:xfrm>
          <a:prstGeom prst="rect">
            <a:avLst/>
          </a:prstGeom>
        </p:spPr>
        <p:txBody>
          <a:bodyPr lIns="0" rIns="0"/>
          <a:lstStyle>
            <a:lvl1pPr marL="174625" indent="-174625">
              <a:buClrTx/>
              <a:buFont typeface="Arial" panose="020B0604020202020204" pitchFamily="34" charset="0"/>
              <a:buChar char="•"/>
              <a:tabLst/>
              <a:defRPr sz="1600" b="0" i="0">
                <a:solidFill>
                  <a:schemeClr val="bg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bg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bg2"/>
                </a:solidFill>
                <a:latin typeface="Arial" panose="020B0604020202020204" pitchFamily="34" charset="0"/>
                <a:ea typeface="Inter Light" panose="02000503000000020004" pitchFamily="2" charset="0"/>
                <a:cs typeface="Gotham Book" pitchFamily="2" charset="0"/>
              </a:defRPr>
            </a:lvl3pPr>
            <a:lvl4pPr>
              <a:defRPr sz="1600">
                <a:solidFill>
                  <a:schemeClr val="bg2"/>
                </a:solidFill>
                <a:latin typeface="Arial" panose="020B0604020202020204" pitchFamily="34" charset="0"/>
                <a:cs typeface="Arial" panose="020B0604020202020204" pitchFamily="34" charset="0"/>
              </a:defRPr>
            </a:lvl4pPr>
            <a:lvl5pPr>
              <a:defRPr sz="1600">
                <a:solidFill>
                  <a:schemeClr val="bg2"/>
                </a:solidFill>
                <a:latin typeface="Arial" panose="020B0604020202020204" pitchFamily="34" charset="0"/>
                <a:cs typeface="Arial" panose="020B0604020202020204" pitchFamily="34" charset="0"/>
              </a:defRPr>
            </a:lvl5pPr>
            <a:lvl6pPr>
              <a:defRPr sz="1600">
                <a:solidFill>
                  <a:schemeClr val="bg2"/>
                </a:solidFill>
              </a:defRPr>
            </a:lvl6pPr>
            <a:lvl7pPr>
              <a:defRPr sz="1600">
                <a:solidFill>
                  <a:schemeClr val="bg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9" name="Text Placeholder 14">
            <a:extLst>
              <a:ext uri="{FF2B5EF4-FFF2-40B4-BE49-F238E27FC236}">
                <a16:creationId xmlns:a16="http://schemas.microsoft.com/office/drawing/2014/main" id="{C63AE744-AAA3-97F1-EF41-2FFCC8F7EBAD}"/>
              </a:ext>
            </a:extLst>
          </p:cNvPr>
          <p:cNvSpPr>
            <a:spLocks noGrp="1"/>
          </p:cNvSpPr>
          <p:nvPr>
            <p:ph type="body" sz="quarter" idx="11" hasCustomPrompt="1"/>
          </p:nvPr>
        </p:nvSpPr>
        <p:spPr>
          <a:xfrm>
            <a:off x="5436293" y="3958171"/>
            <a:ext cx="1970974" cy="281567"/>
          </a:xfrm>
          <a:prstGeom prst="rect">
            <a:avLst/>
          </a:prstGeom>
        </p:spPr>
        <p:txBody>
          <a:bodyPr lIns="0"/>
          <a:lstStyle>
            <a:lvl1pPr marL="0" indent="0">
              <a:buNone/>
              <a:defRPr sz="1400" b="0" i="0">
                <a:solidFill>
                  <a:schemeClr val="bg1"/>
                </a:solidFill>
                <a:latin typeface="Arial" panose="020B0604020202020204" pitchFamily="34" charset="0"/>
                <a:ea typeface="Inter Medium" panose="02000503000000020004" pitchFamily="2" charset="0"/>
              </a:defRPr>
            </a:lvl1pPr>
          </a:lstStyle>
          <a:p>
            <a:pPr lvl="0"/>
            <a:r>
              <a:rPr lang="en-US"/>
              <a:t>John Doe</a:t>
            </a:r>
          </a:p>
        </p:txBody>
      </p:sp>
      <p:sp>
        <p:nvSpPr>
          <p:cNvPr id="20" name="Text Placeholder 14">
            <a:extLst>
              <a:ext uri="{FF2B5EF4-FFF2-40B4-BE49-F238E27FC236}">
                <a16:creationId xmlns:a16="http://schemas.microsoft.com/office/drawing/2014/main" id="{AF200263-B051-589A-F187-66161538F419}"/>
              </a:ext>
            </a:extLst>
          </p:cNvPr>
          <p:cNvSpPr>
            <a:spLocks noGrp="1"/>
          </p:cNvSpPr>
          <p:nvPr>
            <p:ph type="body" sz="quarter" idx="12" hasCustomPrompt="1"/>
          </p:nvPr>
        </p:nvSpPr>
        <p:spPr>
          <a:xfrm>
            <a:off x="5436293" y="4239739"/>
            <a:ext cx="1970974" cy="281567"/>
          </a:xfrm>
          <a:prstGeom prst="rect">
            <a:avLst/>
          </a:prstGeom>
        </p:spPr>
        <p:txBody>
          <a:bodyPr lIns="0"/>
          <a:lstStyle>
            <a:lvl1pPr marL="0" indent="0">
              <a:buNone/>
              <a:defRPr sz="1200" b="0" i="0">
                <a:solidFill>
                  <a:schemeClr val="bg1"/>
                </a:solidFill>
                <a:latin typeface="Arial" panose="020B0604020202020204" pitchFamily="34" charset="0"/>
                <a:ea typeface="Inter Light" panose="02000503000000020004" pitchFamily="2" charset="0"/>
              </a:defRPr>
            </a:lvl1pPr>
          </a:lstStyle>
          <a:p>
            <a:pPr lvl="0"/>
            <a:r>
              <a:rPr lang="en-US"/>
              <a:t>Job title, Company</a:t>
            </a:r>
          </a:p>
        </p:txBody>
      </p:sp>
      <p:sp>
        <p:nvSpPr>
          <p:cNvPr id="22" name="Text Placeholder 21">
            <a:extLst>
              <a:ext uri="{FF2B5EF4-FFF2-40B4-BE49-F238E27FC236}">
                <a16:creationId xmlns:a16="http://schemas.microsoft.com/office/drawing/2014/main" id="{CE52B8EA-3B40-D380-E962-1EF45F3A5779}"/>
              </a:ext>
            </a:extLst>
          </p:cNvPr>
          <p:cNvSpPr>
            <a:spLocks noGrp="1"/>
          </p:cNvSpPr>
          <p:nvPr>
            <p:ph type="body" sz="quarter" idx="13" hasCustomPrompt="1"/>
          </p:nvPr>
        </p:nvSpPr>
        <p:spPr>
          <a:xfrm>
            <a:off x="5435600" y="1438424"/>
            <a:ext cx="2694247" cy="2319971"/>
          </a:xfrm>
          <a:prstGeom prst="rect">
            <a:avLst/>
          </a:prstGeom>
        </p:spPr>
        <p:txBody>
          <a:bodyPr lIns="0"/>
          <a:lstStyle>
            <a:lvl1pPr marL="0" indent="0">
              <a:buNone/>
              <a:defRPr sz="2000" b="0" i="0">
                <a:solidFill>
                  <a:schemeClr val="bg1"/>
                </a:solidFill>
                <a:latin typeface="Arial" panose="020B0604020202020204" pitchFamily="34" charset="0"/>
                <a:ea typeface="Inter Light" panose="02000503000000020004" pitchFamily="2" charset="0"/>
              </a:defRPr>
            </a:lvl1pPr>
          </a:lstStyle>
          <a:p>
            <a:pPr lvl="0"/>
            <a:r>
              <a:rPr lang="en-US"/>
              <a:t>One large quote goes here and would look like this when it is a few lines long or a few sentences.”</a:t>
            </a:r>
          </a:p>
        </p:txBody>
      </p:sp>
      <p:sp>
        <p:nvSpPr>
          <p:cNvPr id="4" name="Freeform 3">
            <a:extLst>
              <a:ext uri="{FF2B5EF4-FFF2-40B4-BE49-F238E27FC236}">
                <a16:creationId xmlns:a16="http://schemas.microsoft.com/office/drawing/2014/main" id="{2CF3AF50-ADFC-5B73-CBEA-92797ABFD4B3}"/>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E413F532-E5A5-32EB-D1CD-07FEE89800F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10099064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Quote 6">
    <p:bg>
      <p:bgRef idx="1001">
        <a:schemeClr val="bg2"/>
      </p:bgRef>
    </p:bg>
    <p:spTree>
      <p:nvGrpSpPr>
        <p:cNvPr id="1" name=""/>
        <p:cNvGrpSpPr/>
        <p:nvPr/>
      </p:nvGrpSpPr>
      <p:grpSpPr>
        <a:xfrm>
          <a:off x="0" y="0"/>
          <a:ext cx="0" cy="0"/>
          <a:chOff x="0" y="0"/>
          <a:chExt cx="0" cy="0"/>
        </a:xfrm>
      </p:grpSpPr>
      <p:sp>
        <p:nvSpPr>
          <p:cNvPr id="14" name="Freeform 13">
            <a:extLst>
              <a:ext uri="{FF2B5EF4-FFF2-40B4-BE49-F238E27FC236}">
                <a16:creationId xmlns:a16="http://schemas.microsoft.com/office/drawing/2014/main" id="{3159571C-E70B-E943-B15E-4FB218E12B0C}"/>
              </a:ext>
            </a:extLst>
          </p:cNvPr>
          <p:cNvSpPr/>
          <p:nvPr userDrawn="1"/>
        </p:nvSpPr>
        <p:spPr>
          <a:xfrm>
            <a:off x="793173" y="957048"/>
            <a:ext cx="7322127" cy="4186452"/>
          </a:xfrm>
          <a:custGeom>
            <a:avLst/>
            <a:gdLst>
              <a:gd name="connsiteX0" fmla="*/ 103886 w 7322127"/>
              <a:gd name="connsiteY0" fmla="*/ 0 h 4186452"/>
              <a:gd name="connsiteX1" fmla="*/ 7218241 w 7322127"/>
              <a:gd name="connsiteY1" fmla="*/ 0 h 4186452"/>
              <a:gd name="connsiteX2" fmla="*/ 7322127 w 7322127"/>
              <a:gd name="connsiteY2" fmla="*/ 103886 h 4186452"/>
              <a:gd name="connsiteX3" fmla="*/ 7322127 w 7322127"/>
              <a:gd name="connsiteY3" fmla="*/ 4186452 h 4186452"/>
              <a:gd name="connsiteX4" fmla="*/ 0 w 7322127"/>
              <a:gd name="connsiteY4" fmla="*/ 4186452 h 4186452"/>
              <a:gd name="connsiteX5" fmla="*/ 0 w 7322127"/>
              <a:gd name="connsiteY5" fmla="*/ 103886 h 4186452"/>
              <a:gd name="connsiteX6" fmla="*/ 103886 w 7322127"/>
              <a:gd name="connsiteY6" fmla="*/ 0 h 418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22127" h="4186452">
                <a:moveTo>
                  <a:pt x="103886" y="0"/>
                </a:moveTo>
                <a:lnTo>
                  <a:pt x="7218241" y="0"/>
                </a:lnTo>
                <a:cubicBezTo>
                  <a:pt x="7275616" y="0"/>
                  <a:pt x="7322127" y="46511"/>
                  <a:pt x="7322127" y="103886"/>
                </a:cubicBezTo>
                <a:lnTo>
                  <a:pt x="7322127" y="4186452"/>
                </a:lnTo>
                <a:lnTo>
                  <a:pt x="0" y="4186452"/>
                </a:lnTo>
                <a:lnTo>
                  <a:pt x="0" y="103886"/>
                </a:lnTo>
                <a:cubicBezTo>
                  <a:pt x="0" y="46511"/>
                  <a:pt x="46511" y="0"/>
                  <a:pt x="103886" y="0"/>
                </a:cubicBezTo>
                <a:close/>
              </a:path>
            </a:pathLst>
          </a:cu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 name="Freeform 2">
            <a:extLst>
              <a:ext uri="{FF2B5EF4-FFF2-40B4-BE49-F238E27FC236}">
                <a16:creationId xmlns:a16="http://schemas.microsoft.com/office/drawing/2014/main" id="{0765D878-CC5C-9F33-42EB-4B4676CDD077}"/>
              </a:ext>
            </a:extLst>
          </p:cNvPr>
          <p:cNvSpPr/>
          <p:nvPr userDrawn="1"/>
        </p:nvSpPr>
        <p:spPr>
          <a:xfrm>
            <a:off x="1129611" y="489590"/>
            <a:ext cx="616061" cy="627134"/>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rgbClr val="FF6100"/>
            </a:solidFill>
            <a:prstDash val="solid"/>
            <a:miter/>
          </a:ln>
        </p:spPr>
        <p:txBody>
          <a:bodyPr rtlCol="0" anchor="ctr"/>
          <a:lstStyle/>
          <a:p>
            <a:endParaRPr lang="en-US" b="0" i="0">
              <a:latin typeface="Arial" panose="020B0604020202020204" pitchFamily="34" charset="0"/>
            </a:endParaRPr>
          </a:p>
        </p:txBody>
      </p:sp>
      <p:sp>
        <p:nvSpPr>
          <p:cNvPr id="6" name="Text Placeholder 14">
            <a:extLst>
              <a:ext uri="{FF2B5EF4-FFF2-40B4-BE49-F238E27FC236}">
                <a16:creationId xmlns:a16="http://schemas.microsoft.com/office/drawing/2014/main" id="{F504A460-C2AC-6F66-75E7-412AF2E322DC}"/>
              </a:ext>
            </a:extLst>
          </p:cNvPr>
          <p:cNvSpPr>
            <a:spLocks noGrp="1"/>
          </p:cNvSpPr>
          <p:nvPr>
            <p:ph type="body" sz="quarter" idx="10" hasCustomPrompt="1"/>
          </p:nvPr>
        </p:nvSpPr>
        <p:spPr>
          <a:xfrm>
            <a:off x="1129609" y="3540218"/>
            <a:ext cx="4098925" cy="281567"/>
          </a:xfrm>
          <a:prstGeom prst="rect">
            <a:avLst/>
          </a:prstGeom>
        </p:spPr>
        <p:txBody>
          <a:bodyPr lIns="0"/>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7" name="Text Placeholder 14">
            <a:extLst>
              <a:ext uri="{FF2B5EF4-FFF2-40B4-BE49-F238E27FC236}">
                <a16:creationId xmlns:a16="http://schemas.microsoft.com/office/drawing/2014/main" id="{16E4E38E-903E-7A0D-EAC6-DAC180A39BB5}"/>
              </a:ext>
            </a:extLst>
          </p:cNvPr>
          <p:cNvSpPr>
            <a:spLocks noGrp="1"/>
          </p:cNvSpPr>
          <p:nvPr>
            <p:ph type="body" sz="quarter" idx="11" hasCustomPrompt="1"/>
          </p:nvPr>
        </p:nvSpPr>
        <p:spPr>
          <a:xfrm>
            <a:off x="1129609" y="3821786"/>
            <a:ext cx="4098925" cy="281567"/>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2" name="Title 1">
            <a:extLst>
              <a:ext uri="{FF2B5EF4-FFF2-40B4-BE49-F238E27FC236}">
                <a16:creationId xmlns:a16="http://schemas.microsoft.com/office/drawing/2014/main" id="{FF7A9635-1798-6684-40CD-8B46AA9AC44A}"/>
              </a:ext>
            </a:extLst>
          </p:cNvPr>
          <p:cNvSpPr>
            <a:spLocks noGrp="1"/>
          </p:cNvSpPr>
          <p:nvPr>
            <p:ph type="title" hasCustomPrompt="1"/>
          </p:nvPr>
        </p:nvSpPr>
        <p:spPr>
          <a:xfrm>
            <a:off x="1129608" y="1398241"/>
            <a:ext cx="6486675" cy="1991729"/>
          </a:xfrm>
          <a:prstGeom prst="rect">
            <a:avLst/>
          </a:prstGeom>
        </p:spPr>
        <p:txBody>
          <a:bodyPr lIns="0" rIns="0"/>
          <a:lstStyle>
            <a:lvl1pPr algn="l">
              <a:defRPr sz="32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One large quote goes here and would like this when it is a few lines long or a few sentences.</a:t>
            </a:r>
          </a:p>
        </p:txBody>
      </p:sp>
      <p:sp>
        <p:nvSpPr>
          <p:cNvPr id="2" name="Freeform 1">
            <a:extLst>
              <a:ext uri="{FF2B5EF4-FFF2-40B4-BE49-F238E27FC236}">
                <a16:creationId xmlns:a16="http://schemas.microsoft.com/office/drawing/2014/main" id="{E05A339C-97D7-BA14-977D-32022B8FDC9D}"/>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79622FA8-9AB6-51D6-E468-886B32148AC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294499974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1 Product Shot with web bar">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263148" y="504044"/>
            <a:ext cx="6618407" cy="4029664"/>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262796" y="875761"/>
            <a:ext cx="6618407" cy="3657947"/>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grpSp>
        <p:nvGrpSpPr>
          <p:cNvPr id="6" name="Picture 7">
            <a:extLst>
              <a:ext uri="{FF2B5EF4-FFF2-40B4-BE49-F238E27FC236}">
                <a16:creationId xmlns:a16="http://schemas.microsoft.com/office/drawing/2014/main" id="{FB09C7D9-C376-F44B-B8A9-B897AE0ED427}"/>
              </a:ext>
            </a:extLst>
          </p:cNvPr>
          <p:cNvGrpSpPr/>
          <p:nvPr userDrawn="1"/>
        </p:nvGrpSpPr>
        <p:grpSpPr>
          <a:xfrm>
            <a:off x="1263352" y="504044"/>
            <a:ext cx="6617851" cy="371968"/>
            <a:chOff x="4532006" y="1183262"/>
            <a:chExt cx="4254128" cy="239091"/>
          </a:xfrm>
        </p:grpSpPr>
        <p:sp>
          <p:nvSpPr>
            <p:cNvPr id="7" name="Freeform 6">
              <a:extLst>
                <a:ext uri="{FF2B5EF4-FFF2-40B4-BE49-F238E27FC236}">
                  <a16:creationId xmlns:a16="http://schemas.microsoft.com/office/drawing/2014/main" id="{552B9CE4-1CFD-554C-BEE8-E93FDADDBC47}"/>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b="0" i="0">
                <a:latin typeface="Arial" panose="020B0604020202020204" pitchFamily="34" charset="0"/>
              </a:endParaRPr>
            </a:p>
          </p:txBody>
        </p:sp>
        <p:sp>
          <p:nvSpPr>
            <p:cNvPr id="8" name="Freeform 7">
              <a:extLst>
                <a:ext uri="{FF2B5EF4-FFF2-40B4-BE49-F238E27FC236}">
                  <a16:creationId xmlns:a16="http://schemas.microsoft.com/office/drawing/2014/main" id="{2EDF5F95-E025-7E45-B672-03C2FCD389E4}"/>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chemeClr val="bg1"/>
            </a:solidFill>
            <a:ln w="3321" cap="flat">
              <a:noFill/>
              <a:prstDash val="solid"/>
              <a:miter/>
            </a:ln>
          </p:spPr>
          <p:txBody>
            <a:bodyPr rtlCol="0" anchor="ctr"/>
            <a:lstStyle/>
            <a:p>
              <a:endParaRPr lang="en-US" b="0" i="0">
                <a:latin typeface="Arial" panose="020B0604020202020204" pitchFamily="34" charset="0"/>
              </a:endParaRPr>
            </a:p>
          </p:txBody>
        </p:sp>
        <p:sp>
          <p:nvSpPr>
            <p:cNvPr id="9" name="Freeform 8">
              <a:extLst>
                <a:ext uri="{FF2B5EF4-FFF2-40B4-BE49-F238E27FC236}">
                  <a16:creationId xmlns:a16="http://schemas.microsoft.com/office/drawing/2014/main" id="{DF7CE96A-62EF-6149-BCD7-8C19BF06BF39}"/>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b="0" i="0">
                <a:latin typeface="Arial" panose="020B0604020202020204" pitchFamily="34" charset="0"/>
              </a:endParaRPr>
            </a:p>
          </p:txBody>
        </p:sp>
        <p:sp>
          <p:nvSpPr>
            <p:cNvPr id="10" name="Freeform 9">
              <a:extLst>
                <a:ext uri="{FF2B5EF4-FFF2-40B4-BE49-F238E27FC236}">
                  <a16:creationId xmlns:a16="http://schemas.microsoft.com/office/drawing/2014/main" id="{547F75FD-5D9D-D549-8BEA-B7C67D365D9C}"/>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b="0" i="0">
                <a:latin typeface="Arial" panose="020B0604020202020204" pitchFamily="34" charset="0"/>
              </a:endParaRPr>
            </a:p>
          </p:txBody>
        </p:sp>
        <p:sp>
          <p:nvSpPr>
            <p:cNvPr id="11" name="Freeform 10">
              <a:extLst>
                <a:ext uri="{FF2B5EF4-FFF2-40B4-BE49-F238E27FC236}">
                  <a16:creationId xmlns:a16="http://schemas.microsoft.com/office/drawing/2014/main" id="{CC00CED4-A9B4-0E48-8853-3A63887B2EFD}"/>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b="0" i="0">
                <a:latin typeface="Arial" panose="020B0604020202020204" pitchFamily="34" charset="0"/>
              </a:endParaRPr>
            </a:p>
          </p:txBody>
        </p:sp>
      </p:grpSp>
    </p:spTree>
    <p:extLst>
      <p:ext uri="{BB962C8B-B14F-4D97-AF65-F5344CB8AC3E}">
        <p14:creationId xmlns:p14="http://schemas.microsoft.com/office/powerpoint/2010/main" val="14885510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 Product Shot with web bar - Ink">
    <p:bg>
      <p:bgRef idx="1001">
        <a:schemeClr val="bg2"/>
      </p:bgRef>
    </p:bg>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263148" y="504044"/>
            <a:ext cx="6618407" cy="4029664"/>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262796" y="875761"/>
            <a:ext cx="6618407" cy="3657947"/>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b="0" i="0">
                <a:solidFill>
                  <a:schemeClr val="bg1"/>
                </a:solidFill>
                <a:latin typeface="Arial" panose="020B0604020202020204" pitchFamily="34" charset="0"/>
                <a:ea typeface="Inter Light" panose="02000503000000020004" pitchFamily="2" charset="0"/>
              </a:defRPr>
            </a:lvl1pPr>
          </a:lstStyle>
          <a:p>
            <a:endParaRPr lang="en-US"/>
          </a:p>
          <a:p>
            <a:r>
              <a:rPr lang="en-US"/>
              <a:t>Product Shot/Screenshot</a:t>
            </a:r>
          </a:p>
        </p:txBody>
      </p:sp>
      <p:grpSp>
        <p:nvGrpSpPr>
          <p:cNvPr id="6" name="Picture 7">
            <a:extLst>
              <a:ext uri="{FF2B5EF4-FFF2-40B4-BE49-F238E27FC236}">
                <a16:creationId xmlns:a16="http://schemas.microsoft.com/office/drawing/2014/main" id="{FB09C7D9-C376-F44B-B8A9-B897AE0ED427}"/>
              </a:ext>
            </a:extLst>
          </p:cNvPr>
          <p:cNvGrpSpPr/>
          <p:nvPr userDrawn="1"/>
        </p:nvGrpSpPr>
        <p:grpSpPr>
          <a:xfrm>
            <a:off x="1263352" y="504044"/>
            <a:ext cx="6617851" cy="371968"/>
            <a:chOff x="4532006" y="1183262"/>
            <a:chExt cx="4254128" cy="239091"/>
          </a:xfrm>
        </p:grpSpPr>
        <p:sp>
          <p:nvSpPr>
            <p:cNvPr id="7" name="Freeform 6">
              <a:extLst>
                <a:ext uri="{FF2B5EF4-FFF2-40B4-BE49-F238E27FC236}">
                  <a16:creationId xmlns:a16="http://schemas.microsoft.com/office/drawing/2014/main" id="{552B9CE4-1CFD-554C-BEE8-E93FDADDBC47}"/>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tx2"/>
            </a:solidFill>
            <a:ln w="3321" cap="flat">
              <a:noFill/>
              <a:prstDash val="solid"/>
              <a:miter/>
            </a:ln>
          </p:spPr>
          <p:txBody>
            <a:bodyPr rtlCol="0" anchor="ctr"/>
            <a:lstStyle/>
            <a:p>
              <a:endParaRPr lang="en-US" b="0" i="0">
                <a:latin typeface="Arial" panose="020B0604020202020204" pitchFamily="34" charset="0"/>
              </a:endParaRPr>
            </a:p>
          </p:txBody>
        </p:sp>
        <p:sp>
          <p:nvSpPr>
            <p:cNvPr id="8" name="Freeform 7">
              <a:extLst>
                <a:ext uri="{FF2B5EF4-FFF2-40B4-BE49-F238E27FC236}">
                  <a16:creationId xmlns:a16="http://schemas.microsoft.com/office/drawing/2014/main" id="{2EDF5F95-E025-7E45-B672-03C2FCD389E4}"/>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chemeClr val="tx1"/>
            </a:solidFill>
            <a:ln w="3321" cap="flat">
              <a:noFill/>
              <a:prstDash val="solid"/>
              <a:miter/>
            </a:ln>
          </p:spPr>
          <p:txBody>
            <a:bodyPr rtlCol="0" anchor="ctr"/>
            <a:lstStyle/>
            <a:p>
              <a:endParaRPr lang="en-US" b="0" i="0">
                <a:latin typeface="Arial" panose="020B0604020202020204" pitchFamily="34" charset="0"/>
              </a:endParaRPr>
            </a:p>
          </p:txBody>
        </p:sp>
        <p:sp>
          <p:nvSpPr>
            <p:cNvPr id="9" name="Freeform 8">
              <a:extLst>
                <a:ext uri="{FF2B5EF4-FFF2-40B4-BE49-F238E27FC236}">
                  <a16:creationId xmlns:a16="http://schemas.microsoft.com/office/drawing/2014/main" id="{DF7CE96A-62EF-6149-BCD7-8C19BF06BF39}"/>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b="0" i="0">
                <a:latin typeface="Arial" panose="020B0604020202020204" pitchFamily="34" charset="0"/>
              </a:endParaRPr>
            </a:p>
          </p:txBody>
        </p:sp>
        <p:sp>
          <p:nvSpPr>
            <p:cNvPr id="10" name="Freeform 9">
              <a:extLst>
                <a:ext uri="{FF2B5EF4-FFF2-40B4-BE49-F238E27FC236}">
                  <a16:creationId xmlns:a16="http://schemas.microsoft.com/office/drawing/2014/main" id="{547F75FD-5D9D-D549-8BEA-B7C67D365D9C}"/>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b="0" i="0">
                <a:latin typeface="Arial" panose="020B0604020202020204" pitchFamily="34" charset="0"/>
              </a:endParaRPr>
            </a:p>
          </p:txBody>
        </p:sp>
        <p:sp>
          <p:nvSpPr>
            <p:cNvPr id="11" name="Freeform 10">
              <a:extLst>
                <a:ext uri="{FF2B5EF4-FFF2-40B4-BE49-F238E27FC236}">
                  <a16:creationId xmlns:a16="http://schemas.microsoft.com/office/drawing/2014/main" id="{CC00CED4-A9B4-0E48-8853-3A63887B2EFD}"/>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b="0" i="0">
                <a:latin typeface="Arial" panose="020B0604020202020204" pitchFamily="34" charset="0"/>
              </a:endParaRPr>
            </a:p>
          </p:txBody>
        </p:sp>
      </p:grpSp>
      <p:sp>
        <p:nvSpPr>
          <p:cNvPr id="2" name="Freeform 1">
            <a:extLst>
              <a:ext uri="{FF2B5EF4-FFF2-40B4-BE49-F238E27FC236}">
                <a16:creationId xmlns:a16="http://schemas.microsoft.com/office/drawing/2014/main" id="{04E4E7A8-9D11-B349-993B-B458EA574B1E}"/>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D5067666-1386-DAE4-5A5A-23B4C84AEA1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251517400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 Product Shot">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263148" y="504044"/>
            <a:ext cx="6618407" cy="4029664"/>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262797" y="504045"/>
            <a:ext cx="6618055" cy="4029663"/>
          </a:xfrm>
          <a:prstGeom prst="roundRect">
            <a:avLst>
              <a:gd name="adj" fmla="val 2959"/>
            </a:avLst>
          </a:pr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spTree>
    <p:extLst>
      <p:ext uri="{BB962C8B-B14F-4D97-AF65-F5344CB8AC3E}">
        <p14:creationId xmlns:p14="http://schemas.microsoft.com/office/powerpoint/2010/main" val="14072975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1 Product Shot - Tan">
    <p:bg>
      <p:bgRef idx="1001">
        <a:schemeClr val="bg2"/>
      </p:bgRef>
    </p:bg>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263148" y="504044"/>
            <a:ext cx="6618407" cy="4029664"/>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262797" y="504045"/>
            <a:ext cx="6618055" cy="4029663"/>
          </a:xfrm>
          <a:prstGeom prst="roundRect">
            <a:avLst>
              <a:gd name="adj" fmla="val 2959"/>
            </a:avLst>
          </a:pr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sp>
        <p:nvSpPr>
          <p:cNvPr id="2" name="Freeform 1">
            <a:extLst>
              <a:ext uri="{FF2B5EF4-FFF2-40B4-BE49-F238E27FC236}">
                <a16:creationId xmlns:a16="http://schemas.microsoft.com/office/drawing/2014/main" id="{638933CC-1318-28DB-B4AD-5B0158B2EE81}"/>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F7263F91-0848-F399-E5CC-45845D90162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89128620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itle + Content + 1 Product Shot with web bar">
    <p:bg>
      <p:bgRef idx="1001">
        <a:schemeClr val="bg1"/>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Picture Placeholder 3">
            <a:extLst>
              <a:ext uri="{FF2B5EF4-FFF2-40B4-BE49-F238E27FC236}">
                <a16:creationId xmlns:a16="http://schemas.microsoft.com/office/drawing/2014/main" id="{4731DDCA-6917-36CB-DE1E-906B00C870C4}"/>
              </a:ext>
            </a:extLst>
          </p:cNvPr>
          <p:cNvSpPr>
            <a:spLocks noGrp="1"/>
          </p:cNvSpPr>
          <p:nvPr>
            <p:ph type="pic" sz="quarter" idx="10"/>
          </p:nvPr>
        </p:nvSpPr>
        <p:spPr>
          <a:xfrm>
            <a:off x="4499438" y="1261367"/>
            <a:ext cx="4073062" cy="2144563"/>
          </a:xfrm>
          <a:custGeom>
            <a:avLst/>
            <a:gdLst>
              <a:gd name="connsiteX0" fmla="*/ 54295 w 4073062"/>
              <a:gd name="connsiteY0" fmla="*/ 0 h 2144563"/>
              <a:gd name="connsiteX1" fmla="*/ 4015129 w 4073062"/>
              <a:gd name="connsiteY1" fmla="*/ 0 h 2144563"/>
              <a:gd name="connsiteX2" fmla="*/ 4016663 w 4073062"/>
              <a:gd name="connsiteY2" fmla="*/ 295 h 2144563"/>
              <a:gd name="connsiteX3" fmla="*/ 4073062 w 4073062"/>
              <a:gd name="connsiteY3" fmla="*/ 295 h 2144563"/>
              <a:gd name="connsiteX4" fmla="*/ 4073062 w 4073062"/>
              <a:gd name="connsiteY4" fmla="*/ 55137 h 2144563"/>
              <a:gd name="connsiteX5" fmla="*/ 4073062 w 4073062"/>
              <a:gd name="connsiteY5" fmla="*/ 235401 h 2144563"/>
              <a:gd name="connsiteX6" fmla="*/ 4073062 w 4073062"/>
              <a:gd name="connsiteY6" fmla="*/ 2041223 h 2144563"/>
              <a:gd name="connsiteX7" fmla="*/ 3969722 w 4073062"/>
              <a:gd name="connsiteY7" fmla="*/ 2144563 h 2144563"/>
              <a:gd name="connsiteX8" fmla="*/ 103340 w 4073062"/>
              <a:gd name="connsiteY8" fmla="*/ 2144563 h 2144563"/>
              <a:gd name="connsiteX9" fmla="*/ 0 w 4073062"/>
              <a:gd name="connsiteY9" fmla="*/ 2041223 h 2144563"/>
              <a:gd name="connsiteX10" fmla="*/ 0 w 4073062"/>
              <a:gd name="connsiteY10" fmla="*/ 295 h 2144563"/>
              <a:gd name="connsiteX11" fmla="*/ 52762 w 4073062"/>
              <a:gd name="connsiteY11" fmla="*/ 295 h 2144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73062" h="2144563">
                <a:moveTo>
                  <a:pt x="54295" y="0"/>
                </a:moveTo>
                <a:lnTo>
                  <a:pt x="4015129" y="0"/>
                </a:lnTo>
                <a:lnTo>
                  <a:pt x="4016663" y="295"/>
                </a:lnTo>
                <a:lnTo>
                  <a:pt x="4073062" y="295"/>
                </a:lnTo>
                <a:lnTo>
                  <a:pt x="4073062" y="55137"/>
                </a:lnTo>
                <a:lnTo>
                  <a:pt x="4073062" y="235401"/>
                </a:lnTo>
                <a:lnTo>
                  <a:pt x="4073062" y="2041223"/>
                </a:lnTo>
                <a:cubicBezTo>
                  <a:pt x="4073062" y="2098296"/>
                  <a:pt x="4026795" y="2144563"/>
                  <a:pt x="3969722" y="2144563"/>
                </a:cubicBezTo>
                <a:lnTo>
                  <a:pt x="103340" y="2144563"/>
                </a:lnTo>
                <a:cubicBezTo>
                  <a:pt x="46267" y="2144563"/>
                  <a:pt x="0" y="2098296"/>
                  <a:pt x="0" y="2041223"/>
                </a:cubicBezTo>
                <a:lnTo>
                  <a:pt x="0" y="295"/>
                </a:lnTo>
                <a:lnTo>
                  <a:pt x="52762" y="295"/>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grpSp>
        <p:nvGrpSpPr>
          <p:cNvPr id="49" name="Picture 7">
            <a:extLst>
              <a:ext uri="{FF2B5EF4-FFF2-40B4-BE49-F238E27FC236}">
                <a16:creationId xmlns:a16="http://schemas.microsoft.com/office/drawing/2014/main" id="{4BA2E0E5-E25C-6FED-7301-F32B7A15BF31}"/>
              </a:ext>
            </a:extLst>
          </p:cNvPr>
          <p:cNvGrpSpPr/>
          <p:nvPr userDrawn="1"/>
        </p:nvGrpSpPr>
        <p:grpSpPr>
          <a:xfrm>
            <a:off x="4495800" y="1028933"/>
            <a:ext cx="4076700" cy="229138"/>
            <a:chOff x="4532006" y="1183262"/>
            <a:chExt cx="4254128" cy="239091"/>
          </a:xfrm>
        </p:grpSpPr>
        <p:sp>
          <p:nvSpPr>
            <p:cNvPr id="50" name="Freeform 49">
              <a:extLst>
                <a:ext uri="{FF2B5EF4-FFF2-40B4-BE49-F238E27FC236}">
                  <a16:creationId xmlns:a16="http://schemas.microsoft.com/office/drawing/2014/main" id="{AFCF79A9-3175-18D6-89F7-58CE5DEE524D}"/>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b="0" i="0">
                <a:latin typeface="Arial" panose="020B0604020202020204" pitchFamily="34" charset="0"/>
              </a:endParaRPr>
            </a:p>
          </p:txBody>
        </p:sp>
        <p:sp>
          <p:nvSpPr>
            <p:cNvPr id="51" name="Freeform 50">
              <a:extLst>
                <a:ext uri="{FF2B5EF4-FFF2-40B4-BE49-F238E27FC236}">
                  <a16:creationId xmlns:a16="http://schemas.microsoft.com/office/drawing/2014/main" id="{D0B1171A-410F-5A1E-6C6A-B6EC7EE6E161}"/>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b="0" i="0">
                <a:latin typeface="Arial" panose="020B0604020202020204" pitchFamily="34" charset="0"/>
              </a:endParaRPr>
            </a:p>
          </p:txBody>
        </p:sp>
        <p:sp>
          <p:nvSpPr>
            <p:cNvPr id="52" name="Freeform 51">
              <a:extLst>
                <a:ext uri="{FF2B5EF4-FFF2-40B4-BE49-F238E27FC236}">
                  <a16:creationId xmlns:a16="http://schemas.microsoft.com/office/drawing/2014/main" id="{02621754-52BD-C796-0290-79FEEDBA6266}"/>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b="0" i="0">
                <a:latin typeface="Arial" panose="020B0604020202020204" pitchFamily="34" charset="0"/>
              </a:endParaRPr>
            </a:p>
          </p:txBody>
        </p:sp>
        <p:sp>
          <p:nvSpPr>
            <p:cNvPr id="53" name="Freeform 52">
              <a:extLst>
                <a:ext uri="{FF2B5EF4-FFF2-40B4-BE49-F238E27FC236}">
                  <a16:creationId xmlns:a16="http://schemas.microsoft.com/office/drawing/2014/main" id="{4E3E3F45-442B-9201-9BBE-470649ABA0F7}"/>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b="0" i="0">
                <a:latin typeface="Arial" panose="020B0604020202020204" pitchFamily="34" charset="0"/>
              </a:endParaRPr>
            </a:p>
          </p:txBody>
        </p:sp>
        <p:sp>
          <p:nvSpPr>
            <p:cNvPr id="54" name="Freeform 53">
              <a:extLst>
                <a:ext uri="{FF2B5EF4-FFF2-40B4-BE49-F238E27FC236}">
                  <a16:creationId xmlns:a16="http://schemas.microsoft.com/office/drawing/2014/main" id="{306C427F-AFB7-A685-19CC-78EFC3117C64}"/>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b="0" i="0">
                <a:latin typeface="Arial" panose="020B0604020202020204" pitchFamily="34" charset="0"/>
              </a:endParaRPr>
            </a:p>
          </p:txBody>
        </p:sp>
      </p:gr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419102" y="834850"/>
            <a:ext cx="3876598"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40398454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tle + Content + 2 Product Shots">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47E44949-E51F-414C-AEEB-1E30217CD37C}"/>
              </a:ext>
            </a:extLst>
          </p:cNvPr>
          <p:cNvSpPr>
            <a:spLocks noGrp="1"/>
          </p:cNvSpPr>
          <p:nvPr>
            <p:ph type="pic" sz="quarter" idx="10"/>
          </p:nvPr>
        </p:nvSpPr>
        <p:spPr>
          <a:xfrm>
            <a:off x="4495800" y="834850"/>
            <a:ext cx="3125788" cy="1903413"/>
          </a:xfrm>
          <a:prstGeom prst="roundRect">
            <a:avLst>
              <a:gd name="adj" fmla="val 4884"/>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16" name="Picture Placeholder 2">
            <a:extLst>
              <a:ext uri="{FF2B5EF4-FFF2-40B4-BE49-F238E27FC236}">
                <a16:creationId xmlns:a16="http://schemas.microsoft.com/office/drawing/2014/main" id="{4E8E1E29-BD46-6943-9DD6-975937F46702}"/>
              </a:ext>
            </a:extLst>
          </p:cNvPr>
          <p:cNvSpPr>
            <a:spLocks noGrp="1"/>
          </p:cNvSpPr>
          <p:nvPr>
            <p:ph type="pic" sz="quarter" idx="11"/>
          </p:nvPr>
        </p:nvSpPr>
        <p:spPr>
          <a:xfrm>
            <a:off x="5446712" y="2919744"/>
            <a:ext cx="3125788" cy="1899906"/>
          </a:xfrm>
          <a:prstGeom prst="roundRect">
            <a:avLst>
              <a:gd name="adj" fmla="val 4888"/>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877FB355-4216-DA18-C5AE-983202CEC0DE}"/>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Content Placeholder 2">
            <a:extLst>
              <a:ext uri="{FF2B5EF4-FFF2-40B4-BE49-F238E27FC236}">
                <a16:creationId xmlns:a16="http://schemas.microsoft.com/office/drawing/2014/main" id="{9B803873-2DFC-400F-FBCC-8FE88BCAA7CF}"/>
              </a:ext>
            </a:extLst>
          </p:cNvPr>
          <p:cNvSpPr>
            <a:spLocks noGrp="1"/>
          </p:cNvSpPr>
          <p:nvPr>
            <p:ph idx="12" hasCustomPrompt="1"/>
          </p:nvPr>
        </p:nvSpPr>
        <p:spPr>
          <a:xfrm>
            <a:off x="419102" y="834850"/>
            <a:ext cx="3876598"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22651737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itle + Content + 2 Product Shots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FB355-4216-DA18-C5AE-983202CEC0DE}"/>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Content Placeholder 2">
            <a:extLst>
              <a:ext uri="{FF2B5EF4-FFF2-40B4-BE49-F238E27FC236}">
                <a16:creationId xmlns:a16="http://schemas.microsoft.com/office/drawing/2014/main" id="{9B803873-2DFC-400F-FBCC-8FE88BCAA7CF}"/>
              </a:ext>
            </a:extLst>
          </p:cNvPr>
          <p:cNvSpPr>
            <a:spLocks noGrp="1"/>
          </p:cNvSpPr>
          <p:nvPr>
            <p:ph idx="12" hasCustomPrompt="1"/>
          </p:nvPr>
        </p:nvSpPr>
        <p:spPr>
          <a:xfrm>
            <a:off x="419102" y="834850"/>
            <a:ext cx="3876598"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5" name="Freeform 4">
            <a:extLst>
              <a:ext uri="{FF2B5EF4-FFF2-40B4-BE49-F238E27FC236}">
                <a16:creationId xmlns:a16="http://schemas.microsoft.com/office/drawing/2014/main" id="{1A87EED7-EA61-2A9F-838F-0817D5615872}"/>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 name="Picture 5">
            <a:extLst>
              <a:ext uri="{FF2B5EF4-FFF2-40B4-BE49-F238E27FC236}">
                <a16:creationId xmlns:a16="http://schemas.microsoft.com/office/drawing/2014/main" id="{6E17D6D3-4FF7-3E5B-1063-F923F98F357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7" name="Picture Placeholder 2">
            <a:extLst>
              <a:ext uri="{FF2B5EF4-FFF2-40B4-BE49-F238E27FC236}">
                <a16:creationId xmlns:a16="http://schemas.microsoft.com/office/drawing/2014/main" id="{5EA0A17B-B7BE-A95F-1F78-4B3361703304}"/>
              </a:ext>
            </a:extLst>
          </p:cNvPr>
          <p:cNvSpPr>
            <a:spLocks noGrp="1"/>
          </p:cNvSpPr>
          <p:nvPr>
            <p:ph type="pic" sz="quarter" idx="10"/>
          </p:nvPr>
        </p:nvSpPr>
        <p:spPr>
          <a:xfrm>
            <a:off x="4495800" y="834850"/>
            <a:ext cx="3125788" cy="1903413"/>
          </a:xfrm>
          <a:prstGeom prst="roundRect">
            <a:avLst>
              <a:gd name="adj" fmla="val 4884"/>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8" name="Picture Placeholder 2">
            <a:extLst>
              <a:ext uri="{FF2B5EF4-FFF2-40B4-BE49-F238E27FC236}">
                <a16:creationId xmlns:a16="http://schemas.microsoft.com/office/drawing/2014/main" id="{C837EE1A-8AF4-8198-6C6D-62643995D48B}"/>
              </a:ext>
            </a:extLst>
          </p:cNvPr>
          <p:cNvSpPr>
            <a:spLocks noGrp="1"/>
          </p:cNvSpPr>
          <p:nvPr>
            <p:ph type="pic" sz="quarter" idx="11"/>
          </p:nvPr>
        </p:nvSpPr>
        <p:spPr>
          <a:xfrm>
            <a:off x="5446712" y="2919744"/>
            <a:ext cx="3125788" cy="1899906"/>
          </a:xfrm>
          <a:prstGeom prst="roundRect">
            <a:avLst>
              <a:gd name="adj" fmla="val 4888"/>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206490384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itle + Content + 2 Product Shots with web bar">
    <p:bg>
      <p:bgRef idx="1001">
        <a:schemeClr val="bg1"/>
      </p:bgRef>
    </p:bg>
    <p:spTree>
      <p:nvGrpSpPr>
        <p:cNvPr id="1" name=""/>
        <p:cNvGrpSpPr/>
        <p:nvPr/>
      </p:nvGrpSpPr>
      <p:grpSpPr>
        <a:xfrm>
          <a:off x="0" y="0"/>
          <a:ext cx="0" cy="0"/>
          <a:chOff x="0" y="0"/>
          <a:chExt cx="0" cy="0"/>
        </a:xfrm>
      </p:grpSpPr>
      <p:sp>
        <p:nvSpPr>
          <p:cNvPr id="24" name="Picture Placeholder 23">
            <a:extLst>
              <a:ext uri="{FF2B5EF4-FFF2-40B4-BE49-F238E27FC236}">
                <a16:creationId xmlns:a16="http://schemas.microsoft.com/office/drawing/2014/main" id="{C20D86D5-2817-2984-97BA-5547B9275442}"/>
              </a:ext>
            </a:extLst>
          </p:cNvPr>
          <p:cNvSpPr>
            <a:spLocks noGrp="1"/>
          </p:cNvSpPr>
          <p:nvPr>
            <p:ph type="pic" sz="quarter" idx="12"/>
          </p:nvPr>
        </p:nvSpPr>
        <p:spPr>
          <a:xfrm>
            <a:off x="5550408" y="3040215"/>
            <a:ext cx="3014992" cy="1660168"/>
          </a:xfrm>
          <a:custGeom>
            <a:avLst/>
            <a:gdLst>
              <a:gd name="connsiteX0" fmla="*/ 4084 w 3014992"/>
              <a:gd name="connsiteY0" fmla="*/ 0 h 1660168"/>
              <a:gd name="connsiteX1" fmla="*/ 96023 w 3014992"/>
              <a:gd name="connsiteY1" fmla="*/ 0 h 1660168"/>
              <a:gd name="connsiteX2" fmla="*/ 2918969 w 3014992"/>
              <a:gd name="connsiteY2" fmla="*/ 0 h 1660168"/>
              <a:gd name="connsiteX3" fmla="*/ 3014992 w 3014992"/>
              <a:gd name="connsiteY3" fmla="*/ 0 h 1660168"/>
              <a:gd name="connsiteX4" fmla="*/ 3014992 w 3014992"/>
              <a:gd name="connsiteY4" fmla="*/ 35801 h 1660168"/>
              <a:gd name="connsiteX5" fmla="*/ 3014992 w 3014992"/>
              <a:gd name="connsiteY5" fmla="*/ 96023 h 1660168"/>
              <a:gd name="connsiteX6" fmla="*/ 3014992 w 3014992"/>
              <a:gd name="connsiteY6" fmla="*/ 175943 h 1660168"/>
              <a:gd name="connsiteX7" fmla="*/ 3014992 w 3014992"/>
              <a:gd name="connsiteY7" fmla="*/ 772235 h 1660168"/>
              <a:gd name="connsiteX8" fmla="*/ 3014992 w 3014992"/>
              <a:gd name="connsiteY8" fmla="*/ 1568439 h 1660168"/>
              <a:gd name="connsiteX9" fmla="*/ 2956346 w 3014992"/>
              <a:gd name="connsiteY9" fmla="*/ 1656916 h 1660168"/>
              <a:gd name="connsiteX10" fmla="*/ 2940238 w 3014992"/>
              <a:gd name="connsiteY10" fmla="*/ 1660168 h 1660168"/>
              <a:gd name="connsiteX11" fmla="*/ 74755 w 3014992"/>
              <a:gd name="connsiteY11" fmla="*/ 1660168 h 1660168"/>
              <a:gd name="connsiteX12" fmla="*/ 58647 w 3014992"/>
              <a:gd name="connsiteY12" fmla="*/ 1656916 h 1660168"/>
              <a:gd name="connsiteX13" fmla="*/ 0 w 3014992"/>
              <a:gd name="connsiteY13" fmla="*/ 1568439 h 1660168"/>
              <a:gd name="connsiteX14" fmla="*/ 0 w 3014992"/>
              <a:gd name="connsiteY14" fmla="*/ 96023 h 1660168"/>
              <a:gd name="connsiteX15" fmla="*/ 4084 w 3014992"/>
              <a:gd name="connsiteY15" fmla="*/ 75794 h 1660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14992" h="1660168">
                <a:moveTo>
                  <a:pt x="4084" y="0"/>
                </a:moveTo>
                <a:lnTo>
                  <a:pt x="96023" y="0"/>
                </a:lnTo>
                <a:lnTo>
                  <a:pt x="2918969" y="0"/>
                </a:lnTo>
                <a:lnTo>
                  <a:pt x="3014992" y="0"/>
                </a:lnTo>
                <a:lnTo>
                  <a:pt x="3014992" y="35801"/>
                </a:lnTo>
                <a:lnTo>
                  <a:pt x="3014992" y="96023"/>
                </a:lnTo>
                <a:lnTo>
                  <a:pt x="3014992" y="175943"/>
                </a:lnTo>
                <a:lnTo>
                  <a:pt x="3014992" y="772235"/>
                </a:lnTo>
                <a:lnTo>
                  <a:pt x="3014992" y="1568439"/>
                </a:lnTo>
                <a:cubicBezTo>
                  <a:pt x="3014992" y="1608213"/>
                  <a:pt x="2990810" y="1642339"/>
                  <a:pt x="2956346" y="1656916"/>
                </a:cubicBezTo>
                <a:lnTo>
                  <a:pt x="2940238" y="1660168"/>
                </a:lnTo>
                <a:lnTo>
                  <a:pt x="74755" y="1660168"/>
                </a:lnTo>
                <a:lnTo>
                  <a:pt x="58647" y="1656916"/>
                </a:lnTo>
                <a:cubicBezTo>
                  <a:pt x="24183" y="1642339"/>
                  <a:pt x="0" y="1608213"/>
                  <a:pt x="0" y="1568439"/>
                </a:cubicBezTo>
                <a:lnTo>
                  <a:pt x="0" y="96023"/>
                </a:lnTo>
                <a:lnTo>
                  <a:pt x="4084" y="75794"/>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3" name="Picture Placeholder 22">
            <a:extLst>
              <a:ext uri="{FF2B5EF4-FFF2-40B4-BE49-F238E27FC236}">
                <a16:creationId xmlns:a16="http://schemas.microsoft.com/office/drawing/2014/main" id="{ED9767B8-5A95-1293-900A-140D841C2BD6}"/>
              </a:ext>
            </a:extLst>
          </p:cNvPr>
          <p:cNvSpPr>
            <a:spLocks noGrp="1"/>
          </p:cNvSpPr>
          <p:nvPr>
            <p:ph type="pic" sz="quarter" idx="10"/>
          </p:nvPr>
        </p:nvSpPr>
        <p:spPr>
          <a:xfrm>
            <a:off x="4495800" y="985863"/>
            <a:ext cx="3014992" cy="1660168"/>
          </a:xfrm>
          <a:custGeom>
            <a:avLst/>
            <a:gdLst>
              <a:gd name="connsiteX0" fmla="*/ 4084 w 3014992"/>
              <a:gd name="connsiteY0" fmla="*/ 0 h 1660168"/>
              <a:gd name="connsiteX1" fmla="*/ 96023 w 3014992"/>
              <a:gd name="connsiteY1" fmla="*/ 0 h 1660168"/>
              <a:gd name="connsiteX2" fmla="*/ 2918969 w 3014992"/>
              <a:gd name="connsiteY2" fmla="*/ 0 h 1660168"/>
              <a:gd name="connsiteX3" fmla="*/ 3014992 w 3014992"/>
              <a:gd name="connsiteY3" fmla="*/ 0 h 1660168"/>
              <a:gd name="connsiteX4" fmla="*/ 3014992 w 3014992"/>
              <a:gd name="connsiteY4" fmla="*/ 35801 h 1660168"/>
              <a:gd name="connsiteX5" fmla="*/ 3014992 w 3014992"/>
              <a:gd name="connsiteY5" fmla="*/ 96023 h 1660168"/>
              <a:gd name="connsiteX6" fmla="*/ 3014992 w 3014992"/>
              <a:gd name="connsiteY6" fmla="*/ 175943 h 1660168"/>
              <a:gd name="connsiteX7" fmla="*/ 3014992 w 3014992"/>
              <a:gd name="connsiteY7" fmla="*/ 772235 h 1660168"/>
              <a:gd name="connsiteX8" fmla="*/ 3014992 w 3014992"/>
              <a:gd name="connsiteY8" fmla="*/ 1568439 h 1660168"/>
              <a:gd name="connsiteX9" fmla="*/ 2956346 w 3014992"/>
              <a:gd name="connsiteY9" fmla="*/ 1656916 h 1660168"/>
              <a:gd name="connsiteX10" fmla="*/ 2940238 w 3014992"/>
              <a:gd name="connsiteY10" fmla="*/ 1660168 h 1660168"/>
              <a:gd name="connsiteX11" fmla="*/ 74755 w 3014992"/>
              <a:gd name="connsiteY11" fmla="*/ 1660168 h 1660168"/>
              <a:gd name="connsiteX12" fmla="*/ 58647 w 3014992"/>
              <a:gd name="connsiteY12" fmla="*/ 1656916 h 1660168"/>
              <a:gd name="connsiteX13" fmla="*/ 0 w 3014992"/>
              <a:gd name="connsiteY13" fmla="*/ 1568439 h 1660168"/>
              <a:gd name="connsiteX14" fmla="*/ 0 w 3014992"/>
              <a:gd name="connsiteY14" fmla="*/ 96023 h 1660168"/>
              <a:gd name="connsiteX15" fmla="*/ 4084 w 3014992"/>
              <a:gd name="connsiteY15" fmla="*/ 75794 h 1660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14992" h="1660168">
                <a:moveTo>
                  <a:pt x="4084" y="0"/>
                </a:moveTo>
                <a:lnTo>
                  <a:pt x="96023" y="0"/>
                </a:lnTo>
                <a:lnTo>
                  <a:pt x="2918969" y="0"/>
                </a:lnTo>
                <a:lnTo>
                  <a:pt x="3014992" y="0"/>
                </a:lnTo>
                <a:lnTo>
                  <a:pt x="3014992" y="35801"/>
                </a:lnTo>
                <a:lnTo>
                  <a:pt x="3014992" y="96023"/>
                </a:lnTo>
                <a:lnTo>
                  <a:pt x="3014992" y="175943"/>
                </a:lnTo>
                <a:lnTo>
                  <a:pt x="3014992" y="772235"/>
                </a:lnTo>
                <a:lnTo>
                  <a:pt x="3014992" y="1568439"/>
                </a:lnTo>
                <a:cubicBezTo>
                  <a:pt x="3014992" y="1608213"/>
                  <a:pt x="2990810" y="1642339"/>
                  <a:pt x="2956346" y="1656916"/>
                </a:cubicBezTo>
                <a:lnTo>
                  <a:pt x="2940238" y="1660168"/>
                </a:lnTo>
                <a:lnTo>
                  <a:pt x="74755" y="1660168"/>
                </a:lnTo>
                <a:lnTo>
                  <a:pt x="58647" y="1656916"/>
                </a:lnTo>
                <a:cubicBezTo>
                  <a:pt x="24183" y="1642339"/>
                  <a:pt x="0" y="1608213"/>
                  <a:pt x="0" y="1568439"/>
                </a:cubicBezTo>
                <a:lnTo>
                  <a:pt x="0" y="96023"/>
                </a:lnTo>
                <a:lnTo>
                  <a:pt x="4084" y="75794"/>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grpSp>
        <p:nvGrpSpPr>
          <p:cNvPr id="49" name="Picture 7">
            <a:extLst>
              <a:ext uri="{FF2B5EF4-FFF2-40B4-BE49-F238E27FC236}">
                <a16:creationId xmlns:a16="http://schemas.microsoft.com/office/drawing/2014/main" id="{4BA2E0E5-E25C-6FED-7301-F32B7A15BF31}"/>
              </a:ext>
            </a:extLst>
          </p:cNvPr>
          <p:cNvGrpSpPr/>
          <p:nvPr userDrawn="1"/>
        </p:nvGrpSpPr>
        <p:grpSpPr>
          <a:xfrm>
            <a:off x="4494792" y="821592"/>
            <a:ext cx="3016351" cy="169540"/>
            <a:chOff x="4532006" y="1183262"/>
            <a:chExt cx="4254128" cy="239091"/>
          </a:xfrm>
        </p:grpSpPr>
        <p:sp>
          <p:nvSpPr>
            <p:cNvPr id="50" name="Freeform 49">
              <a:extLst>
                <a:ext uri="{FF2B5EF4-FFF2-40B4-BE49-F238E27FC236}">
                  <a16:creationId xmlns:a16="http://schemas.microsoft.com/office/drawing/2014/main" id="{AFCF79A9-3175-18D6-89F7-58CE5DEE524D}"/>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b="0" i="0">
                <a:latin typeface="Arial" panose="020B0604020202020204" pitchFamily="34" charset="0"/>
              </a:endParaRPr>
            </a:p>
          </p:txBody>
        </p:sp>
        <p:sp>
          <p:nvSpPr>
            <p:cNvPr id="51" name="Freeform 50">
              <a:extLst>
                <a:ext uri="{FF2B5EF4-FFF2-40B4-BE49-F238E27FC236}">
                  <a16:creationId xmlns:a16="http://schemas.microsoft.com/office/drawing/2014/main" id="{D0B1171A-410F-5A1E-6C6A-B6EC7EE6E161}"/>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b="0" i="0">
                <a:latin typeface="Arial" panose="020B0604020202020204" pitchFamily="34" charset="0"/>
              </a:endParaRPr>
            </a:p>
          </p:txBody>
        </p:sp>
        <p:sp>
          <p:nvSpPr>
            <p:cNvPr id="52" name="Freeform 51">
              <a:extLst>
                <a:ext uri="{FF2B5EF4-FFF2-40B4-BE49-F238E27FC236}">
                  <a16:creationId xmlns:a16="http://schemas.microsoft.com/office/drawing/2014/main" id="{02621754-52BD-C796-0290-79FEEDBA6266}"/>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b="0" i="0">
                <a:latin typeface="Arial" panose="020B0604020202020204" pitchFamily="34" charset="0"/>
              </a:endParaRPr>
            </a:p>
          </p:txBody>
        </p:sp>
        <p:sp>
          <p:nvSpPr>
            <p:cNvPr id="53" name="Freeform 52">
              <a:extLst>
                <a:ext uri="{FF2B5EF4-FFF2-40B4-BE49-F238E27FC236}">
                  <a16:creationId xmlns:a16="http://schemas.microsoft.com/office/drawing/2014/main" id="{4E3E3F45-442B-9201-9BBE-470649ABA0F7}"/>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b="0" i="0">
                <a:latin typeface="Arial" panose="020B0604020202020204" pitchFamily="34" charset="0"/>
              </a:endParaRPr>
            </a:p>
          </p:txBody>
        </p:sp>
        <p:sp>
          <p:nvSpPr>
            <p:cNvPr id="54" name="Freeform 53">
              <a:extLst>
                <a:ext uri="{FF2B5EF4-FFF2-40B4-BE49-F238E27FC236}">
                  <a16:creationId xmlns:a16="http://schemas.microsoft.com/office/drawing/2014/main" id="{306C427F-AFB7-A685-19CC-78EFC3117C64}"/>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b="0" i="0">
                <a:latin typeface="Arial" panose="020B0604020202020204" pitchFamily="34" charset="0"/>
              </a:endParaRPr>
            </a:p>
          </p:txBody>
        </p:sp>
      </p:gr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419102" y="834850"/>
            <a:ext cx="3876598"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grpSp>
        <p:nvGrpSpPr>
          <p:cNvPr id="13" name="Picture 7">
            <a:extLst>
              <a:ext uri="{FF2B5EF4-FFF2-40B4-BE49-F238E27FC236}">
                <a16:creationId xmlns:a16="http://schemas.microsoft.com/office/drawing/2014/main" id="{D75F043F-8DD5-F2CA-87CE-CA30B6FBB8FF}"/>
              </a:ext>
            </a:extLst>
          </p:cNvPr>
          <p:cNvGrpSpPr/>
          <p:nvPr userDrawn="1"/>
        </p:nvGrpSpPr>
        <p:grpSpPr>
          <a:xfrm>
            <a:off x="5547078" y="2875364"/>
            <a:ext cx="3016351" cy="169540"/>
            <a:chOff x="4532006" y="1183262"/>
            <a:chExt cx="4254128" cy="239091"/>
          </a:xfrm>
        </p:grpSpPr>
        <p:sp>
          <p:nvSpPr>
            <p:cNvPr id="14" name="Freeform 13">
              <a:extLst>
                <a:ext uri="{FF2B5EF4-FFF2-40B4-BE49-F238E27FC236}">
                  <a16:creationId xmlns:a16="http://schemas.microsoft.com/office/drawing/2014/main" id="{9B68AC5D-E21A-A6D7-2670-519029A8768C}"/>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b="0" i="0">
                <a:latin typeface="Arial" panose="020B0604020202020204" pitchFamily="34" charset="0"/>
              </a:endParaRPr>
            </a:p>
          </p:txBody>
        </p:sp>
        <p:sp>
          <p:nvSpPr>
            <p:cNvPr id="15" name="Freeform 14">
              <a:extLst>
                <a:ext uri="{FF2B5EF4-FFF2-40B4-BE49-F238E27FC236}">
                  <a16:creationId xmlns:a16="http://schemas.microsoft.com/office/drawing/2014/main" id="{FC2CD0FD-8EBA-E018-E892-5B42E246D35E}"/>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b="0" i="0">
                <a:latin typeface="Arial" panose="020B0604020202020204" pitchFamily="34" charset="0"/>
              </a:endParaRPr>
            </a:p>
          </p:txBody>
        </p:sp>
        <p:sp>
          <p:nvSpPr>
            <p:cNvPr id="16" name="Freeform 15">
              <a:extLst>
                <a:ext uri="{FF2B5EF4-FFF2-40B4-BE49-F238E27FC236}">
                  <a16:creationId xmlns:a16="http://schemas.microsoft.com/office/drawing/2014/main" id="{1E597621-EE15-23C9-E5EF-6B958B967B94}"/>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b="0" i="0">
                <a:latin typeface="Arial" panose="020B0604020202020204" pitchFamily="34" charset="0"/>
              </a:endParaRPr>
            </a:p>
          </p:txBody>
        </p:sp>
        <p:sp>
          <p:nvSpPr>
            <p:cNvPr id="17" name="Freeform 16">
              <a:extLst>
                <a:ext uri="{FF2B5EF4-FFF2-40B4-BE49-F238E27FC236}">
                  <a16:creationId xmlns:a16="http://schemas.microsoft.com/office/drawing/2014/main" id="{2D15E548-0B24-DAB9-76CD-EB017EF158A5}"/>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b="0" i="0">
                <a:latin typeface="Arial" panose="020B0604020202020204" pitchFamily="34" charset="0"/>
              </a:endParaRPr>
            </a:p>
          </p:txBody>
        </p:sp>
        <p:sp>
          <p:nvSpPr>
            <p:cNvPr id="18" name="Freeform 17">
              <a:extLst>
                <a:ext uri="{FF2B5EF4-FFF2-40B4-BE49-F238E27FC236}">
                  <a16:creationId xmlns:a16="http://schemas.microsoft.com/office/drawing/2014/main" id="{E59526D8-EA01-8647-6151-E0A372D1EDAB}"/>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b="0" i="0">
                <a:latin typeface="Arial" panose="020B0604020202020204" pitchFamily="34" charset="0"/>
              </a:endParaRPr>
            </a:p>
          </p:txBody>
        </p:sp>
      </p:grpSp>
    </p:spTree>
    <p:extLst>
      <p:ext uri="{BB962C8B-B14F-4D97-AF65-F5344CB8AC3E}">
        <p14:creationId xmlns:p14="http://schemas.microsoft.com/office/powerpoint/2010/main" val="223890621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 Content + 3 Product Shots">
    <p:bg>
      <p:bgRef idx="1001">
        <a:schemeClr val="bg1"/>
      </p:bgRef>
    </p:bg>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3DDF2584-B284-C6DC-CAAB-B207786A5B8B}"/>
              </a:ext>
            </a:extLst>
          </p:cNvPr>
          <p:cNvSpPr>
            <a:spLocks noGrp="1"/>
          </p:cNvSpPr>
          <p:nvPr>
            <p:ph type="pic" sz="quarter" idx="12"/>
          </p:nvPr>
        </p:nvSpPr>
        <p:spPr>
          <a:xfrm>
            <a:off x="4495800" y="3371174"/>
            <a:ext cx="2383080" cy="1448476"/>
          </a:xfrm>
          <a:prstGeom prst="roundRect">
            <a:avLst>
              <a:gd name="adj" fmla="val 6162"/>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21" name="Picture Placeholder 2">
            <a:extLst>
              <a:ext uri="{FF2B5EF4-FFF2-40B4-BE49-F238E27FC236}">
                <a16:creationId xmlns:a16="http://schemas.microsoft.com/office/drawing/2014/main" id="{62A4175F-8C8A-DF34-59AB-3ABA09172737}"/>
              </a:ext>
            </a:extLst>
          </p:cNvPr>
          <p:cNvSpPr>
            <a:spLocks noGrp="1"/>
          </p:cNvSpPr>
          <p:nvPr>
            <p:ph type="pic" sz="quarter" idx="13"/>
          </p:nvPr>
        </p:nvSpPr>
        <p:spPr>
          <a:xfrm>
            <a:off x="6189420" y="2072549"/>
            <a:ext cx="2383080" cy="1448476"/>
          </a:xfrm>
          <a:prstGeom prst="roundRect">
            <a:avLst>
              <a:gd name="adj" fmla="val 6552"/>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4" name="Picture Placeholder 2">
            <a:extLst>
              <a:ext uri="{FF2B5EF4-FFF2-40B4-BE49-F238E27FC236}">
                <a16:creationId xmlns:a16="http://schemas.microsoft.com/office/drawing/2014/main" id="{DF78986C-620A-401D-2CBC-EF906FD5A3C5}"/>
              </a:ext>
            </a:extLst>
          </p:cNvPr>
          <p:cNvSpPr>
            <a:spLocks noGrp="1"/>
          </p:cNvSpPr>
          <p:nvPr>
            <p:ph type="pic" sz="quarter" idx="10"/>
          </p:nvPr>
        </p:nvSpPr>
        <p:spPr>
          <a:xfrm>
            <a:off x="4495800" y="834850"/>
            <a:ext cx="2383080" cy="1451150"/>
          </a:xfrm>
          <a:prstGeom prst="roundRect">
            <a:avLst>
              <a:gd name="adj" fmla="val 6545"/>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419102" y="834850"/>
            <a:ext cx="3876598"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17677272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 Content + 3 Product Shots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419102" y="834850"/>
            <a:ext cx="3876598"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Freeform 1">
            <a:extLst>
              <a:ext uri="{FF2B5EF4-FFF2-40B4-BE49-F238E27FC236}">
                <a16:creationId xmlns:a16="http://schemas.microsoft.com/office/drawing/2014/main" id="{C1DBD14F-6D20-CF1E-1114-388AA32CBF04}"/>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3" name="Picture 2">
            <a:extLst>
              <a:ext uri="{FF2B5EF4-FFF2-40B4-BE49-F238E27FC236}">
                <a16:creationId xmlns:a16="http://schemas.microsoft.com/office/drawing/2014/main" id="{11634053-3127-5EFF-1974-F78334ACE75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22" name="Picture Placeholder 2">
            <a:extLst>
              <a:ext uri="{FF2B5EF4-FFF2-40B4-BE49-F238E27FC236}">
                <a16:creationId xmlns:a16="http://schemas.microsoft.com/office/drawing/2014/main" id="{E4F96F76-68AB-C5C2-4B6B-97C2217D2142}"/>
              </a:ext>
            </a:extLst>
          </p:cNvPr>
          <p:cNvSpPr>
            <a:spLocks noGrp="1"/>
          </p:cNvSpPr>
          <p:nvPr>
            <p:ph type="pic" sz="quarter" idx="12"/>
          </p:nvPr>
        </p:nvSpPr>
        <p:spPr>
          <a:xfrm>
            <a:off x="4495800" y="3371174"/>
            <a:ext cx="2383080" cy="1448476"/>
          </a:xfrm>
          <a:prstGeom prst="roundRect">
            <a:avLst>
              <a:gd name="adj" fmla="val 6162"/>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3" name="Picture Placeholder 2">
            <a:extLst>
              <a:ext uri="{FF2B5EF4-FFF2-40B4-BE49-F238E27FC236}">
                <a16:creationId xmlns:a16="http://schemas.microsoft.com/office/drawing/2014/main" id="{DA303D9E-3602-8FFB-5D4F-1A7235E3C79C}"/>
              </a:ext>
            </a:extLst>
          </p:cNvPr>
          <p:cNvSpPr>
            <a:spLocks noGrp="1"/>
          </p:cNvSpPr>
          <p:nvPr>
            <p:ph type="pic" sz="quarter" idx="13"/>
          </p:nvPr>
        </p:nvSpPr>
        <p:spPr>
          <a:xfrm>
            <a:off x="6189420" y="2072549"/>
            <a:ext cx="2383080" cy="1448476"/>
          </a:xfrm>
          <a:prstGeom prst="roundRect">
            <a:avLst>
              <a:gd name="adj" fmla="val 6552"/>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4" name="Picture Placeholder 2">
            <a:extLst>
              <a:ext uri="{FF2B5EF4-FFF2-40B4-BE49-F238E27FC236}">
                <a16:creationId xmlns:a16="http://schemas.microsoft.com/office/drawing/2014/main" id="{A99CCD70-D8C7-2EF8-F01D-7FF7547EC832}"/>
              </a:ext>
            </a:extLst>
          </p:cNvPr>
          <p:cNvSpPr>
            <a:spLocks noGrp="1"/>
          </p:cNvSpPr>
          <p:nvPr>
            <p:ph type="pic" sz="quarter" idx="10"/>
          </p:nvPr>
        </p:nvSpPr>
        <p:spPr>
          <a:xfrm>
            <a:off x="4495800" y="834850"/>
            <a:ext cx="2383080" cy="1451150"/>
          </a:xfrm>
          <a:prstGeom prst="roundRect">
            <a:avLst>
              <a:gd name="adj" fmla="val 6545"/>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2815546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tle + Content + 1 Image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B93F1DF4-A2CC-8D27-8690-2C424742445A}"/>
              </a:ext>
            </a:extLst>
          </p:cNvPr>
          <p:cNvSpPr>
            <a:spLocks noGrp="1"/>
          </p:cNvSpPr>
          <p:nvPr>
            <p:ph idx="14" hasCustomPrompt="1"/>
          </p:nvPr>
        </p:nvSpPr>
        <p:spPr>
          <a:xfrm>
            <a:off x="419100" y="834849"/>
            <a:ext cx="4076700"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Picture Placeholder 4">
            <a:extLst>
              <a:ext uri="{FF2B5EF4-FFF2-40B4-BE49-F238E27FC236}">
                <a16:creationId xmlns:a16="http://schemas.microsoft.com/office/drawing/2014/main" id="{DDA69EE1-F709-2D40-25A5-1960C1B499ED}"/>
              </a:ext>
            </a:extLst>
          </p:cNvPr>
          <p:cNvSpPr>
            <a:spLocks noGrp="1"/>
          </p:cNvSpPr>
          <p:nvPr>
            <p:ph type="pic" sz="quarter" idx="15"/>
          </p:nvPr>
        </p:nvSpPr>
        <p:spPr>
          <a:xfrm>
            <a:off x="4825666" y="842406"/>
            <a:ext cx="3746835" cy="3466245"/>
          </a:xfrm>
          <a:prstGeom prst="roundRect">
            <a:avLst>
              <a:gd name="adj" fmla="val 2779"/>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13544796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itle + Content + 1 Image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B93F1DF4-A2CC-8D27-8690-2C424742445A}"/>
              </a:ext>
            </a:extLst>
          </p:cNvPr>
          <p:cNvSpPr>
            <a:spLocks noGrp="1"/>
          </p:cNvSpPr>
          <p:nvPr>
            <p:ph idx="14" hasCustomPrompt="1"/>
          </p:nvPr>
        </p:nvSpPr>
        <p:spPr>
          <a:xfrm>
            <a:off x="419100" y="834849"/>
            <a:ext cx="4076700"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Picture Placeholder 4">
            <a:extLst>
              <a:ext uri="{FF2B5EF4-FFF2-40B4-BE49-F238E27FC236}">
                <a16:creationId xmlns:a16="http://schemas.microsoft.com/office/drawing/2014/main" id="{DDA69EE1-F709-2D40-25A5-1960C1B499ED}"/>
              </a:ext>
            </a:extLst>
          </p:cNvPr>
          <p:cNvSpPr>
            <a:spLocks noGrp="1"/>
          </p:cNvSpPr>
          <p:nvPr>
            <p:ph type="pic" sz="quarter" idx="15"/>
          </p:nvPr>
        </p:nvSpPr>
        <p:spPr>
          <a:xfrm>
            <a:off x="4825666" y="842406"/>
            <a:ext cx="3746835" cy="3466245"/>
          </a:xfrm>
          <a:prstGeom prst="roundRect">
            <a:avLst>
              <a:gd name="adj" fmla="val 2779"/>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3" name="Freeform 2">
            <a:extLst>
              <a:ext uri="{FF2B5EF4-FFF2-40B4-BE49-F238E27FC236}">
                <a16:creationId xmlns:a16="http://schemas.microsoft.com/office/drawing/2014/main" id="{0BABFF2B-12D2-C0B8-A8D7-866EF2DE6675}"/>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3">
            <a:extLst>
              <a:ext uri="{FF2B5EF4-FFF2-40B4-BE49-F238E27FC236}">
                <a16:creationId xmlns:a16="http://schemas.microsoft.com/office/drawing/2014/main" id="{6B206D17-11BD-F07A-E5BC-4F113C913D28}"/>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250122814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itle + Content + 1 Image 2">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userDrawn="1"/>
        </p:nvSpPr>
        <p:spPr>
          <a:xfrm flipH="1">
            <a:off x="0" y="0"/>
            <a:ext cx="6515101"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4827538" y="842406"/>
            <a:ext cx="3746835" cy="3977244"/>
          </a:xfrm>
          <a:prstGeom prst="roundRect">
            <a:avLst>
              <a:gd name="adj" fmla="val 2568"/>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1" y="294640"/>
            <a:ext cx="5854284"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419100" y="834850"/>
            <a:ext cx="4076699"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6796CC91-CFDD-2FC8-FB60-29B2B3878BA8}"/>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31FDBE80-E29C-0403-B5AE-7F0B1217043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171692646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itle + Content + 1 Image 3">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userDrawn="1"/>
        </p:nvSpPr>
        <p:spPr>
          <a:xfrm flipH="1">
            <a:off x="0" y="0"/>
            <a:ext cx="6515101"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4934233" y="0"/>
            <a:ext cx="3769998" cy="5143500"/>
          </a:xfrm>
          <a:prstGeom prst="roundRect">
            <a:avLst>
              <a:gd name="adj" fmla="val 0"/>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1" y="294640"/>
            <a:ext cx="4075362"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419101" y="834850"/>
            <a:ext cx="4076698"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3E2429C4-1A4C-3327-88A8-B8796344887C}"/>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3C765272-183F-3DC0-758A-7CF0F4CCC21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247800718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itle + Content + 1 Image Left">
    <p:spTree>
      <p:nvGrpSpPr>
        <p:cNvPr id="1" name=""/>
        <p:cNvGrpSpPr/>
        <p:nvPr/>
      </p:nvGrpSpPr>
      <p:grpSpPr>
        <a:xfrm>
          <a:off x="0" y="0"/>
          <a:ext cx="0" cy="0"/>
          <a:chOff x="0" y="0"/>
          <a:chExt cx="0" cy="0"/>
        </a:xfrm>
      </p:grpSpPr>
      <p:pic>
        <p:nvPicPr>
          <p:cNvPr id="46" name="Picture 45">
            <a:extLst>
              <a:ext uri="{FF2B5EF4-FFF2-40B4-BE49-F238E27FC236}">
                <a16:creationId xmlns:a16="http://schemas.microsoft.com/office/drawing/2014/main" id="{F718E833-EF07-D16E-EBFE-66778AE40F2F}"/>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47" name="TextBox 46">
            <a:extLst>
              <a:ext uri="{FF2B5EF4-FFF2-40B4-BE49-F238E27FC236}">
                <a16:creationId xmlns:a16="http://schemas.microsoft.com/office/drawing/2014/main" id="{5399923F-C6EB-A400-E77D-4870986A1DEB}"/>
              </a:ext>
            </a:extLst>
          </p:cNvPr>
          <p:cNvSpPr txBox="1"/>
          <p:nvPr userDrawn="1"/>
        </p:nvSpPr>
        <p:spPr>
          <a:xfrm>
            <a:off x="8731482" y="4436579"/>
            <a:ext cx="390522" cy="215444"/>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800" b="0" i="0" smtClean="0">
                <a:solidFill>
                  <a:schemeClr val="tx2"/>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700" b="0" i="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
        <p:nvSpPr>
          <p:cNvPr id="48" name="TextBox 47">
            <a:extLst>
              <a:ext uri="{FF2B5EF4-FFF2-40B4-BE49-F238E27FC236}">
                <a16:creationId xmlns:a16="http://schemas.microsoft.com/office/drawing/2014/main" id="{C5DEC082-07EF-D7BC-CDEB-BECCAC19339D}"/>
              </a:ext>
            </a:extLst>
          </p:cNvPr>
          <p:cNvSpPr txBox="1"/>
          <p:nvPr userDrawn="1"/>
        </p:nvSpPr>
        <p:spPr>
          <a:xfrm rot="16200000">
            <a:off x="7569182" y="1557925"/>
            <a:ext cx="2715127" cy="184666"/>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600" b="0" i="0">
                <a:solidFill>
                  <a:schemeClr val="tx2"/>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49" name="Straight Connector 48">
            <a:extLst>
              <a:ext uri="{FF2B5EF4-FFF2-40B4-BE49-F238E27FC236}">
                <a16:creationId xmlns:a16="http://schemas.microsoft.com/office/drawing/2014/main" id="{4B499877-843E-808D-8538-97EAE9DAB065}"/>
              </a:ext>
            </a:extLst>
          </p:cNvPr>
          <p:cNvCxnSpPr>
            <a:cxnSpLocks/>
          </p:cNvCxnSpPr>
          <p:nvPr userDrawn="1"/>
        </p:nvCxnSpPr>
        <p:spPr>
          <a:xfrm>
            <a:off x="8926742" y="1267866"/>
            <a:ext cx="0" cy="3095524"/>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419101" y="842406"/>
            <a:ext cx="3746835" cy="3977244"/>
          </a:xfrm>
          <a:prstGeom prst="roundRect">
            <a:avLst>
              <a:gd name="adj" fmla="val 2613"/>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1"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4495805" y="834850"/>
            <a:ext cx="4076694"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31758775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itle + Content + 1 Image Left - Tan">
    <p:bg>
      <p:bgRef idx="1001">
        <a:schemeClr val="bg2"/>
      </p:bgRef>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419101" y="842406"/>
            <a:ext cx="3746835" cy="3977244"/>
          </a:xfrm>
          <a:prstGeom prst="roundRect">
            <a:avLst>
              <a:gd name="adj" fmla="val 2613"/>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1"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4495805" y="834850"/>
            <a:ext cx="4076694"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9FF5EBA5-0373-291A-7DEF-E29C61513805}"/>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04D893D3-226C-BFC1-8E8A-2D091F3B40E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234530653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itle + Content + 2 Images Right">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userDrawn="1"/>
        </p:nvSpPr>
        <p:spPr>
          <a:xfrm flipH="1">
            <a:off x="0" y="0"/>
            <a:ext cx="6515101"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1" y="294640"/>
            <a:ext cx="5854284"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419101" y="834850"/>
            <a:ext cx="4076698"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5" name="Picture Placeholder 4">
            <a:extLst>
              <a:ext uri="{FF2B5EF4-FFF2-40B4-BE49-F238E27FC236}">
                <a16:creationId xmlns:a16="http://schemas.microsoft.com/office/drawing/2014/main" id="{03B4F132-B8E2-1506-A46C-D7B4118143EA}"/>
              </a:ext>
            </a:extLst>
          </p:cNvPr>
          <p:cNvSpPr>
            <a:spLocks noGrp="1"/>
          </p:cNvSpPr>
          <p:nvPr>
            <p:ph type="pic" sz="quarter" idx="13"/>
          </p:nvPr>
        </p:nvSpPr>
        <p:spPr>
          <a:xfrm>
            <a:off x="4827538" y="842406"/>
            <a:ext cx="3746835" cy="1705472"/>
          </a:xfrm>
          <a:prstGeom prst="roundRect">
            <a:avLst>
              <a:gd name="adj" fmla="val 4944"/>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6" name="Picture Placeholder 4">
            <a:extLst>
              <a:ext uri="{FF2B5EF4-FFF2-40B4-BE49-F238E27FC236}">
                <a16:creationId xmlns:a16="http://schemas.microsoft.com/office/drawing/2014/main" id="{780E4D50-FDC0-DE99-C1EC-C673620043B4}"/>
              </a:ext>
            </a:extLst>
          </p:cNvPr>
          <p:cNvSpPr>
            <a:spLocks noGrp="1"/>
          </p:cNvSpPr>
          <p:nvPr>
            <p:ph type="pic" sz="quarter" idx="14"/>
          </p:nvPr>
        </p:nvSpPr>
        <p:spPr>
          <a:xfrm>
            <a:off x="5253531" y="2748324"/>
            <a:ext cx="3320842" cy="2048484"/>
          </a:xfrm>
          <a:prstGeom prst="roundRect">
            <a:avLst>
              <a:gd name="adj" fmla="val 4169"/>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3" name="Freeform 2">
            <a:extLst>
              <a:ext uri="{FF2B5EF4-FFF2-40B4-BE49-F238E27FC236}">
                <a16:creationId xmlns:a16="http://schemas.microsoft.com/office/drawing/2014/main" id="{7A510A60-5BA7-4BAA-3B95-AD711AFDA7F6}"/>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DC6A2534-4D32-D97F-CB34-05868AAE649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74759390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itle + Content + 2 Images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1"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4495801" y="834850"/>
            <a:ext cx="4076697"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9" name="Picture Placeholder 4">
            <a:extLst>
              <a:ext uri="{FF2B5EF4-FFF2-40B4-BE49-F238E27FC236}">
                <a16:creationId xmlns:a16="http://schemas.microsoft.com/office/drawing/2014/main" id="{8C2E2FD2-818F-BF03-2D6C-7C837B281894}"/>
              </a:ext>
            </a:extLst>
          </p:cNvPr>
          <p:cNvSpPr>
            <a:spLocks noGrp="1"/>
          </p:cNvSpPr>
          <p:nvPr>
            <p:ph type="pic" sz="quarter" idx="15"/>
          </p:nvPr>
        </p:nvSpPr>
        <p:spPr>
          <a:xfrm>
            <a:off x="419100" y="842406"/>
            <a:ext cx="3746835" cy="1705472"/>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0" name="Picture Placeholder 4">
            <a:extLst>
              <a:ext uri="{FF2B5EF4-FFF2-40B4-BE49-F238E27FC236}">
                <a16:creationId xmlns:a16="http://schemas.microsoft.com/office/drawing/2014/main" id="{1512B8EC-63C4-E77B-594F-FA7C5CA829D5}"/>
              </a:ext>
            </a:extLst>
          </p:cNvPr>
          <p:cNvSpPr>
            <a:spLocks noGrp="1"/>
          </p:cNvSpPr>
          <p:nvPr>
            <p:ph type="pic" sz="quarter" idx="16"/>
          </p:nvPr>
        </p:nvSpPr>
        <p:spPr>
          <a:xfrm>
            <a:off x="845093" y="2748324"/>
            <a:ext cx="3320842" cy="2048484"/>
          </a:xfrm>
          <a:prstGeom prst="roundRect">
            <a:avLst>
              <a:gd name="adj" fmla="val 4335"/>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32334978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itle + Content + 2 Images Left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1"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4495801" y="834850"/>
            <a:ext cx="4076697"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9" name="Picture Placeholder 4">
            <a:extLst>
              <a:ext uri="{FF2B5EF4-FFF2-40B4-BE49-F238E27FC236}">
                <a16:creationId xmlns:a16="http://schemas.microsoft.com/office/drawing/2014/main" id="{8C2E2FD2-818F-BF03-2D6C-7C837B281894}"/>
              </a:ext>
            </a:extLst>
          </p:cNvPr>
          <p:cNvSpPr>
            <a:spLocks noGrp="1"/>
          </p:cNvSpPr>
          <p:nvPr>
            <p:ph type="pic" sz="quarter" idx="15"/>
          </p:nvPr>
        </p:nvSpPr>
        <p:spPr>
          <a:xfrm>
            <a:off x="419100" y="842406"/>
            <a:ext cx="3746835" cy="1705472"/>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0" name="Picture Placeholder 4">
            <a:extLst>
              <a:ext uri="{FF2B5EF4-FFF2-40B4-BE49-F238E27FC236}">
                <a16:creationId xmlns:a16="http://schemas.microsoft.com/office/drawing/2014/main" id="{1512B8EC-63C4-E77B-594F-FA7C5CA829D5}"/>
              </a:ext>
            </a:extLst>
          </p:cNvPr>
          <p:cNvSpPr>
            <a:spLocks noGrp="1"/>
          </p:cNvSpPr>
          <p:nvPr>
            <p:ph type="pic" sz="quarter" idx="16"/>
          </p:nvPr>
        </p:nvSpPr>
        <p:spPr>
          <a:xfrm>
            <a:off x="845093" y="2748324"/>
            <a:ext cx="3320842" cy="2048484"/>
          </a:xfrm>
          <a:prstGeom prst="roundRect">
            <a:avLst>
              <a:gd name="adj" fmla="val 4335"/>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5" name="Freeform 4">
            <a:extLst>
              <a:ext uri="{FF2B5EF4-FFF2-40B4-BE49-F238E27FC236}">
                <a16:creationId xmlns:a16="http://schemas.microsoft.com/office/drawing/2014/main" id="{F73899D2-0759-2331-FD57-E6C2BB1B6D12}"/>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E390A0D1-5B5F-0AC1-1E45-DC11E424F6E5}"/>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214448956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itle + Content + 3 Images Right">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userDrawn="1"/>
        </p:nvSpPr>
        <p:spPr>
          <a:xfrm flipH="1">
            <a:off x="0" y="0"/>
            <a:ext cx="6515101"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1" y="294640"/>
            <a:ext cx="5854284"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419100" y="834850"/>
            <a:ext cx="4076699"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5" name="Picture Placeholder 4">
            <a:extLst>
              <a:ext uri="{FF2B5EF4-FFF2-40B4-BE49-F238E27FC236}">
                <a16:creationId xmlns:a16="http://schemas.microsoft.com/office/drawing/2014/main" id="{03B4F132-B8E2-1506-A46C-D7B4118143EA}"/>
              </a:ext>
            </a:extLst>
          </p:cNvPr>
          <p:cNvSpPr>
            <a:spLocks noGrp="1"/>
          </p:cNvSpPr>
          <p:nvPr>
            <p:ph type="pic" sz="quarter" idx="13"/>
          </p:nvPr>
        </p:nvSpPr>
        <p:spPr>
          <a:xfrm>
            <a:off x="5181600" y="842406"/>
            <a:ext cx="3392773" cy="1705472"/>
          </a:xfrm>
          <a:prstGeom prst="roundRect">
            <a:avLst>
              <a:gd name="adj" fmla="val 5275"/>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6" name="Picture Placeholder 4">
            <a:extLst>
              <a:ext uri="{FF2B5EF4-FFF2-40B4-BE49-F238E27FC236}">
                <a16:creationId xmlns:a16="http://schemas.microsoft.com/office/drawing/2014/main" id="{780E4D50-FDC0-DE99-C1EC-C673620043B4}"/>
              </a:ext>
            </a:extLst>
          </p:cNvPr>
          <p:cNvSpPr>
            <a:spLocks noGrp="1"/>
          </p:cNvSpPr>
          <p:nvPr>
            <p:ph type="pic" sz="quarter" idx="14"/>
          </p:nvPr>
        </p:nvSpPr>
        <p:spPr>
          <a:xfrm>
            <a:off x="4818078" y="2748324"/>
            <a:ext cx="1979623" cy="1615066"/>
          </a:xfrm>
          <a:prstGeom prst="roundRect">
            <a:avLst>
              <a:gd name="adj" fmla="val 5110"/>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6" name="Picture Placeholder 4">
            <a:extLst>
              <a:ext uri="{FF2B5EF4-FFF2-40B4-BE49-F238E27FC236}">
                <a16:creationId xmlns:a16="http://schemas.microsoft.com/office/drawing/2014/main" id="{BACA5F0B-7250-FB48-7C3B-0A2C600C31A3}"/>
              </a:ext>
            </a:extLst>
          </p:cNvPr>
          <p:cNvSpPr>
            <a:spLocks noGrp="1"/>
          </p:cNvSpPr>
          <p:nvPr>
            <p:ph type="pic" sz="quarter" idx="15"/>
          </p:nvPr>
        </p:nvSpPr>
        <p:spPr>
          <a:xfrm>
            <a:off x="7014959" y="2748324"/>
            <a:ext cx="1560742" cy="2048484"/>
          </a:xfrm>
          <a:prstGeom prst="roundRect">
            <a:avLst>
              <a:gd name="adj" fmla="val 5582"/>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3" name="Freeform 2">
            <a:extLst>
              <a:ext uri="{FF2B5EF4-FFF2-40B4-BE49-F238E27FC236}">
                <a16:creationId xmlns:a16="http://schemas.microsoft.com/office/drawing/2014/main" id="{17E66034-C59C-41E9-18B8-DC2D25325537}"/>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F4B576B4-703D-F593-C8BB-B134EB0C7735}"/>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413496145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itle + Content + 3 Images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1"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4495801" y="834850"/>
            <a:ext cx="4076696"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4" name="Picture Placeholder 4">
            <a:extLst>
              <a:ext uri="{FF2B5EF4-FFF2-40B4-BE49-F238E27FC236}">
                <a16:creationId xmlns:a16="http://schemas.microsoft.com/office/drawing/2014/main" id="{206A74D9-D981-A2DC-EF77-947B5189C4FE}"/>
              </a:ext>
            </a:extLst>
          </p:cNvPr>
          <p:cNvSpPr>
            <a:spLocks noGrp="1"/>
          </p:cNvSpPr>
          <p:nvPr>
            <p:ph type="pic" sz="quarter" idx="13"/>
          </p:nvPr>
        </p:nvSpPr>
        <p:spPr>
          <a:xfrm>
            <a:off x="773628" y="842406"/>
            <a:ext cx="3392773" cy="1705472"/>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5" name="Picture Placeholder 4">
            <a:extLst>
              <a:ext uri="{FF2B5EF4-FFF2-40B4-BE49-F238E27FC236}">
                <a16:creationId xmlns:a16="http://schemas.microsoft.com/office/drawing/2014/main" id="{22633008-4C86-2385-A4F5-A0F2C75FE720}"/>
              </a:ext>
            </a:extLst>
          </p:cNvPr>
          <p:cNvSpPr>
            <a:spLocks noGrp="1"/>
          </p:cNvSpPr>
          <p:nvPr>
            <p:ph type="pic" sz="quarter" idx="14"/>
          </p:nvPr>
        </p:nvSpPr>
        <p:spPr>
          <a:xfrm>
            <a:off x="2193167" y="2748324"/>
            <a:ext cx="1979623" cy="1615066"/>
          </a:xfrm>
          <a:prstGeom prst="roundRect">
            <a:avLst>
              <a:gd name="adj" fmla="val 6474"/>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6" name="Picture Placeholder 4">
            <a:extLst>
              <a:ext uri="{FF2B5EF4-FFF2-40B4-BE49-F238E27FC236}">
                <a16:creationId xmlns:a16="http://schemas.microsoft.com/office/drawing/2014/main" id="{34AA4C65-6378-8CEB-BC9D-4449E5E56F92}"/>
              </a:ext>
            </a:extLst>
          </p:cNvPr>
          <p:cNvSpPr>
            <a:spLocks noGrp="1"/>
          </p:cNvSpPr>
          <p:nvPr>
            <p:ph type="pic" sz="quarter" idx="15"/>
          </p:nvPr>
        </p:nvSpPr>
        <p:spPr>
          <a:xfrm>
            <a:off x="419100" y="2748324"/>
            <a:ext cx="1560742" cy="2048484"/>
          </a:xfrm>
          <a:prstGeom prst="roundRect">
            <a:avLst>
              <a:gd name="adj" fmla="val 663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5780056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itle + Content + 3 Images Left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1"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4495801" y="834850"/>
            <a:ext cx="4076696"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4" name="Picture Placeholder 4">
            <a:extLst>
              <a:ext uri="{FF2B5EF4-FFF2-40B4-BE49-F238E27FC236}">
                <a16:creationId xmlns:a16="http://schemas.microsoft.com/office/drawing/2014/main" id="{206A74D9-D981-A2DC-EF77-947B5189C4FE}"/>
              </a:ext>
            </a:extLst>
          </p:cNvPr>
          <p:cNvSpPr>
            <a:spLocks noGrp="1"/>
          </p:cNvSpPr>
          <p:nvPr>
            <p:ph type="pic" sz="quarter" idx="13"/>
          </p:nvPr>
        </p:nvSpPr>
        <p:spPr>
          <a:xfrm>
            <a:off x="773628" y="842406"/>
            <a:ext cx="3392773" cy="1705472"/>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5" name="Picture Placeholder 4">
            <a:extLst>
              <a:ext uri="{FF2B5EF4-FFF2-40B4-BE49-F238E27FC236}">
                <a16:creationId xmlns:a16="http://schemas.microsoft.com/office/drawing/2014/main" id="{22633008-4C86-2385-A4F5-A0F2C75FE720}"/>
              </a:ext>
            </a:extLst>
          </p:cNvPr>
          <p:cNvSpPr>
            <a:spLocks noGrp="1"/>
          </p:cNvSpPr>
          <p:nvPr>
            <p:ph type="pic" sz="quarter" idx="14"/>
          </p:nvPr>
        </p:nvSpPr>
        <p:spPr>
          <a:xfrm>
            <a:off x="2193167" y="2748324"/>
            <a:ext cx="1979623" cy="1615066"/>
          </a:xfrm>
          <a:prstGeom prst="roundRect">
            <a:avLst>
              <a:gd name="adj" fmla="val 6474"/>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6" name="Picture Placeholder 4">
            <a:extLst>
              <a:ext uri="{FF2B5EF4-FFF2-40B4-BE49-F238E27FC236}">
                <a16:creationId xmlns:a16="http://schemas.microsoft.com/office/drawing/2014/main" id="{34AA4C65-6378-8CEB-BC9D-4449E5E56F92}"/>
              </a:ext>
            </a:extLst>
          </p:cNvPr>
          <p:cNvSpPr>
            <a:spLocks noGrp="1"/>
          </p:cNvSpPr>
          <p:nvPr>
            <p:ph type="pic" sz="quarter" idx="15"/>
          </p:nvPr>
        </p:nvSpPr>
        <p:spPr>
          <a:xfrm>
            <a:off x="419100" y="2748324"/>
            <a:ext cx="1560742" cy="2048484"/>
          </a:xfrm>
          <a:prstGeom prst="roundRect">
            <a:avLst>
              <a:gd name="adj" fmla="val 663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3" name="Freeform 2">
            <a:extLst>
              <a:ext uri="{FF2B5EF4-FFF2-40B4-BE49-F238E27FC236}">
                <a16:creationId xmlns:a16="http://schemas.microsoft.com/office/drawing/2014/main" id="{F453CD11-FFB3-09F8-BF8D-E73C7DBF87F7}"/>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EA113B5E-FDB8-B8F5-FEFE-0652D1272671}"/>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33048850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op of Mind Slide">
    <p:spTree>
      <p:nvGrpSpPr>
        <p:cNvPr id="1" name=""/>
        <p:cNvGrpSpPr/>
        <p:nvPr/>
      </p:nvGrpSpPr>
      <p:grpSpPr>
        <a:xfrm>
          <a:off x="0" y="0"/>
          <a:ext cx="0" cy="0"/>
          <a:chOff x="0" y="0"/>
          <a:chExt cx="0" cy="0"/>
        </a:xfrm>
      </p:grpSpPr>
      <p:sp>
        <p:nvSpPr>
          <p:cNvPr id="9" name="Rounded Rectangle 8">
            <a:extLst>
              <a:ext uri="{FF2B5EF4-FFF2-40B4-BE49-F238E27FC236}">
                <a16:creationId xmlns:a16="http://schemas.microsoft.com/office/drawing/2014/main" id="{E536AC48-7D70-2BFF-64D0-C46E3B64C868}"/>
              </a:ext>
            </a:extLst>
          </p:cNvPr>
          <p:cNvSpPr/>
          <p:nvPr userDrawn="1"/>
        </p:nvSpPr>
        <p:spPr>
          <a:xfrm>
            <a:off x="4495800" y="1003933"/>
            <a:ext cx="3811706" cy="3656225"/>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Text Placeholder 22">
            <a:extLst>
              <a:ext uri="{FF2B5EF4-FFF2-40B4-BE49-F238E27FC236}">
                <a16:creationId xmlns:a16="http://schemas.microsoft.com/office/drawing/2014/main" id="{EA64E0F6-2745-8A5D-CCC3-2DF94C328CB9}"/>
              </a:ext>
            </a:extLst>
          </p:cNvPr>
          <p:cNvSpPr>
            <a:spLocks noGrp="1"/>
          </p:cNvSpPr>
          <p:nvPr>
            <p:ph type="body" sz="quarter" idx="47" hasCustomPrompt="1"/>
          </p:nvPr>
        </p:nvSpPr>
        <p:spPr>
          <a:xfrm>
            <a:off x="4685760" y="1539102"/>
            <a:ext cx="3377556" cy="2874765"/>
          </a:xfrm>
          <a:prstGeom prst="rect">
            <a:avLst/>
          </a:prstGeom>
        </p:spPr>
        <p:txBody>
          <a:bodyPr lIns="0" anchor="t"/>
          <a:lstStyle>
            <a:lvl1pPr marL="233363" indent="-233363">
              <a:buClr>
                <a:schemeClr val="accent2"/>
              </a:buClr>
              <a:buFont typeface="+mj-lt"/>
              <a:buAutoNum type="arabicPeriod"/>
              <a:tabLst/>
              <a:defRPr sz="1400">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233363" marR="0" lvl="0" indent="-233363" algn="l" defTabSz="914400" rtl="0" eaLnBrk="1" fontAlgn="auto" latinLnBrk="0" hangingPunct="1">
              <a:lnSpc>
                <a:spcPct val="100000"/>
              </a:lnSpc>
              <a:spcBef>
                <a:spcPct val="20000"/>
              </a:spcBef>
              <a:spcAft>
                <a:spcPts val="0"/>
              </a:spcAft>
              <a:buClr>
                <a:schemeClr val="accent2"/>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233363" marR="0" lvl="0" indent="-233363" algn="l" defTabSz="914400" rtl="0" eaLnBrk="1" fontAlgn="auto" latinLnBrk="0" hangingPunct="1">
              <a:lnSpc>
                <a:spcPct val="100000"/>
              </a:lnSpc>
              <a:spcBef>
                <a:spcPct val="20000"/>
              </a:spcBef>
              <a:spcAft>
                <a:spcPts val="0"/>
              </a:spcAft>
              <a:buClr>
                <a:schemeClr val="accent2"/>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233363" marR="0" lvl="0" indent="-233363" algn="l" defTabSz="914400" rtl="0" eaLnBrk="1" fontAlgn="auto" latinLnBrk="0" hangingPunct="1">
              <a:lnSpc>
                <a:spcPct val="100000"/>
              </a:lnSpc>
              <a:spcBef>
                <a:spcPct val="20000"/>
              </a:spcBef>
              <a:spcAft>
                <a:spcPts val="0"/>
              </a:spcAft>
              <a:buClr>
                <a:schemeClr val="accent2"/>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lvl="0"/>
            <a:endParaRPr lang="en-US"/>
          </a:p>
        </p:txBody>
      </p:sp>
      <p:sp>
        <p:nvSpPr>
          <p:cNvPr id="18" name="TextBox 17">
            <a:extLst>
              <a:ext uri="{FF2B5EF4-FFF2-40B4-BE49-F238E27FC236}">
                <a16:creationId xmlns:a16="http://schemas.microsoft.com/office/drawing/2014/main" id="{88A04C14-95F3-B5F3-1F01-0E80639F0F5E}"/>
              </a:ext>
            </a:extLst>
          </p:cNvPr>
          <p:cNvSpPr txBox="1"/>
          <p:nvPr userDrawn="1"/>
        </p:nvSpPr>
        <p:spPr>
          <a:xfrm>
            <a:off x="4687665" y="1120594"/>
            <a:ext cx="3056160" cy="307777"/>
          </a:xfrm>
          <a:prstGeom prst="rect">
            <a:avLst/>
          </a:prstGeom>
          <a:noFill/>
        </p:spPr>
        <p:txBody>
          <a:bodyPr wrap="square" lIns="0" rtlCol="0">
            <a:spAutoFit/>
          </a:bodyPr>
          <a:lstStyle/>
          <a:p>
            <a:pPr marL="0" indent="0" algn="l">
              <a:buClrTx/>
              <a:buFont typeface="Arial" panose="020B0604020202020204" pitchFamily="34" charset="0"/>
              <a:buNone/>
            </a:pPr>
            <a:r>
              <a:rPr lang="en-US" sz="1400" b="0" i="0">
                <a:solidFill>
                  <a:schemeClr val="tx2"/>
                </a:solidFill>
                <a:latin typeface="Arial" panose="020B0604020202020204" pitchFamily="34" charset="0"/>
                <a:ea typeface="Inter Medium" panose="02000503000000020004" pitchFamily="2" charset="0"/>
                <a:cs typeface="Arial" panose="020B0604020202020204" pitchFamily="34" charset="0"/>
              </a:rPr>
              <a:t>Focused on</a:t>
            </a:r>
          </a:p>
        </p:txBody>
      </p:sp>
      <p:sp>
        <p:nvSpPr>
          <p:cNvPr id="5" name="Rounded Rectangle 4">
            <a:extLst>
              <a:ext uri="{FF2B5EF4-FFF2-40B4-BE49-F238E27FC236}">
                <a16:creationId xmlns:a16="http://schemas.microsoft.com/office/drawing/2014/main" id="{51A2BBAD-0366-EA39-CA6F-CA4D43F27C3B}"/>
              </a:ext>
            </a:extLst>
          </p:cNvPr>
          <p:cNvSpPr/>
          <p:nvPr userDrawn="1"/>
        </p:nvSpPr>
        <p:spPr>
          <a:xfrm>
            <a:off x="419100" y="1003933"/>
            <a:ext cx="3811706" cy="3656225"/>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400" b="0" i="0">
              <a:solidFill>
                <a:schemeClr val="tx1"/>
              </a:solidFill>
              <a:latin typeface="Arial" panose="020B0604020202020204" pitchFamily="34" charset="0"/>
              <a:ea typeface="Inter Medium" panose="02000503000000020004" pitchFamily="2" charset="0"/>
              <a:cs typeface="Arial" panose="020B0604020202020204" pitchFamily="34" charset="0"/>
            </a:endParaRPr>
          </a:p>
        </p:txBody>
      </p:sp>
      <p:sp>
        <p:nvSpPr>
          <p:cNvPr id="17" name="TextBox 16">
            <a:extLst>
              <a:ext uri="{FF2B5EF4-FFF2-40B4-BE49-F238E27FC236}">
                <a16:creationId xmlns:a16="http://schemas.microsoft.com/office/drawing/2014/main" id="{561669B3-FB05-04C0-F316-138A0A9C8151}"/>
              </a:ext>
            </a:extLst>
          </p:cNvPr>
          <p:cNvSpPr txBox="1"/>
          <p:nvPr userDrawn="1"/>
        </p:nvSpPr>
        <p:spPr>
          <a:xfrm>
            <a:off x="639540" y="1120594"/>
            <a:ext cx="3056160" cy="307777"/>
          </a:xfrm>
          <a:prstGeom prst="rect">
            <a:avLst/>
          </a:prstGeom>
          <a:noFill/>
        </p:spPr>
        <p:txBody>
          <a:bodyPr wrap="square" lIns="0" rtlCol="0">
            <a:spAutoFit/>
          </a:bodyPr>
          <a:lstStyle/>
          <a:p>
            <a:pPr marL="0" indent="0" algn="l">
              <a:buClrTx/>
              <a:buFont typeface="Arial" panose="020B0604020202020204" pitchFamily="34" charset="0"/>
              <a:buNone/>
            </a:pPr>
            <a:r>
              <a:rPr lang="en-US" sz="1400" b="0" i="0">
                <a:solidFill>
                  <a:schemeClr val="tx2"/>
                </a:solidFill>
                <a:latin typeface="Arial" panose="020B0604020202020204" pitchFamily="34" charset="0"/>
                <a:ea typeface="Inter Medium" panose="02000503000000020004" pitchFamily="2" charset="0"/>
                <a:cs typeface="Arial" panose="020B0604020202020204" pitchFamily="34" charset="0"/>
              </a:rPr>
              <a:t>Encouraged by</a:t>
            </a:r>
          </a:p>
        </p:txBody>
      </p:sp>
      <p:sp>
        <p:nvSpPr>
          <p:cNvPr id="2" name="Title 1">
            <a:extLst>
              <a:ext uri="{FF2B5EF4-FFF2-40B4-BE49-F238E27FC236}">
                <a16:creationId xmlns:a16="http://schemas.microsoft.com/office/drawing/2014/main" id="{ACA8F069-EA52-D9D2-7173-E3C0F97BA91D}"/>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8" name="Straight Connector 7">
            <a:extLst>
              <a:ext uri="{FF2B5EF4-FFF2-40B4-BE49-F238E27FC236}">
                <a16:creationId xmlns:a16="http://schemas.microsoft.com/office/drawing/2014/main" id="{1E560A6E-A95B-26D1-60D3-F0332B27A454}"/>
              </a:ext>
            </a:extLst>
          </p:cNvPr>
          <p:cNvCxnSpPr>
            <a:cxnSpLocks/>
          </p:cNvCxnSpPr>
          <p:nvPr userDrawn="1"/>
        </p:nvCxnSpPr>
        <p:spPr>
          <a:xfrm>
            <a:off x="639540" y="1447844"/>
            <a:ext cx="3389252"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C1B3177D-5441-E95A-2837-1828BD15784F}"/>
              </a:ext>
            </a:extLst>
          </p:cNvPr>
          <p:cNvCxnSpPr>
            <a:cxnSpLocks/>
          </p:cNvCxnSpPr>
          <p:nvPr userDrawn="1"/>
        </p:nvCxnSpPr>
        <p:spPr>
          <a:xfrm>
            <a:off x="4689081" y="1447844"/>
            <a:ext cx="3377557" cy="0"/>
          </a:xfrm>
          <a:prstGeom prst="line">
            <a:avLst/>
          </a:prstGeom>
          <a:ln w="19050" cap="rnd">
            <a:solidFill>
              <a:schemeClr val="accent2"/>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 name="Text Placeholder 22">
            <a:extLst>
              <a:ext uri="{FF2B5EF4-FFF2-40B4-BE49-F238E27FC236}">
                <a16:creationId xmlns:a16="http://schemas.microsoft.com/office/drawing/2014/main" id="{6F9A70B7-5F56-10AD-A9DB-0B88C8C7D8F8}"/>
              </a:ext>
            </a:extLst>
          </p:cNvPr>
          <p:cNvSpPr>
            <a:spLocks noGrp="1"/>
          </p:cNvSpPr>
          <p:nvPr>
            <p:ph type="body" sz="quarter" idx="41" hasCustomPrompt="1"/>
          </p:nvPr>
        </p:nvSpPr>
        <p:spPr>
          <a:xfrm>
            <a:off x="639540" y="1554342"/>
            <a:ext cx="3389252" cy="2874765"/>
          </a:xfrm>
          <a:prstGeom prst="rect">
            <a:avLst/>
          </a:prstGeom>
        </p:spPr>
        <p:txBody>
          <a:bodyPr lIns="0" anchor="t"/>
          <a:lstStyle>
            <a:lvl1pPr marL="233363" indent="-233363">
              <a:buFont typeface="+mj-lt"/>
              <a:buAutoNum type="arabicPeriod"/>
              <a:tabLst/>
              <a:defRPr sz="1400">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233363" marR="0" lvl="0" indent="-233363" algn="l" defTabSz="914400" rtl="0" eaLnBrk="1" fontAlgn="auto" latinLnBrk="0" hangingPunct="1">
              <a:lnSpc>
                <a:spcPct val="100000"/>
              </a:lnSpc>
              <a:spcBef>
                <a:spcPct val="20000"/>
              </a:spcBef>
              <a:spcAft>
                <a:spcPts val="0"/>
              </a:spcAft>
              <a:buClr>
                <a:schemeClr val="accent1"/>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233363" marR="0" lvl="0" indent="-233363" algn="l" defTabSz="914400" rtl="0" eaLnBrk="1" fontAlgn="auto" latinLnBrk="0" hangingPunct="1">
              <a:lnSpc>
                <a:spcPct val="100000"/>
              </a:lnSpc>
              <a:spcBef>
                <a:spcPct val="20000"/>
              </a:spcBef>
              <a:spcAft>
                <a:spcPts val="0"/>
              </a:spcAft>
              <a:buClr>
                <a:schemeClr val="accent1"/>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233363" marR="0" lvl="0" indent="-233363" algn="l" defTabSz="914400" rtl="0" eaLnBrk="1" fontAlgn="auto" latinLnBrk="0" hangingPunct="1">
              <a:lnSpc>
                <a:spcPct val="100000"/>
              </a:lnSpc>
              <a:spcBef>
                <a:spcPct val="20000"/>
              </a:spcBef>
              <a:spcAft>
                <a:spcPts val="0"/>
              </a:spcAft>
              <a:buClr>
                <a:schemeClr val="accent1"/>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233363" marR="0" lvl="0" indent="-233363" algn="l" defTabSz="914400" rtl="0" eaLnBrk="1" fontAlgn="auto" latinLnBrk="0" hangingPunct="1">
              <a:lnSpc>
                <a:spcPct val="100000"/>
              </a:lnSpc>
              <a:spcBef>
                <a:spcPct val="20000"/>
              </a:spcBef>
              <a:spcAft>
                <a:spcPts val="0"/>
              </a:spcAft>
              <a:buClr>
                <a:schemeClr val="accent1"/>
              </a:buClr>
              <a:buSzTx/>
              <a:buFont typeface="+mj-lt"/>
              <a:buAutoNum type="arabicPeriod"/>
              <a:tabLst/>
              <a:defRPr/>
            </a:pPr>
            <a:endParaRPr lang="en-US"/>
          </a:p>
        </p:txBody>
      </p:sp>
    </p:spTree>
    <p:extLst>
      <p:ext uri="{BB962C8B-B14F-4D97-AF65-F5344CB8AC3E}">
        <p14:creationId xmlns:p14="http://schemas.microsoft.com/office/powerpoint/2010/main" val="35315330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_Title + 2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8F069-EA52-D9D2-7173-E3C0F97BA91D}"/>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26767B88-642F-62CA-3599-39BA16FD6DBD}"/>
              </a:ext>
            </a:extLst>
          </p:cNvPr>
          <p:cNvSpPr>
            <a:spLocks noGrp="1"/>
          </p:cNvSpPr>
          <p:nvPr>
            <p:ph idx="14" hasCustomPrompt="1"/>
          </p:nvPr>
        </p:nvSpPr>
        <p:spPr>
          <a:xfrm>
            <a:off x="419100" y="834850"/>
            <a:ext cx="3876599"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Content Placeholder 2">
            <a:extLst>
              <a:ext uri="{FF2B5EF4-FFF2-40B4-BE49-F238E27FC236}">
                <a16:creationId xmlns:a16="http://schemas.microsoft.com/office/drawing/2014/main" id="{AB6A8EB1-A1DC-91F5-B9FC-5B2172C1AE95}"/>
              </a:ext>
            </a:extLst>
          </p:cNvPr>
          <p:cNvSpPr>
            <a:spLocks noGrp="1"/>
          </p:cNvSpPr>
          <p:nvPr>
            <p:ph idx="15" hasCustomPrompt="1"/>
          </p:nvPr>
        </p:nvSpPr>
        <p:spPr>
          <a:xfrm>
            <a:off x="4495801" y="834850"/>
            <a:ext cx="3876600"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21773572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itle + 2 Content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8F069-EA52-D9D2-7173-E3C0F97BA91D}"/>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26767B88-642F-62CA-3599-39BA16FD6DBD}"/>
              </a:ext>
            </a:extLst>
          </p:cNvPr>
          <p:cNvSpPr>
            <a:spLocks noGrp="1"/>
          </p:cNvSpPr>
          <p:nvPr>
            <p:ph idx="14" hasCustomPrompt="1"/>
          </p:nvPr>
        </p:nvSpPr>
        <p:spPr>
          <a:xfrm>
            <a:off x="419100" y="834850"/>
            <a:ext cx="3876599"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Content Placeholder 2">
            <a:extLst>
              <a:ext uri="{FF2B5EF4-FFF2-40B4-BE49-F238E27FC236}">
                <a16:creationId xmlns:a16="http://schemas.microsoft.com/office/drawing/2014/main" id="{AB6A8EB1-A1DC-91F5-B9FC-5B2172C1AE95}"/>
              </a:ext>
            </a:extLst>
          </p:cNvPr>
          <p:cNvSpPr>
            <a:spLocks noGrp="1"/>
          </p:cNvSpPr>
          <p:nvPr>
            <p:ph idx="15" hasCustomPrompt="1"/>
          </p:nvPr>
        </p:nvSpPr>
        <p:spPr>
          <a:xfrm>
            <a:off x="4495801" y="834850"/>
            <a:ext cx="3876600"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F76FC624-4F0C-0950-0680-52B88FD626D8}"/>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3">
            <a:extLst>
              <a:ext uri="{FF2B5EF4-FFF2-40B4-BE49-F238E27FC236}">
                <a16:creationId xmlns:a16="http://schemas.microsoft.com/office/drawing/2014/main" id="{5CC0C1F2-EC47-BDF2-DD45-D97CD6664D23}"/>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241722446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itle + 3 Content">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14D08E87-493C-5B4D-A7C2-8B1726ACD339}"/>
              </a:ext>
            </a:extLst>
          </p:cNvPr>
          <p:cNvSpPr>
            <a:spLocks noGrp="1"/>
          </p:cNvSpPr>
          <p:nvPr>
            <p:ph idx="15" hasCustomPrompt="1"/>
          </p:nvPr>
        </p:nvSpPr>
        <p:spPr>
          <a:xfrm>
            <a:off x="5867401" y="827360"/>
            <a:ext cx="2536751" cy="3992290"/>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6" name="Content Placeholder 2">
            <a:extLst>
              <a:ext uri="{FF2B5EF4-FFF2-40B4-BE49-F238E27FC236}">
                <a16:creationId xmlns:a16="http://schemas.microsoft.com/office/drawing/2014/main" id="{FF66E59F-6402-344F-8D9E-8D5A52F0C30D}"/>
              </a:ext>
            </a:extLst>
          </p:cNvPr>
          <p:cNvSpPr>
            <a:spLocks noGrp="1"/>
          </p:cNvSpPr>
          <p:nvPr>
            <p:ph idx="1" hasCustomPrompt="1"/>
          </p:nvPr>
        </p:nvSpPr>
        <p:spPr>
          <a:xfrm>
            <a:off x="419100" y="822328"/>
            <a:ext cx="2536751" cy="3997322"/>
          </a:xfrm>
          <a:prstGeom prst="rect">
            <a:avLst/>
          </a:prstGeom>
        </p:spPr>
        <p:txBody>
          <a:bodyPr lIns="0" rIns="0"/>
          <a:lstStyle>
            <a:lvl1pPr marL="0" indent="0">
              <a:buClr>
                <a:schemeClr val="tx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tx1"/>
              </a:buClr>
              <a:buFont typeface="Arial" panose="020B0604020202020204" pitchFamily="34" charset="0"/>
              <a:buNone/>
              <a:defRPr b="0" i="0">
                <a:solidFill>
                  <a:schemeClr val="tx2"/>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a:p>
            <a:pPr lvl="0"/>
            <a:r>
              <a:rPr lang="en-US"/>
              <a:t>		</a:t>
            </a:r>
          </a:p>
        </p:txBody>
      </p:sp>
      <p:sp>
        <p:nvSpPr>
          <p:cNvPr id="3" name="Content Placeholder 2">
            <a:extLst>
              <a:ext uri="{FF2B5EF4-FFF2-40B4-BE49-F238E27FC236}">
                <a16:creationId xmlns:a16="http://schemas.microsoft.com/office/drawing/2014/main" id="{0BF9EB83-0481-DA4D-6F37-4D72B8117895}"/>
              </a:ext>
            </a:extLst>
          </p:cNvPr>
          <p:cNvSpPr>
            <a:spLocks noGrp="1"/>
          </p:cNvSpPr>
          <p:nvPr>
            <p:ph idx="16" hasCustomPrompt="1"/>
          </p:nvPr>
        </p:nvSpPr>
        <p:spPr>
          <a:xfrm>
            <a:off x="3124201" y="822328"/>
            <a:ext cx="2536752" cy="3997322"/>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339DE6DB-6E97-A87D-0A49-8A4E6A2F92CD}"/>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40506770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itle + 3 Content - Tan">
    <p:bg>
      <p:bgRef idx="1001">
        <a:schemeClr val="bg2"/>
      </p:bgRef>
    </p:bg>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14D08E87-493C-5B4D-A7C2-8B1726ACD339}"/>
              </a:ext>
            </a:extLst>
          </p:cNvPr>
          <p:cNvSpPr>
            <a:spLocks noGrp="1"/>
          </p:cNvSpPr>
          <p:nvPr>
            <p:ph idx="15" hasCustomPrompt="1"/>
          </p:nvPr>
        </p:nvSpPr>
        <p:spPr>
          <a:xfrm>
            <a:off x="5867401" y="827360"/>
            <a:ext cx="2536751" cy="3992290"/>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6" name="Content Placeholder 2">
            <a:extLst>
              <a:ext uri="{FF2B5EF4-FFF2-40B4-BE49-F238E27FC236}">
                <a16:creationId xmlns:a16="http://schemas.microsoft.com/office/drawing/2014/main" id="{FF66E59F-6402-344F-8D9E-8D5A52F0C30D}"/>
              </a:ext>
            </a:extLst>
          </p:cNvPr>
          <p:cNvSpPr>
            <a:spLocks noGrp="1"/>
          </p:cNvSpPr>
          <p:nvPr>
            <p:ph idx="1" hasCustomPrompt="1"/>
          </p:nvPr>
        </p:nvSpPr>
        <p:spPr>
          <a:xfrm>
            <a:off x="419100" y="822328"/>
            <a:ext cx="2536751" cy="3997322"/>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a:p>
            <a:pPr lvl="0"/>
            <a:endParaRPr lang="en-US"/>
          </a:p>
        </p:txBody>
      </p:sp>
      <p:sp>
        <p:nvSpPr>
          <p:cNvPr id="3" name="Content Placeholder 2">
            <a:extLst>
              <a:ext uri="{FF2B5EF4-FFF2-40B4-BE49-F238E27FC236}">
                <a16:creationId xmlns:a16="http://schemas.microsoft.com/office/drawing/2014/main" id="{0BF9EB83-0481-DA4D-6F37-4D72B8117895}"/>
              </a:ext>
            </a:extLst>
          </p:cNvPr>
          <p:cNvSpPr>
            <a:spLocks noGrp="1"/>
          </p:cNvSpPr>
          <p:nvPr>
            <p:ph idx="16" hasCustomPrompt="1"/>
          </p:nvPr>
        </p:nvSpPr>
        <p:spPr>
          <a:xfrm>
            <a:off x="3124201" y="822328"/>
            <a:ext cx="2536752" cy="3997322"/>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339DE6DB-6E97-A87D-0A49-8A4E6A2F92CD}"/>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F82811A5-CBBD-913B-BDCB-5AE0F2933C65}"/>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 name="Picture 4">
            <a:extLst>
              <a:ext uri="{FF2B5EF4-FFF2-40B4-BE49-F238E27FC236}">
                <a16:creationId xmlns:a16="http://schemas.microsoft.com/office/drawing/2014/main" id="{37575978-B01C-88A9-36AB-451B7927B27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68871866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itle + 4 Content">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0418063E-8936-624E-885E-452F7123A7C7}"/>
              </a:ext>
            </a:extLst>
          </p:cNvPr>
          <p:cNvSpPr>
            <a:spLocks noGrp="1"/>
          </p:cNvSpPr>
          <p:nvPr>
            <p:ph idx="1" hasCustomPrompt="1"/>
          </p:nvPr>
        </p:nvSpPr>
        <p:spPr>
          <a:xfrm>
            <a:off x="419100" y="822328"/>
            <a:ext cx="1885833" cy="3997322"/>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a:p>
            <a:pPr lvl="0"/>
            <a:endParaRPr lang="en-US"/>
          </a:p>
        </p:txBody>
      </p:sp>
      <p:sp>
        <p:nvSpPr>
          <p:cNvPr id="3" name="Content Placeholder 2">
            <a:extLst>
              <a:ext uri="{FF2B5EF4-FFF2-40B4-BE49-F238E27FC236}">
                <a16:creationId xmlns:a16="http://schemas.microsoft.com/office/drawing/2014/main" id="{8743D604-329A-24A7-47AB-402F3AAD11D6}"/>
              </a:ext>
            </a:extLst>
          </p:cNvPr>
          <p:cNvSpPr>
            <a:spLocks noGrp="1"/>
          </p:cNvSpPr>
          <p:nvPr>
            <p:ph idx="10" hasCustomPrompt="1"/>
          </p:nvPr>
        </p:nvSpPr>
        <p:spPr>
          <a:xfrm>
            <a:off x="2438400" y="822328"/>
            <a:ext cx="1882409" cy="3997322"/>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4" name="Content Placeholder 2">
            <a:extLst>
              <a:ext uri="{FF2B5EF4-FFF2-40B4-BE49-F238E27FC236}">
                <a16:creationId xmlns:a16="http://schemas.microsoft.com/office/drawing/2014/main" id="{D8052BDB-5CDC-FB47-D14C-66135EFC9659}"/>
              </a:ext>
            </a:extLst>
          </p:cNvPr>
          <p:cNvSpPr>
            <a:spLocks noGrp="1"/>
          </p:cNvSpPr>
          <p:nvPr>
            <p:ph idx="11" hasCustomPrompt="1"/>
          </p:nvPr>
        </p:nvSpPr>
        <p:spPr>
          <a:xfrm>
            <a:off x="4495800" y="822328"/>
            <a:ext cx="1882409" cy="3997322"/>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5" name="Content Placeholder 2">
            <a:extLst>
              <a:ext uri="{FF2B5EF4-FFF2-40B4-BE49-F238E27FC236}">
                <a16:creationId xmlns:a16="http://schemas.microsoft.com/office/drawing/2014/main" id="{4215BA62-00FC-3B1A-7EA5-2F0FBACA9B5F}"/>
              </a:ext>
            </a:extLst>
          </p:cNvPr>
          <p:cNvSpPr>
            <a:spLocks noGrp="1"/>
          </p:cNvSpPr>
          <p:nvPr>
            <p:ph idx="12" hasCustomPrompt="1"/>
          </p:nvPr>
        </p:nvSpPr>
        <p:spPr>
          <a:xfrm>
            <a:off x="6515101" y="822328"/>
            <a:ext cx="1882408" cy="3997322"/>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5E7E7AC2-EC45-0AF3-DD03-15776359B942}"/>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24285613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itle + 4 Content - Tan">
    <p:bg>
      <p:bgRef idx="1001">
        <a:schemeClr val="bg2"/>
      </p:bgRef>
    </p:bg>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0418063E-8936-624E-885E-452F7123A7C7}"/>
              </a:ext>
            </a:extLst>
          </p:cNvPr>
          <p:cNvSpPr>
            <a:spLocks noGrp="1"/>
          </p:cNvSpPr>
          <p:nvPr>
            <p:ph idx="1" hasCustomPrompt="1"/>
          </p:nvPr>
        </p:nvSpPr>
        <p:spPr>
          <a:xfrm>
            <a:off x="419100" y="822328"/>
            <a:ext cx="1885833" cy="3997322"/>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3" name="Content Placeholder 2">
            <a:extLst>
              <a:ext uri="{FF2B5EF4-FFF2-40B4-BE49-F238E27FC236}">
                <a16:creationId xmlns:a16="http://schemas.microsoft.com/office/drawing/2014/main" id="{8743D604-329A-24A7-47AB-402F3AAD11D6}"/>
              </a:ext>
            </a:extLst>
          </p:cNvPr>
          <p:cNvSpPr>
            <a:spLocks noGrp="1"/>
          </p:cNvSpPr>
          <p:nvPr>
            <p:ph idx="10" hasCustomPrompt="1"/>
          </p:nvPr>
        </p:nvSpPr>
        <p:spPr>
          <a:xfrm>
            <a:off x="2438400" y="822328"/>
            <a:ext cx="1882409" cy="3997322"/>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4" name="Content Placeholder 2">
            <a:extLst>
              <a:ext uri="{FF2B5EF4-FFF2-40B4-BE49-F238E27FC236}">
                <a16:creationId xmlns:a16="http://schemas.microsoft.com/office/drawing/2014/main" id="{D8052BDB-5CDC-FB47-D14C-66135EFC9659}"/>
              </a:ext>
            </a:extLst>
          </p:cNvPr>
          <p:cNvSpPr>
            <a:spLocks noGrp="1"/>
          </p:cNvSpPr>
          <p:nvPr>
            <p:ph idx="11" hasCustomPrompt="1"/>
          </p:nvPr>
        </p:nvSpPr>
        <p:spPr>
          <a:xfrm>
            <a:off x="4495800" y="822328"/>
            <a:ext cx="1882409" cy="3997322"/>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5" name="Content Placeholder 2">
            <a:extLst>
              <a:ext uri="{FF2B5EF4-FFF2-40B4-BE49-F238E27FC236}">
                <a16:creationId xmlns:a16="http://schemas.microsoft.com/office/drawing/2014/main" id="{4215BA62-00FC-3B1A-7EA5-2F0FBACA9B5F}"/>
              </a:ext>
            </a:extLst>
          </p:cNvPr>
          <p:cNvSpPr>
            <a:spLocks noGrp="1"/>
          </p:cNvSpPr>
          <p:nvPr>
            <p:ph idx="12" hasCustomPrompt="1"/>
          </p:nvPr>
        </p:nvSpPr>
        <p:spPr>
          <a:xfrm>
            <a:off x="6515101" y="822328"/>
            <a:ext cx="1882408" cy="3997322"/>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5E7E7AC2-EC45-0AF3-DD03-15776359B942}"/>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Freeform 5">
            <a:extLst>
              <a:ext uri="{FF2B5EF4-FFF2-40B4-BE49-F238E27FC236}">
                <a16:creationId xmlns:a16="http://schemas.microsoft.com/office/drawing/2014/main" id="{D175168E-DDB4-FAE3-1480-0DD288B23994}"/>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8" name="Picture 7">
            <a:extLst>
              <a:ext uri="{FF2B5EF4-FFF2-40B4-BE49-F238E27FC236}">
                <a16:creationId xmlns:a16="http://schemas.microsoft.com/office/drawing/2014/main" id="{9267FEB4-9337-D310-0C3C-31FADFC72B3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209671889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itle + Content + Callout">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DD2FFCB-E4C7-A1EE-D9B7-9AFAFDCFBC99}"/>
              </a:ext>
            </a:extLst>
          </p:cNvPr>
          <p:cNvSpPr/>
          <p:nvPr userDrawn="1"/>
        </p:nvSpPr>
        <p:spPr>
          <a:xfrm flipH="1">
            <a:off x="0" y="0"/>
            <a:ext cx="65151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1" y="294640"/>
            <a:ext cx="5094058"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Rounded Rectangle 6">
            <a:extLst>
              <a:ext uri="{FF2B5EF4-FFF2-40B4-BE49-F238E27FC236}">
                <a16:creationId xmlns:a16="http://schemas.microsoft.com/office/drawing/2014/main" id="{225822E0-6D53-EB62-A19B-F77D46E52BA9}"/>
              </a:ext>
            </a:extLst>
          </p:cNvPr>
          <p:cNvSpPr/>
          <p:nvPr userDrawn="1"/>
        </p:nvSpPr>
        <p:spPr>
          <a:xfrm>
            <a:off x="5867400" y="834850"/>
            <a:ext cx="2705100" cy="3473799"/>
          </a:xfrm>
          <a:prstGeom prst="roundRect">
            <a:avLst>
              <a:gd name="adj" fmla="val 394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36" name="Content Placeholder 2">
            <a:extLst>
              <a:ext uri="{FF2B5EF4-FFF2-40B4-BE49-F238E27FC236}">
                <a16:creationId xmlns:a16="http://schemas.microsoft.com/office/drawing/2014/main" id="{BA8F6688-3B94-53EC-253E-D6ED0D78CF60}"/>
              </a:ext>
            </a:extLst>
          </p:cNvPr>
          <p:cNvSpPr>
            <a:spLocks noGrp="1"/>
          </p:cNvSpPr>
          <p:nvPr>
            <p:ph idx="10" hasCustomPrompt="1"/>
          </p:nvPr>
        </p:nvSpPr>
        <p:spPr>
          <a:xfrm>
            <a:off x="419101" y="834850"/>
            <a:ext cx="5106341"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Freeform 3">
            <a:extLst>
              <a:ext uri="{FF2B5EF4-FFF2-40B4-BE49-F238E27FC236}">
                <a16:creationId xmlns:a16="http://schemas.microsoft.com/office/drawing/2014/main" id="{C6DB168A-2B02-355F-12E9-C846A57E3D8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587352A9-CBC1-8CF8-3D29-A2E8095F0FC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241531516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47C51D4-AE8E-972C-90D1-B18C2C49F81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 y="0"/>
            <a:ext cx="3124199" cy="5144748"/>
          </a:xfrm>
          <a:prstGeom prst="rect">
            <a:avLst/>
          </a:prstGeom>
        </p:spPr>
      </p:pic>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1" y="294639"/>
            <a:ext cx="2379856" cy="619761"/>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7" name="Content Placeholder 2">
            <a:extLst>
              <a:ext uri="{FF2B5EF4-FFF2-40B4-BE49-F238E27FC236}">
                <a16:creationId xmlns:a16="http://schemas.microsoft.com/office/drawing/2014/main" id="{DAF01FEE-211C-3584-5E78-6C8CCC1EA80F}"/>
              </a:ext>
            </a:extLst>
          </p:cNvPr>
          <p:cNvSpPr>
            <a:spLocks noGrp="1"/>
          </p:cNvSpPr>
          <p:nvPr>
            <p:ph idx="10" hasCustomPrompt="1"/>
          </p:nvPr>
        </p:nvSpPr>
        <p:spPr>
          <a:xfrm>
            <a:off x="3371750" y="834850"/>
            <a:ext cx="5200751" cy="3984799"/>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8" name="Content Placeholder 2">
            <a:extLst>
              <a:ext uri="{FF2B5EF4-FFF2-40B4-BE49-F238E27FC236}">
                <a16:creationId xmlns:a16="http://schemas.microsoft.com/office/drawing/2014/main" id="{C994C379-627D-47C7-7A4F-D5A1FAC1BCC6}"/>
              </a:ext>
            </a:extLst>
          </p:cNvPr>
          <p:cNvSpPr>
            <a:spLocks noGrp="1"/>
          </p:cNvSpPr>
          <p:nvPr>
            <p:ph idx="11" hasCustomPrompt="1"/>
          </p:nvPr>
        </p:nvSpPr>
        <p:spPr>
          <a:xfrm>
            <a:off x="419102" y="1267866"/>
            <a:ext cx="2379856" cy="3551784"/>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12285848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1 Speaker">
    <p:bg>
      <p:bgPr>
        <a:solidFill>
          <a:schemeClr val="bg2"/>
        </a:solidFill>
        <a:effectLst/>
      </p:bgPr>
    </p:bg>
    <p:spTree>
      <p:nvGrpSpPr>
        <p:cNvPr id="1" name=""/>
        <p:cNvGrpSpPr/>
        <p:nvPr/>
      </p:nvGrpSpPr>
      <p:grpSpPr>
        <a:xfrm>
          <a:off x="0" y="0"/>
          <a:ext cx="0" cy="0"/>
          <a:chOff x="0" y="0"/>
          <a:chExt cx="0" cy="0"/>
        </a:xfrm>
      </p:grpSpPr>
      <p:sp>
        <p:nvSpPr>
          <p:cNvPr id="32" name="Picture Placeholder 31">
            <a:extLst>
              <a:ext uri="{FF2B5EF4-FFF2-40B4-BE49-F238E27FC236}">
                <a16:creationId xmlns:a16="http://schemas.microsoft.com/office/drawing/2014/main" id="{F409739E-BC68-FB92-4A23-21168252B992}"/>
              </a:ext>
            </a:extLst>
          </p:cNvPr>
          <p:cNvSpPr>
            <a:spLocks noGrp="1"/>
          </p:cNvSpPr>
          <p:nvPr>
            <p:ph type="pic" sz="quarter" idx="10" hasCustomPrompt="1"/>
          </p:nvPr>
        </p:nvSpPr>
        <p:spPr>
          <a:xfrm>
            <a:off x="1144302" y="1343043"/>
            <a:ext cx="2622679" cy="2698910"/>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 name="Title 1">
            <a:extLst>
              <a:ext uri="{FF2B5EF4-FFF2-40B4-BE49-F238E27FC236}">
                <a16:creationId xmlns:a16="http://schemas.microsoft.com/office/drawing/2014/main" id="{BFAD90C7-83D8-6932-E4BA-9085BC790F9B}"/>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8" name="Freeform 7">
            <a:extLst>
              <a:ext uri="{FF2B5EF4-FFF2-40B4-BE49-F238E27FC236}">
                <a16:creationId xmlns:a16="http://schemas.microsoft.com/office/drawing/2014/main" id="{1065E2DF-B2D7-96D0-FE07-41220C8D1C2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4352925" y="1913909"/>
            <a:ext cx="3916363" cy="462713"/>
          </a:xfrm>
          <a:prstGeom prst="rect">
            <a:avLst/>
          </a:prstGeom>
        </p:spPr>
        <p:txBody>
          <a:bodyPr lIns="0" anchor="b"/>
          <a:lstStyle>
            <a:lvl1pPr marL="0" indent="0">
              <a:buNone/>
              <a:defRPr sz="32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4352925" y="2390457"/>
            <a:ext cx="3916363" cy="462713"/>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4352925" y="3105150"/>
            <a:ext cx="1284288" cy="522288"/>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10" name="Straight Connector 9">
            <a:extLst>
              <a:ext uri="{FF2B5EF4-FFF2-40B4-BE49-F238E27FC236}">
                <a16:creationId xmlns:a16="http://schemas.microsoft.com/office/drawing/2014/main" id="{83551171-07C8-C46D-BA03-1A4E9DBEB419}"/>
              </a:ext>
            </a:extLst>
          </p:cNvPr>
          <p:cNvCxnSpPr>
            <a:cxnSpLocks/>
          </p:cNvCxnSpPr>
          <p:nvPr userDrawn="1"/>
        </p:nvCxnSpPr>
        <p:spPr>
          <a:xfrm flipH="1">
            <a:off x="2955925" y="1512625"/>
            <a:ext cx="1136529" cy="2687900"/>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609587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1 Speaker + Description">
    <p:bg>
      <p:bgPr>
        <a:solidFill>
          <a:schemeClr val="bg2"/>
        </a:solidFill>
        <a:effectLst/>
      </p:bgPr>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1065E2DF-B2D7-96D0-FE07-41220C8D1C2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3756159" y="858221"/>
            <a:ext cx="3916363" cy="462713"/>
          </a:xfrm>
          <a:prstGeom prst="rect">
            <a:avLst/>
          </a:prstGeom>
        </p:spPr>
        <p:txBody>
          <a:bodyPr lIns="0" anchor="b"/>
          <a:lstStyle>
            <a:lvl1pPr marL="0" indent="0">
              <a:buNone/>
              <a:defRPr sz="32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3756159" y="1334769"/>
            <a:ext cx="3916363" cy="462713"/>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3756159" y="2049462"/>
            <a:ext cx="1284288" cy="522288"/>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sp>
        <p:nvSpPr>
          <p:cNvPr id="3" name="Text Placeholder 34">
            <a:extLst>
              <a:ext uri="{FF2B5EF4-FFF2-40B4-BE49-F238E27FC236}">
                <a16:creationId xmlns:a16="http://schemas.microsoft.com/office/drawing/2014/main" id="{60191F78-8D41-782C-6E9D-BA6059C026ED}"/>
              </a:ext>
            </a:extLst>
          </p:cNvPr>
          <p:cNvSpPr>
            <a:spLocks noGrp="1"/>
          </p:cNvSpPr>
          <p:nvPr>
            <p:ph type="body" sz="quarter" idx="14" hasCustomPrompt="1"/>
          </p:nvPr>
        </p:nvSpPr>
        <p:spPr>
          <a:xfrm>
            <a:off x="3756158" y="2891965"/>
            <a:ext cx="4816341" cy="1928478"/>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Descriptions goes here</a:t>
            </a:r>
          </a:p>
        </p:txBody>
      </p:sp>
      <p:sp>
        <p:nvSpPr>
          <p:cNvPr id="7" name="Picture Placeholder 31">
            <a:extLst>
              <a:ext uri="{FF2B5EF4-FFF2-40B4-BE49-F238E27FC236}">
                <a16:creationId xmlns:a16="http://schemas.microsoft.com/office/drawing/2014/main" id="{3BE49343-018B-7793-AE91-8606D24181FC}"/>
              </a:ext>
            </a:extLst>
          </p:cNvPr>
          <p:cNvSpPr>
            <a:spLocks noGrp="1"/>
          </p:cNvSpPr>
          <p:nvPr>
            <p:ph type="pic" sz="quarter" idx="17" hasCustomPrompt="1"/>
          </p:nvPr>
        </p:nvSpPr>
        <p:spPr>
          <a:xfrm>
            <a:off x="547705" y="564454"/>
            <a:ext cx="2622679" cy="2698910"/>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 name="Straight Connector 9">
            <a:extLst>
              <a:ext uri="{FF2B5EF4-FFF2-40B4-BE49-F238E27FC236}">
                <a16:creationId xmlns:a16="http://schemas.microsoft.com/office/drawing/2014/main" id="{004D5688-FB54-0A22-A74D-978A8FEF9DE6}"/>
              </a:ext>
            </a:extLst>
          </p:cNvPr>
          <p:cNvCxnSpPr>
            <a:cxnSpLocks/>
          </p:cNvCxnSpPr>
          <p:nvPr userDrawn="1"/>
        </p:nvCxnSpPr>
        <p:spPr>
          <a:xfrm flipH="1">
            <a:off x="2359159" y="734036"/>
            <a:ext cx="1136529" cy="2687900"/>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53554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2 Speakers">
    <p:bg>
      <p:bgPr>
        <a:solidFill>
          <a:schemeClr val="bg2"/>
        </a:solidFill>
        <a:effectLst/>
      </p:bgPr>
    </p:bg>
    <p:spTree>
      <p:nvGrpSpPr>
        <p:cNvPr id="1" name=""/>
        <p:cNvGrpSpPr/>
        <p:nvPr/>
      </p:nvGrpSpPr>
      <p:grpSpPr>
        <a:xfrm>
          <a:off x="0" y="0"/>
          <a:ext cx="0" cy="0"/>
          <a:chOff x="0" y="0"/>
          <a:chExt cx="0" cy="0"/>
        </a:xfrm>
      </p:grpSpPr>
      <p:sp>
        <p:nvSpPr>
          <p:cNvPr id="19" name="Picture Placeholder 31">
            <a:extLst>
              <a:ext uri="{FF2B5EF4-FFF2-40B4-BE49-F238E27FC236}">
                <a16:creationId xmlns:a16="http://schemas.microsoft.com/office/drawing/2014/main" id="{121BC21E-4D9E-1599-00C6-614179940B35}"/>
              </a:ext>
            </a:extLst>
          </p:cNvPr>
          <p:cNvSpPr>
            <a:spLocks noGrp="1"/>
          </p:cNvSpPr>
          <p:nvPr>
            <p:ph type="pic" sz="quarter" idx="17" hasCustomPrompt="1"/>
          </p:nvPr>
        </p:nvSpPr>
        <p:spPr>
          <a:xfrm>
            <a:off x="411721" y="1092310"/>
            <a:ext cx="1530075" cy="157454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1" name="Straight Connector 10">
            <a:extLst>
              <a:ext uri="{FF2B5EF4-FFF2-40B4-BE49-F238E27FC236}">
                <a16:creationId xmlns:a16="http://schemas.microsoft.com/office/drawing/2014/main" id="{EC60E99C-B1B3-1ED1-8D07-0EE0AEC590D4}"/>
              </a:ext>
            </a:extLst>
          </p:cNvPr>
          <p:cNvCxnSpPr>
            <a:cxnSpLocks/>
          </p:cNvCxnSpPr>
          <p:nvPr/>
        </p:nvCxnSpPr>
        <p:spPr>
          <a:xfrm flipH="1">
            <a:off x="1473200" y="1194328"/>
            <a:ext cx="664237" cy="1561572"/>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Text Placeholder 34">
            <a:extLst>
              <a:ext uri="{FF2B5EF4-FFF2-40B4-BE49-F238E27FC236}">
                <a16:creationId xmlns:a16="http://schemas.microsoft.com/office/drawing/2014/main" id="{D14054D2-C2A5-987F-40E2-9CDF1A519E64}"/>
              </a:ext>
            </a:extLst>
          </p:cNvPr>
          <p:cNvSpPr>
            <a:spLocks noGrp="1"/>
          </p:cNvSpPr>
          <p:nvPr>
            <p:ph type="body" sz="quarter" idx="18" hasCustomPrompt="1"/>
          </p:nvPr>
        </p:nvSpPr>
        <p:spPr>
          <a:xfrm>
            <a:off x="2202268" y="1389331"/>
            <a:ext cx="3142152" cy="462713"/>
          </a:xfrm>
          <a:prstGeom prst="rect">
            <a:avLst/>
          </a:prstGeom>
        </p:spPr>
        <p:txBody>
          <a:bodyPr lIns="0" anchor="b"/>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0" name="Text Placeholder 34">
            <a:extLst>
              <a:ext uri="{FF2B5EF4-FFF2-40B4-BE49-F238E27FC236}">
                <a16:creationId xmlns:a16="http://schemas.microsoft.com/office/drawing/2014/main" id="{E311E018-9222-131D-3EC6-7FD691D714F1}"/>
              </a:ext>
            </a:extLst>
          </p:cNvPr>
          <p:cNvSpPr>
            <a:spLocks noGrp="1"/>
          </p:cNvSpPr>
          <p:nvPr>
            <p:ph type="body" sz="quarter" idx="19" hasCustomPrompt="1"/>
          </p:nvPr>
        </p:nvSpPr>
        <p:spPr>
          <a:xfrm>
            <a:off x="2202268" y="1865880"/>
            <a:ext cx="3142152" cy="296318"/>
          </a:xfrm>
          <a:prstGeom prst="rect">
            <a:avLst/>
          </a:prstGeom>
        </p:spPr>
        <p:txBody>
          <a:bodyPr lIns="0"/>
          <a:lstStyle>
            <a:lvl1pPr marL="0" indent="0">
              <a:buNone/>
              <a:defRPr sz="12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1" name="Picture Placeholder 37">
            <a:extLst>
              <a:ext uri="{FF2B5EF4-FFF2-40B4-BE49-F238E27FC236}">
                <a16:creationId xmlns:a16="http://schemas.microsoft.com/office/drawing/2014/main" id="{99D638AC-C0DC-3DD5-CBE6-6A8C408A092C}"/>
              </a:ext>
            </a:extLst>
          </p:cNvPr>
          <p:cNvSpPr>
            <a:spLocks noGrp="1"/>
          </p:cNvSpPr>
          <p:nvPr>
            <p:ph type="pic" sz="quarter" idx="20" hasCustomPrompt="1"/>
          </p:nvPr>
        </p:nvSpPr>
        <p:spPr>
          <a:xfrm>
            <a:off x="2202267" y="2257590"/>
            <a:ext cx="1284288" cy="314160"/>
          </a:xfrm>
          <a:prstGeom prst="rect">
            <a:avLst/>
          </a:prstGeom>
        </p:spPr>
        <p:txBody>
          <a:bodyPr lIns="0" anchor="ctr"/>
          <a:lstStyle>
            <a:lvl1pPr marL="0" indent="0">
              <a:buNone/>
              <a:defRPr sz="1050" b="0" i="0">
                <a:solidFill>
                  <a:schemeClr val="tx1"/>
                </a:solidFill>
                <a:latin typeface="Arial" panose="020B0604020202020204" pitchFamily="34" charset="0"/>
              </a:defRPr>
            </a:lvl1pPr>
          </a:lstStyle>
          <a:p>
            <a:r>
              <a:rPr lang="en-US"/>
              <a:t>Company Logo</a:t>
            </a:r>
          </a:p>
        </p:txBody>
      </p:sp>
      <p:sp>
        <p:nvSpPr>
          <p:cNvPr id="40" name="Picture Placeholder 31">
            <a:extLst>
              <a:ext uri="{FF2B5EF4-FFF2-40B4-BE49-F238E27FC236}">
                <a16:creationId xmlns:a16="http://schemas.microsoft.com/office/drawing/2014/main" id="{7D7FB9A9-4136-F063-E5FA-0576F4004631}"/>
              </a:ext>
            </a:extLst>
          </p:cNvPr>
          <p:cNvSpPr>
            <a:spLocks noGrp="1"/>
          </p:cNvSpPr>
          <p:nvPr>
            <p:ph type="pic" sz="quarter" idx="21" hasCustomPrompt="1"/>
          </p:nvPr>
        </p:nvSpPr>
        <p:spPr>
          <a:xfrm>
            <a:off x="3814344" y="2956279"/>
            <a:ext cx="1530075" cy="157454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41" name="Straight Connector 40">
            <a:extLst>
              <a:ext uri="{FF2B5EF4-FFF2-40B4-BE49-F238E27FC236}">
                <a16:creationId xmlns:a16="http://schemas.microsoft.com/office/drawing/2014/main" id="{0B7D855E-C2A2-B5F5-6D92-CB6E9D15081D}"/>
              </a:ext>
            </a:extLst>
          </p:cNvPr>
          <p:cNvCxnSpPr>
            <a:cxnSpLocks/>
          </p:cNvCxnSpPr>
          <p:nvPr userDrawn="1"/>
        </p:nvCxnSpPr>
        <p:spPr>
          <a:xfrm flipH="1">
            <a:off x="4875823" y="3058297"/>
            <a:ext cx="664237" cy="1561572"/>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2" name="Text Placeholder 34">
            <a:extLst>
              <a:ext uri="{FF2B5EF4-FFF2-40B4-BE49-F238E27FC236}">
                <a16:creationId xmlns:a16="http://schemas.microsoft.com/office/drawing/2014/main" id="{7DDB4CC9-BF5C-D9DC-CF7C-2CEE984FDF47}"/>
              </a:ext>
            </a:extLst>
          </p:cNvPr>
          <p:cNvSpPr>
            <a:spLocks noGrp="1"/>
          </p:cNvSpPr>
          <p:nvPr>
            <p:ph type="body" sz="quarter" idx="22" hasCustomPrompt="1"/>
          </p:nvPr>
        </p:nvSpPr>
        <p:spPr>
          <a:xfrm>
            <a:off x="5604890" y="3253300"/>
            <a:ext cx="2967611" cy="462713"/>
          </a:xfrm>
          <a:prstGeom prst="rect">
            <a:avLst/>
          </a:prstGeom>
        </p:spPr>
        <p:txBody>
          <a:bodyPr lIns="0" anchor="b"/>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3" name="Text Placeholder 34">
            <a:extLst>
              <a:ext uri="{FF2B5EF4-FFF2-40B4-BE49-F238E27FC236}">
                <a16:creationId xmlns:a16="http://schemas.microsoft.com/office/drawing/2014/main" id="{2894B330-46BE-C063-D1ED-F37A3B7B94F5}"/>
              </a:ext>
            </a:extLst>
          </p:cNvPr>
          <p:cNvSpPr>
            <a:spLocks noGrp="1"/>
          </p:cNvSpPr>
          <p:nvPr>
            <p:ph type="body" sz="quarter" idx="23" hasCustomPrompt="1"/>
          </p:nvPr>
        </p:nvSpPr>
        <p:spPr>
          <a:xfrm>
            <a:off x="5604890" y="3729849"/>
            <a:ext cx="2967611" cy="296318"/>
          </a:xfrm>
          <a:prstGeom prst="rect">
            <a:avLst/>
          </a:prstGeom>
        </p:spPr>
        <p:txBody>
          <a:bodyPr lIns="0"/>
          <a:lstStyle>
            <a:lvl1pPr marL="0" indent="0">
              <a:buNone/>
              <a:defRPr sz="12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4" name="Picture Placeholder 37">
            <a:extLst>
              <a:ext uri="{FF2B5EF4-FFF2-40B4-BE49-F238E27FC236}">
                <a16:creationId xmlns:a16="http://schemas.microsoft.com/office/drawing/2014/main" id="{AEAB04E6-3758-88A8-5EBB-E9CFF1F0B43A}"/>
              </a:ext>
            </a:extLst>
          </p:cNvPr>
          <p:cNvSpPr>
            <a:spLocks noGrp="1"/>
          </p:cNvSpPr>
          <p:nvPr>
            <p:ph type="pic" sz="quarter" idx="24" hasCustomPrompt="1"/>
          </p:nvPr>
        </p:nvSpPr>
        <p:spPr>
          <a:xfrm>
            <a:off x="5604890" y="4121559"/>
            <a:ext cx="1284288" cy="314160"/>
          </a:xfrm>
          <a:prstGeom prst="rect">
            <a:avLst/>
          </a:prstGeom>
        </p:spPr>
        <p:txBody>
          <a:bodyPr lIns="0" anchor="ctr"/>
          <a:lstStyle>
            <a:lvl1pPr marL="0" indent="0">
              <a:buNone/>
              <a:defRPr sz="1050" b="0" i="0">
                <a:solidFill>
                  <a:schemeClr val="tx1"/>
                </a:solidFill>
                <a:latin typeface="Arial" panose="020B0604020202020204" pitchFamily="34" charset="0"/>
              </a:defRPr>
            </a:lvl1pPr>
          </a:lstStyle>
          <a:p>
            <a:r>
              <a:rPr lang="en-US"/>
              <a:t>Company Logo</a:t>
            </a:r>
          </a:p>
        </p:txBody>
      </p:sp>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6" name="Freeform 45">
            <a:extLst>
              <a:ext uri="{FF2B5EF4-FFF2-40B4-BE49-F238E27FC236}">
                <a16:creationId xmlns:a16="http://schemas.microsoft.com/office/drawing/2014/main" id="{1DAC3734-6881-9396-F2BF-1052DF549322}"/>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7" name="Picture 10">
            <a:extLst>
              <a:ext uri="{FF2B5EF4-FFF2-40B4-BE49-F238E27FC236}">
                <a16:creationId xmlns:a16="http://schemas.microsoft.com/office/drawing/2014/main" id="{B9AA3B2B-7D47-00E9-8514-677ED02698A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4872239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3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191653" y="131139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414958" y="123964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1791189" y="1434483"/>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1791189" y="170278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1791188" y="196313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cxnSp>
        <p:nvCxnSpPr>
          <p:cNvPr id="52" name="Straight Connector 51">
            <a:extLst>
              <a:ext uri="{FF2B5EF4-FFF2-40B4-BE49-F238E27FC236}">
                <a16:creationId xmlns:a16="http://schemas.microsoft.com/office/drawing/2014/main" id="{B7C754CB-4425-180C-D619-AF0F04891484}"/>
              </a:ext>
            </a:extLst>
          </p:cNvPr>
          <p:cNvCxnSpPr>
            <a:cxnSpLocks/>
          </p:cNvCxnSpPr>
          <p:nvPr userDrawn="1"/>
        </p:nvCxnSpPr>
        <p:spPr>
          <a:xfrm flipH="1">
            <a:off x="3201428" y="3196836"/>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31">
            <a:extLst>
              <a:ext uri="{FF2B5EF4-FFF2-40B4-BE49-F238E27FC236}">
                <a16:creationId xmlns:a16="http://schemas.microsoft.com/office/drawing/2014/main" id="{F54E0053-DA44-EE3F-56FD-4E84FDB6E1F7}"/>
              </a:ext>
            </a:extLst>
          </p:cNvPr>
          <p:cNvSpPr>
            <a:spLocks noGrp="1"/>
          </p:cNvSpPr>
          <p:nvPr>
            <p:ph type="pic" sz="quarter" idx="24" hasCustomPrompt="1"/>
          </p:nvPr>
        </p:nvSpPr>
        <p:spPr>
          <a:xfrm>
            <a:off x="2424733" y="3125087"/>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4" name="Text Placeholder 34">
            <a:extLst>
              <a:ext uri="{FF2B5EF4-FFF2-40B4-BE49-F238E27FC236}">
                <a16:creationId xmlns:a16="http://schemas.microsoft.com/office/drawing/2014/main" id="{1F8FBC86-3AF9-8746-F3C6-E57932ACCB22}"/>
              </a:ext>
            </a:extLst>
          </p:cNvPr>
          <p:cNvSpPr>
            <a:spLocks noGrp="1"/>
          </p:cNvSpPr>
          <p:nvPr>
            <p:ph type="body" sz="quarter" idx="25" hasCustomPrompt="1"/>
          </p:nvPr>
        </p:nvSpPr>
        <p:spPr>
          <a:xfrm>
            <a:off x="3800964" y="3319927"/>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5" name="Text Placeholder 34">
            <a:extLst>
              <a:ext uri="{FF2B5EF4-FFF2-40B4-BE49-F238E27FC236}">
                <a16:creationId xmlns:a16="http://schemas.microsoft.com/office/drawing/2014/main" id="{E54BCEA8-DA96-78DB-A731-B990DAE4AB9D}"/>
              </a:ext>
            </a:extLst>
          </p:cNvPr>
          <p:cNvSpPr>
            <a:spLocks noGrp="1"/>
          </p:cNvSpPr>
          <p:nvPr>
            <p:ph type="body" sz="quarter" idx="26" hasCustomPrompt="1"/>
          </p:nvPr>
        </p:nvSpPr>
        <p:spPr>
          <a:xfrm>
            <a:off x="3800964" y="3588224"/>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6" name="Picture Placeholder 37">
            <a:extLst>
              <a:ext uri="{FF2B5EF4-FFF2-40B4-BE49-F238E27FC236}">
                <a16:creationId xmlns:a16="http://schemas.microsoft.com/office/drawing/2014/main" id="{ACADD85F-E58C-8851-025D-E571A5662D40}"/>
              </a:ext>
            </a:extLst>
          </p:cNvPr>
          <p:cNvSpPr>
            <a:spLocks noGrp="1"/>
          </p:cNvSpPr>
          <p:nvPr>
            <p:ph type="pic" sz="quarter" idx="27" hasCustomPrompt="1"/>
          </p:nvPr>
        </p:nvSpPr>
        <p:spPr>
          <a:xfrm>
            <a:off x="3800963" y="3848579"/>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userDrawn="1"/>
        </p:nvCxnSpPr>
        <p:spPr>
          <a:xfrm flipH="1">
            <a:off x="5272989" y="131139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4496294" y="123964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5872525" y="1434483"/>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5872525" y="170278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5872524" y="196313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sp>
        <p:nvSpPr>
          <p:cNvPr id="67" name="Freeform 66">
            <a:extLst>
              <a:ext uri="{FF2B5EF4-FFF2-40B4-BE49-F238E27FC236}">
                <a16:creationId xmlns:a16="http://schemas.microsoft.com/office/drawing/2014/main" id="{11775DE2-A606-5D6E-81BC-C520288EEFE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8" name="Picture 10">
            <a:extLst>
              <a:ext uri="{FF2B5EF4-FFF2-40B4-BE49-F238E27FC236}">
                <a16:creationId xmlns:a16="http://schemas.microsoft.com/office/drawing/2014/main" id="{8757FF07-3153-96A6-D8A8-ABEB4E3ADB5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2990283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4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191653" y="131139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414958" y="123964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1791189" y="1434483"/>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1791189" y="170278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1791188" y="196313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userDrawn="1"/>
        </p:nvCxnSpPr>
        <p:spPr>
          <a:xfrm flipH="1">
            <a:off x="5272989" y="131139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4496294" y="123964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5872525" y="1434483"/>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5872525" y="170278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5872524" y="196313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cxnSp>
        <p:nvCxnSpPr>
          <p:cNvPr id="28" name="Straight Connector 27">
            <a:extLst>
              <a:ext uri="{FF2B5EF4-FFF2-40B4-BE49-F238E27FC236}">
                <a16:creationId xmlns:a16="http://schemas.microsoft.com/office/drawing/2014/main" id="{0C05D3CF-D24E-5E3D-4F77-0CB4FB41215F}"/>
              </a:ext>
            </a:extLst>
          </p:cNvPr>
          <p:cNvCxnSpPr>
            <a:cxnSpLocks/>
          </p:cNvCxnSpPr>
          <p:nvPr userDrawn="1"/>
        </p:nvCxnSpPr>
        <p:spPr>
          <a:xfrm flipH="1">
            <a:off x="1191653" y="296657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Picture Placeholder 31">
            <a:extLst>
              <a:ext uri="{FF2B5EF4-FFF2-40B4-BE49-F238E27FC236}">
                <a16:creationId xmlns:a16="http://schemas.microsoft.com/office/drawing/2014/main" id="{E4304E2F-0394-8A64-8F3F-3BACD5341A9F}"/>
              </a:ext>
            </a:extLst>
          </p:cNvPr>
          <p:cNvSpPr>
            <a:spLocks noGrp="1"/>
          </p:cNvSpPr>
          <p:nvPr>
            <p:ph type="pic" sz="quarter" idx="32" hasCustomPrompt="1"/>
          </p:nvPr>
        </p:nvSpPr>
        <p:spPr>
          <a:xfrm>
            <a:off x="414958" y="289482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0" name="Text Placeholder 34">
            <a:extLst>
              <a:ext uri="{FF2B5EF4-FFF2-40B4-BE49-F238E27FC236}">
                <a16:creationId xmlns:a16="http://schemas.microsoft.com/office/drawing/2014/main" id="{F6BF1001-F877-D41D-27D5-EF829E11129D}"/>
              </a:ext>
            </a:extLst>
          </p:cNvPr>
          <p:cNvSpPr>
            <a:spLocks noGrp="1"/>
          </p:cNvSpPr>
          <p:nvPr>
            <p:ph type="body" sz="quarter" idx="33" hasCustomPrompt="1"/>
          </p:nvPr>
        </p:nvSpPr>
        <p:spPr>
          <a:xfrm>
            <a:off x="1791189" y="3089663"/>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1" name="Text Placeholder 34">
            <a:extLst>
              <a:ext uri="{FF2B5EF4-FFF2-40B4-BE49-F238E27FC236}">
                <a16:creationId xmlns:a16="http://schemas.microsoft.com/office/drawing/2014/main" id="{473D851F-AFEB-1941-C6B6-E74713E84C4E}"/>
              </a:ext>
            </a:extLst>
          </p:cNvPr>
          <p:cNvSpPr>
            <a:spLocks noGrp="1"/>
          </p:cNvSpPr>
          <p:nvPr>
            <p:ph type="body" sz="quarter" idx="34" hasCustomPrompt="1"/>
          </p:nvPr>
        </p:nvSpPr>
        <p:spPr>
          <a:xfrm>
            <a:off x="1791189" y="335796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2" name="Picture Placeholder 37">
            <a:extLst>
              <a:ext uri="{FF2B5EF4-FFF2-40B4-BE49-F238E27FC236}">
                <a16:creationId xmlns:a16="http://schemas.microsoft.com/office/drawing/2014/main" id="{868B8685-9839-7189-B77F-E42B6C97CC7A}"/>
              </a:ext>
            </a:extLst>
          </p:cNvPr>
          <p:cNvSpPr>
            <a:spLocks noGrp="1"/>
          </p:cNvSpPr>
          <p:nvPr>
            <p:ph type="pic" sz="quarter" idx="35" hasCustomPrompt="1"/>
          </p:nvPr>
        </p:nvSpPr>
        <p:spPr>
          <a:xfrm>
            <a:off x="1791188" y="361831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cxnSp>
        <p:nvCxnSpPr>
          <p:cNvPr id="33" name="Straight Connector 32">
            <a:extLst>
              <a:ext uri="{FF2B5EF4-FFF2-40B4-BE49-F238E27FC236}">
                <a16:creationId xmlns:a16="http://schemas.microsoft.com/office/drawing/2014/main" id="{176C9F49-0349-9329-7D49-065DBE662BF6}"/>
              </a:ext>
            </a:extLst>
          </p:cNvPr>
          <p:cNvCxnSpPr>
            <a:cxnSpLocks/>
          </p:cNvCxnSpPr>
          <p:nvPr userDrawn="1"/>
        </p:nvCxnSpPr>
        <p:spPr>
          <a:xfrm flipH="1">
            <a:off x="5272989" y="296657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Picture Placeholder 31">
            <a:extLst>
              <a:ext uri="{FF2B5EF4-FFF2-40B4-BE49-F238E27FC236}">
                <a16:creationId xmlns:a16="http://schemas.microsoft.com/office/drawing/2014/main" id="{4A925447-30A9-59C1-FD5D-AD36216BD15F}"/>
              </a:ext>
            </a:extLst>
          </p:cNvPr>
          <p:cNvSpPr>
            <a:spLocks noGrp="1"/>
          </p:cNvSpPr>
          <p:nvPr>
            <p:ph type="pic" sz="quarter" idx="36" hasCustomPrompt="1"/>
          </p:nvPr>
        </p:nvSpPr>
        <p:spPr>
          <a:xfrm>
            <a:off x="4496294" y="289482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0" name="Text Placeholder 34">
            <a:extLst>
              <a:ext uri="{FF2B5EF4-FFF2-40B4-BE49-F238E27FC236}">
                <a16:creationId xmlns:a16="http://schemas.microsoft.com/office/drawing/2014/main" id="{3CCA2598-5A97-DE42-D38A-D8CE438FF621}"/>
              </a:ext>
            </a:extLst>
          </p:cNvPr>
          <p:cNvSpPr>
            <a:spLocks noGrp="1"/>
          </p:cNvSpPr>
          <p:nvPr>
            <p:ph type="body" sz="quarter" idx="37" hasCustomPrompt="1"/>
          </p:nvPr>
        </p:nvSpPr>
        <p:spPr>
          <a:xfrm>
            <a:off x="5872525" y="3089663"/>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1" name="Text Placeholder 34">
            <a:extLst>
              <a:ext uri="{FF2B5EF4-FFF2-40B4-BE49-F238E27FC236}">
                <a16:creationId xmlns:a16="http://schemas.microsoft.com/office/drawing/2014/main" id="{B554D796-E8C4-F0B5-2DEE-6DC80B818E69}"/>
              </a:ext>
            </a:extLst>
          </p:cNvPr>
          <p:cNvSpPr>
            <a:spLocks noGrp="1"/>
          </p:cNvSpPr>
          <p:nvPr>
            <p:ph type="body" sz="quarter" idx="38" hasCustomPrompt="1"/>
          </p:nvPr>
        </p:nvSpPr>
        <p:spPr>
          <a:xfrm>
            <a:off x="5872525" y="335796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2" name="Picture Placeholder 37">
            <a:extLst>
              <a:ext uri="{FF2B5EF4-FFF2-40B4-BE49-F238E27FC236}">
                <a16:creationId xmlns:a16="http://schemas.microsoft.com/office/drawing/2014/main" id="{EEDEA04E-BA18-03B5-26C0-4A205F1365C4}"/>
              </a:ext>
            </a:extLst>
          </p:cNvPr>
          <p:cNvSpPr>
            <a:spLocks noGrp="1"/>
          </p:cNvSpPr>
          <p:nvPr>
            <p:ph type="pic" sz="quarter" idx="39" hasCustomPrompt="1"/>
          </p:nvPr>
        </p:nvSpPr>
        <p:spPr>
          <a:xfrm>
            <a:off x="5872524" y="361831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sp>
        <p:nvSpPr>
          <p:cNvPr id="75" name="Freeform 74">
            <a:extLst>
              <a:ext uri="{FF2B5EF4-FFF2-40B4-BE49-F238E27FC236}">
                <a16:creationId xmlns:a16="http://schemas.microsoft.com/office/drawing/2014/main" id="{F5F1627B-BE4A-2C80-8CF7-B6D41BF76AD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76" name="Picture 10">
            <a:extLst>
              <a:ext uri="{FF2B5EF4-FFF2-40B4-BE49-F238E27FC236}">
                <a16:creationId xmlns:a16="http://schemas.microsoft.com/office/drawing/2014/main" id="{1CCDFC0A-F390-889D-1BC4-9181DE59BA21}"/>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40710413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6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p:nvCxnSpPr>
        <p:spPr>
          <a:xfrm flipH="1">
            <a:off x="916952" y="1321187"/>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419715" y="1273730"/>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412950" y="1409880"/>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412950" y="1678177"/>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412950" y="2425991"/>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412950" y="2694288"/>
            <a:ext cx="2515583" cy="338554"/>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r>
              <a:rPr lang="en-US" sz="105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412950" y="3602822"/>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412950" y="3871119"/>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userDrawn="1"/>
        </p:nvCxnSpPr>
        <p:spPr>
          <a:xfrm flipH="1">
            <a:off x="916952" y="2413612"/>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419715" y="2366155"/>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userDrawn="1"/>
        </p:nvCxnSpPr>
        <p:spPr>
          <a:xfrm flipH="1">
            <a:off x="916952" y="3506037"/>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419715" y="3458580"/>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userDrawn="1"/>
        </p:nvCxnSpPr>
        <p:spPr>
          <a:xfrm flipH="1">
            <a:off x="4992193" y="1321187"/>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4494956" y="1273730"/>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5488191" y="1409880"/>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5488191" y="1678177"/>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5488191" y="2425991"/>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5488191" y="2694288"/>
            <a:ext cx="2515583" cy="338554"/>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r>
              <a:rPr lang="en-US" sz="105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5488191" y="3602822"/>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5488191" y="3871119"/>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userDrawn="1"/>
        </p:nvCxnSpPr>
        <p:spPr>
          <a:xfrm flipH="1">
            <a:off x="4992193" y="2413612"/>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4494956" y="2366155"/>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userDrawn="1"/>
        </p:nvCxnSpPr>
        <p:spPr>
          <a:xfrm flipH="1">
            <a:off x="4992193" y="3506037"/>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4494956" y="3458580"/>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103" name="Freeform 102">
            <a:extLst>
              <a:ext uri="{FF2B5EF4-FFF2-40B4-BE49-F238E27FC236}">
                <a16:creationId xmlns:a16="http://schemas.microsoft.com/office/drawing/2014/main" id="{D84FA899-23B1-FCE0-633B-47F7DB9CF3E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04" name="Picture 10">
            <a:extLst>
              <a:ext uri="{FF2B5EF4-FFF2-40B4-BE49-F238E27FC236}">
                <a16:creationId xmlns:a16="http://schemas.microsoft.com/office/drawing/2014/main" id="{17627147-89F9-845F-A4DB-62B4692BC4EF}"/>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4595805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8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userDrawn="1"/>
        </p:nvCxnSpPr>
        <p:spPr>
          <a:xfrm flipH="1">
            <a:off x="916952" y="969605"/>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419715" y="922148"/>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412950" y="1058298"/>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412950" y="1326595"/>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412950" y="2061634"/>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412950" y="2329931"/>
            <a:ext cx="2515583" cy="338554"/>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r>
              <a:rPr lang="en-US" sz="105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412950" y="3141452"/>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412950" y="3409749"/>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userDrawn="1"/>
        </p:nvCxnSpPr>
        <p:spPr>
          <a:xfrm flipH="1">
            <a:off x="916952" y="2049255"/>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419715" y="2001798"/>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userDrawn="1"/>
        </p:nvCxnSpPr>
        <p:spPr>
          <a:xfrm flipH="1">
            <a:off x="916952" y="3044667"/>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419715" y="2997210"/>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userDrawn="1"/>
        </p:nvCxnSpPr>
        <p:spPr>
          <a:xfrm flipH="1">
            <a:off x="4992193" y="969605"/>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4494956" y="922148"/>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5488191" y="1058298"/>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5488191" y="1326595"/>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5488191" y="2061634"/>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5488191" y="2329931"/>
            <a:ext cx="2515583" cy="338554"/>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r>
              <a:rPr lang="en-US" sz="105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5488191" y="3141452"/>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5488191" y="3409749"/>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userDrawn="1"/>
        </p:nvCxnSpPr>
        <p:spPr>
          <a:xfrm flipH="1">
            <a:off x="4992193" y="2049255"/>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4494956" y="2001798"/>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userDrawn="1"/>
        </p:nvCxnSpPr>
        <p:spPr>
          <a:xfrm flipH="1">
            <a:off x="4992193" y="3044667"/>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4494956" y="2997210"/>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3" name="Text Placeholder 34">
            <a:extLst>
              <a:ext uri="{FF2B5EF4-FFF2-40B4-BE49-F238E27FC236}">
                <a16:creationId xmlns:a16="http://schemas.microsoft.com/office/drawing/2014/main" id="{73C9556D-9DFC-2DF0-AAA2-E76710CCB5B7}"/>
              </a:ext>
            </a:extLst>
          </p:cNvPr>
          <p:cNvSpPr>
            <a:spLocks noGrp="1"/>
          </p:cNvSpPr>
          <p:nvPr>
            <p:ph type="body" sz="quarter" idx="38" hasCustomPrompt="1"/>
          </p:nvPr>
        </p:nvSpPr>
        <p:spPr>
          <a:xfrm>
            <a:off x="1412950" y="4140073"/>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4" name="Text Placeholder 34">
            <a:extLst>
              <a:ext uri="{FF2B5EF4-FFF2-40B4-BE49-F238E27FC236}">
                <a16:creationId xmlns:a16="http://schemas.microsoft.com/office/drawing/2014/main" id="{C6446FCE-F2BA-3338-5038-61645C245127}"/>
              </a:ext>
            </a:extLst>
          </p:cNvPr>
          <p:cNvSpPr>
            <a:spLocks noGrp="1"/>
          </p:cNvSpPr>
          <p:nvPr>
            <p:ph type="body" sz="quarter" idx="39" hasCustomPrompt="1"/>
          </p:nvPr>
        </p:nvSpPr>
        <p:spPr>
          <a:xfrm>
            <a:off x="1412950" y="440837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46" name="Straight Connector 45">
            <a:extLst>
              <a:ext uri="{FF2B5EF4-FFF2-40B4-BE49-F238E27FC236}">
                <a16:creationId xmlns:a16="http://schemas.microsoft.com/office/drawing/2014/main" id="{E0136D51-0BA8-688D-2C2B-49AC68BFD4E4}"/>
              </a:ext>
            </a:extLst>
          </p:cNvPr>
          <p:cNvCxnSpPr>
            <a:cxnSpLocks/>
          </p:cNvCxnSpPr>
          <p:nvPr userDrawn="1"/>
        </p:nvCxnSpPr>
        <p:spPr>
          <a:xfrm flipH="1">
            <a:off x="916952" y="4043288"/>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7" name="Picture Placeholder 31">
            <a:extLst>
              <a:ext uri="{FF2B5EF4-FFF2-40B4-BE49-F238E27FC236}">
                <a16:creationId xmlns:a16="http://schemas.microsoft.com/office/drawing/2014/main" id="{585E1E8E-D35C-E893-0551-89C16F38C30D}"/>
              </a:ext>
            </a:extLst>
          </p:cNvPr>
          <p:cNvSpPr>
            <a:spLocks noGrp="1"/>
          </p:cNvSpPr>
          <p:nvPr>
            <p:ph type="pic" sz="quarter" idx="40" hasCustomPrompt="1"/>
          </p:nvPr>
        </p:nvSpPr>
        <p:spPr>
          <a:xfrm>
            <a:off x="419715" y="3995831"/>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8" name="Text Placeholder 34">
            <a:extLst>
              <a:ext uri="{FF2B5EF4-FFF2-40B4-BE49-F238E27FC236}">
                <a16:creationId xmlns:a16="http://schemas.microsoft.com/office/drawing/2014/main" id="{9E22510D-B3A8-F5C5-8956-B292BB65E935}"/>
              </a:ext>
            </a:extLst>
          </p:cNvPr>
          <p:cNvSpPr>
            <a:spLocks noGrp="1"/>
          </p:cNvSpPr>
          <p:nvPr>
            <p:ph type="body" sz="quarter" idx="41" hasCustomPrompt="1"/>
          </p:nvPr>
        </p:nvSpPr>
        <p:spPr>
          <a:xfrm>
            <a:off x="5488191" y="4140073"/>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9" name="Text Placeholder 34">
            <a:extLst>
              <a:ext uri="{FF2B5EF4-FFF2-40B4-BE49-F238E27FC236}">
                <a16:creationId xmlns:a16="http://schemas.microsoft.com/office/drawing/2014/main" id="{3B508549-7E0F-AD1D-551D-B97426C8D1B6}"/>
              </a:ext>
            </a:extLst>
          </p:cNvPr>
          <p:cNvSpPr>
            <a:spLocks noGrp="1"/>
          </p:cNvSpPr>
          <p:nvPr>
            <p:ph type="body" sz="quarter" idx="42" hasCustomPrompt="1"/>
          </p:nvPr>
        </p:nvSpPr>
        <p:spPr>
          <a:xfrm>
            <a:off x="5488191" y="440837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51" name="Straight Connector 50">
            <a:extLst>
              <a:ext uri="{FF2B5EF4-FFF2-40B4-BE49-F238E27FC236}">
                <a16:creationId xmlns:a16="http://schemas.microsoft.com/office/drawing/2014/main" id="{12AFA9A9-EADC-3E6A-AF50-A4EE815E329A}"/>
              </a:ext>
            </a:extLst>
          </p:cNvPr>
          <p:cNvCxnSpPr>
            <a:cxnSpLocks/>
          </p:cNvCxnSpPr>
          <p:nvPr userDrawn="1"/>
        </p:nvCxnSpPr>
        <p:spPr>
          <a:xfrm flipH="1">
            <a:off x="4992193" y="4043288"/>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2" name="Picture Placeholder 31">
            <a:extLst>
              <a:ext uri="{FF2B5EF4-FFF2-40B4-BE49-F238E27FC236}">
                <a16:creationId xmlns:a16="http://schemas.microsoft.com/office/drawing/2014/main" id="{CA7EDEAE-6A3D-7C2D-43FC-5979A7F58512}"/>
              </a:ext>
            </a:extLst>
          </p:cNvPr>
          <p:cNvSpPr>
            <a:spLocks noGrp="1"/>
          </p:cNvSpPr>
          <p:nvPr>
            <p:ph type="pic" sz="quarter" idx="43" hasCustomPrompt="1"/>
          </p:nvPr>
        </p:nvSpPr>
        <p:spPr>
          <a:xfrm>
            <a:off x="4494956" y="3995831"/>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5" name="Freeform 54">
            <a:extLst>
              <a:ext uri="{FF2B5EF4-FFF2-40B4-BE49-F238E27FC236}">
                <a16:creationId xmlns:a16="http://schemas.microsoft.com/office/drawing/2014/main" id="{984D0AFD-24CD-D16D-DBD5-DEDDAD0D5747}"/>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6" name="Picture 10">
            <a:extLst>
              <a:ext uri="{FF2B5EF4-FFF2-40B4-BE49-F238E27FC236}">
                <a16:creationId xmlns:a16="http://schemas.microsoft.com/office/drawing/2014/main" id="{47DF96B7-88C7-A4A9-6EBF-22D1C30A426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8058106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12 Speakers">
    <p:bg>
      <p:bgPr>
        <a:solidFill>
          <a:schemeClr val="bg2"/>
        </a:solidFill>
        <a:effectLst/>
      </p:bgPr>
    </p:bg>
    <p:spTree>
      <p:nvGrpSpPr>
        <p:cNvPr id="1" name=""/>
        <p:cNvGrpSpPr/>
        <p:nvPr/>
      </p:nvGrpSpPr>
      <p:grpSpPr>
        <a:xfrm>
          <a:off x="0" y="0"/>
          <a:ext cx="0" cy="0"/>
          <a:chOff x="0" y="0"/>
          <a:chExt cx="0" cy="0"/>
        </a:xfrm>
      </p:grpSpPr>
      <p:cxnSp>
        <p:nvCxnSpPr>
          <p:cNvPr id="73" name="Straight Connector 72">
            <a:extLst>
              <a:ext uri="{FF2B5EF4-FFF2-40B4-BE49-F238E27FC236}">
                <a16:creationId xmlns:a16="http://schemas.microsoft.com/office/drawing/2014/main" id="{217FC6BC-2CEA-FB2F-564A-32AE32108B9F}"/>
              </a:ext>
            </a:extLst>
          </p:cNvPr>
          <p:cNvCxnSpPr>
            <a:cxnSpLocks/>
          </p:cNvCxnSpPr>
          <p:nvPr/>
        </p:nvCxnSpPr>
        <p:spPr>
          <a:xfrm flipH="1">
            <a:off x="828704" y="1010654"/>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5" name="Title 1">
            <a:extLst>
              <a:ext uri="{FF2B5EF4-FFF2-40B4-BE49-F238E27FC236}">
                <a16:creationId xmlns:a16="http://schemas.microsoft.com/office/drawing/2014/main" id="{36731815-8F33-BF7C-4AA3-D15AD89A8965}"/>
              </a:ext>
            </a:extLst>
          </p:cNvPr>
          <p:cNvSpPr>
            <a:spLocks noGrp="1"/>
          </p:cNvSpPr>
          <p:nvPr userDrawn="1">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174516" y="1059246"/>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174516" y="1327543"/>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76" name="Picture Placeholder 31">
            <a:extLst>
              <a:ext uri="{FF2B5EF4-FFF2-40B4-BE49-F238E27FC236}">
                <a16:creationId xmlns:a16="http://schemas.microsoft.com/office/drawing/2014/main" id="{75E29B35-3CB5-EFBB-1834-FD770244B606}"/>
              </a:ext>
            </a:extLst>
          </p:cNvPr>
          <p:cNvSpPr>
            <a:spLocks noGrp="1"/>
          </p:cNvSpPr>
          <p:nvPr>
            <p:ph type="pic" sz="quarter" idx="17" hasCustomPrompt="1"/>
          </p:nvPr>
        </p:nvSpPr>
        <p:spPr>
          <a:xfrm>
            <a:off x="414980" y="972001"/>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0" name="Straight Connector 149">
            <a:extLst>
              <a:ext uri="{FF2B5EF4-FFF2-40B4-BE49-F238E27FC236}">
                <a16:creationId xmlns:a16="http://schemas.microsoft.com/office/drawing/2014/main" id="{42BB7A7C-7A33-8B2C-5F23-3FF174CF9679}"/>
              </a:ext>
            </a:extLst>
          </p:cNvPr>
          <p:cNvCxnSpPr>
            <a:cxnSpLocks/>
          </p:cNvCxnSpPr>
          <p:nvPr userDrawn="1"/>
        </p:nvCxnSpPr>
        <p:spPr>
          <a:xfrm flipH="1">
            <a:off x="828704" y="201792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1" name="Text Placeholder 34">
            <a:extLst>
              <a:ext uri="{FF2B5EF4-FFF2-40B4-BE49-F238E27FC236}">
                <a16:creationId xmlns:a16="http://schemas.microsoft.com/office/drawing/2014/main" id="{8D1C79DA-D139-15FD-6EE1-42E3C313D618}"/>
              </a:ext>
            </a:extLst>
          </p:cNvPr>
          <p:cNvSpPr>
            <a:spLocks noGrp="1"/>
          </p:cNvSpPr>
          <p:nvPr>
            <p:ph type="body" sz="quarter" idx="23" hasCustomPrompt="1"/>
          </p:nvPr>
        </p:nvSpPr>
        <p:spPr>
          <a:xfrm>
            <a:off x="1174516" y="2066515"/>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2" name="Text Placeholder 34">
            <a:extLst>
              <a:ext uri="{FF2B5EF4-FFF2-40B4-BE49-F238E27FC236}">
                <a16:creationId xmlns:a16="http://schemas.microsoft.com/office/drawing/2014/main" id="{B6E5D0EC-11C8-6287-8AC6-EE25D5EFB4F3}"/>
              </a:ext>
            </a:extLst>
          </p:cNvPr>
          <p:cNvSpPr>
            <a:spLocks noGrp="1"/>
          </p:cNvSpPr>
          <p:nvPr>
            <p:ph type="body" sz="quarter" idx="24" hasCustomPrompt="1"/>
          </p:nvPr>
        </p:nvSpPr>
        <p:spPr>
          <a:xfrm>
            <a:off x="1174516" y="2334812"/>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3" name="Picture Placeholder 31">
            <a:extLst>
              <a:ext uri="{FF2B5EF4-FFF2-40B4-BE49-F238E27FC236}">
                <a16:creationId xmlns:a16="http://schemas.microsoft.com/office/drawing/2014/main" id="{90FECC38-01D5-CE56-0C0A-FD663E164B20}"/>
              </a:ext>
            </a:extLst>
          </p:cNvPr>
          <p:cNvSpPr>
            <a:spLocks noGrp="1"/>
          </p:cNvSpPr>
          <p:nvPr>
            <p:ph type="pic" sz="quarter" idx="25" hasCustomPrompt="1"/>
          </p:nvPr>
        </p:nvSpPr>
        <p:spPr>
          <a:xfrm>
            <a:off x="414980" y="1979270"/>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4" name="Straight Connector 153">
            <a:extLst>
              <a:ext uri="{FF2B5EF4-FFF2-40B4-BE49-F238E27FC236}">
                <a16:creationId xmlns:a16="http://schemas.microsoft.com/office/drawing/2014/main" id="{32990DF9-0709-8256-A688-1A45C9121CC3}"/>
              </a:ext>
            </a:extLst>
          </p:cNvPr>
          <p:cNvCxnSpPr>
            <a:cxnSpLocks/>
          </p:cNvCxnSpPr>
          <p:nvPr userDrawn="1"/>
        </p:nvCxnSpPr>
        <p:spPr>
          <a:xfrm flipH="1">
            <a:off x="828704" y="3018048"/>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5" name="Text Placeholder 34">
            <a:extLst>
              <a:ext uri="{FF2B5EF4-FFF2-40B4-BE49-F238E27FC236}">
                <a16:creationId xmlns:a16="http://schemas.microsoft.com/office/drawing/2014/main" id="{EFDA1F4F-AD72-9D37-DE05-1E968C61BE2A}"/>
              </a:ext>
            </a:extLst>
          </p:cNvPr>
          <p:cNvSpPr>
            <a:spLocks noGrp="1"/>
          </p:cNvSpPr>
          <p:nvPr>
            <p:ph type="body" sz="quarter" idx="26" hasCustomPrompt="1"/>
          </p:nvPr>
        </p:nvSpPr>
        <p:spPr>
          <a:xfrm>
            <a:off x="1174516" y="3066640"/>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6" name="Text Placeholder 34">
            <a:extLst>
              <a:ext uri="{FF2B5EF4-FFF2-40B4-BE49-F238E27FC236}">
                <a16:creationId xmlns:a16="http://schemas.microsoft.com/office/drawing/2014/main" id="{43FAB01F-0805-3540-8B23-9C943BF0671A}"/>
              </a:ext>
            </a:extLst>
          </p:cNvPr>
          <p:cNvSpPr>
            <a:spLocks noGrp="1"/>
          </p:cNvSpPr>
          <p:nvPr>
            <p:ph type="body" sz="quarter" idx="27" hasCustomPrompt="1"/>
          </p:nvPr>
        </p:nvSpPr>
        <p:spPr>
          <a:xfrm>
            <a:off x="1174516" y="3334937"/>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7" name="Picture Placeholder 31">
            <a:extLst>
              <a:ext uri="{FF2B5EF4-FFF2-40B4-BE49-F238E27FC236}">
                <a16:creationId xmlns:a16="http://schemas.microsoft.com/office/drawing/2014/main" id="{0E9FC3C1-F9C3-4AC2-CA7D-5B07F3CF0BC4}"/>
              </a:ext>
            </a:extLst>
          </p:cNvPr>
          <p:cNvSpPr>
            <a:spLocks noGrp="1"/>
          </p:cNvSpPr>
          <p:nvPr>
            <p:ph type="pic" sz="quarter" idx="28" hasCustomPrompt="1"/>
          </p:nvPr>
        </p:nvSpPr>
        <p:spPr>
          <a:xfrm>
            <a:off x="414980" y="2979395"/>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19" name="Straight Connector 218">
            <a:extLst>
              <a:ext uri="{FF2B5EF4-FFF2-40B4-BE49-F238E27FC236}">
                <a16:creationId xmlns:a16="http://schemas.microsoft.com/office/drawing/2014/main" id="{98561C71-9962-C0AB-60B2-60F5E12EC5A5}"/>
              </a:ext>
            </a:extLst>
          </p:cNvPr>
          <p:cNvCxnSpPr>
            <a:cxnSpLocks/>
          </p:cNvCxnSpPr>
          <p:nvPr userDrawn="1"/>
        </p:nvCxnSpPr>
        <p:spPr>
          <a:xfrm flipH="1">
            <a:off x="828704" y="401817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0" name="Text Placeholder 34">
            <a:extLst>
              <a:ext uri="{FF2B5EF4-FFF2-40B4-BE49-F238E27FC236}">
                <a16:creationId xmlns:a16="http://schemas.microsoft.com/office/drawing/2014/main" id="{76A10804-5532-5821-ED40-E0117DDAA515}"/>
              </a:ext>
            </a:extLst>
          </p:cNvPr>
          <p:cNvSpPr>
            <a:spLocks noGrp="1"/>
          </p:cNvSpPr>
          <p:nvPr>
            <p:ph type="body" sz="quarter" idx="29" hasCustomPrompt="1"/>
          </p:nvPr>
        </p:nvSpPr>
        <p:spPr>
          <a:xfrm>
            <a:off x="1174516" y="4066765"/>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1" name="Text Placeholder 34">
            <a:extLst>
              <a:ext uri="{FF2B5EF4-FFF2-40B4-BE49-F238E27FC236}">
                <a16:creationId xmlns:a16="http://schemas.microsoft.com/office/drawing/2014/main" id="{1A8EE7A8-296A-8214-7514-8B409FB1EDAB}"/>
              </a:ext>
            </a:extLst>
          </p:cNvPr>
          <p:cNvSpPr>
            <a:spLocks noGrp="1"/>
          </p:cNvSpPr>
          <p:nvPr>
            <p:ph type="body" sz="quarter" idx="30" hasCustomPrompt="1"/>
          </p:nvPr>
        </p:nvSpPr>
        <p:spPr>
          <a:xfrm>
            <a:off x="1174516" y="4335062"/>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2" name="Picture Placeholder 31">
            <a:extLst>
              <a:ext uri="{FF2B5EF4-FFF2-40B4-BE49-F238E27FC236}">
                <a16:creationId xmlns:a16="http://schemas.microsoft.com/office/drawing/2014/main" id="{F5BB9224-9EEC-DA3A-6DAF-CCA94814B436}"/>
              </a:ext>
            </a:extLst>
          </p:cNvPr>
          <p:cNvSpPr>
            <a:spLocks noGrp="1"/>
          </p:cNvSpPr>
          <p:nvPr>
            <p:ph type="pic" sz="quarter" idx="31" hasCustomPrompt="1"/>
          </p:nvPr>
        </p:nvSpPr>
        <p:spPr>
          <a:xfrm>
            <a:off x="414980" y="3979520"/>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3" name="Straight Connector 222">
            <a:extLst>
              <a:ext uri="{FF2B5EF4-FFF2-40B4-BE49-F238E27FC236}">
                <a16:creationId xmlns:a16="http://schemas.microsoft.com/office/drawing/2014/main" id="{539DF603-7AD5-C996-2951-F66C3BD4D801}"/>
              </a:ext>
            </a:extLst>
          </p:cNvPr>
          <p:cNvCxnSpPr>
            <a:cxnSpLocks/>
          </p:cNvCxnSpPr>
          <p:nvPr userDrawn="1"/>
        </p:nvCxnSpPr>
        <p:spPr>
          <a:xfrm flipH="1">
            <a:off x="3561394" y="1010654"/>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4" name="Text Placeholder 34">
            <a:extLst>
              <a:ext uri="{FF2B5EF4-FFF2-40B4-BE49-F238E27FC236}">
                <a16:creationId xmlns:a16="http://schemas.microsoft.com/office/drawing/2014/main" id="{FC26F4EE-D6B6-2658-2F9E-39E421D535D0}"/>
              </a:ext>
            </a:extLst>
          </p:cNvPr>
          <p:cNvSpPr>
            <a:spLocks noGrp="1"/>
          </p:cNvSpPr>
          <p:nvPr>
            <p:ph type="body" sz="quarter" idx="32" hasCustomPrompt="1"/>
          </p:nvPr>
        </p:nvSpPr>
        <p:spPr>
          <a:xfrm>
            <a:off x="3907206" y="1059246"/>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5" name="Text Placeholder 34">
            <a:extLst>
              <a:ext uri="{FF2B5EF4-FFF2-40B4-BE49-F238E27FC236}">
                <a16:creationId xmlns:a16="http://schemas.microsoft.com/office/drawing/2014/main" id="{1DD3842A-4738-FD49-5CF6-55DC0A7D5048}"/>
              </a:ext>
            </a:extLst>
          </p:cNvPr>
          <p:cNvSpPr>
            <a:spLocks noGrp="1"/>
          </p:cNvSpPr>
          <p:nvPr>
            <p:ph type="body" sz="quarter" idx="33" hasCustomPrompt="1"/>
          </p:nvPr>
        </p:nvSpPr>
        <p:spPr>
          <a:xfrm>
            <a:off x="3907206" y="1327543"/>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6" name="Picture Placeholder 31">
            <a:extLst>
              <a:ext uri="{FF2B5EF4-FFF2-40B4-BE49-F238E27FC236}">
                <a16:creationId xmlns:a16="http://schemas.microsoft.com/office/drawing/2014/main" id="{253CDE3B-AAD8-54BA-7C7E-895C404717E7}"/>
              </a:ext>
            </a:extLst>
          </p:cNvPr>
          <p:cNvSpPr>
            <a:spLocks noGrp="1"/>
          </p:cNvSpPr>
          <p:nvPr>
            <p:ph type="pic" sz="quarter" idx="34" hasCustomPrompt="1"/>
          </p:nvPr>
        </p:nvSpPr>
        <p:spPr>
          <a:xfrm>
            <a:off x="3147670" y="972001"/>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7" name="Straight Connector 226">
            <a:extLst>
              <a:ext uri="{FF2B5EF4-FFF2-40B4-BE49-F238E27FC236}">
                <a16:creationId xmlns:a16="http://schemas.microsoft.com/office/drawing/2014/main" id="{6578670E-57F0-AF46-7BBB-7EA76CF87CA8}"/>
              </a:ext>
            </a:extLst>
          </p:cNvPr>
          <p:cNvCxnSpPr>
            <a:cxnSpLocks/>
          </p:cNvCxnSpPr>
          <p:nvPr userDrawn="1"/>
        </p:nvCxnSpPr>
        <p:spPr>
          <a:xfrm flipH="1">
            <a:off x="3561394" y="201792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8" name="Text Placeholder 34">
            <a:extLst>
              <a:ext uri="{FF2B5EF4-FFF2-40B4-BE49-F238E27FC236}">
                <a16:creationId xmlns:a16="http://schemas.microsoft.com/office/drawing/2014/main" id="{735C124E-4C9B-2E15-EFB8-6993D2D75CAB}"/>
              </a:ext>
            </a:extLst>
          </p:cNvPr>
          <p:cNvSpPr>
            <a:spLocks noGrp="1"/>
          </p:cNvSpPr>
          <p:nvPr>
            <p:ph type="body" sz="quarter" idx="35" hasCustomPrompt="1"/>
          </p:nvPr>
        </p:nvSpPr>
        <p:spPr>
          <a:xfrm>
            <a:off x="3907206" y="2066515"/>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9" name="Text Placeholder 34">
            <a:extLst>
              <a:ext uri="{FF2B5EF4-FFF2-40B4-BE49-F238E27FC236}">
                <a16:creationId xmlns:a16="http://schemas.microsoft.com/office/drawing/2014/main" id="{8E3FF739-2DC1-37F1-A076-CDA9DFCDA685}"/>
              </a:ext>
            </a:extLst>
          </p:cNvPr>
          <p:cNvSpPr>
            <a:spLocks noGrp="1"/>
          </p:cNvSpPr>
          <p:nvPr>
            <p:ph type="body" sz="quarter" idx="36" hasCustomPrompt="1"/>
          </p:nvPr>
        </p:nvSpPr>
        <p:spPr>
          <a:xfrm>
            <a:off x="3907206" y="2334812"/>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0" name="Picture Placeholder 31">
            <a:extLst>
              <a:ext uri="{FF2B5EF4-FFF2-40B4-BE49-F238E27FC236}">
                <a16:creationId xmlns:a16="http://schemas.microsoft.com/office/drawing/2014/main" id="{229F72F0-3347-F85C-77AF-60A9F9A1954D}"/>
              </a:ext>
            </a:extLst>
          </p:cNvPr>
          <p:cNvSpPr>
            <a:spLocks noGrp="1"/>
          </p:cNvSpPr>
          <p:nvPr>
            <p:ph type="pic" sz="quarter" idx="37" hasCustomPrompt="1"/>
          </p:nvPr>
        </p:nvSpPr>
        <p:spPr>
          <a:xfrm>
            <a:off x="3147670" y="1979270"/>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1" name="Straight Connector 230">
            <a:extLst>
              <a:ext uri="{FF2B5EF4-FFF2-40B4-BE49-F238E27FC236}">
                <a16:creationId xmlns:a16="http://schemas.microsoft.com/office/drawing/2014/main" id="{F94375F8-20E0-FB85-EE75-E19F4CDE16FB}"/>
              </a:ext>
            </a:extLst>
          </p:cNvPr>
          <p:cNvCxnSpPr>
            <a:cxnSpLocks/>
          </p:cNvCxnSpPr>
          <p:nvPr userDrawn="1"/>
        </p:nvCxnSpPr>
        <p:spPr>
          <a:xfrm flipH="1">
            <a:off x="3561394" y="3018048"/>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2" name="Text Placeholder 34">
            <a:extLst>
              <a:ext uri="{FF2B5EF4-FFF2-40B4-BE49-F238E27FC236}">
                <a16:creationId xmlns:a16="http://schemas.microsoft.com/office/drawing/2014/main" id="{B5C9CDA9-12FD-F277-237B-A94DC3D99F05}"/>
              </a:ext>
            </a:extLst>
          </p:cNvPr>
          <p:cNvSpPr>
            <a:spLocks noGrp="1"/>
          </p:cNvSpPr>
          <p:nvPr>
            <p:ph type="body" sz="quarter" idx="38" hasCustomPrompt="1"/>
          </p:nvPr>
        </p:nvSpPr>
        <p:spPr>
          <a:xfrm>
            <a:off x="3907206" y="3066640"/>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3" name="Text Placeholder 34">
            <a:extLst>
              <a:ext uri="{FF2B5EF4-FFF2-40B4-BE49-F238E27FC236}">
                <a16:creationId xmlns:a16="http://schemas.microsoft.com/office/drawing/2014/main" id="{D3C9B2EC-47F7-17C7-3EA8-40482B2277DC}"/>
              </a:ext>
            </a:extLst>
          </p:cNvPr>
          <p:cNvSpPr>
            <a:spLocks noGrp="1"/>
          </p:cNvSpPr>
          <p:nvPr>
            <p:ph type="body" sz="quarter" idx="39" hasCustomPrompt="1"/>
          </p:nvPr>
        </p:nvSpPr>
        <p:spPr>
          <a:xfrm>
            <a:off x="3907206" y="3334937"/>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4" name="Picture Placeholder 31">
            <a:extLst>
              <a:ext uri="{FF2B5EF4-FFF2-40B4-BE49-F238E27FC236}">
                <a16:creationId xmlns:a16="http://schemas.microsoft.com/office/drawing/2014/main" id="{061FF5F7-2D26-6F3F-DFEA-FF38FD622C9D}"/>
              </a:ext>
            </a:extLst>
          </p:cNvPr>
          <p:cNvSpPr>
            <a:spLocks noGrp="1"/>
          </p:cNvSpPr>
          <p:nvPr>
            <p:ph type="pic" sz="quarter" idx="40" hasCustomPrompt="1"/>
          </p:nvPr>
        </p:nvSpPr>
        <p:spPr>
          <a:xfrm>
            <a:off x="3147670" y="2979395"/>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5" name="Straight Connector 234">
            <a:extLst>
              <a:ext uri="{FF2B5EF4-FFF2-40B4-BE49-F238E27FC236}">
                <a16:creationId xmlns:a16="http://schemas.microsoft.com/office/drawing/2014/main" id="{F6E81E63-BD72-FF68-3C39-056C2FF7CC83}"/>
              </a:ext>
            </a:extLst>
          </p:cNvPr>
          <p:cNvCxnSpPr>
            <a:cxnSpLocks/>
          </p:cNvCxnSpPr>
          <p:nvPr userDrawn="1"/>
        </p:nvCxnSpPr>
        <p:spPr>
          <a:xfrm flipH="1">
            <a:off x="3561394" y="401817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6" name="Text Placeholder 34">
            <a:extLst>
              <a:ext uri="{FF2B5EF4-FFF2-40B4-BE49-F238E27FC236}">
                <a16:creationId xmlns:a16="http://schemas.microsoft.com/office/drawing/2014/main" id="{C2D2EDBF-0728-83A4-53B0-99FFE2637393}"/>
              </a:ext>
            </a:extLst>
          </p:cNvPr>
          <p:cNvSpPr>
            <a:spLocks noGrp="1"/>
          </p:cNvSpPr>
          <p:nvPr>
            <p:ph type="body" sz="quarter" idx="41" hasCustomPrompt="1"/>
          </p:nvPr>
        </p:nvSpPr>
        <p:spPr>
          <a:xfrm>
            <a:off x="3907206" y="4066765"/>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7" name="Text Placeholder 34">
            <a:extLst>
              <a:ext uri="{FF2B5EF4-FFF2-40B4-BE49-F238E27FC236}">
                <a16:creationId xmlns:a16="http://schemas.microsoft.com/office/drawing/2014/main" id="{52E9B2B9-BAF7-287A-C00C-BCB8EC4C7A4F}"/>
              </a:ext>
            </a:extLst>
          </p:cNvPr>
          <p:cNvSpPr>
            <a:spLocks noGrp="1"/>
          </p:cNvSpPr>
          <p:nvPr>
            <p:ph type="body" sz="quarter" idx="42" hasCustomPrompt="1"/>
          </p:nvPr>
        </p:nvSpPr>
        <p:spPr>
          <a:xfrm>
            <a:off x="3907206" y="4335062"/>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8" name="Picture Placeholder 31">
            <a:extLst>
              <a:ext uri="{FF2B5EF4-FFF2-40B4-BE49-F238E27FC236}">
                <a16:creationId xmlns:a16="http://schemas.microsoft.com/office/drawing/2014/main" id="{69A1CD5F-AD8E-0A9F-5BF8-AC6B5D4AC33D}"/>
              </a:ext>
            </a:extLst>
          </p:cNvPr>
          <p:cNvSpPr>
            <a:spLocks noGrp="1"/>
          </p:cNvSpPr>
          <p:nvPr>
            <p:ph type="pic" sz="quarter" idx="43" hasCustomPrompt="1"/>
          </p:nvPr>
        </p:nvSpPr>
        <p:spPr>
          <a:xfrm>
            <a:off x="3147670" y="3979520"/>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9" name="Straight Connector 238">
            <a:extLst>
              <a:ext uri="{FF2B5EF4-FFF2-40B4-BE49-F238E27FC236}">
                <a16:creationId xmlns:a16="http://schemas.microsoft.com/office/drawing/2014/main" id="{20208525-ABD9-7115-0287-DB39D2011373}"/>
              </a:ext>
            </a:extLst>
          </p:cNvPr>
          <p:cNvCxnSpPr>
            <a:cxnSpLocks/>
          </p:cNvCxnSpPr>
          <p:nvPr userDrawn="1"/>
        </p:nvCxnSpPr>
        <p:spPr>
          <a:xfrm flipH="1">
            <a:off x="6325615" y="1010654"/>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0" name="Text Placeholder 34">
            <a:extLst>
              <a:ext uri="{FF2B5EF4-FFF2-40B4-BE49-F238E27FC236}">
                <a16:creationId xmlns:a16="http://schemas.microsoft.com/office/drawing/2014/main" id="{109869E6-B260-A8ED-6BAD-5565A200C121}"/>
              </a:ext>
            </a:extLst>
          </p:cNvPr>
          <p:cNvSpPr>
            <a:spLocks noGrp="1"/>
          </p:cNvSpPr>
          <p:nvPr>
            <p:ph type="body" sz="quarter" idx="44" hasCustomPrompt="1"/>
          </p:nvPr>
        </p:nvSpPr>
        <p:spPr>
          <a:xfrm>
            <a:off x="6671427" y="1059246"/>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1" name="Text Placeholder 34">
            <a:extLst>
              <a:ext uri="{FF2B5EF4-FFF2-40B4-BE49-F238E27FC236}">
                <a16:creationId xmlns:a16="http://schemas.microsoft.com/office/drawing/2014/main" id="{C38A4D6B-A385-737E-7530-BCD52C390A47}"/>
              </a:ext>
            </a:extLst>
          </p:cNvPr>
          <p:cNvSpPr>
            <a:spLocks noGrp="1"/>
          </p:cNvSpPr>
          <p:nvPr>
            <p:ph type="body" sz="quarter" idx="45" hasCustomPrompt="1"/>
          </p:nvPr>
        </p:nvSpPr>
        <p:spPr>
          <a:xfrm>
            <a:off x="6671427" y="1327543"/>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2" name="Picture Placeholder 31">
            <a:extLst>
              <a:ext uri="{FF2B5EF4-FFF2-40B4-BE49-F238E27FC236}">
                <a16:creationId xmlns:a16="http://schemas.microsoft.com/office/drawing/2014/main" id="{D5D66D34-51E3-7121-0CA3-D2DEDCD0FE52}"/>
              </a:ext>
            </a:extLst>
          </p:cNvPr>
          <p:cNvSpPr>
            <a:spLocks noGrp="1"/>
          </p:cNvSpPr>
          <p:nvPr>
            <p:ph type="pic" sz="quarter" idx="46" hasCustomPrompt="1"/>
          </p:nvPr>
        </p:nvSpPr>
        <p:spPr>
          <a:xfrm>
            <a:off x="5911891" y="972001"/>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3" name="Straight Connector 242">
            <a:extLst>
              <a:ext uri="{FF2B5EF4-FFF2-40B4-BE49-F238E27FC236}">
                <a16:creationId xmlns:a16="http://schemas.microsoft.com/office/drawing/2014/main" id="{C6B425BF-1FFA-F5DB-E98D-3C7E7F668479}"/>
              </a:ext>
            </a:extLst>
          </p:cNvPr>
          <p:cNvCxnSpPr>
            <a:cxnSpLocks/>
          </p:cNvCxnSpPr>
          <p:nvPr userDrawn="1"/>
        </p:nvCxnSpPr>
        <p:spPr>
          <a:xfrm flipH="1">
            <a:off x="6325615" y="201792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4" name="Text Placeholder 34">
            <a:extLst>
              <a:ext uri="{FF2B5EF4-FFF2-40B4-BE49-F238E27FC236}">
                <a16:creationId xmlns:a16="http://schemas.microsoft.com/office/drawing/2014/main" id="{9F9EC226-0B59-47FB-553B-47E46AAAC766}"/>
              </a:ext>
            </a:extLst>
          </p:cNvPr>
          <p:cNvSpPr>
            <a:spLocks noGrp="1"/>
          </p:cNvSpPr>
          <p:nvPr>
            <p:ph type="body" sz="quarter" idx="47" hasCustomPrompt="1"/>
          </p:nvPr>
        </p:nvSpPr>
        <p:spPr>
          <a:xfrm>
            <a:off x="6671427" y="2066515"/>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5" name="Text Placeholder 34">
            <a:extLst>
              <a:ext uri="{FF2B5EF4-FFF2-40B4-BE49-F238E27FC236}">
                <a16:creationId xmlns:a16="http://schemas.microsoft.com/office/drawing/2014/main" id="{17A65A93-D122-D31B-8FDC-258A29163F03}"/>
              </a:ext>
            </a:extLst>
          </p:cNvPr>
          <p:cNvSpPr>
            <a:spLocks noGrp="1"/>
          </p:cNvSpPr>
          <p:nvPr>
            <p:ph type="body" sz="quarter" idx="48" hasCustomPrompt="1"/>
          </p:nvPr>
        </p:nvSpPr>
        <p:spPr>
          <a:xfrm>
            <a:off x="6671427" y="2334812"/>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6" name="Picture Placeholder 31">
            <a:extLst>
              <a:ext uri="{FF2B5EF4-FFF2-40B4-BE49-F238E27FC236}">
                <a16:creationId xmlns:a16="http://schemas.microsoft.com/office/drawing/2014/main" id="{686FF29D-D933-1006-AA8B-B148FC8AD2AF}"/>
              </a:ext>
            </a:extLst>
          </p:cNvPr>
          <p:cNvSpPr>
            <a:spLocks noGrp="1"/>
          </p:cNvSpPr>
          <p:nvPr>
            <p:ph type="pic" sz="quarter" idx="49" hasCustomPrompt="1"/>
          </p:nvPr>
        </p:nvSpPr>
        <p:spPr>
          <a:xfrm>
            <a:off x="5911891" y="1979270"/>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7" name="Straight Connector 246">
            <a:extLst>
              <a:ext uri="{FF2B5EF4-FFF2-40B4-BE49-F238E27FC236}">
                <a16:creationId xmlns:a16="http://schemas.microsoft.com/office/drawing/2014/main" id="{248DC103-95A8-52E2-9802-B6EC8CF068CB}"/>
              </a:ext>
            </a:extLst>
          </p:cNvPr>
          <p:cNvCxnSpPr>
            <a:cxnSpLocks/>
          </p:cNvCxnSpPr>
          <p:nvPr userDrawn="1"/>
        </p:nvCxnSpPr>
        <p:spPr>
          <a:xfrm flipH="1">
            <a:off x="6325615" y="3018048"/>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8" name="Text Placeholder 34">
            <a:extLst>
              <a:ext uri="{FF2B5EF4-FFF2-40B4-BE49-F238E27FC236}">
                <a16:creationId xmlns:a16="http://schemas.microsoft.com/office/drawing/2014/main" id="{46D73D4A-0919-CA6B-9DA7-328D4F7BA26C}"/>
              </a:ext>
            </a:extLst>
          </p:cNvPr>
          <p:cNvSpPr>
            <a:spLocks noGrp="1"/>
          </p:cNvSpPr>
          <p:nvPr>
            <p:ph type="body" sz="quarter" idx="50" hasCustomPrompt="1"/>
          </p:nvPr>
        </p:nvSpPr>
        <p:spPr>
          <a:xfrm>
            <a:off x="6671427" y="3066640"/>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9" name="Text Placeholder 34">
            <a:extLst>
              <a:ext uri="{FF2B5EF4-FFF2-40B4-BE49-F238E27FC236}">
                <a16:creationId xmlns:a16="http://schemas.microsoft.com/office/drawing/2014/main" id="{23B0E44A-2A04-D132-9E8A-1EF53CEC79ED}"/>
              </a:ext>
            </a:extLst>
          </p:cNvPr>
          <p:cNvSpPr>
            <a:spLocks noGrp="1"/>
          </p:cNvSpPr>
          <p:nvPr>
            <p:ph type="body" sz="quarter" idx="51" hasCustomPrompt="1"/>
          </p:nvPr>
        </p:nvSpPr>
        <p:spPr>
          <a:xfrm>
            <a:off x="6671427" y="3334937"/>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0" name="Picture Placeholder 31">
            <a:extLst>
              <a:ext uri="{FF2B5EF4-FFF2-40B4-BE49-F238E27FC236}">
                <a16:creationId xmlns:a16="http://schemas.microsoft.com/office/drawing/2014/main" id="{DF5D2C43-667D-47D0-8FE8-8FB6385C6617}"/>
              </a:ext>
            </a:extLst>
          </p:cNvPr>
          <p:cNvSpPr>
            <a:spLocks noGrp="1"/>
          </p:cNvSpPr>
          <p:nvPr>
            <p:ph type="pic" sz="quarter" idx="52" hasCustomPrompt="1"/>
          </p:nvPr>
        </p:nvSpPr>
        <p:spPr>
          <a:xfrm>
            <a:off x="5911891" y="2979395"/>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51" name="Straight Connector 250">
            <a:extLst>
              <a:ext uri="{FF2B5EF4-FFF2-40B4-BE49-F238E27FC236}">
                <a16:creationId xmlns:a16="http://schemas.microsoft.com/office/drawing/2014/main" id="{CBE8439D-800A-28AB-6CBA-6A64AEA87922}"/>
              </a:ext>
            </a:extLst>
          </p:cNvPr>
          <p:cNvCxnSpPr>
            <a:cxnSpLocks/>
          </p:cNvCxnSpPr>
          <p:nvPr userDrawn="1"/>
        </p:nvCxnSpPr>
        <p:spPr>
          <a:xfrm flipH="1">
            <a:off x="6325615" y="401817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2" name="Text Placeholder 34">
            <a:extLst>
              <a:ext uri="{FF2B5EF4-FFF2-40B4-BE49-F238E27FC236}">
                <a16:creationId xmlns:a16="http://schemas.microsoft.com/office/drawing/2014/main" id="{7DF5E984-AABC-99BA-8542-FAC6821454BD}"/>
              </a:ext>
            </a:extLst>
          </p:cNvPr>
          <p:cNvSpPr>
            <a:spLocks noGrp="1"/>
          </p:cNvSpPr>
          <p:nvPr>
            <p:ph type="body" sz="quarter" idx="53" hasCustomPrompt="1"/>
          </p:nvPr>
        </p:nvSpPr>
        <p:spPr>
          <a:xfrm>
            <a:off x="6671427" y="4066765"/>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53" name="Text Placeholder 34">
            <a:extLst>
              <a:ext uri="{FF2B5EF4-FFF2-40B4-BE49-F238E27FC236}">
                <a16:creationId xmlns:a16="http://schemas.microsoft.com/office/drawing/2014/main" id="{E6EA7B54-1ED1-FBC9-C5D6-6A982B4D126A}"/>
              </a:ext>
            </a:extLst>
          </p:cNvPr>
          <p:cNvSpPr>
            <a:spLocks noGrp="1"/>
          </p:cNvSpPr>
          <p:nvPr>
            <p:ph type="body" sz="quarter" idx="54" hasCustomPrompt="1"/>
          </p:nvPr>
        </p:nvSpPr>
        <p:spPr>
          <a:xfrm>
            <a:off x="6671427" y="4335062"/>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4" name="Picture Placeholder 31">
            <a:extLst>
              <a:ext uri="{FF2B5EF4-FFF2-40B4-BE49-F238E27FC236}">
                <a16:creationId xmlns:a16="http://schemas.microsoft.com/office/drawing/2014/main" id="{5F262BBD-76ED-DE6E-C629-FCD967C2A478}"/>
              </a:ext>
            </a:extLst>
          </p:cNvPr>
          <p:cNvSpPr>
            <a:spLocks noGrp="1"/>
          </p:cNvSpPr>
          <p:nvPr>
            <p:ph type="pic" sz="quarter" idx="55" hasCustomPrompt="1"/>
          </p:nvPr>
        </p:nvSpPr>
        <p:spPr>
          <a:xfrm>
            <a:off x="5911891" y="3979520"/>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56" name="Freeform 255">
            <a:extLst>
              <a:ext uri="{FF2B5EF4-FFF2-40B4-BE49-F238E27FC236}">
                <a16:creationId xmlns:a16="http://schemas.microsoft.com/office/drawing/2014/main" id="{86A38237-F330-31D7-8A69-85DB90172E81}"/>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257" name="Picture 10">
            <a:extLst>
              <a:ext uri="{FF2B5EF4-FFF2-40B4-BE49-F238E27FC236}">
                <a16:creationId xmlns:a16="http://schemas.microsoft.com/office/drawing/2014/main" id="{496B2E98-4F2C-3C11-E0EA-D7665C82FE3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1356606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1 Speaker - Dark">
    <p:bg>
      <p:bgRef idx="1001">
        <a:schemeClr val="bg2"/>
      </p:bgRef>
    </p:bg>
    <p:spTree>
      <p:nvGrpSpPr>
        <p:cNvPr id="1" name=""/>
        <p:cNvGrpSpPr/>
        <p:nvPr/>
      </p:nvGrpSpPr>
      <p:grpSpPr>
        <a:xfrm>
          <a:off x="0" y="0"/>
          <a:ext cx="0" cy="0"/>
          <a:chOff x="0" y="0"/>
          <a:chExt cx="0" cy="0"/>
        </a:xfrm>
      </p:grpSpPr>
      <p:sp>
        <p:nvSpPr>
          <p:cNvPr id="32" name="Picture Placeholder 31">
            <a:extLst>
              <a:ext uri="{FF2B5EF4-FFF2-40B4-BE49-F238E27FC236}">
                <a16:creationId xmlns:a16="http://schemas.microsoft.com/office/drawing/2014/main" id="{F409739E-BC68-FB92-4A23-21168252B992}"/>
              </a:ext>
            </a:extLst>
          </p:cNvPr>
          <p:cNvSpPr>
            <a:spLocks noGrp="1"/>
          </p:cNvSpPr>
          <p:nvPr>
            <p:ph type="pic" sz="quarter" idx="10" hasCustomPrompt="1"/>
          </p:nvPr>
        </p:nvSpPr>
        <p:spPr>
          <a:xfrm>
            <a:off x="1144302" y="1343043"/>
            <a:ext cx="2622679" cy="2698910"/>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 name="Title 1">
            <a:extLst>
              <a:ext uri="{FF2B5EF4-FFF2-40B4-BE49-F238E27FC236}">
                <a16:creationId xmlns:a16="http://schemas.microsoft.com/office/drawing/2014/main" id="{BFAD90C7-83D8-6932-E4BA-9085BC790F9B}"/>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8" name="Freeform 7">
            <a:extLst>
              <a:ext uri="{FF2B5EF4-FFF2-40B4-BE49-F238E27FC236}">
                <a16:creationId xmlns:a16="http://schemas.microsoft.com/office/drawing/2014/main" id="{1065E2DF-B2D7-96D0-FE07-41220C8D1C2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4352925" y="1913909"/>
            <a:ext cx="3916363" cy="462713"/>
          </a:xfrm>
          <a:prstGeom prst="rect">
            <a:avLst/>
          </a:prstGeom>
        </p:spPr>
        <p:txBody>
          <a:bodyPr lIns="0" anchor="b"/>
          <a:lstStyle>
            <a:lvl1pPr marL="0" indent="0">
              <a:buNone/>
              <a:defRPr sz="32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4352925" y="2390457"/>
            <a:ext cx="3916363" cy="462713"/>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4352925" y="3105150"/>
            <a:ext cx="1284288" cy="522288"/>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10" name="Straight Connector 9">
            <a:extLst>
              <a:ext uri="{FF2B5EF4-FFF2-40B4-BE49-F238E27FC236}">
                <a16:creationId xmlns:a16="http://schemas.microsoft.com/office/drawing/2014/main" id="{83551171-07C8-C46D-BA03-1A4E9DBEB419}"/>
              </a:ext>
            </a:extLst>
          </p:cNvPr>
          <p:cNvCxnSpPr>
            <a:cxnSpLocks/>
          </p:cNvCxnSpPr>
          <p:nvPr userDrawn="1"/>
        </p:nvCxnSpPr>
        <p:spPr>
          <a:xfrm flipH="1">
            <a:off x="2955925" y="1512625"/>
            <a:ext cx="1136529" cy="2687900"/>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3839137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1 Speaker + Description - Dark">
    <p:bg>
      <p:bgRef idx="1001">
        <a:schemeClr val="bg2"/>
      </p:bgRef>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1065E2DF-B2D7-96D0-FE07-41220C8D1C2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3756159" y="858221"/>
            <a:ext cx="3916363" cy="462713"/>
          </a:xfrm>
          <a:prstGeom prst="rect">
            <a:avLst/>
          </a:prstGeom>
        </p:spPr>
        <p:txBody>
          <a:bodyPr lIns="0" anchor="b"/>
          <a:lstStyle>
            <a:lvl1pPr marL="0" indent="0">
              <a:buNone/>
              <a:defRPr sz="32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3756159" y="1334769"/>
            <a:ext cx="3916363" cy="462713"/>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3756159" y="2049462"/>
            <a:ext cx="1284288" cy="522288"/>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sp>
        <p:nvSpPr>
          <p:cNvPr id="3" name="Text Placeholder 34">
            <a:extLst>
              <a:ext uri="{FF2B5EF4-FFF2-40B4-BE49-F238E27FC236}">
                <a16:creationId xmlns:a16="http://schemas.microsoft.com/office/drawing/2014/main" id="{60191F78-8D41-782C-6E9D-BA6059C026ED}"/>
              </a:ext>
            </a:extLst>
          </p:cNvPr>
          <p:cNvSpPr>
            <a:spLocks noGrp="1"/>
          </p:cNvSpPr>
          <p:nvPr>
            <p:ph type="body" sz="quarter" idx="14" hasCustomPrompt="1"/>
          </p:nvPr>
        </p:nvSpPr>
        <p:spPr>
          <a:xfrm>
            <a:off x="3756158" y="2891965"/>
            <a:ext cx="4816341" cy="1928478"/>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Descriptions goes here</a:t>
            </a:r>
          </a:p>
        </p:txBody>
      </p:sp>
      <p:sp>
        <p:nvSpPr>
          <p:cNvPr id="7" name="Picture Placeholder 31">
            <a:extLst>
              <a:ext uri="{FF2B5EF4-FFF2-40B4-BE49-F238E27FC236}">
                <a16:creationId xmlns:a16="http://schemas.microsoft.com/office/drawing/2014/main" id="{3BE49343-018B-7793-AE91-8606D24181FC}"/>
              </a:ext>
            </a:extLst>
          </p:cNvPr>
          <p:cNvSpPr>
            <a:spLocks noGrp="1"/>
          </p:cNvSpPr>
          <p:nvPr>
            <p:ph type="pic" sz="quarter" idx="17" hasCustomPrompt="1"/>
          </p:nvPr>
        </p:nvSpPr>
        <p:spPr>
          <a:xfrm>
            <a:off x="547705" y="564454"/>
            <a:ext cx="2622679" cy="2698910"/>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 name="Straight Connector 9">
            <a:extLst>
              <a:ext uri="{FF2B5EF4-FFF2-40B4-BE49-F238E27FC236}">
                <a16:creationId xmlns:a16="http://schemas.microsoft.com/office/drawing/2014/main" id="{004D5688-FB54-0A22-A74D-978A8FEF9DE6}"/>
              </a:ext>
            </a:extLst>
          </p:cNvPr>
          <p:cNvCxnSpPr>
            <a:cxnSpLocks/>
          </p:cNvCxnSpPr>
          <p:nvPr userDrawn="1"/>
        </p:nvCxnSpPr>
        <p:spPr>
          <a:xfrm flipH="1">
            <a:off x="2359159" y="734036"/>
            <a:ext cx="1136529" cy="2687900"/>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3726983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2 Speakers - Dark">
    <p:bg>
      <p:bgRef idx="1001">
        <a:schemeClr val="bg2"/>
      </p:bgRef>
    </p:bg>
    <p:spTree>
      <p:nvGrpSpPr>
        <p:cNvPr id="1" name=""/>
        <p:cNvGrpSpPr/>
        <p:nvPr/>
      </p:nvGrpSpPr>
      <p:grpSpPr>
        <a:xfrm>
          <a:off x="0" y="0"/>
          <a:ext cx="0" cy="0"/>
          <a:chOff x="0" y="0"/>
          <a:chExt cx="0" cy="0"/>
        </a:xfrm>
      </p:grpSpPr>
      <p:sp>
        <p:nvSpPr>
          <p:cNvPr id="19" name="Picture Placeholder 31">
            <a:extLst>
              <a:ext uri="{FF2B5EF4-FFF2-40B4-BE49-F238E27FC236}">
                <a16:creationId xmlns:a16="http://schemas.microsoft.com/office/drawing/2014/main" id="{121BC21E-4D9E-1599-00C6-614179940B35}"/>
              </a:ext>
            </a:extLst>
          </p:cNvPr>
          <p:cNvSpPr>
            <a:spLocks noGrp="1"/>
          </p:cNvSpPr>
          <p:nvPr>
            <p:ph type="pic" sz="quarter" idx="17" hasCustomPrompt="1"/>
          </p:nvPr>
        </p:nvSpPr>
        <p:spPr>
          <a:xfrm>
            <a:off x="411721" y="1092310"/>
            <a:ext cx="1530075" cy="157454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1" name="Straight Connector 10">
            <a:extLst>
              <a:ext uri="{FF2B5EF4-FFF2-40B4-BE49-F238E27FC236}">
                <a16:creationId xmlns:a16="http://schemas.microsoft.com/office/drawing/2014/main" id="{EC60E99C-B1B3-1ED1-8D07-0EE0AEC590D4}"/>
              </a:ext>
            </a:extLst>
          </p:cNvPr>
          <p:cNvCxnSpPr>
            <a:cxnSpLocks/>
          </p:cNvCxnSpPr>
          <p:nvPr/>
        </p:nvCxnSpPr>
        <p:spPr>
          <a:xfrm flipH="1">
            <a:off x="1473200" y="1194328"/>
            <a:ext cx="664237" cy="1561572"/>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Text Placeholder 34">
            <a:extLst>
              <a:ext uri="{FF2B5EF4-FFF2-40B4-BE49-F238E27FC236}">
                <a16:creationId xmlns:a16="http://schemas.microsoft.com/office/drawing/2014/main" id="{D14054D2-C2A5-987F-40E2-9CDF1A519E64}"/>
              </a:ext>
            </a:extLst>
          </p:cNvPr>
          <p:cNvSpPr>
            <a:spLocks noGrp="1"/>
          </p:cNvSpPr>
          <p:nvPr>
            <p:ph type="body" sz="quarter" idx="18" hasCustomPrompt="1"/>
          </p:nvPr>
        </p:nvSpPr>
        <p:spPr>
          <a:xfrm>
            <a:off x="2202268" y="1389331"/>
            <a:ext cx="3142152" cy="462713"/>
          </a:xfrm>
          <a:prstGeom prst="rect">
            <a:avLst/>
          </a:prstGeom>
        </p:spPr>
        <p:txBody>
          <a:bodyPr lIns="0" anchor="b"/>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0" name="Text Placeholder 34">
            <a:extLst>
              <a:ext uri="{FF2B5EF4-FFF2-40B4-BE49-F238E27FC236}">
                <a16:creationId xmlns:a16="http://schemas.microsoft.com/office/drawing/2014/main" id="{E311E018-9222-131D-3EC6-7FD691D714F1}"/>
              </a:ext>
            </a:extLst>
          </p:cNvPr>
          <p:cNvSpPr>
            <a:spLocks noGrp="1"/>
          </p:cNvSpPr>
          <p:nvPr>
            <p:ph type="body" sz="quarter" idx="19" hasCustomPrompt="1"/>
          </p:nvPr>
        </p:nvSpPr>
        <p:spPr>
          <a:xfrm>
            <a:off x="2202268" y="1865880"/>
            <a:ext cx="3142152" cy="296318"/>
          </a:xfrm>
          <a:prstGeom prst="rect">
            <a:avLst/>
          </a:prstGeom>
        </p:spPr>
        <p:txBody>
          <a:bodyPr lIns="0"/>
          <a:lstStyle>
            <a:lvl1pPr marL="0" indent="0">
              <a:buNone/>
              <a:defRPr sz="12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1" name="Picture Placeholder 37">
            <a:extLst>
              <a:ext uri="{FF2B5EF4-FFF2-40B4-BE49-F238E27FC236}">
                <a16:creationId xmlns:a16="http://schemas.microsoft.com/office/drawing/2014/main" id="{99D638AC-C0DC-3DD5-CBE6-6A8C408A092C}"/>
              </a:ext>
            </a:extLst>
          </p:cNvPr>
          <p:cNvSpPr>
            <a:spLocks noGrp="1"/>
          </p:cNvSpPr>
          <p:nvPr>
            <p:ph type="pic" sz="quarter" idx="20" hasCustomPrompt="1"/>
          </p:nvPr>
        </p:nvSpPr>
        <p:spPr>
          <a:xfrm>
            <a:off x="2202267" y="2257590"/>
            <a:ext cx="1284288" cy="314160"/>
          </a:xfrm>
          <a:prstGeom prst="rect">
            <a:avLst/>
          </a:prstGeom>
        </p:spPr>
        <p:txBody>
          <a:bodyPr lIns="0" anchor="ctr"/>
          <a:lstStyle>
            <a:lvl1pPr marL="0" indent="0">
              <a:buNone/>
              <a:defRPr sz="1050" b="0" i="0">
                <a:solidFill>
                  <a:schemeClr val="tx1"/>
                </a:solidFill>
                <a:latin typeface="Arial" panose="020B0604020202020204" pitchFamily="34" charset="0"/>
              </a:defRPr>
            </a:lvl1pPr>
          </a:lstStyle>
          <a:p>
            <a:r>
              <a:rPr lang="en-US"/>
              <a:t>Company Logo</a:t>
            </a:r>
          </a:p>
        </p:txBody>
      </p:sp>
      <p:sp>
        <p:nvSpPr>
          <p:cNvPr id="40" name="Picture Placeholder 31">
            <a:extLst>
              <a:ext uri="{FF2B5EF4-FFF2-40B4-BE49-F238E27FC236}">
                <a16:creationId xmlns:a16="http://schemas.microsoft.com/office/drawing/2014/main" id="{7D7FB9A9-4136-F063-E5FA-0576F4004631}"/>
              </a:ext>
            </a:extLst>
          </p:cNvPr>
          <p:cNvSpPr>
            <a:spLocks noGrp="1"/>
          </p:cNvSpPr>
          <p:nvPr>
            <p:ph type="pic" sz="quarter" idx="21" hasCustomPrompt="1"/>
          </p:nvPr>
        </p:nvSpPr>
        <p:spPr>
          <a:xfrm>
            <a:off x="3814344" y="2956279"/>
            <a:ext cx="1530075" cy="157454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41" name="Straight Connector 40">
            <a:extLst>
              <a:ext uri="{FF2B5EF4-FFF2-40B4-BE49-F238E27FC236}">
                <a16:creationId xmlns:a16="http://schemas.microsoft.com/office/drawing/2014/main" id="{0B7D855E-C2A2-B5F5-6D92-CB6E9D15081D}"/>
              </a:ext>
            </a:extLst>
          </p:cNvPr>
          <p:cNvCxnSpPr>
            <a:cxnSpLocks/>
          </p:cNvCxnSpPr>
          <p:nvPr userDrawn="1"/>
        </p:nvCxnSpPr>
        <p:spPr>
          <a:xfrm flipH="1">
            <a:off x="4875823" y="3058297"/>
            <a:ext cx="664237" cy="1561572"/>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2" name="Text Placeholder 34">
            <a:extLst>
              <a:ext uri="{FF2B5EF4-FFF2-40B4-BE49-F238E27FC236}">
                <a16:creationId xmlns:a16="http://schemas.microsoft.com/office/drawing/2014/main" id="{7DDB4CC9-BF5C-D9DC-CF7C-2CEE984FDF47}"/>
              </a:ext>
            </a:extLst>
          </p:cNvPr>
          <p:cNvSpPr>
            <a:spLocks noGrp="1"/>
          </p:cNvSpPr>
          <p:nvPr>
            <p:ph type="body" sz="quarter" idx="22" hasCustomPrompt="1"/>
          </p:nvPr>
        </p:nvSpPr>
        <p:spPr>
          <a:xfrm>
            <a:off x="5604890" y="3253300"/>
            <a:ext cx="2967611" cy="462713"/>
          </a:xfrm>
          <a:prstGeom prst="rect">
            <a:avLst/>
          </a:prstGeom>
        </p:spPr>
        <p:txBody>
          <a:bodyPr lIns="0" anchor="b"/>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3" name="Text Placeholder 34">
            <a:extLst>
              <a:ext uri="{FF2B5EF4-FFF2-40B4-BE49-F238E27FC236}">
                <a16:creationId xmlns:a16="http://schemas.microsoft.com/office/drawing/2014/main" id="{2894B330-46BE-C063-D1ED-F37A3B7B94F5}"/>
              </a:ext>
            </a:extLst>
          </p:cNvPr>
          <p:cNvSpPr>
            <a:spLocks noGrp="1"/>
          </p:cNvSpPr>
          <p:nvPr>
            <p:ph type="body" sz="quarter" idx="23" hasCustomPrompt="1"/>
          </p:nvPr>
        </p:nvSpPr>
        <p:spPr>
          <a:xfrm>
            <a:off x="5604890" y="3729849"/>
            <a:ext cx="2967611" cy="296318"/>
          </a:xfrm>
          <a:prstGeom prst="rect">
            <a:avLst/>
          </a:prstGeom>
        </p:spPr>
        <p:txBody>
          <a:bodyPr lIns="0"/>
          <a:lstStyle>
            <a:lvl1pPr marL="0" indent="0">
              <a:buNone/>
              <a:defRPr sz="12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4" name="Picture Placeholder 37">
            <a:extLst>
              <a:ext uri="{FF2B5EF4-FFF2-40B4-BE49-F238E27FC236}">
                <a16:creationId xmlns:a16="http://schemas.microsoft.com/office/drawing/2014/main" id="{AEAB04E6-3758-88A8-5EBB-E9CFF1F0B43A}"/>
              </a:ext>
            </a:extLst>
          </p:cNvPr>
          <p:cNvSpPr>
            <a:spLocks noGrp="1"/>
          </p:cNvSpPr>
          <p:nvPr>
            <p:ph type="pic" sz="quarter" idx="24" hasCustomPrompt="1"/>
          </p:nvPr>
        </p:nvSpPr>
        <p:spPr>
          <a:xfrm>
            <a:off x="5604890" y="4121559"/>
            <a:ext cx="1284288" cy="314160"/>
          </a:xfrm>
          <a:prstGeom prst="rect">
            <a:avLst/>
          </a:prstGeom>
        </p:spPr>
        <p:txBody>
          <a:bodyPr lIns="0" anchor="ctr"/>
          <a:lstStyle>
            <a:lvl1pPr marL="0" indent="0">
              <a:buNone/>
              <a:defRPr sz="1050" b="0" i="0">
                <a:solidFill>
                  <a:schemeClr val="tx1"/>
                </a:solidFill>
                <a:latin typeface="Arial" panose="020B0604020202020204" pitchFamily="34" charset="0"/>
              </a:defRPr>
            </a:lvl1pPr>
          </a:lstStyle>
          <a:p>
            <a:r>
              <a:rPr lang="en-US"/>
              <a:t>Company Logo</a:t>
            </a:r>
          </a:p>
        </p:txBody>
      </p:sp>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6" name="Freeform 45">
            <a:extLst>
              <a:ext uri="{FF2B5EF4-FFF2-40B4-BE49-F238E27FC236}">
                <a16:creationId xmlns:a16="http://schemas.microsoft.com/office/drawing/2014/main" id="{1DAC3734-6881-9396-F2BF-1052DF549322}"/>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7" name="Picture 10">
            <a:extLst>
              <a:ext uri="{FF2B5EF4-FFF2-40B4-BE49-F238E27FC236}">
                <a16:creationId xmlns:a16="http://schemas.microsoft.com/office/drawing/2014/main" id="{B9AA3B2B-7D47-00E9-8514-677ED02698A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293520726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3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191653" y="131139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414958" y="123964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1791189" y="1434483"/>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1791189" y="170278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1791188" y="196313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cxnSp>
        <p:nvCxnSpPr>
          <p:cNvPr id="52" name="Straight Connector 51">
            <a:extLst>
              <a:ext uri="{FF2B5EF4-FFF2-40B4-BE49-F238E27FC236}">
                <a16:creationId xmlns:a16="http://schemas.microsoft.com/office/drawing/2014/main" id="{B7C754CB-4425-180C-D619-AF0F04891484}"/>
              </a:ext>
            </a:extLst>
          </p:cNvPr>
          <p:cNvCxnSpPr>
            <a:cxnSpLocks/>
          </p:cNvCxnSpPr>
          <p:nvPr userDrawn="1"/>
        </p:nvCxnSpPr>
        <p:spPr>
          <a:xfrm flipH="1">
            <a:off x="3201428" y="3196836"/>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31">
            <a:extLst>
              <a:ext uri="{FF2B5EF4-FFF2-40B4-BE49-F238E27FC236}">
                <a16:creationId xmlns:a16="http://schemas.microsoft.com/office/drawing/2014/main" id="{F54E0053-DA44-EE3F-56FD-4E84FDB6E1F7}"/>
              </a:ext>
            </a:extLst>
          </p:cNvPr>
          <p:cNvSpPr>
            <a:spLocks noGrp="1"/>
          </p:cNvSpPr>
          <p:nvPr>
            <p:ph type="pic" sz="quarter" idx="24" hasCustomPrompt="1"/>
          </p:nvPr>
        </p:nvSpPr>
        <p:spPr>
          <a:xfrm>
            <a:off x="2424733" y="3125087"/>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4" name="Text Placeholder 34">
            <a:extLst>
              <a:ext uri="{FF2B5EF4-FFF2-40B4-BE49-F238E27FC236}">
                <a16:creationId xmlns:a16="http://schemas.microsoft.com/office/drawing/2014/main" id="{1F8FBC86-3AF9-8746-F3C6-E57932ACCB22}"/>
              </a:ext>
            </a:extLst>
          </p:cNvPr>
          <p:cNvSpPr>
            <a:spLocks noGrp="1"/>
          </p:cNvSpPr>
          <p:nvPr>
            <p:ph type="body" sz="quarter" idx="25" hasCustomPrompt="1"/>
          </p:nvPr>
        </p:nvSpPr>
        <p:spPr>
          <a:xfrm>
            <a:off x="3800964" y="3319927"/>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5" name="Text Placeholder 34">
            <a:extLst>
              <a:ext uri="{FF2B5EF4-FFF2-40B4-BE49-F238E27FC236}">
                <a16:creationId xmlns:a16="http://schemas.microsoft.com/office/drawing/2014/main" id="{E54BCEA8-DA96-78DB-A731-B990DAE4AB9D}"/>
              </a:ext>
            </a:extLst>
          </p:cNvPr>
          <p:cNvSpPr>
            <a:spLocks noGrp="1"/>
          </p:cNvSpPr>
          <p:nvPr>
            <p:ph type="body" sz="quarter" idx="26" hasCustomPrompt="1"/>
          </p:nvPr>
        </p:nvSpPr>
        <p:spPr>
          <a:xfrm>
            <a:off x="3800964" y="3588224"/>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6" name="Picture Placeholder 37">
            <a:extLst>
              <a:ext uri="{FF2B5EF4-FFF2-40B4-BE49-F238E27FC236}">
                <a16:creationId xmlns:a16="http://schemas.microsoft.com/office/drawing/2014/main" id="{ACADD85F-E58C-8851-025D-E571A5662D40}"/>
              </a:ext>
            </a:extLst>
          </p:cNvPr>
          <p:cNvSpPr>
            <a:spLocks noGrp="1"/>
          </p:cNvSpPr>
          <p:nvPr>
            <p:ph type="pic" sz="quarter" idx="27" hasCustomPrompt="1"/>
          </p:nvPr>
        </p:nvSpPr>
        <p:spPr>
          <a:xfrm>
            <a:off x="3800963" y="3848579"/>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userDrawn="1"/>
        </p:nvCxnSpPr>
        <p:spPr>
          <a:xfrm flipH="1">
            <a:off x="5272989" y="131139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4496294" y="123964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5872525" y="1434483"/>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5872525" y="170278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5872524" y="196313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sp>
        <p:nvSpPr>
          <p:cNvPr id="67" name="Freeform 66">
            <a:extLst>
              <a:ext uri="{FF2B5EF4-FFF2-40B4-BE49-F238E27FC236}">
                <a16:creationId xmlns:a16="http://schemas.microsoft.com/office/drawing/2014/main" id="{11775DE2-A606-5D6E-81BC-C520288EEFE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8" name="Picture 10">
            <a:extLst>
              <a:ext uri="{FF2B5EF4-FFF2-40B4-BE49-F238E27FC236}">
                <a16:creationId xmlns:a16="http://schemas.microsoft.com/office/drawing/2014/main" id="{8757FF07-3153-96A6-D8A8-ABEB4E3ADB5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13933264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4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191653" y="131139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414958" y="123964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1791189" y="1434483"/>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1791189" y="170278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1791188" y="196313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userDrawn="1"/>
        </p:nvCxnSpPr>
        <p:spPr>
          <a:xfrm flipH="1">
            <a:off x="5272989" y="131139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4496294" y="123964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5872525" y="1434483"/>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5872525" y="170278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5872524" y="196313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cxnSp>
        <p:nvCxnSpPr>
          <p:cNvPr id="28" name="Straight Connector 27">
            <a:extLst>
              <a:ext uri="{FF2B5EF4-FFF2-40B4-BE49-F238E27FC236}">
                <a16:creationId xmlns:a16="http://schemas.microsoft.com/office/drawing/2014/main" id="{0C05D3CF-D24E-5E3D-4F77-0CB4FB41215F}"/>
              </a:ext>
            </a:extLst>
          </p:cNvPr>
          <p:cNvCxnSpPr>
            <a:cxnSpLocks/>
          </p:cNvCxnSpPr>
          <p:nvPr userDrawn="1"/>
        </p:nvCxnSpPr>
        <p:spPr>
          <a:xfrm flipH="1">
            <a:off x="1191653" y="296657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Picture Placeholder 31">
            <a:extLst>
              <a:ext uri="{FF2B5EF4-FFF2-40B4-BE49-F238E27FC236}">
                <a16:creationId xmlns:a16="http://schemas.microsoft.com/office/drawing/2014/main" id="{E4304E2F-0394-8A64-8F3F-3BACD5341A9F}"/>
              </a:ext>
            </a:extLst>
          </p:cNvPr>
          <p:cNvSpPr>
            <a:spLocks noGrp="1"/>
          </p:cNvSpPr>
          <p:nvPr>
            <p:ph type="pic" sz="quarter" idx="32" hasCustomPrompt="1"/>
          </p:nvPr>
        </p:nvSpPr>
        <p:spPr>
          <a:xfrm>
            <a:off x="414958" y="289482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0" name="Text Placeholder 34">
            <a:extLst>
              <a:ext uri="{FF2B5EF4-FFF2-40B4-BE49-F238E27FC236}">
                <a16:creationId xmlns:a16="http://schemas.microsoft.com/office/drawing/2014/main" id="{F6BF1001-F877-D41D-27D5-EF829E11129D}"/>
              </a:ext>
            </a:extLst>
          </p:cNvPr>
          <p:cNvSpPr>
            <a:spLocks noGrp="1"/>
          </p:cNvSpPr>
          <p:nvPr>
            <p:ph type="body" sz="quarter" idx="33" hasCustomPrompt="1"/>
          </p:nvPr>
        </p:nvSpPr>
        <p:spPr>
          <a:xfrm>
            <a:off x="1791189" y="3089663"/>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1" name="Text Placeholder 34">
            <a:extLst>
              <a:ext uri="{FF2B5EF4-FFF2-40B4-BE49-F238E27FC236}">
                <a16:creationId xmlns:a16="http://schemas.microsoft.com/office/drawing/2014/main" id="{473D851F-AFEB-1941-C6B6-E74713E84C4E}"/>
              </a:ext>
            </a:extLst>
          </p:cNvPr>
          <p:cNvSpPr>
            <a:spLocks noGrp="1"/>
          </p:cNvSpPr>
          <p:nvPr>
            <p:ph type="body" sz="quarter" idx="34" hasCustomPrompt="1"/>
          </p:nvPr>
        </p:nvSpPr>
        <p:spPr>
          <a:xfrm>
            <a:off x="1791189" y="335796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2" name="Picture Placeholder 37">
            <a:extLst>
              <a:ext uri="{FF2B5EF4-FFF2-40B4-BE49-F238E27FC236}">
                <a16:creationId xmlns:a16="http://schemas.microsoft.com/office/drawing/2014/main" id="{868B8685-9839-7189-B77F-E42B6C97CC7A}"/>
              </a:ext>
            </a:extLst>
          </p:cNvPr>
          <p:cNvSpPr>
            <a:spLocks noGrp="1"/>
          </p:cNvSpPr>
          <p:nvPr>
            <p:ph type="pic" sz="quarter" idx="35" hasCustomPrompt="1"/>
          </p:nvPr>
        </p:nvSpPr>
        <p:spPr>
          <a:xfrm>
            <a:off x="1791188" y="361831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cxnSp>
        <p:nvCxnSpPr>
          <p:cNvPr id="33" name="Straight Connector 32">
            <a:extLst>
              <a:ext uri="{FF2B5EF4-FFF2-40B4-BE49-F238E27FC236}">
                <a16:creationId xmlns:a16="http://schemas.microsoft.com/office/drawing/2014/main" id="{176C9F49-0349-9329-7D49-065DBE662BF6}"/>
              </a:ext>
            </a:extLst>
          </p:cNvPr>
          <p:cNvCxnSpPr>
            <a:cxnSpLocks/>
          </p:cNvCxnSpPr>
          <p:nvPr userDrawn="1"/>
        </p:nvCxnSpPr>
        <p:spPr>
          <a:xfrm flipH="1">
            <a:off x="5272989" y="296657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Picture Placeholder 31">
            <a:extLst>
              <a:ext uri="{FF2B5EF4-FFF2-40B4-BE49-F238E27FC236}">
                <a16:creationId xmlns:a16="http://schemas.microsoft.com/office/drawing/2014/main" id="{4A925447-30A9-59C1-FD5D-AD36216BD15F}"/>
              </a:ext>
            </a:extLst>
          </p:cNvPr>
          <p:cNvSpPr>
            <a:spLocks noGrp="1"/>
          </p:cNvSpPr>
          <p:nvPr>
            <p:ph type="pic" sz="quarter" idx="36" hasCustomPrompt="1"/>
          </p:nvPr>
        </p:nvSpPr>
        <p:spPr>
          <a:xfrm>
            <a:off x="4496294" y="289482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0" name="Text Placeholder 34">
            <a:extLst>
              <a:ext uri="{FF2B5EF4-FFF2-40B4-BE49-F238E27FC236}">
                <a16:creationId xmlns:a16="http://schemas.microsoft.com/office/drawing/2014/main" id="{3CCA2598-5A97-DE42-D38A-D8CE438FF621}"/>
              </a:ext>
            </a:extLst>
          </p:cNvPr>
          <p:cNvSpPr>
            <a:spLocks noGrp="1"/>
          </p:cNvSpPr>
          <p:nvPr>
            <p:ph type="body" sz="quarter" idx="37" hasCustomPrompt="1"/>
          </p:nvPr>
        </p:nvSpPr>
        <p:spPr>
          <a:xfrm>
            <a:off x="5872525" y="3089663"/>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1" name="Text Placeholder 34">
            <a:extLst>
              <a:ext uri="{FF2B5EF4-FFF2-40B4-BE49-F238E27FC236}">
                <a16:creationId xmlns:a16="http://schemas.microsoft.com/office/drawing/2014/main" id="{B554D796-E8C4-F0B5-2DEE-6DC80B818E69}"/>
              </a:ext>
            </a:extLst>
          </p:cNvPr>
          <p:cNvSpPr>
            <a:spLocks noGrp="1"/>
          </p:cNvSpPr>
          <p:nvPr>
            <p:ph type="body" sz="quarter" idx="38" hasCustomPrompt="1"/>
          </p:nvPr>
        </p:nvSpPr>
        <p:spPr>
          <a:xfrm>
            <a:off x="5872525" y="335796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2" name="Picture Placeholder 37">
            <a:extLst>
              <a:ext uri="{FF2B5EF4-FFF2-40B4-BE49-F238E27FC236}">
                <a16:creationId xmlns:a16="http://schemas.microsoft.com/office/drawing/2014/main" id="{EEDEA04E-BA18-03B5-26C0-4A205F1365C4}"/>
              </a:ext>
            </a:extLst>
          </p:cNvPr>
          <p:cNvSpPr>
            <a:spLocks noGrp="1"/>
          </p:cNvSpPr>
          <p:nvPr>
            <p:ph type="pic" sz="quarter" idx="39" hasCustomPrompt="1"/>
          </p:nvPr>
        </p:nvSpPr>
        <p:spPr>
          <a:xfrm>
            <a:off x="5872524" y="361831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sp>
        <p:nvSpPr>
          <p:cNvPr id="75" name="Freeform 74">
            <a:extLst>
              <a:ext uri="{FF2B5EF4-FFF2-40B4-BE49-F238E27FC236}">
                <a16:creationId xmlns:a16="http://schemas.microsoft.com/office/drawing/2014/main" id="{F5F1627B-BE4A-2C80-8CF7-B6D41BF76AD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76" name="Picture 10">
            <a:extLst>
              <a:ext uri="{FF2B5EF4-FFF2-40B4-BE49-F238E27FC236}">
                <a16:creationId xmlns:a16="http://schemas.microsoft.com/office/drawing/2014/main" id="{1CCDFC0A-F390-889D-1BC4-9181DE59BA21}"/>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66829753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6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p:nvCxnSpPr>
        <p:spPr>
          <a:xfrm flipH="1">
            <a:off x="916952" y="1321187"/>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419715" y="1273730"/>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412950" y="1409880"/>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412950" y="1678177"/>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412950" y="2425991"/>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412950" y="2694288"/>
            <a:ext cx="2515583" cy="338554"/>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r>
              <a:rPr lang="en-US" sz="105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412950" y="3602822"/>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412950" y="3871119"/>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userDrawn="1"/>
        </p:nvCxnSpPr>
        <p:spPr>
          <a:xfrm flipH="1">
            <a:off x="916952" y="2413612"/>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419715" y="2366155"/>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userDrawn="1"/>
        </p:nvCxnSpPr>
        <p:spPr>
          <a:xfrm flipH="1">
            <a:off x="916952" y="3506037"/>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419715" y="3458580"/>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userDrawn="1"/>
        </p:nvCxnSpPr>
        <p:spPr>
          <a:xfrm flipH="1">
            <a:off x="4992193" y="1321187"/>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4494956" y="1273730"/>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5488191" y="1409880"/>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5488191" y="1678177"/>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5488191" y="2425991"/>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5488191" y="2694288"/>
            <a:ext cx="2515583" cy="338554"/>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r>
              <a:rPr lang="en-US" sz="105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5488191" y="3602822"/>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5488191" y="3871119"/>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userDrawn="1"/>
        </p:nvCxnSpPr>
        <p:spPr>
          <a:xfrm flipH="1">
            <a:off x="4992193" y="2413612"/>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4494956" y="2366155"/>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userDrawn="1"/>
        </p:nvCxnSpPr>
        <p:spPr>
          <a:xfrm flipH="1">
            <a:off x="4992193" y="3506037"/>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4494956" y="3458580"/>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103" name="Freeform 102">
            <a:extLst>
              <a:ext uri="{FF2B5EF4-FFF2-40B4-BE49-F238E27FC236}">
                <a16:creationId xmlns:a16="http://schemas.microsoft.com/office/drawing/2014/main" id="{D84FA899-23B1-FCE0-633B-47F7DB9CF3E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04" name="Picture 10">
            <a:extLst>
              <a:ext uri="{FF2B5EF4-FFF2-40B4-BE49-F238E27FC236}">
                <a16:creationId xmlns:a16="http://schemas.microsoft.com/office/drawing/2014/main" id="{17627147-89F9-845F-A4DB-62B4692BC4EF}"/>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74799342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8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userDrawn="1"/>
        </p:nvCxnSpPr>
        <p:spPr>
          <a:xfrm flipH="1">
            <a:off x="916952" y="969605"/>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419715" y="922148"/>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412950" y="1058298"/>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412950" y="1326595"/>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412950" y="2061634"/>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412950" y="2329931"/>
            <a:ext cx="2515583" cy="338554"/>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r>
              <a:rPr lang="en-US" sz="105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412950" y="3141452"/>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412950" y="3409749"/>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userDrawn="1"/>
        </p:nvCxnSpPr>
        <p:spPr>
          <a:xfrm flipH="1">
            <a:off x="916952" y="2049255"/>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419715" y="2001798"/>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userDrawn="1"/>
        </p:nvCxnSpPr>
        <p:spPr>
          <a:xfrm flipH="1">
            <a:off x="916952" y="3044667"/>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419715" y="2997210"/>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userDrawn="1"/>
        </p:nvCxnSpPr>
        <p:spPr>
          <a:xfrm flipH="1">
            <a:off x="4992193" y="969605"/>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4494956" y="922148"/>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5488191" y="1058298"/>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5488191" y="1326595"/>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5488191" y="2061634"/>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5488191" y="2329931"/>
            <a:ext cx="2515583" cy="338554"/>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r>
              <a:rPr lang="en-US" sz="105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5488191" y="3141452"/>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5488191" y="3409749"/>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userDrawn="1"/>
        </p:nvCxnSpPr>
        <p:spPr>
          <a:xfrm flipH="1">
            <a:off x="4992193" y="2049255"/>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4494956" y="2001798"/>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userDrawn="1"/>
        </p:nvCxnSpPr>
        <p:spPr>
          <a:xfrm flipH="1">
            <a:off x="4992193" y="3044667"/>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4494956" y="2997210"/>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3" name="Text Placeholder 34">
            <a:extLst>
              <a:ext uri="{FF2B5EF4-FFF2-40B4-BE49-F238E27FC236}">
                <a16:creationId xmlns:a16="http://schemas.microsoft.com/office/drawing/2014/main" id="{73C9556D-9DFC-2DF0-AAA2-E76710CCB5B7}"/>
              </a:ext>
            </a:extLst>
          </p:cNvPr>
          <p:cNvSpPr>
            <a:spLocks noGrp="1"/>
          </p:cNvSpPr>
          <p:nvPr>
            <p:ph type="body" sz="quarter" idx="38" hasCustomPrompt="1"/>
          </p:nvPr>
        </p:nvSpPr>
        <p:spPr>
          <a:xfrm>
            <a:off x="1412950" y="4140073"/>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4" name="Text Placeholder 34">
            <a:extLst>
              <a:ext uri="{FF2B5EF4-FFF2-40B4-BE49-F238E27FC236}">
                <a16:creationId xmlns:a16="http://schemas.microsoft.com/office/drawing/2014/main" id="{C6446FCE-F2BA-3338-5038-61645C245127}"/>
              </a:ext>
            </a:extLst>
          </p:cNvPr>
          <p:cNvSpPr>
            <a:spLocks noGrp="1"/>
          </p:cNvSpPr>
          <p:nvPr>
            <p:ph type="body" sz="quarter" idx="39" hasCustomPrompt="1"/>
          </p:nvPr>
        </p:nvSpPr>
        <p:spPr>
          <a:xfrm>
            <a:off x="1412950" y="440837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46" name="Straight Connector 45">
            <a:extLst>
              <a:ext uri="{FF2B5EF4-FFF2-40B4-BE49-F238E27FC236}">
                <a16:creationId xmlns:a16="http://schemas.microsoft.com/office/drawing/2014/main" id="{E0136D51-0BA8-688D-2C2B-49AC68BFD4E4}"/>
              </a:ext>
            </a:extLst>
          </p:cNvPr>
          <p:cNvCxnSpPr>
            <a:cxnSpLocks/>
          </p:cNvCxnSpPr>
          <p:nvPr userDrawn="1"/>
        </p:nvCxnSpPr>
        <p:spPr>
          <a:xfrm flipH="1">
            <a:off x="916952" y="4043288"/>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7" name="Picture Placeholder 31">
            <a:extLst>
              <a:ext uri="{FF2B5EF4-FFF2-40B4-BE49-F238E27FC236}">
                <a16:creationId xmlns:a16="http://schemas.microsoft.com/office/drawing/2014/main" id="{585E1E8E-D35C-E893-0551-89C16F38C30D}"/>
              </a:ext>
            </a:extLst>
          </p:cNvPr>
          <p:cNvSpPr>
            <a:spLocks noGrp="1"/>
          </p:cNvSpPr>
          <p:nvPr>
            <p:ph type="pic" sz="quarter" idx="40" hasCustomPrompt="1"/>
          </p:nvPr>
        </p:nvSpPr>
        <p:spPr>
          <a:xfrm>
            <a:off x="419715" y="3995831"/>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8" name="Text Placeholder 34">
            <a:extLst>
              <a:ext uri="{FF2B5EF4-FFF2-40B4-BE49-F238E27FC236}">
                <a16:creationId xmlns:a16="http://schemas.microsoft.com/office/drawing/2014/main" id="{9E22510D-B3A8-F5C5-8956-B292BB65E935}"/>
              </a:ext>
            </a:extLst>
          </p:cNvPr>
          <p:cNvSpPr>
            <a:spLocks noGrp="1"/>
          </p:cNvSpPr>
          <p:nvPr>
            <p:ph type="body" sz="quarter" idx="41" hasCustomPrompt="1"/>
          </p:nvPr>
        </p:nvSpPr>
        <p:spPr>
          <a:xfrm>
            <a:off x="5488191" y="4140073"/>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9" name="Text Placeholder 34">
            <a:extLst>
              <a:ext uri="{FF2B5EF4-FFF2-40B4-BE49-F238E27FC236}">
                <a16:creationId xmlns:a16="http://schemas.microsoft.com/office/drawing/2014/main" id="{3B508549-7E0F-AD1D-551D-B97426C8D1B6}"/>
              </a:ext>
            </a:extLst>
          </p:cNvPr>
          <p:cNvSpPr>
            <a:spLocks noGrp="1"/>
          </p:cNvSpPr>
          <p:nvPr>
            <p:ph type="body" sz="quarter" idx="42" hasCustomPrompt="1"/>
          </p:nvPr>
        </p:nvSpPr>
        <p:spPr>
          <a:xfrm>
            <a:off x="5488191" y="440837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51" name="Straight Connector 50">
            <a:extLst>
              <a:ext uri="{FF2B5EF4-FFF2-40B4-BE49-F238E27FC236}">
                <a16:creationId xmlns:a16="http://schemas.microsoft.com/office/drawing/2014/main" id="{12AFA9A9-EADC-3E6A-AF50-A4EE815E329A}"/>
              </a:ext>
            </a:extLst>
          </p:cNvPr>
          <p:cNvCxnSpPr>
            <a:cxnSpLocks/>
          </p:cNvCxnSpPr>
          <p:nvPr userDrawn="1"/>
        </p:nvCxnSpPr>
        <p:spPr>
          <a:xfrm flipH="1">
            <a:off x="4992193" y="4043288"/>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2" name="Picture Placeholder 31">
            <a:extLst>
              <a:ext uri="{FF2B5EF4-FFF2-40B4-BE49-F238E27FC236}">
                <a16:creationId xmlns:a16="http://schemas.microsoft.com/office/drawing/2014/main" id="{CA7EDEAE-6A3D-7C2D-43FC-5979A7F58512}"/>
              </a:ext>
            </a:extLst>
          </p:cNvPr>
          <p:cNvSpPr>
            <a:spLocks noGrp="1"/>
          </p:cNvSpPr>
          <p:nvPr>
            <p:ph type="pic" sz="quarter" idx="43" hasCustomPrompt="1"/>
          </p:nvPr>
        </p:nvSpPr>
        <p:spPr>
          <a:xfrm>
            <a:off x="4494956" y="3995831"/>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5" name="Freeform 54">
            <a:extLst>
              <a:ext uri="{FF2B5EF4-FFF2-40B4-BE49-F238E27FC236}">
                <a16:creationId xmlns:a16="http://schemas.microsoft.com/office/drawing/2014/main" id="{984D0AFD-24CD-D16D-DBD5-DEDDAD0D5747}"/>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6" name="Picture 10">
            <a:extLst>
              <a:ext uri="{FF2B5EF4-FFF2-40B4-BE49-F238E27FC236}">
                <a16:creationId xmlns:a16="http://schemas.microsoft.com/office/drawing/2014/main" id="{47DF96B7-88C7-A4A9-6EBF-22D1C30A426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191688183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12 Speakers - Dark">
    <p:bg>
      <p:bgRef idx="1001">
        <a:schemeClr val="bg2"/>
      </p:bgRef>
    </p:bg>
    <p:spTree>
      <p:nvGrpSpPr>
        <p:cNvPr id="1" name=""/>
        <p:cNvGrpSpPr/>
        <p:nvPr/>
      </p:nvGrpSpPr>
      <p:grpSpPr>
        <a:xfrm>
          <a:off x="0" y="0"/>
          <a:ext cx="0" cy="0"/>
          <a:chOff x="0" y="0"/>
          <a:chExt cx="0" cy="0"/>
        </a:xfrm>
      </p:grpSpPr>
      <p:cxnSp>
        <p:nvCxnSpPr>
          <p:cNvPr id="73" name="Straight Connector 72">
            <a:extLst>
              <a:ext uri="{FF2B5EF4-FFF2-40B4-BE49-F238E27FC236}">
                <a16:creationId xmlns:a16="http://schemas.microsoft.com/office/drawing/2014/main" id="{217FC6BC-2CEA-FB2F-564A-32AE32108B9F}"/>
              </a:ext>
            </a:extLst>
          </p:cNvPr>
          <p:cNvCxnSpPr>
            <a:cxnSpLocks/>
          </p:cNvCxnSpPr>
          <p:nvPr/>
        </p:nvCxnSpPr>
        <p:spPr>
          <a:xfrm flipH="1">
            <a:off x="828704" y="1010654"/>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5" name="Title 1">
            <a:extLst>
              <a:ext uri="{FF2B5EF4-FFF2-40B4-BE49-F238E27FC236}">
                <a16:creationId xmlns:a16="http://schemas.microsoft.com/office/drawing/2014/main" id="{36731815-8F33-BF7C-4AA3-D15AD89A8965}"/>
              </a:ext>
            </a:extLst>
          </p:cNvPr>
          <p:cNvSpPr>
            <a:spLocks noGrp="1"/>
          </p:cNvSpPr>
          <p:nvPr userDrawn="1">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174516" y="1059246"/>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174516" y="1327543"/>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76" name="Picture Placeholder 31">
            <a:extLst>
              <a:ext uri="{FF2B5EF4-FFF2-40B4-BE49-F238E27FC236}">
                <a16:creationId xmlns:a16="http://schemas.microsoft.com/office/drawing/2014/main" id="{75E29B35-3CB5-EFBB-1834-FD770244B606}"/>
              </a:ext>
            </a:extLst>
          </p:cNvPr>
          <p:cNvSpPr>
            <a:spLocks noGrp="1"/>
          </p:cNvSpPr>
          <p:nvPr>
            <p:ph type="pic" sz="quarter" idx="17" hasCustomPrompt="1"/>
          </p:nvPr>
        </p:nvSpPr>
        <p:spPr>
          <a:xfrm>
            <a:off x="414980" y="972001"/>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0" name="Straight Connector 149">
            <a:extLst>
              <a:ext uri="{FF2B5EF4-FFF2-40B4-BE49-F238E27FC236}">
                <a16:creationId xmlns:a16="http://schemas.microsoft.com/office/drawing/2014/main" id="{42BB7A7C-7A33-8B2C-5F23-3FF174CF9679}"/>
              </a:ext>
            </a:extLst>
          </p:cNvPr>
          <p:cNvCxnSpPr>
            <a:cxnSpLocks/>
          </p:cNvCxnSpPr>
          <p:nvPr userDrawn="1"/>
        </p:nvCxnSpPr>
        <p:spPr>
          <a:xfrm flipH="1">
            <a:off x="828704" y="201792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1" name="Text Placeholder 34">
            <a:extLst>
              <a:ext uri="{FF2B5EF4-FFF2-40B4-BE49-F238E27FC236}">
                <a16:creationId xmlns:a16="http://schemas.microsoft.com/office/drawing/2014/main" id="{8D1C79DA-D139-15FD-6EE1-42E3C313D618}"/>
              </a:ext>
            </a:extLst>
          </p:cNvPr>
          <p:cNvSpPr>
            <a:spLocks noGrp="1"/>
          </p:cNvSpPr>
          <p:nvPr>
            <p:ph type="body" sz="quarter" idx="23" hasCustomPrompt="1"/>
          </p:nvPr>
        </p:nvSpPr>
        <p:spPr>
          <a:xfrm>
            <a:off x="1174516" y="2066515"/>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2" name="Text Placeholder 34">
            <a:extLst>
              <a:ext uri="{FF2B5EF4-FFF2-40B4-BE49-F238E27FC236}">
                <a16:creationId xmlns:a16="http://schemas.microsoft.com/office/drawing/2014/main" id="{B6E5D0EC-11C8-6287-8AC6-EE25D5EFB4F3}"/>
              </a:ext>
            </a:extLst>
          </p:cNvPr>
          <p:cNvSpPr>
            <a:spLocks noGrp="1"/>
          </p:cNvSpPr>
          <p:nvPr>
            <p:ph type="body" sz="quarter" idx="24" hasCustomPrompt="1"/>
          </p:nvPr>
        </p:nvSpPr>
        <p:spPr>
          <a:xfrm>
            <a:off x="1174516" y="2334812"/>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3" name="Picture Placeholder 31">
            <a:extLst>
              <a:ext uri="{FF2B5EF4-FFF2-40B4-BE49-F238E27FC236}">
                <a16:creationId xmlns:a16="http://schemas.microsoft.com/office/drawing/2014/main" id="{90FECC38-01D5-CE56-0C0A-FD663E164B20}"/>
              </a:ext>
            </a:extLst>
          </p:cNvPr>
          <p:cNvSpPr>
            <a:spLocks noGrp="1"/>
          </p:cNvSpPr>
          <p:nvPr>
            <p:ph type="pic" sz="quarter" idx="25" hasCustomPrompt="1"/>
          </p:nvPr>
        </p:nvSpPr>
        <p:spPr>
          <a:xfrm>
            <a:off x="414980" y="1979270"/>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4" name="Straight Connector 153">
            <a:extLst>
              <a:ext uri="{FF2B5EF4-FFF2-40B4-BE49-F238E27FC236}">
                <a16:creationId xmlns:a16="http://schemas.microsoft.com/office/drawing/2014/main" id="{32990DF9-0709-8256-A688-1A45C9121CC3}"/>
              </a:ext>
            </a:extLst>
          </p:cNvPr>
          <p:cNvCxnSpPr>
            <a:cxnSpLocks/>
          </p:cNvCxnSpPr>
          <p:nvPr userDrawn="1"/>
        </p:nvCxnSpPr>
        <p:spPr>
          <a:xfrm flipH="1">
            <a:off x="828704" y="3018048"/>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5" name="Text Placeholder 34">
            <a:extLst>
              <a:ext uri="{FF2B5EF4-FFF2-40B4-BE49-F238E27FC236}">
                <a16:creationId xmlns:a16="http://schemas.microsoft.com/office/drawing/2014/main" id="{EFDA1F4F-AD72-9D37-DE05-1E968C61BE2A}"/>
              </a:ext>
            </a:extLst>
          </p:cNvPr>
          <p:cNvSpPr>
            <a:spLocks noGrp="1"/>
          </p:cNvSpPr>
          <p:nvPr>
            <p:ph type="body" sz="quarter" idx="26" hasCustomPrompt="1"/>
          </p:nvPr>
        </p:nvSpPr>
        <p:spPr>
          <a:xfrm>
            <a:off x="1174516" y="3066640"/>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6" name="Text Placeholder 34">
            <a:extLst>
              <a:ext uri="{FF2B5EF4-FFF2-40B4-BE49-F238E27FC236}">
                <a16:creationId xmlns:a16="http://schemas.microsoft.com/office/drawing/2014/main" id="{43FAB01F-0805-3540-8B23-9C943BF0671A}"/>
              </a:ext>
            </a:extLst>
          </p:cNvPr>
          <p:cNvSpPr>
            <a:spLocks noGrp="1"/>
          </p:cNvSpPr>
          <p:nvPr>
            <p:ph type="body" sz="quarter" idx="27" hasCustomPrompt="1"/>
          </p:nvPr>
        </p:nvSpPr>
        <p:spPr>
          <a:xfrm>
            <a:off x="1174516" y="3334937"/>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7" name="Picture Placeholder 31">
            <a:extLst>
              <a:ext uri="{FF2B5EF4-FFF2-40B4-BE49-F238E27FC236}">
                <a16:creationId xmlns:a16="http://schemas.microsoft.com/office/drawing/2014/main" id="{0E9FC3C1-F9C3-4AC2-CA7D-5B07F3CF0BC4}"/>
              </a:ext>
            </a:extLst>
          </p:cNvPr>
          <p:cNvSpPr>
            <a:spLocks noGrp="1"/>
          </p:cNvSpPr>
          <p:nvPr>
            <p:ph type="pic" sz="quarter" idx="28" hasCustomPrompt="1"/>
          </p:nvPr>
        </p:nvSpPr>
        <p:spPr>
          <a:xfrm>
            <a:off x="414980" y="2979395"/>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19" name="Straight Connector 218">
            <a:extLst>
              <a:ext uri="{FF2B5EF4-FFF2-40B4-BE49-F238E27FC236}">
                <a16:creationId xmlns:a16="http://schemas.microsoft.com/office/drawing/2014/main" id="{98561C71-9962-C0AB-60B2-60F5E12EC5A5}"/>
              </a:ext>
            </a:extLst>
          </p:cNvPr>
          <p:cNvCxnSpPr>
            <a:cxnSpLocks/>
          </p:cNvCxnSpPr>
          <p:nvPr userDrawn="1"/>
        </p:nvCxnSpPr>
        <p:spPr>
          <a:xfrm flipH="1">
            <a:off x="828704" y="401817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0" name="Text Placeholder 34">
            <a:extLst>
              <a:ext uri="{FF2B5EF4-FFF2-40B4-BE49-F238E27FC236}">
                <a16:creationId xmlns:a16="http://schemas.microsoft.com/office/drawing/2014/main" id="{76A10804-5532-5821-ED40-E0117DDAA515}"/>
              </a:ext>
            </a:extLst>
          </p:cNvPr>
          <p:cNvSpPr>
            <a:spLocks noGrp="1"/>
          </p:cNvSpPr>
          <p:nvPr>
            <p:ph type="body" sz="quarter" idx="29" hasCustomPrompt="1"/>
          </p:nvPr>
        </p:nvSpPr>
        <p:spPr>
          <a:xfrm>
            <a:off x="1174516" y="4066765"/>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1" name="Text Placeholder 34">
            <a:extLst>
              <a:ext uri="{FF2B5EF4-FFF2-40B4-BE49-F238E27FC236}">
                <a16:creationId xmlns:a16="http://schemas.microsoft.com/office/drawing/2014/main" id="{1A8EE7A8-296A-8214-7514-8B409FB1EDAB}"/>
              </a:ext>
            </a:extLst>
          </p:cNvPr>
          <p:cNvSpPr>
            <a:spLocks noGrp="1"/>
          </p:cNvSpPr>
          <p:nvPr>
            <p:ph type="body" sz="quarter" idx="30" hasCustomPrompt="1"/>
          </p:nvPr>
        </p:nvSpPr>
        <p:spPr>
          <a:xfrm>
            <a:off x="1174516" y="4335062"/>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2" name="Picture Placeholder 31">
            <a:extLst>
              <a:ext uri="{FF2B5EF4-FFF2-40B4-BE49-F238E27FC236}">
                <a16:creationId xmlns:a16="http://schemas.microsoft.com/office/drawing/2014/main" id="{F5BB9224-9EEC-DA3A-6DAF-CCA94814B436}"/>
              </a:ext>
            </a:extLst>
          </p:cNvPr>
          <p:cNvSpPr>
            <a:spLocks noGrp="1"/>
          </p:cNvSpPr>
          <p:nvPr>
            <p:ph type="pic" sz="quarter" idx="31" hasCustomPrompt="1"/>
          </p:nvPr>
        </p:nvSpPr>
        <p:spPr>
          <a:xfrm>
            <a:off x="414980" y="3979520"/>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3" name="Straight Connector 222">
            <a:extLst>
              <a:ext uri="{FF2B5EF4-FFF2-40B4-BE49-F238E27FC236}">
                <a16:creationId xmlns:a16="http://schemas.microsoft.com/office/drawing/2014/main" id="{539DF603-7AD5-C996-2951-F66C3BD4D801}"/>
              </a:ext>
            </a:extLst>
          </p:cNvPr>
          <p:cNvCxnSpPr>
            <a:cxnSpLocks/>
          </p:cNvCxnSpPr>
          <p:nvPr userDrawn="1"/>
        </p:nvCxnSpPr>
        <p:spPr>
          <a:xfrm flipH="1">
            <a:off x="3561394" y="1010654"/>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4" name="Text Placeholder 34">
            <a:extLst>
              <a:ext uri="{FF2B5EF4-FFF2-40B4-BE49-F238E27FC236}">
                <a16:creationId xmlns:a16="http://schemas.microsoft.com/office/drawing/2014/main" id="{FC26F4EE-D6B6-2658-2F9E-39E421D535D0}"/>
              </a:ext>
            </a:extLst>
          </p:cNvPr>
          <p:cNvSpPr>
            <a:spLocks noGrp="1"/>
          </p:cNvSpPr>
          <p:nvPr>
            <p:ph type="body" sz="quarter" idx="32" hasCustomPrompt="1"/>
          </p:nvPr>
        </p:nvSpPr>
        <p:spPr>
          <a:xfrm>
            <a:off x="3907206" y="1059246"/>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5" name="Text Placeholder 34">
            <a:extLst>
              <a:ext uri="{FF2B5EF4-FFF2-40B4-BE49-F238E27FC236}">
                <a16:creationId xmlns:a16="http://schemas.microsoft.com/office/drawing/2014/main" id="{1DD3842A-4738-FD49-5CF6-55DC0A7D5048}"/>
              </a:ext>
            </a:extLst>
          </p:cNvPr>
          <p:cNvSpPr>
            <a:spLocks noGrp="1"/>
          </p:cNvSpPr>
          <p:nvPr>
            <p:ph type="body" sz="quarter" idx="33" hasCustomPrompt="1"/>
          </p:nvPr>
        </p:nvSpPr>
        <p:spPr>
          <a:xfrm>
            <a:off x="3907206" y="1327543"/>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6" name="Picture Placeholder 31">
            <a:extLst>
              <a:ext uri="{FF2B5EF4-FFF2-40B4-BE49-F238E27FC236}">
                <a16:creationId xmlns:a16="http://schemas.microsoft.com/office/drawing/2014/main" id="{253CDE3B-AAD8-54BA-7C7E-895C404717E7}"/>
              </a:ext>
            </a:extLst>
          </p:cNvPr>
          <p:cNvSpPr>
            <a:spLocks noGrp="1"/>
          </p:cNvSpPr>
          <p:nvPr>
            <p:ph type="pic" sz="quarter" idx="34" hasCustomPrompt="1"/>
          </p:nvPr>
        </p:nvSpPr>
        <p:spPr>
          <a:xfrm>
            <a:off x="3147670" y="972001"/>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7" name="Straight Connector 226">
            <a:extLst>
              <a:ext uri="{FF2B5EF4-FFF2-40B4-BE49-F238E27FC236}">
                <a16:creationId xmlns:a16="http://schemas.microsoft.com/office/drawing/2014/main" id="{6578670E-57F0-AF46-7BBB-7EA76CF87CA8}"/>
              </a:ext>
            </a:extLst>
          </p:cNvPr>
          <p:cNvCxnSpPr>
            <a:cxnSpLocks/>
          </p:cNvCxnSpPr>
          <p:nvPr userDrawn="1"/>
        </p:nvCxnSpPr>
        <p:spPr>
          <a:xfrm flipH="1">
            <a:off x="3561394" y="201792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8" name="Text Placeholder 34">
            <a:extLst>
              <a:ext uri="{FF2B5EF4-FFF2-40B4-BE49-F238E27FC236}">
                <a16:creationId xmlns:a16="http://schemas.microsoft.com/office/drawing/2014/main" id="{735C124E-4C9B-2E15-EFB8-6993D2D75CAB}"/>
              </a:ext>
            </a:extLst>
          </p:cNvPr>
          <p:cNvSpPr>
            <a:spLocks noGrp="1"/>
          </p:cNvSpPr>
          <p:nvPr>
            <p:ph type="body" sz="quarter" idx="35" hasCustomPrompt="1"/>
          </p:nvPr>
        </p:nvSpPr>
        <p:spPr>
          <a:xfrm>
            <a:off x="3907206" y="2066515"/>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9" name="Text Placeholder 34">
            <a:extLst>
              <a:ext uri="{FF2B5EF4-FFF2-40B4-BE49-F238E27FC236}">
                <a16:creationId xmlns:a16="http://schemas.microsoft.com/office/drawing/2014/main" id="{8E3FF739-2DC1-37F1-A076-CDA9DFCDA685}"/>
              </a:ext>
            </a:extLst>
          </p:cNvPr>
          <p:cNvSpPr>
            <a:spLocks noGrp="1"/>
          </p:cNvSpPr>
          <p:nvPr>
            <p:ph type="body" sz="quarter" idx="36" hasCustomPrompt="1"/>
          </p:nvPr>
        </p:nvSpPr>
        <p:spPr>
          <a:xfrm>
            <a:off x="3907206" y="2334812"/>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0" name="Picture Placeholder 31">
            <a:extLst>
              <a:ext uri="{FF2B5EF4-FFF2-40B4-BE49-F238E27FC236}">
                <a16:creationId xmlns:a16="http://schemas.microsoft.com/office/drawing/2014/main" id="{229F72F0-3347-F85C-77AF-60A9F9A1954D}"/>
              </a:ext>
            </a:extLst>
          </p:cNvPr>
          <p:cNvSpPr>
            <a:spLocks noGrp="1"/>
          </p:cNvSpPr>
          <p:nvPr>
            <p:ph type="pic" sz="quarter" idx="37" hasCustomPrompt="1"/>
          </p:nvPr>
        </p:nvSpPr>
        <p:spPr>
          <a:xfrm>
            <a:off x="3147670" y="1979270"/>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1" name="Straight Connector 230">
            <a:extLst>
              <a:ext uri="{FF2B5EF4-FFF2-40B4-BE49-F238E27FC236}">
                <a16:creationId xmlns:a16="http://schemas.microsoft.com/office/drawing/2014/main" id="{F94375F8-20E0-FB85-EE75-E19F4CDE16FB}"/>
              </a:ext>
            </a:extLst>
          </p:cNvPr>
          <p:cNvCxnSpPr>
            <a:cxnSpLocks/>
          </p:cNvCxnSpPr>
          <p:nvPr userDrawn="1"/>
        </p:nvCxnSpPr>
        <p:spPr>
          <a:xfrm flipH="1">
            <a:off x="3561394" y="3018048"/>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2" name="Text Placeholder 34">
            <a:extLst>
              <a:ext uri="{FF2B5EF4-FFF2-40B4-BE49-F238E27FC236}">
                <a16:creationId xmlns:a16="http://schemas.microsoft.com/office/drawing/2014/main" id="{B5C9CDA9-12FD-F277-237B-A94DC3D99F05}"/>
              </a:ext>
            </a:extLst>
          </p:cNvPr>
          <p:cNvSpPr>
            <a:spLocks noGrp="1"/>
          </p:cNvSpPr>
          <p:nvPr>
            <p:ph type="body" sz="quarter" idx="38" hasCustomPrompt="1"/>
          </p:nvPr>
        </p:nvSpPr>
        <p:spPr>
          <a:xfrm>
            <a:off x="3907206" y="3066640"/>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3" name="Text Placeholder 34">
            <a:extLst>
              <a:ext uri="{FF2B5EF4-FFF2-40B4-BE49-F238E27FC236}">
                <a16:creationId xmlns:a16="http://schemas.microsoft.com/office/drawing/2014/main" id="{D3C9B2EC-47F7-17C7-3EA8-40482B2277DC}"/>
              </a:ext>
            </a:extLst>
          </p:cNvPr>
          <p:cNvSpPr>
            <a:spLocks noGrp="1"/>
          </p:cNvSpPr>
          <p:nvPr>
            <p:ph type="body" sz="quarter" idx="39" hasCustomPrompt="1"/>
          </p:nvPr>
        </p:nvSpPr>
        <p:spPr>
          <a:xfrm>
            <a:off x="3907206" y="3334937"/>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4" name="Picture Placeholder 31">
            <a:extLst>
              <a:ext uri="{FF2B5EF4-FFF2-40B4-BE49-F238E27FC236}">
                <a16:creationId xmlns:a16="http://schemas.microsoft.com/office/drawing/2014/main" id="{061FF5F7-2D26-6F3F-DFEA-FF38FD622C9D}"/>
              </a:ext>
            </a:extLst>
          </p:cNvPr>
          <p:cNvSpPr>
            <a:spLocks noGrp="1"/>
          </p:cNvSpPr>
          <p:nvPr>
            <p:ph type="pic" sz="quarter" idx="40" hasCustomPrompt="1"/>
          </p:nvPr>
        </p:nvSpPr>
        <p:spPr>
          <a:xfrm>
            <a:off x="3147670" y="2979395"/>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5" name="Straight Connector 234">
            <a:extLst>
              <a:ext uri="{FF2B5EF4-FFF2-40B4-BE49-F238E27FC236}">
                <a16:creationId xmlns:a16="http://schemas.microsoft.com/office/drawing/2014/main" id="{F6E81E63-BD72-FF68-3C39-056C2FF7CC83}"/>
              </a:ext>
            </a:extLst>
          </p:cNvPr>
          <p:cNvCxnSpPr>
            <a:cxnSpLocks/>
          </p:cNvCxnSpPr>
          <p:nvPr userDrawn="1"/>
        </p:nvCxnSpPr>
        <p:spPr>
          <a:xfrm flipH="1">
            <a:off x="3561394" y="401817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6" name="Text Placeholder 34">
            <a:extLst>
              <a:ext uri="{FF2B5EF4-FFF2-40B4-BE49-F238E27FC236}">
                <a16:creationId xmlns:a16="http://schemas.microsoft.com/office/drawing/2014/main" id="{C2D2EDBF-0728-83A4-53B0-99FFE2637393}"/>
              </a:ext>
            </a:extLst>
          </p:cNvPr>
          <p:cNvSpPr>
            <a:spLocks noGrp="1"/>
          </p:cNvSpPr>
          <p:nvPr>
            <p:ph type="body" sz="quarter" idx="41" hasCustomPrompt="1"/>
          </p:nvPr>
        </p:nvSpPr>
        <p:spPr>
          <a:xfrm>
            <a:off x="3907206" y="4066765"/>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7" name="Text Placeholder 34">
            <a:extLst>
              <a:ext uri="{FF2B5EF4-FFF2-40B4-BE49-F238E27FC236}">
                <a16:creationId xmlns:a16="http://schemas.microsoft.com/office/drawing/2014/main" id="{52E9B2B9-BAF7-287A-C00C-BCB8EC4C7A4F}"/>
              </a:ext>
            </a:extLst>
          </p:cNvPr>
          <p:cNvSpPr>
            <a:spLocks noGrp="1"/>
          </p:cNvSpPr>
          <p:nvPr>
            <p:ph type="body" sz="quarter" idx="42" hasCustomPrompt="1"/>
          </p:nvPr>
        </p:nvSpPr>
        <p:spPr>
          <a:xfrm>
            <a:off x="3907206" y="4335062"/>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8" name="Picture Placeholder 31">
            <a:extLst>
              <a:ext uri="{FF2B5EF4-FFF2-40B4-BE49-F238E27FC236}">
                <a16:creationId xmlns:a16="http://schemas.microsoft.com/office/drawing/2014/main" id="{69A1CD5F-AD8E-0A9F-5BF8-AC6B5D4AC33D}"/>
              </a:ext>
            </a:extLst>
          </p:cNvPr>
          <p:cNvSpPr>
            <a:spLocks noGrp="1"/>
          </p:cNvSpPr>
          <p:nvPr>
            <p:ph type="pic" sz="quarter" idx="43" hasCustomPrompt="1"/>
          </p:nvPr>
        </p:nvSpPr>
        <p:spPr>
          <a:xfrm>
            <a:off x="3147670" y="3979520"/>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9" name="Straight Connector 238">
            <a:extLst>
              <a:ext uri="{FF2B5EF4-FFF2-40B4-BE49-F238E27FC236}">
                <a16:creationId xmlns:a16="http://schemas.microsoft.com/office/drawing/2014/main" id="{20208525-ABD9-7115-0287-DB39D2011373}"/>
              </a:ext>
            </a:extLst>
          </p:cNvPr>
          <p:cNvCxnSpPr>
            <a:cxnSpLocks/>
          </p:cNvCxnSpPr>
          <p:nvPr userDrawn="1"/>
        </p:nvCxnSpPr>
        <p:spPr>
          <a:xfrm flipH="1">
            <a:off x="6325615" y="1010654"/>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0" name="Text Placeholder 34">
            <a:extLst>
              <a:ext uri="{FF2B5EF4-FFF2-40B4-BE49-F238E27FC236}">
                <a16:creationId xmlns:a16="http://schemas.microsoft.com/office/drawing/2014/main" id="{109869E6-B260-A8ED-6BAD-5565A200C121}"/>
              </a:ext>
            </a:extLst>
          </p:cNvPr>
          <p:cNvSpPr>
            <a:spLocks noGrp="1"/>
          </p:cNvSpPr>
          <p:nvPr>
            <p:ph type="body" sz="quarter" idx="44" hasCustomPrompt="1"/>
          </p:nvPr>
        </p:nvSpPr>
        <p:spPr>
          <a:xfrm>
            <a:off x="6671427" y="1059246"/>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1" name="Text Placeholder 34">
            <a:extLst>
              <a:ext uri="{FF2B5EF4-FFF2-40B4-BE49-F238E27FC236}">
                <a16:creationId xmlns:a16="http://schemas.microsoft.com/office/drawing/2014/main" id="{C38A4D6B-A385-737E-7530-BCD52C390A47}"/>
              </a:ext>
            </a:extLst>
          </p:cNvPr>
          <p:cNvSpPr>
            <a:spLocks noGrp="1"/>
          </p:cNvSpPr>
          <p:nvPr>
            <p:ph type="body" sz="quarter" idx="45" hasCustomPrompt="1"/>
          </p:nvPr>
        </p:nvSpPr>
        <p:spPr>
          <a:xfrm>
            <a:off x="6671427" y="1327543"/>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2" name="Picture Placeholder 31">
            <a:extLst>
              <a:ext uri="{FF2B5EF4-FFF2-40B4-BE49-F238E27FC236}">
                <a16:creationId xmlns:a16="http://schemas.microsoft.com/office/drawing/2014/main" id="{D5D66D34-51E3-7121-0CA3-D2DEDCD0FE52}"/>
              </a:ext>
            </a:extLst>
          </p:cNvPr>
          <p:cNvSpPr>
            <a:spLocks noGrp="1"/>
          </p:cNvSpPr>
          <p:nvPr>
            <p:ph type="pic" sz="quarter" idx="46" hasCustomPrompt="1"/>
          </p:nvPr>
        </p:nvSpPr>
        <p:spPr>
          <a:xfrm>
            <a:off x="5911891" y="972001"/>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3" name="Straight Connector 242">
            <a:extLst>
              <a:ext uri="{FF2B5EF4-FFF2-40B4-BE49-F238E27FC236}">
                <a16:creationId xmlns:a16="http://schemas.microsoft.com/office/drawing/2014/main" id="{C6B425BF-1FFA-F5DB-E98D-3C7E7F668479}"/>
              </a:ext>
            </a:extLst>
          </p:cNvPr>
          <p:cNvCxnSpPr>
            <a:cxnSpLocks/>
          </p:cNvCxnSpPr>
          <p:nvPr userDrawn="1"/>
        </p:nvCxnSpPr>
        <p:spPr>
          <a:xfrm flipH="1">
            <a:off x="6325615" y="201792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4" name="Text Placeholder 34">
            <a:extLst>
              <a:ext uri="{FF2B5EF4-FFF2-40B4-BE49-F238E27FC236}">
                <a16:creationId xmlns:a16="http://schemas.microsoft.com/office/drawing/2014/main" id="{9F9EC226-0B59-47FB-553B-47E46AAAC766}"/>
              </a:ext>
            </a:extLst>
          </p:cNvPr>
          <p:cNvSpPr>
            <a:spLocks noGrp="1"/>
          </p:cNvSpPr>
          <p:nvPr>
            <p:ph type="body" sz="quarter" idx="47" hasCustomPrompt="1"/>
          </p:nvPr>
        </p:nvSpPr>
        <p:spPr>
          <a:xfrm>
            <a:off x="6671427" y="2066515"/>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5" name="Text Placeholder 34">
            <a:extLst>
              <a:ext uri="{FF2B5EF4-FFF2-40B4-BE49-F238E27FC236}">
                <a16:creationId xmlns:a16="http://schemas.microsoft.com/office/drawing/2014/main" id="{17A65A93-D122-D31B-8FDC-258A29163F03}"/>
              </a:ext>
            </a:extLst>
          </p:cNvPr>
          <p:cNvSpPr>
            <a:spLocks noGrp="1"/>
          </p:cNvSpPr>
          <p:nvPr>
            <p:ph type="body" sz="quarter" idx="48" hasCustomPrompt="1"/>
          </p:nvPr>
        </p:nvSpPr>
        <p:spPr>
          <a:xfrm>
            <a:off x="6671427" y="2334812"/>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6" name="Picture Placeholder 31">
            <a:extLst>
              <a:ext uri="{FF2B5EF4-FFF2-40B4-BE49-F238E27FC236}">
                <a16:creationId xmlns:a16="http://schemas.microsoft.com/office/drawing/2014/main" id="{686FF29D-D933-1006-AA8B-B148FC8AD2AF}"/>
              </a:ext>
            </a:extLst>
          </p:cNvPr>
          <p:cNvSpPr>
            <a:spLocks noGrp="1"/>
          </p:cNvSpPr>
          <p:nvPr>
            <p:ph type="pic" sz="quarter" idx="49" hasCustomPrompt="1"/>
          </p:nvPr>
        </p:nvSpPr>
        <p:spPr>
          <a:xfrm>
            <a:off x="5911891" y="1979270"/>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7" name="Straight Connector 246">
            <a:extLst>
              <a:ext uri="{FF2B5EF4-FFF2-40B4-BE49-F238E27FC236}">
                <a16:creationId xmlns:a16="http://schemas.microsoft.com/office/drawing/2014/main" id="{248DC103-95A8-52E2-9802-B6EC8CF068CB}"/>
              </a:ext>
            </a:extLst>
          </p:cNvPr>
          <p:cNvCxnSpPr>
            <a:cxnSpLocks/>
          </p:cNvCxnSpPr>
          <p:nvPr userDrawn="1"/>
        </p:nvCxnSpPr>
        <p:spPr>
          <a:xfrm flipH="1">
            <a:off x="6325615" y="3018048"/>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8" name="Text Placeholder 34">
            <a:extLst>
              <a:ext uri="{FF2B5EF4-FFF2-40B4-BE49-F238E27FC236}">
                <a16:creationId xmlns:a16="http://schemas.microsoft.com/office/drawing/2014/main" id="{46D73D4A-0919-CA6B-9DA7-328D4F7BA26C}"/>
              </a:ext>
            </a:extLst>
          </p:cNvPr>
          <p:cNvSpPr>
            <a:spLocks noGrp="1"/>
          </p:cNvSpPr>
          <p:nvPr>
            <p:ph type="body" sz="quarter" idx="50" hasCustomPrompt="1"/>
          </p:nvPr>
        </p:nvSpPr>
        <p:spPr>
          <a:xfrm>
            <a:off x="6671427" y="3066640"/>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9" name="Text Placeholder 34">
            <a:extLst>
              <a:ext uri="{FF2B5EF4-FFF2-40B4-BE49-F238E27FC236}">
                <a16:creationId xmlns:a16="http://schemas.microsoft.com/office/drawing/2014/main" id="{23B0E44A-2A04-D132-9E8A-1EF53CEC79ED}"/>
              </a:ext>
            </a:extLst>
          </p:cNvPr>
          <p:cNvSpPr>
            <a:spLocks noGrp="1"/>
          </p:cNvSpPr>
          <p:nvPr>
            <p:ph type="body" sz="quarter" idx="51" hasCustomPrompt="1"/>
          </p:nvPr>
        </p:nvSpPr>
        <p:spPr>
          <a:xfrm>
            <a:off x="6671427" y="3334937"/>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0" name="Picture Placeholder 31">
            <a:extLst>
              <a:ext uri="{FF2B5EF4-FFF2-40B4-BE49-F238E27FC236}">
                <a16:creationId xmlns:a16="http://schemas.microsoft.com/office/drawing/2014/main" id="{DF5D2C43-667D-47D0-8FE8-8FB6385C6617}"/>
              </a:ext>
            </a:extLst>
          </p:cNvPr>
          <p:cNvSpPr>
            <a:spLocks noGrp="1"/>
          </p:cNvSpPr>
          <p:nvPr>
            <p:ph type="pic" sz="quarter" idx="52" hasCustomPrompt="1"/>
          </p:nvPr>
        </p:nvSpPr>
        <p:spPr>
          <a:xfrm>
            <a:off x="5911891" y="2979395"/>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51" name="Straight Connector 250">
            <a:extLst>
              <a:ext uri="{FF2B5EF4-FFF2-40B4-BE49-F238E27FC236}">
                <a16:creationId xmlns:a16="http://schemas.microsoft.com/office/drawing/2014/main" id="{CBE8439D-800A-28AB-6CBA-6A64AEA87922}"/>
              </a:ext>
            </a:extLst>
          </p:cNvPr>
          <p:cNvCxnSpPr>
            <a:cxnSpLocks/>
          </p:cNvCxnSpPr>
          <p:nvPr userDrawn="1"/>
        </p:nvCxnSpPr>
        <p:spPr>
          <a:xfrm flipH="1">
            <a:off x="6325615" y="401817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2" name="Text Placeholder 34">
            <a:extLst>
              <a:ext uri="{FF2B5EF4-FFF2-40B4-BE49-F238E27FC236}">
                <a16:creationId xmlns:a16="http://schemas.microsoft.com/office/drawing/2014/main" id="{7DF5E984-AABC-99BA-8542-FAC6821454BD}"/>
              </a:ext>
            </a:extLst>
          </p:cNvPr>
          <p:cNvSpPr>
            <a:spLocks noGrp="1"/>
          </p:cNvSpPr>
          <p:nvPr>
            <p:ph type="body" sz="quarter" idx="53" hasCustomPrompt="1"/>
          </p:nvPr>
        </p:nvSpPr>
        <p:spPr>
          <a:xfrm>
            <a:off x="6671427" y="4066765"/>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53" name="Text Placeholder 34">
            <a:extLst>
              <a:ext uri="{FF2B5EF4-FFF2-40B4-BE49-F238E27FC236}">
                <a16:creationId xmlns:a16="http://schemas.microsoft.com/office/drawing/2014/main" id="{E6EA7B54-1ED1-FBC9-C5D6-6A982B4D126A}"/>
              </a:ext>
            </a:extLst>
          </p:cNvPr>
          <p:cNvSpPr>
            <a:spLocks noGrp="1"/>
          </p:cNvSpPr>
          <p:nvPr>
            <p:ph type="body" sz="quarter" idx="54" hasCustomPrompt="1"/>
          </p:nvPr>
        </p:nvSpPr>
        <p:spPr>
          <a:xfrm>
            <a:off x="6671427" y="4335062"/>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4" name="Picture Placeholder 31">
            <a:extLst>
              <a:ext uri="{FF2B5EF4-FFF2-40B4-BE49-F238E27FC236}">
                <a16:creationId xmlns:a16="http://schemas.microsoft.com/office/drawing/2014/main" id="{5F262BBD-76ED-DE6E-C629-FCD967C2A478}"/>
              </a:ext>
            </a:extLst>
          </p:cNvPr>
          <p:cNvSpPr>
            <a:spLocks noGrp="1"/>
          </p:cNvSpPr>
          <p:nvPr>
            <p:ph type="pic" sz="quarter" idx="55" hasCustomPrompt="1"/>
          </p:nvPr>
        </p:nvSpPr>
        <p:spPr>
          <a:xfrm>
            <a:off x="5911891" y="3979520"/>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56" name="Freeform 255">
            <a:extLst>
              <a:ext uri="{FF2B5EF4-FFF2-40B4-BE49-F238E27FC236}">
                <a16:creationId xmlns:a16="http://schemas.microsoft.com/office/drawing/2014/main" id="{86A38237-F330-31D7-8A69-85DB90172E81}"/>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257" name="Picture 10">
            <a:extLst>
              <a:ext uri="{FF2B5EF4-FFF2-40B4-BE49-F238E27FC236}">
                <a16:creationId xmlns:a16="http://schemas.microsoft.com/office/drawing/2014/main" id="{496B2E98-4F2C-3C11-E0EA-D7665C82FE3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211840509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Timeline - Fiscal year">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CE8C7315-1EC7-E2C2-6CA3-7F799CB37F78}"/>
              </a:ext>
            </a:extLst>
          </p:cNvPr>
          <p:cNvSpPr/>
          <p:nvPr userDrawn="1"/>
        </p:nvSpPr>
        <p:spPr>
          <a:xfrm>
            <a:off x="419100" y="1467292"/>
            <a:ext cx="1876044" cy="3381567"/>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 name="Rounded Rectangle 3">
            <a:extLst>
              <a:ext uri="{FF2B5EF4-FFF2-40B4-BE49-F238E27FC236}">
                <a16:creationId xmlns:a16="http://schemas.microsoft.com/office/drawing/2014/main" id="{ADBAC0B7-2801-4A93-ACF5-9B1A579C265E}"/>
              </a:ext>
            </a:extLst>
          </p:cNvPr>
          <p:cNvSpPr/>
          <p:nvPr userDrawn="1"/>
        </p:nvSpPr>
        <p:spPr>
          <a:xfrm>
            <a:off x="2452551" y="1467292"/>
            <a:ext cx="1876044" cy="3381567"/>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 name="Rounded Rectangle 4">
            <a:extLst>
              <a:ext uri="{FF2B5EF4-FFF2-40B4-BE49-F238E27FC236}">
                <a16:creationId xmlns:a16="http://schemas.microsoft.com/office/drawing/2014/main" id="{6DF431C7-9A90-8DB4-50FF-F9B5CC617621}"/>
              </a:ext>
            </a:extLst>
          </p:cNvPr>
          <p:cNvSpPr/>
          <p:nvPr userDrawn="1"/>
        </p:nvSpPr>
        <p:spPr>
          <a:xfrm>
            <a:off x="4488942" y="1467292"/>
            <a:ext cx="1876044" cy="3381567"/>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6" name="Rounded Rectangle 5">
            <a:extLst>
              <a:ext uri="{FF2B5EF4-FFF2-40B4-BE49-F238E27FC236}">
                <a16:creationId xmlns:a16="http://schemas.microsoft.com/office/drawing/2014/main" id="{0E07C9EE-8ECD-5324-0507-42D53F7E3C07}"/>
              </a:ext>
            </a:extLst>
          </p:cNvPr>
          <p:cNvSpPr/>
          <p:nvPr userDrawn="1"/>
        </p:nvSpPr>
        <p:spPr>
          <a:xfrm>
            <a:off x="6522394" y="1467292"/>
            <a:ext cx="1876044" cy="3381567"/>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cxnSp>
        <p:nvCxnSpPr>
          <p:cNvPr id="7" name="Straight Arrow Connector 6">
            <a:extLst>
              <a:ext uri="{FF2B5EF4-FFF2-40B4-BE49-F238E27FC236}">
                <a16:creationId xmlns:a16="http://schemas.microsoft.com/office/drawing/2014/main" id="{52598218-A348-164A-5DEF-3ACC900AE474}"/>
              </a:ext>
            </a:extLst>
          </p:cNvPr>
          <p:cNvCxnSpPr>
            <a:cxnSpLocks/>
          </p:cNvCxnSpPr>
          <p:nvPr userDrawn="1"/>
        </p:nvCxnSpPr>
        <p:spPr>
          <a:xfrm>
            <a:off x="0" y="1014370"/>
            <a:ext cx="8572500"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sp>
        <p:nvSpPr>
          <p:cNvPr id="8" name="Freeform 7">
            <a:extLst>
              <a:ext uri="{FF2B5EF4-FFF2-40B4-BE49-F238E27FC236}">
                <a16:creationId xmlns:a16="http://schemas.microsoft.com/office/drawing/2014/main" id="{69D13A2E-B498-783F-B40B-6672328F4961}"/>
              </a:ext>
            </a:extLst>
          </p:cNvPr>
          <p:cNvSpPr/>
          <p:nvPr userDrawn="1"/>
        </p:nvSpPr>
        <p:spPr>
          <a:xfrm>
            <a:off x="419100" y="1467292"/>
            <a:ext cx="1876044" cy="3048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9" name="Freeform 8">
            <a:extLst>
              <a:ext uri="{FF2B5EF4-FFF2-40B4-BE49-F238E27FC236}">
                <a16:creationId xmlns:a16="http://schemas.microsoft.com/office/drawing/2014/main" id="{EF73949E-9B32-B3CF-ED58-FF6FF9B03681}"/>
              </a:ext>
            </a:extLst>
          </p:cNvPr>
          <p:cNvSpPr/>
          <p:nvPr userDrawn="1"/>
        </p:nvSpPr>
        <p:spPr>
          <a:xfrm>
            <a:off x="2452551" y="1467292"/>
            <a:ext cx="1876044" cy="3048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10" name="Freeform 9">
            <a:extLst>
              <a:ext uri="{FF2B5EF4-FFF2-40B4-BE49-F238E27FC236}">
                <a16:creationId xmlns:a16="http://schemas.microsoft.com/office/drawing/2014/main" id="{7BD20EC6-DBDD-4596-C12E-A0AC4FBFD5BC}"/>
              </a:ext>
            </a:extLst>
          </p:cNvPr>
          <p:cNvSpPr/>
          <p:nvPr userDrawn="1"/>
        </p:nvSpPr>
        <p:spPr>
          <a:xfrm>
            <a:off x="4488942" y="1467292"/>
            <a:ext cx="1876044" cy="3048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11" name="Freeform 10">
            <a:extLst>
              <a:ext uri="{FF2B5EF4-FFF2-40B4-BE49-F238E27FC236}">
                <a16:creationId xmlns:a16="http://schemas.microsoft.com/office/drawing/2014/main" id="{C0C82A0D-9C43-5F72-824B-B4FF30638190}"/>
              </a:ext>
            </a:extLst>
          </p:cNvPr>
          <p:cNvSpPr/>
          <p:nvPr userDrawn="1"/>
        </p:nvSpPr>
        <p:spPr>
          <a:xfrm>
            <a:off x="6522394" y="1467292"/>
            <a:ext cx="1876044" cy="3048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5823A770-C61F-54B6-4CCD-AC272DF2E030}"/>
              </a:ext>
            </a:extLst>
          </p:cNvPr>
          <p:cNvCxnSpPr>
            <a:cxnSpLocks/>
          </p:cNvCxnSpPr>
          <p:nvPr userDrawn="1"/>
        </p:nvCxnSpPr>
        <p:spPr>
          <a:xfrm flipV="1">
            <a:off x="1357122" y="1006083"/>
            <a:ext cx="0" cy="4571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F8B2DD11-95B3-1FA0-D3B8-D5323FBE806A}"/>
              </a:ext>
            </a:extLst>
          </p:cNvPr>
          <p:cNvCxnSpPr>
            <a:cxnSpLocks/>
          </p:cNvCxnSpPr>
          <p:nvPr userDrawn="1"/>
        </p:nvCxnSpPr>
        <p:spPr>
          <a:xfrm flipV="1">
            <a:off x="3390573" y="1006083"/>
            <a:ext cx="0" cy="4571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0978A211-3E17-92EA-CE10-1772FDC9FF77}"/>
              </a:ext>
            </a:extLst>
          </p:cNvPr>
          <p:cNvCxnSpPr>
            <a:cxnSpLocks/>
          </p:cNvCxnSpPr>
          <p:nvPr userDrawn="1"/>
        </p:nvCxnSpPr>
        <p:spPr>
          <a:xfrm flipV="1">
            <a:off x="5426964" y="1006083"/>
            <a:ext cx="0" cy="4571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D4EF0EAE-A759-A109-3967-4842A8DA4738}"/>
              </a:ext>
            </a:extLst>
          </p:cNvPr>
          <p:cNvCxnSpPr>
            <a:cxnSpLocks/>
          </p:cNvCxnSpPr>
          <p:nvPr userDrawn="1"/>
        </p:nvCxnSpPr>
        <p:spPr>
          <a:xfrm flipV="1">
            <a:off x="7460416" y="1006083"/>
            <a:ext cx="0" cy="4571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Oval 15">
            <a:extLst>
              <a:ext uri="{FF2B5EF4-FFF2-40B4-BE49-F238E27FC236}">
                <a16:creationId xmlns:a16="http://schemas.microsoft.com/office/drawing/2014/main" id="{9FF3E9B9-E035-590A-286F-B9D454B9543A}"/>
              </a:ext>
            </a:extLst>
          </p:cNvPr>
          <p:cNvSpPr/>
          <p:nvPr userDrawn="1"/>
        </p:nvSpPr>
        <p:spPr>
          <a:xfrm>
            <a:off x="1294060"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7" name="Oval 16">
            <a:extLst>
              <a:ext uri="{FF2B5EF4-FFF2-40B4-BE49-F238E27FC236}">
                <a16:creationId xmlns:a16="http://schemas.microsoft.com/office/drawing/2014/main" id="{73EEE728-EA7A-8600-4CF7-14692360A4C1}"/>
              </a:ext>
            </a:extLst>
          </p:cNvPr>
          <p:cNvSpPr/>
          <p:nvPr userDrawn="1"/>
        </p:nvSpPr>
        <p:spPr>
          <a:xfrm>
            <a:off x="3327511"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8" name="Oval 17">
            <a:extLst>
              <a:ext uri="{FF2B5EF4-FFF2-40B4-BE49-F238E27FC236}">
                <a16:creationId xmlns:a16="http://schemas.microsoft.com/office/drawing/2014/main" id="{C63C24B1-E910-58D3-C000-EF9F55F608D7}"/>
              </a:ext>
            </a:extLst>
          </p:cNvPr>
          <p:cNvSpPr/>
          <p:nvPr userDrawn="1"/>
        </p:nvSpPr>
        <p:spPr>
          <a:xfrm>
            <a:off x="5363902"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9" name="Oval 18">
            <a:extLst>
              <a:ext uri="{FF2B5EF4-FFF2-40B4-BE49-F238E27FC236}">
                <a16:creationId xmlns:a16="http://schemas.microsoft.com/office/drawing/2014/main" id="{AD0DC5F9-E4DC-F779-874E-E4F2726516BE}"/>
              </a:ext>
            </a:extLst>
          </p:cNvPr>
          <p:cNvSpPr/>
          <p:nvPr userDrawn="1"/>
        </p:nvSpPr>
        <p:spPr>
          <a:xfrm>
            <a:off x="7397354"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0" name="Text Placeholder 21">
            <a:extLst>
              <a:ext uri="{FF2B5EF4-FFF2-40B4-BE49-F238E27FC236}">
                <a16:creationId xmlns:a16="http://schemas.microsoft.com/office/drawing/2014/main" id="{253AF55E-369F-1646-05BD-8547337AE227}"/>
              </a:ext>
            </a:extLst>
          </p:cNvPr>
          <p:cNvSpPr>
            <a:spLocks noGrp="1"/>
          </p:cNvSpPr>
          <p:nvPr>
            <p:ph type="body" sz="quarter" idx="10" hasCustomPrompt="1"/>
          </p:nvPr>
        </p:nvSpPr>
        <p:spPr>
          <a:xfrm>
            <a:off x="765778" y="1488758"/>
            <a:ext cx="1182688" cy="252412"/>
          </a:xfrm>
          <a:prstGeom prst="rect">
            <a:avLst/>
          </a:prstGeom>
        </p:spPr>
        <p:txBody>
          <a:bodyPr lIns="0" rIns="0" anchor="ctr"/>
          <a:lstStyle>
            <a:lvl1pPr marL="0" indent="0" algn="ctr" defTabSz="914400" rtl="0" eaLnBrk="1" latinLnBrk="0" hangingPunct="1">
              <a:buNone/>
              <a:defRPr lang="en-US" sz="1400" b="0"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Q1</a:t>
            </a:r>
          </a:p>
        </p:txBody>
      </p:sp>
      <p:sp>
        <p:nvSpPr>
          <p:cNvPr id="21" name="Text Placeholder 21">
            <a:extLst>
              <a:ext uri="{FF2B5EF4-FFF2-40B4-BE49-F238E27FC236}">
                <a16:creationId xmlns:a16="http://schemas.microsoft.com/office/drawing/2014/main" id="{A4A90A5E-12AB-14C4-7363-B603C62D02AF}"/>
              </a:ext>
            </a:extLst>
          </p:cNvPr>
          <p:cNvSpPr>
            <a:spLocks noGrp="1"/>
          </p:cNvSpPr>
          <p:nvPr>
            <p:ph type="body" sz="quarter" idx="11" hasCustomPrompt="1"/>
          </p:nvPr>
        </p:nvSpPr>
        <p:spPr>
          <a:xfrm>
            <a:off x="2799229" y="1488758"/>
            <a:ext cx="1182688" cy="252412"/>
          </a:xfrm>
          <a:prstGeom prst="rect">
            <a:avLst/>
          </a:prstGeom>
        </p:spPr>
        <p:txBody>
          <a:bodyPr lIns="0" rIns="0" anchor="ctr"/>
          <a:lstStyle>
            <a:lvl1pPr marL="0" indent="0" algn="ctr" defTabSz="914400" rtl="0" eaLnBrk="1" latinLnBrk="0" hangingPunct="1">
              <a:buNone/>
              <a:defRPr lang="en-US" sz="1400" b="0"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Q2</a:t>
            </a:r>
          </a:p>
        </p:txBody>
      </p:sp>
      <p:sp>
        <p:nvSpPr>
          <p:cNvPr id="22" name="Text Placeholder 21">
            <a:extLst>
              <a:ext uri="{FF2B5EF4-FFF2-40B4-BE49-F238E27FC236}">
                <a16:creationId xmlns:a16="http://schemas.microsoft.com/office/drawing/2014/main" id="{7B3C902A-8A73-7328-578D-9470A061A97F}"/>
              </a:ext>
            </a:extLst>
          </p:cNvPr>
          <p:cNvSpPr>
            <a:spLocks noGrp="1"/>
          </p:cNvSpPr>
          <p:nvPr>
            <p:ph type="body" sz="quarter" idx="12" hasCustomPrompt="1"/>
          </p:nvPr>
        </p:nvSpPr>
        <p:spPr>
          <a:xfrm>
            <a:off x="4835620" y="1488758"/>
            <a:ext cx="1182688" cy="252412"/>
          </a:xfrm>
          <a:prstGeom prst="rect">
            <a:avLst/>
          </a:prstGeom>
        </p:spPr>
        <p:txBody>
          <a:bodyPr lIns="0" rIns="0" anchor="ctr"/>
          <a:lstStyle>
            <a:lvl1pPr marL="0" indent="0" algn="ctr" defTabSz="914400" rtl="0" eaLnBrk="1" latinLnBrk="0" hangingPunct="1">
              <a:buNone/>
              <a:defRPr lang="en-US" sz="1400" b="0"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Q3</a:t>
            </a:r>
          </a:p>
        </p:txBody>
      </p:sp>
      <p:sp>
        <p:nvSpPr>
          <p:cNvPr id="23" name="Text Placeholder 21">
            <a:extLst>
              <a:ext uri="{FF2B5EF4-FFF2-40B4-BE49-F238E27FC236}">
                <a16:creationId xmlns:a16="http://schemas.microsoft.com/office/drawing/2014/main" id="{B7BBEE48-A360-7F25-5635-55F240F582AE}"/>
              </a:ext>
            </a:extLst>
          </p:cNvPr>
          <p:cNvSpPr>
            <a:spLocks noGrp="1"/>
          </p:cNvSpPr>
          <p:nvPr>
            <p:ph type="body" sz="quarter" idx="13" hasCustomPrompt="1"/>
          </p:nvPr>
        </p:nvSpPr>
        <p:spPr>
          <a:xfrm>
            <a:off x="6869072" y="1488758"/>
            <a:ext cx="1182688" cy="252412"/>
          </a:xfrm>
          <a:prstGeom prst="rect">
            <a:avLst/>
          </a:prstGeom>
        </p:spPr>
        <p:txBody>
          <a:bodyPr lIns="0" rIns="0" anchor="ctr"/>
          <a:lstStyle>
            <a:lvl1pPr marL="0" indent="0" algn="ctr" defTabSz="914400" rtl="0" eaLnBrk="1" latinLnBrk="0" hangingPunct="1">
              <a:buNone/>
              <a:defRPr lang="en-US" sz="1400" b="0"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Q4</a:t>
            </a:r>
          </a:p>
        </p:txBody>
      </p:sp>
      <p:sp>
        <p:nvSpPr>
          <p:cNvPr id="24" name="Text Placeholder 21">
            <a:extLst>
              <a:ext uri="{FF2B5EF4-FFF2-40B4-BE49-F238E27FC236}">
                <a16:creationId xmlns:a16="http://schemas.microsoft.com/office/drawing/2014/main" id="{8C005E9F-630E-A618-EDC3-68426FA557B3}"/>
              </a:ext>
            </a:extLst>
          </p:cNvPr>
          <p:cNvSpPr>
            <a:spLocks noGrp="1"/>
          </p:cNvSpPr>
          <p:nvPr>
            <p:ph type="body" sz="quarter" idx="14" hasCustomPrompt="1"/>
          </p:nvPr>
        </p:nvSpPr>
        <p:spPr>
          <a:xfrm>
            <a:off x="572928" y="1911344"/>
            <a:ext cx="1568388" cy="2764828"/>
          </a:xfrm>
          <a:prstGeom prst="rect">
            <a:avLst/>
          </a:prstGeom>
        </p:spPr>
        <p:txBody>
          <a:bodyPr lIns="0" rIns="0"/>
          <a:lstStyle>
            <a:lvl1pPr marL="0" indent="0" algn="ctr" defTabSz="914400" rtl="0" eaLnBrk="1" latinLnBrk="0" hangingPunct="1">
              <a:buNone/>
              <a:defRPr lang="en-US" sz="11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25" name="Text Placeholder 21">
            <a:extLst>
              <a:ext uri="{FF2B5EF4-FFF2-40B4-BE49-F238E27FC236}">
                <a16:creationId xmlns:a16="http://schemas.microsoft.com/office/drawing/2014/main" id="{14A9EFB6-7683-62C1-F578-06B47F346FB7}"/>
              </a:ext>
            </a:extLst>
          </p:cNvPr>
          <p:cNvSpPr>
            <a:spLocks noGrp="1"/>
          </p:cNvSpPr>
          <p:nvPr>
            <p:ph type="body" sz="quarter" idx="15" hasCustomPrompt="1"/>
          </p:nvPr>
        </p:nvSpPr>
        <p:spPr>
          <a:xfrm>
            <a:off x="2610072" y="1911344"/>
            <a:ext cx="1568388" cy="2764828"/>
          </a:xfrm>
          <a:prstGeom prst="rect">
            <a:avLst/>
          </a:prstGeom>
        </p:spPr>
        <p:txBody>
          <a:bodyPr lIns="0" rIns="0"/>
          <a:lstStyle>
            <a:lvl1pPr marL="0" indent="0" algn="ctr" defTabSz="914400" rtl="0" eaLnBrk="1" latinLnBrk="0" hangingPunct="1">
              <a:buNone/>
              <a:defRPr lang="en-US" sz="11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26" name="Text Placeholder 21">
            <a:extLst>
              <a:ext uri="{FF2B5EF4-FFF2-40B4-BE49-F238E27FC236}">
                <a16:creationId xmlns:a16="http://schemas.microsoft.com/office/drawing/2014/main" id="{95371DB0-CC43-B0C8-B7AD-853C22A997BB}"/>
              </a:ext>
            </a:extLst>
          </p:cNvPr>
          <p:cNvSpPr>
            <a:spLocks noGrp="1"/>
          </p:cNvSpPr>
          <p:nvPr>
            <p:ph type="body" sz="quarter" idx="16" hasCustomPrompt="1"/>
          </p:nvPr>
        </p:nvSpPr>
        <p:spPr>
          <a:xfrm>
            <a:off x="4647216" y="1911344"/>
            <a:ext cx="1568388" cy="2764828"/>
          </a:xfrm>
          <a:prstGeom prst="rect">
            <a:avLst/>
          </a:prstGeom>
        </p:spPr>
        <p:txBody>
          <a:bodyPr lIns="0" rIns="0"/>
          <a:lstStyle>
            <a:lvl1pPr marL="0" indent="0" algn="ctr" defTabSz="914400" rtl="0" eaLnBrk="1" latinLnBrk="0" hangingPunct="1">
              <a:buNone/>
              <a:defRPr lang="en-US" sz="11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27" name="Text Placeholder 21">
            <a:extLst>
              <a:ext uri="{FF2B5EF4-FFF2-40B4-BE49-F238E27FC236}">
                <a16:creationId xmlns:a16="http://schemas.microsoft.com/office/drawing/2014/main" id="{3668BC77-580C-4123-F6F7-61FECDDB8430}"/>
              </a:ext>
            </a:extLst>
          </p:cNvPr>
          <p:cNvSpPr>
            <a:spLocks noGrp="1"/>
          </p:cNvSpPr>
          <p:nvPr>
            <p:ph type="body" sz="quarter" idx="17" hasCustomPrompt="1"/>
          </p:nvPr>
        </p:nvSpPr>
        <p:spPr>
          <a:xfrm>
            <a:off x="6672786" y="1911344"/>
            <a:ext cx="1568388" cy="2764828"/>
          </a:xfrm>
          <a:prstGeom prst="rect">
            <a:avLst/>
          </a:prstGeom>
        </p:spPr>
        <p:txBody>
          <a:bodyPr lIns="0" rIns="0"/>
          <a:lstStyle>
            <a:lvl1pPr marL="0" indent="0" algn="ctr" defTabSz="914400" rtl="0" eaLnBrk="1" latinLnBrk="0" hangingPunct="1">
              <a:buNone/>
              <a:defRPr lang="en-US" sz="11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Tree>
    <p:extLst>
      <p:ext uri="{BB962C8B-B14F-4D97-AF65-F5344CB8AC3E}">
        <p14:creationId xmlns:p14="http://schemas.microsoft.com/office/powerpoint/2010/main" val="2974732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Timeline - Month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Text Placeholder 21">
            <a:extLst>
              <a:ext uri="{FF2B5EF4-FFF2-40B4-BE49-F238E27FC236}">
                <a16:creationId xmlns:a16="http://schemas.microsoft.com/office/drawing/2014/main" id="{F5F59272-EAB5-13DD-6C96-B06396CFDF82}"/>
              </a:ext>
            </a:extLst>
          </p:cNvPr>
          <p:cNvSpPr>
            <a:spLocks noGrp="1"/>
          </p:cNvSpPr>
          <p:nvPr>
            <p:ph type="body" sz="quarter" idx="14" hasCustomPrompt="1"/>
          </p:nvPr>
        </p:nvSpPr>
        <p:spPr>
          <a:xfrm>
            <a:off x="282280" y="3155525"/>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cxnSp>
        <p:nvCxnSpPr>
          <p:cNvPr id="29" name="Straight Arrow Connector 28">
            <a:extLst>
              <a:ext uri="{FF2B5EF4-FFF2-40B4-BE49-F238E27FC236}">
                <a16:creationId xmlns:a16="http://schemas.microsoft.com/office/drawing/2014/main" id="{79139BD4-044D-F739-D36A-F2D0E0C4AC5B}"/>
              </a:ext>
            </a:extLst>
          </p:cNvPr>
          <p:cNvCxnSpPr>
            <a:cxnSpLocks/>
          </p:cNvCxnSpPr>
          <p:nvPr userDrawn="1"/>
        </p:nvCxnSpPr>
        <p:spPr>
          <a:xfrm>
            <a:off x="0" y="1014370"/>
            <a:ext cx="8572500"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B9381BE8-F6C8-EE06-09C9-3FA0A9A87E3D}"/>
              </a:ext>
            </a:extLst>
          </p:cNvPr>
          <p:cNvCxnSpPr>
            <a:cxnSpLocks/>
          </p:cNvCxnSpPr>
          <p:nvPr userDrawn="1"/>
        </p:nvCxnSpPr>
        <p:spPr>
          <a:xfrm flipV="1">
            <a:off x="682986" y="1014370"/>
            <a:ext cx="0" cy="196065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E5F6CFDF-0282-CD79-4CB4-39E57E109282}"/>
              </a:ext>
            </a:extLst>
          </p:cNvPr>
          <p:cNvCxnSpPr>
            <a:cxnSpLocks/>
          </p:cNvCxnSpPr>
          <p:nvPr userDrawn="1"/>
        </p:nvCxnSpPr>
        <p:spPr>
          <a:xfrm flipV="1">
            <a:off x="2040808" y="1014370"/>
            <a:ext cx="0" cy="196065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F1177325-A158-7A56-DF6C-AC77530FE2C8}"/>
              </a:ext>
            </a:extLst>
          </p:cNvPr>
          <p:cNvCxnSpPr>
            <a:cxnSpLocks/>
          </p:cNvCxnSpPr>
          <p:nvPr userDrawn="1"/>
        </p:nvCxnSpPr>
        <p:spPr>
          <a:xfrm flipV="1">
            <a:off x="3398630" y="1014370"/>
            <a:ext cx="0" cy="196065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9B608FB5-1861-6C31-8260-3DE1766856C0}"/>
              </a:ext>
            </a:extLst>
          </p:cNvPr>
          <p:cNvCxnSpPr>
            <a:cxnSpLocks/>
          </p:cNvCxnSpPr>
          <p:nvPr userDrawn="1"/>
        </p:nvCxnSpPr>
        <p:spPr>
          <a:xfrm flipV="1">
            <a:off x="4756452" y="1014370"/>
            <a:ext cx="0" cy="196065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5AC84E11-66EE-343D-E36F-DE4D61515796}"/>
              </a:ext>
            </a:extLst>
          </p:cNvPr>
          <p:cNvCxnSpPr>
            <a:cxnSpLocks/>
          </p:cNvCxnSpPr>
          <p:nvPr userDrawn="1"/>
        </p:nvCxnSpPr>
        <p:spPr>
          <a:xfrm flipV="1">
            <a:off x="6114274" y="1014370"/>
            <a:ext cx="0" cy="196065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5D8530E2-578F-17A0-1CCC-C4F40796CD3E}"/>
              </a:ext>
            </a:extLst>
          </p:cNvPr>
          <p:cNvCxnSpPr>
            <a:cxnSpLocks/>
          </p:cNvCxnSpPr>
          <p:nvPr userDrawn="1"/>
        </p:nvCxnSpPr>
        <p:spPr>
          <a:xfrm flipV="1">
            <a:off x="7473354" y="1014370"/>
            <a:ext cx="0" cy="196065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7E91246C-A153-8C1A-298C-CAB3658EA115}"/>
              </a:ext>
            </a:extLst>
          </p:cNvPr>
          <p:cNvCxnSpPr>
            <a:cxnSpLocks/>
          </p:cNvCxnSpPr>
          <p:nvPr userDrawn="1"/>
        </p:nvCxnSpPr>
        <p:spPr>
          <a:xfrm flipV="1">
            <a:off x="1361897" y="1014370"/>
            <a:ext cx="0" cy="63976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1C316977-8E78-38A3-C6E4-6E34A1F79C50}"/>
              </a:ext>
            </a:extLst>
          </p:cNvPr>
          <p:cNvCxnSpPr>
            <a:cxnSpLocks/>
          </p:cNvCxnSpPr>
          <p:nvPr userDrawn="1"/>
        </p:nvCxnSpPr>
        <p:spPr>
          <a:xfrm flipV="1">
            <a:off x="2719720" y="1014370"/>
            <a:ext cx="0" cy="63976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BF5DDE6D-EBE2-D7B4-B8E4-A4DFE9BA1EC9}"/>
              </a:ext>
            </a:extLst>
          </p:cNvPr>
          <p:cNvCxnSpPr>
            <a:cxnSpLocks/>
          </p:cNvCxnSpPr>
          <p:nvPr userDrawn="1"/>
        </p:nvCxnSpPr>
        <p:spPr>
          <a:xfrm flipV="1">
            <a:off x="4077543" y="1014370"/>
            <a:ext cx="0" cy="63976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23624D05-E2EA-9B6C-BA8C-A18C4E9955BD}"/>
              </a:ext>
            </a:extLst>
          </p:cNvPr>
          <p:cNvCxnSpPr>
            <a:cxnSpLocks/>
          </p:cNvCxnSpPr>
          <p:nvPr userDrawn="1"/>
        </p:nvCxnSpPr>
        <p:spPr>
          <a:xfrm flipV="1">
            <a:off x="5435366" y="1014370"/>
            <a:ext cx="0" cy="63976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727D6620-5A9B-236D-08EC-994259C9F389}"/>
              </a:ext>
            </a:extLst>
          </p:cNvPr>
          <p:cNvCxnSpPr>
            <a:cxnSpLocks/>
          </p:cNvCxnSpPr>
          <p:nvPr userDrawn="1"/>
        </p:nvCxnSpPr>
        <p:spPr>
          <a:xfrm flipV="1">
            <a:off x="6793189" y="1014370"/>
            <a:ext cx="0" cy="63976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914F1EB1-0ED8-07F5-8892-434023B6D767}"/>
              </a:ext>
            </a:extLst>
          </p:cNvPr>
          <p:cNvCxnSpPr>
            <a:cxnSpLocks/>
          </p:cNvCxnSpPr>
          <p:nvPr userDrawn="1"/>
        </p:nvCxnSpPr>
        <p:spPr>
          <a:xfrm flipV="1">
            <a:off x="8151012" y="1014370"/>
            <a:ext cx="0" cy="63976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2" name="Oval 41">
            <a:extLst>
              <a:ext uri="{FF2B5EF4-FFF2-40B4-BE49-F238E27FC236}">
                <a16:creationId xmlns:a16="http://schemas.microsoft.com/office/drawing/2014/main" id="{E72D456B-FE7C-412C-CC47-E7DC7686F7EF}"/>
              </a:ext>
            </a:extLst>
          </p:cNvPr>
          <p:cNvSpPr/>
          <p:nvPr userDrawn="1"/>
        </p:nvSpPr>
        <p:spPr>
          <a:xfrm>
            <a:off x="619924"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3" name="Oval 42">
            <a:extLst>
              <a:ext uri="{FF2B5EF4-FFF2-40B4-BE49-F238E27FC236}">
                <a16:creationId xmlns:a16="http://schemas.microsoft.com/office/drawing/2014/main" id="{E2BFF1FA-DC43-B571-F265-8AEEEB48C5A2}"/>
              </a:ext>
            </a:extLst>
          </p:cNvPr>
          <p:cNvSpPr/>
          <p:nvPr userDrawn="1"/>
        </p:nvSpPr>
        <p:spPr>
          <a:xfrm>
            <a:off x="1298835"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4" name="Oval 43">
            <a:extLst>
              <a:ext uri="{FF2B5EF4-FFF2-40B4-BE49-F238E27FC236}">
                <a16:creationId xmlns:a16="http://schemas.microsoft.com/office/drawing/2014/main" id="{4C4B1854-E17F-AD4E-A0B2-0E01300E2CE9}"/>
              </a:ext>
            </a:extLst>
          </p:cNvPr>
          <p:cNvSpPr/>
          <p:nvPr userDrawn="1"/>
        </p:nvSpPr>
        <p:spPr>
          <a:xfrm>
            <a:off x="1977746"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5" name="Oval 44">
            <a:extLst>
              <a:ext uri="{FF2B5EF4-FFF2-40B4-BE49-F238E27FC236}">
                <a16:creationId xmlns:a16="http://schemas.microsoft.com/office/drawing/2014/main" id="{12C9A613-EFD1-9776-C913-9509AC90EBBF}"/>
              </a:ext>
            </a:extLst>
          </p:cNvPr>
          <p:cNvSpPr/>
          <p:nvPr userDrawn="1"/>
        </p:nvSpPr>
        <p:spPr>
          <a:xfrm>
            <a:off x="2656657"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6" name="Oval 45">
            <a:extLst>
              <a:ext uri="{FF2B5EF4-FFF2-40B4-BE49-F238E27FC236}">
                <a16:creationId xmlns:a16="http://schemas.microsoft.com/office/drawing/2014/main" id="{20B7BF93-AAB5-B512-32F3-C17B30661821}"/>
              </a:ext>
            </a:extLst>
          </p:cNvPr>
          <p:cNvSpPr/>
          <p:nvPr userDrawn="1"/>
        </p:nvSpPr>
        <p:spPr>
          <a:xfrm>
            <a:off x="3335568"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7" name="Oval 46">
            <a:extLst>
              <a:ext uri="{FF2B5EF4-FFF2-40B4-BE49-F238E27FC236}">
                <a16:creationId xmlns:a16="http://schemas.microsoft.com/office/drawing/2014/main" id="{960FA50E-2E30-BEBD-7AB4-7214AF84FFA6}"/>
              </a:ext>
            </a:extLst>
          </p:cNvPr>
          <p:cNvSpPr/>
          <p:nvPr userDrawn="1"/>
        </p:nvSpPr>
        <p:spPr>
          <a:xfrm>
            <a:off x="4014479"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8" name="Oval 47">
            <a:extLst>
              <a:ext uri="{FF2B5EF4-FFF2-40B4-BE49-F238E27FC236}">
                <a16:creationId xmlns:a16="http://schemas.microsoft.com/office/drawing/2014/main" id="{D8980254-4C0A-D06A-B032-801C3FEB9831}"/>
              </a:ext>
            </a:extLst>
          </p:cNvPr>
          <p:cNvSpPr/>
          <p:nvPr userDrawn="1"/>
        </p:nvSpPr>
        <p:spPr>
          <a:xfrm>
            <a:off x="4693390"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9" name="Oval 48">
            <a:extLst>
              <a:ext uri="{FF2B5EF4-FFF2-40B4-BE49-F238E27FC236}">
                <a16:creationId xmlns:a16="http://schemas.microsoft.com/office/drawing/2014/main" id="{567EFFB2-1F3B-729D-9420-4B74C82D58DB}"/>
              </a:ext>
            </a:extLst>
          </p:cNvPr>
          <p:cNvSpPr/>
          <p:nvPr userDrawn="1"/>
        </p:nvSpPr>
        <p:spPr>
          <a:xfrm>
            <a:off x="5372301"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0" name="Oval 49">
            <a:extLst>
              <a:ext uri="{FF2B5EF4-FFF2-40B4-BE49-F238E27FC236}">
                <a16:creationId xmlns:a16="http://schemas.microsoft.com/office/drawing/2014/main" id="{9A5E9E9C-B22F-2AEC-3BF6-73857A6D04E9}"/>
              </a:ext>
            </a:extLst>
          </p:cNvPr>
          <p:cNvSpPr/>
          <p:nvPr userDrawn="1"/>
        </p:nvSpPr>
        <p:spPr>
          <a:xfrm>
            <a:off x="6051212"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1" name="Oval 50">
            <a:extLst>
              <a:ext uri="{FF2B5EF4-FFF2-40B4-BE49-F238E27FC236}">
                <a16:creationId xmlns:a16="http://schemas.microsoft.com/office/drawing/2014/main" id="{DE622A48-48E9-9AC8-9284-29EA0A3E9E0A}"/>
              </a:ext>
            </a:extLst>
          </p:cNvPr>
          <p:cNvSpPr/>
          <p:nvPr userDrawn="1"/>
        </p:nvSpPr>
        <p:spPr>
          <a:xfrm>
            <a:off x="6730123"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2" name="Oval 51">
            <a:extLst>
              <a:ext uri="{FF2B5EF4-FFF2-40B4-BE49-F238E27FC236}">
                <a16:creationId xmlns:a16="http://schemas.microsoft.com/office/drawing/2014/main" id="{F6BAE8C5-F17C-7A0C-4421-8F11F35A4A36}"/>
              </a:ext>
            </a:extLst>
          </p:cNvPr>
          <p:cNvSpPr/>
          <p:nvPr userDrawn="1"/>
        </p:nvSpPr>
        <p:spPr>
          <a:xfrm>
            <a:off x="7409034"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3" name="Oval 52">
            <a:extLst>
              <a:ext uri="{FF2B5EF4-FFF2-40B4-BE49-F238E27FC236}">
                <a16:creationId xmlns:a16="http://schemas.microsoft.com/office/drawing/2014/main" id="{0889E061-ECFF-C162-2CC6-CB1B6D1FC692}"/>
              </a:ext>
            </a:extLst>
          </p:cNvPr>
          <p:cNvSpPr/>
          <p:nvPr userDrawn="1"/>
        </p:nvSpPr>
        <p:spPr>
          <a:xfrm>
            <a:off x="8087950"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4" name="Rounded Rectangle 53">
            <a:extLst>
              <a:ext uri="{FF2B5EF4-FFF2-40B4-BE49-F238E27FC236}">
                <a16:creationId xmlns:a16="http://schemas.microsoft.com/office/drawing/2014/main" id="{FBE917FB-1053-DFE1-CB47-08C27A7B6018}"/>
              </a:ext>
            </a:extLst>
          </p:cNvPr>
          <p:cNvSpPr/>
          <p:nvPr userDrawn="1"/>
        </p:nvSpPr>
        <p:spPr>
          <a:xfrm>
            <a:off x="282280" y="2892184"/>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5" name="Rounded Rectangle 54">
            <a:extLst>
              <a:ext uri="{FF2B5EF4-FFF2-40B4-BE49-F238E27FC236}">
                <a16:creationId xmlns:a16="http://schemas.microsoft.com/office/drawing/2014/main" id="{402AA166-60BC-29C0-1EE0-CF64F64B503F}"/>
              </a:ext>
            </a:extLst>
          </p:cNvPr>
          <p:cNvSpPr/>
          <p:nvPr userDrawn="1"/>
        </p:nvSpPr>
        <p:spPr>
          <a:xfrm>
            <a:off x="1640354" y="2892184"/>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6" name="Rounded Rectangle 55">
            <a:extLst>
              <a:ext uri="{FF2B5EF4-FFF2-40B4-BE49-F238E27FC236}">
                <a16:creationId xmlns:a16="http://schemas.microsoft.com/office/drawing/2014/main" id="{8D408762-0784-8750-2BE0-AFC7DCD7A544}"/>
              </a:ext>
            </a:extLst>
          </p:cNvPr>
          <p:cNvSpPr/>
          <p:nvPr userDrawn="1"/>
        </p:nvSpPr>
        <p:spPr>
          <a:xfrm>
            <a:off x="2998428" y="2892184"/>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7" name="Rounded Rectangle 56">
            <a:extLst>
              <a:ext uri="{FF2B5EF4-FFF2-40B4-BE49-F238E27FC236}">
                <a16:creationId xmlns:a16="http://schemas.microsoft.com/office/drawing/2014/main" id="{A7DAA8D5-6253-F7C5-4599-19B1847D2569}"/>
              </a:ext>
            </a:extLst>
          </p:cNvPr>
          <p:cNvSpPr/>
          <p:nvPr userDrawn="1"/>
        </p:nvSpPr>
        <p:spPr>
          <a:xfrm>
            <a:off x="4356502" y="2892184"/>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8" name="Rounded Rectangle 57">
            <a:extLst>
              <a:ext uri="{FF2B5EF4-FFF2-40B4-BE49-F238E27FC236}">
                <a16:creationId xmlns:a16="http://schemas.microsoft.com/office/drawing/2014/main" id="{74FE234F-FB97-546C-7146-BBBF0864DD10}"/>
              </a:ext>
            </a:extLst>
          </p:cNvPr>
          <p:cNvSpPr/>
          <p:nvPr userDrawn="1"/>
        </p:nvSpPr>
        <p:spPr>
          <a:xfrm>
            <a:off x="5714576" y="2892184"/>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9" name="Rounded Rectangle 58">
            <a:extLst>
              <a:ext uri="{FF2B5EF4-FFF2-40B4-BE49-F238E27FC236}">
                <a16:creationId xmlns:a16="http://schemas.microsoft.com/office/drawing/2014/main" id="{E3FF7999-40D2-F172-74BE-0B7075D6AB09}"/>
              </a:ext>
            </a:extLst>
          </p:cNvPr>
          <p:cNvSpPr/>
          <p:nvPr userDrawn="1"/>
        </p:nvSpPr>
        <p:spPr>
          <a:xfrm>
            <a:off x="7072648" y="2892184"/>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0" name="Rounded Rectangle 59">
            <a:extLst>
              <a:ext uri="{FF2B5EF4-FFF2-40B4-BE49-F238E27FC236}">
                <a16:creationId xmlns:a16="http://schemas.microsoft.com/office/drawing/2014/main" id="{83366B70-5290-765E-860A-010EDDBC532F}"/>
              </a:ext>
            </a:extLst>
          </p:cNvPr>
          <p:cNvSpPr/>
          <p:nvPr userDrawn="1"/>
        </p:nvSpPr>
        <p:spPr>
          <a:xfrm>
            <a:off x="961191" y="1624060"/>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1" name="Rounded Rectangle 60">
            <a:extLst>
              <a:ext uri="{FF2B5EF4-FFF2-40B4-BE49-F238E27FC236}">
                <a16:creationId xmlns:a16="http://schemas.microsoft.com/office/drawing/2014/main" id="{9CC4BF50-E96F-BBAB-8BC2-72126974F6FE}"/>
              </a:ext>
            </a:extLst>
          </p:cNvPr>
          <p:cNvSpPr/>
          <p:nvPr userDrawn="1"/>
        </p:nvSpPr>
        <p:spPr>
          <a:xfrm>
            <a:off x="2319265" y="1624216"/>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2" name="Rounded Rectangle 61">
            <a:extLst>
              <a:ext uri="{FF2B5EF4-FFF2-40B4-BE49-F238E27FC236}">
                <a16:creationId xmlns:a16="http://schemas.microsoft.com/office/drawing/2014/main" id="{C31C6EA0-00B0-5CF0-78F0-3E21D62729E4}"/>
              </a:ext>
            </a:extLst>
          </p:cNvPr>
          <p:cNvSpPr/>
          <p:nvPr userDrawn="1"/>
        </p:nvSpPr>
        <p:spPr>
          <a:xfrm>
            <a:off x="3677339" y="1624216"/>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3" name="Rounded Rectangle 62">
            <a:extLst>
              <a:ext uri="{FF2B5EF4-FFF2-40B4-BE49-F238E27FC236}">
                <a16:creationId xmlns:a16="http://schemas.microsoft.com/office/drawing/2014/main" id="{08ED8817-C4EF-C9BE-4E30-0DEF22BF3DD2}"/>
              </a:ext>
            </a:extLst>
          </p:cNvPr>
          <p:cNvSpPr/>
          <p:nvPr userDrawn="1"/>
        </p:nvSpPr>
        <p:spPr>
          <a:xfrm>
            <a:off x="5035413" y="1624216"/>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4" name="Rounded Rectangle 63">
            <a:extLst>
              <a:ext uri="{FF2B5EF4-FFF2-40B4-BE49-F238E27FC236}">
                <a16:creationId xmlns:a16="http://schemas.microsoft.com/office/drawing/2014/main" id="{DA842529-4F07-5A05-70DF-3B4B4C646EDE}"/>
              </a:ext>
            </a:extLst>
          </p:cNvPr>
          <p:cNvSpPr/>
          <p:nvPr userDrawn="1"/>
        </p:nvSpPr>
        <p:spPr>
          <a:xfrm>
            <a:off x="6393487" y="1624216"/>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5" name="Rounded Rectangle 64">
            <a:extLst>
              <a:ext uri="{FF2B5EF4-FFF2-40B4-BE49-F238E27FC236}">
                <a16:creationId xmlns:a16="http://schemas.microsoft.com/office/drawing/2014/main" id="{AB73A60C-F5C8-88FA-D47D-24B76EF5134A}"/>
              </a:ext>
            </a:extLst>
          </p:cNvPr>
          <p:cNvSpPr/>
          <p:nvPr userDrawn="1"/>
        </p:nvSpPr>
        <p:spPr>
          <a:xfrm>
            <a:off x="7751559" y="1624216"/>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6" name="Text Placeholder 21">
            <a:extLst>
              <a:ext uri="{FF2B5EF4-FFF2-40B4-BE49-F238E27FC236}">
                <a16:creationId xmlns:a16="http://schemas.microsoft.com/office/drawing/2014/main" id="{8AF15D76-62A0-2B9D-2193-A97CBE32C6C0}"/>
              </a:ext>
            </a:extLst>
          </p:cNvPr>
          <p:cNvSpPr>
            <a:spLocks noGrp="1"/>
          </p:cNvSpPr>
          <p:nvPr>
            <p:ph type="body" sz="quarter" idx="18" hasCustomPrompt="1"/>
          </p:nvPr>
        </p:nvSpPr>
        <p:spPr>
          <a:xfrm>
            <a:off x="1634670" y="3155525"/>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67" name="Text Placeholder 21">
            <a:extLst>
              <a:ext uri="{FF2B5EF4-FFF2-40B4-BE49-F238E27FC236}">
                <a16:creationId xmlns:a16="http://schemas.microsoft.com/office/drawing/2014/main" id="{8A0EA02C-CB61-0DA6-67DA-0BE392189F8D}"/>
              </a:ext>
            </a:extLst>
          </p:cNvPr>
          <p:cNvSpPr>
            <a:spLocks noGrp="1"/>
          </p:cNvSpPr>
          <p:nvPr>
            <p:ph type="body" sz="quarter" idx="19" hasCustomPrompt="1"/>
          </p:nvPr>
        </p:nvSpPr>
        <p:spPr>
          <a:xfrm>
            <a:off x="2994744" y="3155525"/>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68" name="Text Placeholder 21">
            <a:extLst>
              <a:ext uri="{FF2B5EF4-FFF2-40B4-BE49-F238E27FC236}">
                <a16:creationId xmlns:a16="http://schemas.microsoft.com/office/drawing/2014/main" id="{FE926D96-965B-4728-AB86-D52B3380AEB4}"/>
              </a:ext>
            </a:extLst>
          </p:cNvPr>
          <p:cNvSpPr>
            <a:spLocks noGrp="1"/>
          </p:cNvSpPr>
          <p:nvPr>
            <p:ph type="body" sz="quarter" idx="20" hasCustomPrompt="1"/>
          </p:nvPr>
        </p:nvSpPr>
        <p:spPr>
          <a:xfrm>
            <a:off x="4354818" y="3155525"/>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69" name="Text Placeholder 21">
            <a:extLst>
              <a:ext uri="{FF2B5EF4-FFF2-40B4-BE49-F238E27FC236}">
                <a16:creationId xmlns:a16="http://schemas.microsoft.com/office/drawing/2014/main" id="{FD9D69FE-23F3-812C-3ACC-AE2894BD9172}"/>
              </a:ext>
            </a:extLst>
          </p:cNvPr>
          <p:cNvSpPr>
            <a:spLocks noGrp="1"/>
          </p:cNvSpPr>
          <p:nvPr>
            <p:ph type="body" sz="quarter" idx="21" hasCustomPrompt="1"/>
          </p:nvPr>
        </p:nvSpPr>
        <p:spPr>
          <a:xfrm>
            <a:off x="5714892" y="3155525"/>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0" name="Text Placeholder 21">
            <a:extLst>
              <a:ext uri="{FF2B5EF4-FFF2-40B4-BE49-F238E27FC236}">
                <a16:creationId xmlns:a16="http://schemas.microsoft.com/office/drawing/2014/main" id="{252F59B0-6151-E344-B2B2-116430B246C7}"/>
              </a:ext>
            </a:extLst>
          </p:cNvPr>
          <p:cNvSpPr>
            <a:spLocks noGrp="1"/>
          </p:cNvSpPr>
          <p:nvPr>
            <p:ph type="body" sz="quarter" idx="22" hasCustomPrompt="1"/>
          </p:nvPr>
        </p:nvSpPr>
        <p:spPr>
          <a:xfrm>
            <a:off x="7074965" y="3155525"/>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1" name="Text Placeholder 21">
            <a:extLst>
              <a:ext uri="{FF2B5EF4-FFF2-40B4-BE49-F238E27FC236}">
                <a16:creationId xmlns:a16="http://schemas.microsoft.com/office/drawing/2014/main" id="{69830D92-700A-C79C-B659-C6618BCCDB21}"/>
              </a:ext>
            </a:extLst>
          </p:cNvPr>
          <p:cNvSpPr>
            <a:spLocks noGrp="1"/>
          </p:cNvSpPr>
          <p:nvPr>
            <p:ph type="body" sz="quarter" idx="23" hasCustomPrompt="1"/>
          </p:nvPr>
        </p:nvSpPr>
        <p:spPr>
          <a:xfrm>
            <a:off x="966177" y="1884452"/>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2" name="Text Placeholder 21">
            <a:extLst>
              <a:ext uri="{FF2B5EF4-FFF2-40B4-BE49-F238E27FC236}">
                <a16:creationId xmlns:a16="http://schemas.microsoft.com/office/drawing/2014/main" id="{D562C9B1-0C86-1031-CD9D-7DBAE2104845}"/>
              </a:ext>
            </a:extLst>
          </p:cNvPr>
          <p:cNvSpPr>
            <a:spLocks noGrp="1"/>
          </p:cNvSpPr>
          <p:nvPr>
            <p:ph type="body" sz="quarter" idx="24" hasCustomPrompt="1"/>
          </p:nvPr>
        </p:nvSpPr>
        <p:spPr>
          <a:xfrm>
            <a:off x="2318567" y="1884452"/>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3" name="Text Placeholder 21">
            <a:extLst>
              <a:ext uri="{FF2B5EF4-FFF2-40B4-BE49-F238E27FC236}">
                <a16:creationId xmlns:a16="http://schemas.microsoft.com/office/drawing/2014/main" id="{4DD69F84-832D-B98C-C3FD-FBC09E0282D5}"/>
              </a:ext>
            </a:extLst>
          </p:cNvPr>
          <p:cNvSpPr>
            <a:spLocks noGrp="1"/>
          </p:cNvSpPr>
          <p:nvPr>
            <p:ph type="body" sz="quarter" idx="25" hasCustomPrompt="1"/>
          </p:nvPr>
        </p:nvSpPr>
        <p:spPr>
          <a:xfrm>
            <a:off x="3678641" y="1884452"/>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4" name="Text Placeholder 21">
            <a:extLst>
              <a:ext uri="{FF2B5EF4-FFF2-40B4-BE49-F238E27FC236}">
                <a16:creationId xmlns:a16="http://schemas.microsoft.com/office/drawing/2014/main" id="{840B2B6B-F616-1B74-97D6-A560E85673B7}"/>
              </a:ext>
            </a:extLst>
          </p:cNvPr>
          <p:cNvSpPr>
            <a:spLocks noGrp="1"/>
          </p:cNvSpPr>
          <p:nvPr>
            <p:ph type="body" sz="quarter" idx="26" hasCustomPrompt="1"/>
          </p:nvPr>
        </p:nvSpPr>
        <p:spPr>
          <a:xfrm>
            <a:off x="5038715" y="1884452"/>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5" name="Text Placeholder 21">
            <a:extLst>
              <a:ext uri="{FF2B5EF4-FFF2-40B4-BE49-F238E27FC236}">
                <a16:creationId xmlns:a16="http://schemas.microsoft.com/office/drawing/2014/main" id="{6C6BCC3F-5DDA-BDDC-92F2-50437EFDBA59}"/>
              </a:ext>
            </a:extLst>
          </p:cNvPr>
          <p:cNvSpPr>
            <a:spLocks noGrp="1"/>
          </p:cNvSpPr>
          <p:nvPr>
            <p:ph type="body" sz="quarter" idx="27" hasCustomPrompt="1"/>
          </p:nvPr>
        </p:nvSpPr>
        <p:spPr>
          <a:xfrm>
            <a:off x="6398789" y="1884452"/>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6" name="Text Placeholder 21">
            <a:extLst>
              <a:ext uri="{FF2B5EF4-FFF2-40B4-BE49-F238E27FC236}">
                <a16:creationId xmlns:a16="http://schemas.microsoft.com/office/drawing/2014/main" id="{7D916C72-0B24-79D2-F44C-1098EC9D8ECC}"/>
              </a:ext>
            </a:extLst>
          </p:cNvPr>
          <p:cNvSpPr>
            <a:spLocks noGrp="1"/>
          </p:cNvSpPr>
          <p:nvPr>
            <p:ph type="body" sz="quarter" idx="28" hasCustomPrompt="1"/>
          </p:nvPr>
        </p:nvSpPr>
        <p:spPr>
          <a:xfrm>
            <a:off x="7758862" y="1884452"/>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2" name="Text Placeholder 21">
            <a:extLst>
              <a:ext uri="{FF2B5EF4-FFF2-40B4-BE49-F238E27FC236}">
                <a16:creationId xmlns:a16="http://schemas.microsoft.com/office/drawing/2014/main" id="{92B37E7A-997B-44CF-E224-E4DAF3F9F432}"/>
              </a:ext>
            </a:extLst>
          </p:cNvPr>
          <p:cNvSpPr>
            <a:spLocks noGrp="1"/>
          </p:cNvSpPr>
          <p:nvPr>
            <p:ph type="body" sz="quarter" idx="41" hasCustomPrompt="1"/>
          </p:nvPr>
        </p:nvSpPr>
        <p:spPr>
          <a:xfrm>
            <a:off x="282280" y="2894921"/>
            <a:ext cx="801412" cy="183449"/>
          </a:xfrm>
          <a:prstGeom prst="rect">
            <a:avLst/>
          </a:prstGeom>
        </p:spPr>
        <p:txBody>
          <a:bodyPr lIns="0" rIns="0" anchor="ctr"/>
          <a:lstStyle>
            <a:lvl1pPr marL="0" indent="0" algn="ctr" defTabSz="914400"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4" name="Text Placeholder 21">
            <a:extLst>
              <a:ext uri="{FF2B5EF4-FFF2-40B4-BE49-F238E27FC236}">
                <a16:creationId xmlns:a16="http://schemas.microsoft.com/office/drawing/2014/main" id="{3F75A2C5-1E24-3C50-AD21-E49392F0097C}"/>
              </a:ext>
            </a:extLst>
          </p:cNvPr>
          <p:cNvSpPr>
            <a:spLocks noGrp="1"/>
          </p:cNvSpPr>
          <p:nvPr>
            <p:ph type="body" sz="quarter" idx="42" hasCustomPrompt="1"/>
          </p:nvPr>
        </p:nvSpPr>
        <p:spPr>
          <a:xfrm>
            <a:off x="963508" y="1628477"/>
            <a:ext cx="801412" cy="183449"/>
          </a:xfrm>
          <a:prstGeom prst="rect">
            <a:avLst/>
          </a:prstGeom>
        </p:spPr>
        <p:txBody>
          <a:bodyPr lIns="0" rIns="0" anchor="ctr"/>
          <a:lstStyle>
            <a:lvl1pPr marL="0" indent="0" algn="ctr" defTabSz="914400"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5" name="Text Placeholder 21">
            <a:extLst>
              <a:ext uri="{FF2B5EF4-FFF2-40B4-BE49-F238E27FC236}">
                <a16:creationId xmlns:a16="http://schemas.microsoft.com/office/drawing/2014/main" id="{ACD5ACCE-AD34-7E09-62CE-2344CAE32B88}"/>
              </a:ext>
            </a:extLst>
          </p:cNvPr>
          <p:cNvSpPr>
            <a:spLocks noGrp="1"/>
          </p:cNvSpPr>
          <p:nvPr>
            <p:ph type="body" sz="quarter" idx="43" hasCustomPrompt="1"/>
          </p:nvPr>
        </p:nvSpPr>
        <p:spPr>
          <a:xfrm>
            <a:off x="1644736" y="2894921"/>
            <a:ext cx="801412" cy="183449"/>
          </a:xfrm>
          <a:prstGeom prst="rect">
            <a:avLst/>
          </a:prstGeom>
        </p:spPr>
        <p:txBody>
          <a:bodyPr lIns="0" rIns="0" anchor="ctr"/>
          <a:lstStyle>
            <a:lvl1pPr marL="0" indent="0" algn="ctr" defTabSz="914400"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6" name="Text Placeholder 21">
            <a:extLst>
              <a:ext uri="{FF2B5EF4-FFF2-40B4-BE49-F238E27FC236}">
                <a16:creationId xmlns:a16="http://schemas.microsoft.com/office/drawing/2014/main" id="{C5BE9D57-5B64-E9FD-DAC5-7D178309A45D}"/>
              </a:ext>
            </a:extLst>
          </p:cNvPr>
          <p:cNvSpPr>
            <a:spLocks noGrp="1"/>
          </p:cNvSpPr>
          <p:nvPr>
            <p:ph type="body" sz="quarter" idx="44" hasCustomPrompt="1"/>
          </p:nvPr>
        </p:nvSpPr>
        <p:spPr>
          <a:xfrm>
            <a:off x="2325964" y="1627715"/>
            <a:ext cx="801412" cy="183449"/>
          </a:xfrm>
          <a:prstGeom prst="rect">
            <a:avLst/>
          </a:prstGeom>
        </p:spPr>
        <p:txBody>
          <a:bodyPr lIns="0" rIns="0" anchor="ctr"/>
          <a:lstStyle>
            <a:lvl1pPr marL="0" indent="0" algn="ctr" defTabSz="914400"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7" name="Text Placeholder 21">
            <a:extLst>
              <a:ext uri="{FF2B5EF4-FFF2-40B4-BE49-F238E27FC236}">
                <a16:creationId xmlns:a16="http://schemas.microsoft.com/office/drawing/2014/main" id="{F59B0625-4095-8B8C-AD7B-239DA0E0AED6}"/>
              </a:ext>
            </a:extLst>
          </p:cNvPr>
          <p:cNvSpPr>
            <a:spLocks noGrp="1"/>
          </p:cNvSpPr>
          <p:nvPr>
            <p:ph type="body" sz="quarter" idx="45" hasCustomPrompt="1"/>
          </p:nvPr>
        </p:nvSpPr>
        <p:spPr>
          <a:xfrm>
            <a:off x="3002620" y="2894921"/>
            <a:ext cx="801412" cy="183449"/>
          </a:xfrm>
          <a:prstGeom prst="rect">
            <a:avLst/>
          </a:prstGeom>
        </p:spPr>
        <p:txBody>
          <a:bodyPr lIns="0" rIns="0" anchor="ctr"/>
          <a:lstStyle>
            <a:lvl1pPr marL="0" indent="0" algn="ctr" defTabSz="914400"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8" name="Text Placeholder 21">
            <a:extLst>
              <a:ext uri="{FF2B5EF4-FFF2-40B4-BE49-F238E27FC236}">
                <a16:creationId xmlns:a16="http://schemas.microsoft.com/office/drawing/2014/main" id="{AE17EEF2-EAA6-95FF-35C0-C7E5C2B1A5F9}"/>
              </a:ext>
            </a:extLst>
          </p:cNvPr>
          <p:cNvSpPr>
            <a:spLocks noGrp="1"/>
          </p:cNvSpPr>
          <p:nvPr>
            <p:ph type="body" sz="quarter" idx="46" hasCustomPrompt="1"/>
          </p:nvPr>
        </p:nvSpPr>
        <p:spPr>
          <a:xfrm>
            <a:off x="3683848" y="1627715"/>
            <a:ext cx="801412" cy="183449"/>
          </a:xfrm>
          <a:prstGeom prst="rect">
            <a:avLst/>
          </a:prstGeom>
        </p:spPr>
        <p:txBody>
          <a:bodyPr lIns="0" rIns="0" anchor="ctr"/>
          <a:lstStyle>
            <a:lvl1pPr marL="0" indent="0" algn="ctr" defTabSz="914400"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9" name="Text Placeholder 21">
            <a:extLst>
              <a:ext uri="{FF2B5EF4-FFF2-40B4-BE49-F238E27FC236}">
                <a16:creationId xmlns:a16="http://schemas.microsoft.com/office/drawing/2014/main" id="{9D8634A4-706C-38BE-20BD-BE857ACCDCC4}"/>
              </a:ext>
            </a:extLst>
          </p:cNvPr>
          <p:cNvSpPr>
            <a:spLocks noGrp="1"/>
          </p:cNvSpPr>
          <p:nvPr>
            <p:ph type="body" sz="quarter" idx="47" hasCustomPrompt="1"/>
          </p:nvPr>
        </p:nvSpPr>
        <p:spPr>
          <a:xfrm>
            <a:off x="4360504" y="2894921"/>
            <a:ext cx="801412" cy="183449"/>
          </a:xfrm>
          <a:prstGeom prst="rect">
            <a:avLst/>
          </a:prstGeom>
        </p:spPr>
        <p:txBody>
          <a:bodyPr lIns="0" rIns="0" anchor="ctr"/>
          <a:lstStyle>
            <a:lvl1pPr marL="0" indent="0" algn="ctr" defTabSz="914400"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0" name="Text Placeholder 21">
            <a:extLst>
              <a:ext uri="{FF2B5EF4-FFF2-40B4-BE49-F238E27FC236}">
                <a16:creationId xmlns:a16="http://schemas.microsoft.com/office/drawing/2014/main" id="{D0798637-9BCC-018F-A561-03B32F90D801}"/>
              </a:ext>
            </a:extLst>
          </p:cNvPr>
          <p:cNvSpPr>
            <a:spLocks noGrp="1"/>
          </p:cNvSpPr>
          <p:nvPr>
            <p:ph type="body" sz="quarter" idx="48" hasCustomPrompt="1"/>
          </p:nvPr>
        </p:nvSpPr>
        <p:spPr>
          <a:xfrm>
            <a:off x="5037160" y="1627715"/>
            <a:ext cx="801412" cy="183449"/>
          </a:xfrm>
          <a:prstGeom prst="rect">
            <a:avLst/>
          </a:prstGeom>
        </p:spPr>
        <p:txBody>
          <a:bodyPr lIns="0" rIns="0" anchor="ctr"/>
          <a:lstStyle>
            <a:lvl1pPr marL="0" indent="0" algn="ctr" defTabSz="914400"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1" name="Text Placeholder 21">
            <a:extLst>
              <a:ext uri="{FF2B5EF4-FFF2-40B4-BE49-F238E27FC236}">
                <a16:creationId xmlns:a16="http://schemas.microsoft.com/office/drawing/2014/main" id="{17CF1157-ABE4-67D9-934B-57B059AB4F71}"/>
              </a:ext>
            </a:extLst>
          </p:cNvPr>
          <p:cNvSpPr>
            <a:spLocks noGrp="1"/>
          </p:cNvSpPr>
          <p:nvPr>
            <p:ph type="body" sz="quarter" idx="49" hasCustomPrompt="1"/>
          </p:nvPr>
        </p:nvSpPr>
        <p:spPr>
          <a:xfrm>
            <a:off x="6395044" y="1627715"/>
            <a:ext cx="801412" cy="183449"/>
          </a:xfrm>
          <a:prstGeom prst="rect">
            <a:avLst/>
          </a:prstGeom>
        </p:spPr>
        <p:txBody>
          <a:bodyPr lIns="0" rIns="0" anchor="ctr"/>
          <a:lstStyle>
            <a:lvl1pPr marL="0" indent="0" algn="ctr" defTabSz="914400"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2" name="Text Placeholder 21">
            <a:extLst>
              <a:ext uri="{FF2B5EF4-FFF2-40B4-BE49-F238E27FC236}">
                <a16:creationId xmlns:a16="http://schemas.microsoft.com/office/drawing/2014/main" id="{2EADA4A5-F264-4DF0-9DFC-4FD8462A19FD}"/>
              </a:ext>
            </a:extLst>
          </p:cNvPr>
          <p:cNvSpPr>
            <a:spLocks noGrp="1"/>
          </p:cNvSpPr>
          <p:nvPr>
            <p:ph type="body" sz="quarter" idx="50" hasCustomPrompt="1"/>
          </p:nvPr>
        </p:nvSpPr>
        <p:spPr>
          <a:xfrm>
            <a:off x="5718388" y="2894921"/>
            <a:ext cx="801412" cy="183449"/>
          </a:xfrm>
          <a:prstGeom prst="rect">
            <a:avLst/>
          </a:prstGeom>
        </p:spPr>
        <p:txBody>
          <a:bodyPr lIns="0" rIns="0" anchor="ctr"/>
          <a:lstStyle>
            <a:lvl1pPr marL="0" indent="0" algn="ctr" defTabSz="914400"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3" name="Text Placeholder 21">
            <a:extLst>
              <a:ext uri="{FF2B5EF4-FFF2-40B4-BE49-F238E27FC236}">
                <a16:creationId xmlns:a16="http://schemas.microsoft.com/office/drawing/2014/main" id="{219B5D8A-6AC5-6828-B561-E18114374116}"/>
              </a:ext>
            </a:extLst>
          </p:cNvPr>
          <p:cNvSpPr>
            <a:spLocks noGrp="1"/>
          </p:cNvSpPr>
          <p:nvPr>
            <p:ph type="body" sz="quarter" idx="51" hasCustomPrompt="1"/>
          </p:nvPr>
        </p:nvSpPr>
        <p:spPr>
          <a:xfrm>
            <a:off x="7067128" y="2894921"/>
            <a:ext cx="801412" cy="183449"/>
          </a:xfrm>
          <a:prstGeom prst="rect">
            <a:avLst/>
          </a:prstGeom>
        </p:spPr>
        <p:txBody>
          <a:bodyPr lIns="0" rIns="0" anchor="ctr"/>
          <a:lstStyle>
            <a:lvl1pPr marL="0" indent="0" algn="ctr" defTabSz="914400"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4" name="Text Placeholder 21">
            <a:extLst>
              <a:ext uri="{FF2B5EF4-FFF2-40B4-BE49-F238E27FC236}">
                <a16:creationId xmlns:a16="http://schemas.microsoft.com/office/drawing/2014/main" id="{96ADF684-8F6F-0239-E44E-A6C5529DBCC1}"/>
              </a:ext>
            </a:extLst>
          </p:cNvPr>
          <p:cNvSpPr>
            <a:spLocks noGrp="1"/>
          </p:cNvSpPr>
          <p:nvPr>
            <p:ph type="body" sz="quarter" idx="52" hasCustomPrompt="1"/>
          </p:nvPr>
        </p:nvSpPr>
        <p:spPr>
          <a:xfrm>
            <a:off x="7762072" y="1627715"/>
            <a:ext cx="801412" cy="183449"/>
          </a:xfrm>
          <a:prstGeom prst="rect">
            <a:avLst/>
          </a:prstGeom>
        </p:spPr>
        <p:txBody>
          <a:bodyPr lIns="0" rIns="0" anchor="ctr"/>
          <a:lstStyle>
            <a:lvl1pPr marL="0" indent="0" algn="ctr" defTabSz="914400"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Tree>
    <p:extLst>
      <p:ext uri="{BB962C8B-B14F-4D97-AF65-F5344CB8AC3E}">
        <p14:creationId xmlns:p14="http://schemas.microsoft.com/office/powerpoint/2010/main" val="1825680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 name="Straight Arrow Connector 1">
            <a:extLst>
              <a:ext uri="{FF2B5EF4-FFF2-40B4-BE49-F238E27FC236}">
                <a16:creationId xmlns:a16="http://schemas.microsoft.com/office/drawing/2014/main" id="{1B37142C-AC8C-2718-9A4A-52385ACCEF33}"/>
              </a:ext>
            </a:extLst>
          </p:cNvPr>
          <p:cNvCxnSpPr>
            <a:cxnSpLocks/>
          </p:cNvCxnSpPr>
          <p:nvPr userDrawn="1"/>
        </p:nvCxnSpPr>
        <p:spPr>
          <a:xfrm>
            <a:off x="1771834" y="975062"/>
            <a:ext cx="1900346" cy="0"/>
          </a:xfrm>
          <a:prstGeom prst="straightConnector1">
            <a:avLst/>
          </a:prstGeom>
          <a:ln w="25400" cap="rnd">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graphicFrame>
        <p:nvGraphicFramePr>
          <p:cNvPr id="4" name="Diagram 3">
            <a:extLst>
              <a:ext uri="{FF2B5EF4-FFF2-40B4-BE49-F238E27FC236}">
                <a16:creationId xmlns:a16="http://schemas.microsoft.com/office/drawing/2014/main" id="{5B27ED0F-8B7C-B75B-5F49-FB69B8573E3A}"/>
              </a:ext>
            </a:extLst>
          </p:cNvPr>
          <p:cNvGraphicFramePr/>
          <p:nvPr userDrawn="1">
            <p:extLst>
              <p:ext uri="{D42A27DB-BD31-4B8C-83A1-F6EECF244321}">
                <p14:modId xmlns:p14="http://schemas.microsoft.com/office/powerpoint/2010/main" val="3104783472"/>
              </p:ext>
            </p:extLst>
          </p:nvPr>
        </p:nvGraphicFramePr>
        <p:xfrm>
          <a:off x="419100" y="1136652"/>
          <a:ext cx="8153401" cy="37581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5" name="Straight Arrow Connector 4">
            <a:extLst>
              <a:ext uri="{FF2B5EF4-FFF2-40B4-BE49-F238E27FC236}">
                <a16:creationId xmlns:a16="http://schemas.microsoft.com/office/drawing/2014/main" id="{FA011B6C-2DE8-7155-138E-0B21B81CC7C3}"/>
              </a:ext>
            </a:extLst>
          </p:cNvPr>
          <p:cNvCxnSpPr>
            <a:cxnSpLocks/>
          </p:cNvCxnSpPr>
          <p:nvPr userDrawn="1"/>
        </p:nvCxnSpPr>
        <p:spPr>
          <a:xfrm>
            <a:off x="5083746" y="975062"/>
            <a:ext cx="1900346" cy="0"/>
          </a:xfrm>
          <a:prstGeom prst="straightConnector1">
            <a:avLst/>
          </a:prstGeom>
          <a:ln w="25400" cap="rnd">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706792FE-DA28-F021-D072-B3E6E97D9C66}"/>
              </a:ext>
            </a:extLst>
          </p:cNvPr>
          <p:cNvCxnSpPr>
            <a:cxnSpLocks/>
          </p:cNvCxnSpPr>
          <p:nvPr userDrawn="1"/>
        </p:nvCxnSpPr>
        <p:spPr>
          <a:xfrm>
            <a:off x="1069470" y="1500587"/>
            <a:ext cx="0" cy="72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Oval 9">
            <a:extLst>
              <a:ext uri="{FF2B5EF4-FFF2-40B4-BE49-F238E27FC236}">
                <a16:creationId xmlns:a16="http://schemas.microsoft.com/office/drawing/2014/main" id="{B3BF8195-6A79-8D52-03C2-088A29CE0B06}"/>
              </a:ext>
            </a:extLst>
          </p:cNvPr>
          <p:cNvSpPr/>
          <p:nvPr userDrawn="1"/>
        </p:nvSpPr>
        <p:spPr>
          <a:xfrm>
            <a:off x="809237" y="2220587"/>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cxnSp>
        <p:nvCxnSpPr>
          <p:cNvPr id="11" name="Straight Connector 10">
            <a:extLst>
              <a:ext uri="{FF2B5EF4-FFF2-40B4-BE49-F238E27FC236}">
                <a16:creationId xmlns:a16="http://schemas.microsoft.com/office/drawing/2014/main" id="{684A8C8F-C30D-9147-19BC-90DCD301F2DA}"/>
              </a:ext>
            </a:extLst>
          </p:cNvPr>
          <p:cNvCxnSpPr>
            <a:cxnSpLocks/>
          </p:cNvCxnSpPr>
          <p:nvPr userDrawn="1"/>
        </p:nvCxnSpPr>
        <p:spPr>
          <a:xfrm>
            <a:off x="2500539" y="1500587"/>
            <a:ext cx="0" cy="72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2" name="Oval 11">
            <a:extLst>
              <a:ext uri="{FF2B5EF4-FFF2-40B4-BE49-F238E27FC236}">
                <a16:creationId xmlns:a16="http://schemas.microsoft.com/office/drawing/2014/main" id="{BED591E7-92B7-2AB6-9CEA-313136DC21BE}"/>
              </a:ext>
            </a:extLst>
          </p:cNvPr>
          <p:cNvSpPr/>
          <p:nvPr userDrawn="1"/>
        </p:nvSpPr>
        <p:spPr>
          <a:xfrm>
            <a:off x="2240306" y="2220587"/>
            <a:ext cx="520466" cy="52046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cxnSp>
        <p:nvCxnSpPr>
          <p:cNvPr id="13" name="Straight Connector 12">
            <a:extLst>
              <a:ext uri="{FF2B5EF4-FFF2-40B4-BE49-F238E27FC236}">
                <a16:creationId xmlns:a16="http://schemas.microsoft.com/office/drawing/2014/main" id="{D92F8912-9242-4388-BC6A-B5785D1D1FC2}"/>
              </a:ext>
            </a:extLst>
          </p:cNvPr>
          <p:cNvCxnSpPr>
            <a:cxnSpLocks/>
          </p:cNvCxnSpPr>
          <p:nvPr userDrawn="1"/>
        </p:nvCxnSpPr>
        <p:spPr>
          <a:xfrm>
            <a:off x="3932413" y="1500587"/>
            <a:ext cx="0" cy="72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4" name="Oval 13">
            <a:extLst>
              <a:ext uri="{FF2B5EF4-FFF2-40B4-BE49-F238E27FC236}">
                <a16:creationId xmlns:a16="http://schemas.microsoft.com/office/drawing/2014/main" id="{477727C1-7004-3AC7-41E0-68DF5D0BF426}"/>
              </a:ext>
            </a:extLst>
          </p:cNvPr>
          <p:cNvSpPr/>
          <p:nvPr userDrawn="1"/>
        </p:nvSpPr>
        <p:spPr>
          <a:xfrm>
            <a:off x="3672180" y="2220587"/>
            <a:ext cx="520466" cy="52046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cxnSp>
        <p:nvCxnSpPr>
          <p:cNvPr id="15" name="Straight Connector 14">
            <a:extLst>
              <a:ext uri="{FF2B5EF4-FFF2-40B4-BE49-F238E27FC236}">
                <a16:creationId xmlns:a16="http://schemas.microsoft.com/office/drawing/2014/main" id="{93B0DA54-6C69-C3C8-4885-28E1F1C46FF3}"/>
              </a:ext>
            </a:extLst>
          </p:cNvPr>
          <p:cNvCxnSpPr>
            <a:cxnSpLocks/>
          </p:cNvCxnSpPr>
          <p:nvPr userDrawn="1"/>
        </p:nvCxnSpPr>
        <p:spPr>
          <a:xfrm>
            <a:off x="5363482" y="1500587"/>
            <a:ext cx="0" cy="72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Oval 15">
            <a:extLst>
              <a:ext uri="{FF2B5EF4-FFF2-40B4-BE49-F238E27FC236}">
                <a16:creationId xmlns:a16="http://schemas.microsoft.com/office/drawing/2014/main" id="{C2EA9A0C-C583-5006-6412-574610B066E1}"/>
              </a:ext>
            </a:extLst>
          </p:cNvPr>
          <p:cNvSpPr/>
          <p:nvPr userDrawn="1"/>
        </p:nvSpPr>
        <p:spPr>
          <a:xfrm>
            <a:off x="5103249" y="2220587"/>
            <a:ext cx="520466" cy="52046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cxnSp>
        <p:nvCxnSpPr>
          <p:cNvPr id="17" name="Straight Connector 16">
            <a:extLst>
              <a:ext uri="{FF2B5EF4-FFF2-40B4-BE49-F238E27FC236}">
                <a16:creationId xmlns:a16="http://schemas.microsoft.com/office/drawing/2014/main" id="{3CE8E501-BC3A-9E61-7382-E334328FD02D}"/>
              </a:ext>
            </a:extLst>
          </p:cNvPr>
          <p:cNvCxnSpPr>
            <a:cxnSpLocks/>
          </p:cNvCxnSpPr>
          <p:nvPr userDrawn="1"/>
        </p:nvCxnSpPr>
        <p:spPr>
          <a:xfrm>
            <a:off x="6664727" y="1500587"/>
            <a:ext cx="0" cy="72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8" name="Oval 17">
            <a:extLst>
              <a:ext uri="{FF2B5EF4-FFF2-40B4-BE49-F238E27FC236}">
                <a16:creationId xmlns:a16="http://schemas.microsoft.com/office/drawing/2014/main" id="{6526B461-D596-9978-3BF3-2A1D82B6AA6A}"/>
              </a:ext>
            </a:extLst>
          </p:cNvPr>
          <p:cNvSpPr/>
          <p:nvPr userDrawn="1"/>
        </p:nvSpPr>
        <p:spPr>
          <a:xfrm>
            <a:off x="6404494" y="2220587"/>
            <a:ext cx="520466" cy="52046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cxnSp>
        <p:nvCxnSpPr>
          <p:cNvPr id="19" name="Straight Connector 18">
            <a:extLst>
              <a:ext uri="{FF2B5EF4-FFF2-40B4-BE49-F238E27FC236}">
                <a16:creationId xmlns:a16="http://schemas.microsoft.com/office/drawing/2014/main" id="{A34E34BB-0F5F-B941-6152-A02C7106C309}"/>
              </a:ext>
            </a:extLst>
          </p:cNvPr>
          <p:cNvCxnSpPr>
            <a:cxnSpLocks/>
          </p:cNvCxnSpPr>
          <p:nvPr userDrawn="1"/>
        </p:nvCxnSpPr>
        <p:spPr>
          <a:xfrm>
            <a:off x="8095796" y="1500587"/>
            <a:ext cx="0" cy="72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0" name="Oval 19">
            <a:extLst>
              <a:ext uri="{FF2B5EF4-FFF2-40B4-BE49-F238E27FC236}">
                <a16:creationId xmlns:a16="http://schemas.microsoft.com/office/drawing/2014/main" id="{787D7C30-A2A7-783D-C481-F31975B8E1E7}"/>
              </a:ext>
            </a:extLst>
          </p:cNvPr>
          <p:cNvSpPr/>
          <p:nvPr userDrawn="1"/>
        </p:nvSpPr>
        <p:spPr>
          <a:xfrm>
            <a:off x="7835563" y="2220587"/>
            <a:ext cx="520466" cy="52046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1" name="Text Placeholder 96">
            <a:extLst>
              <a:ext uri="{FF2B5EF4-FFF2-40B4-BE49-F238E27FC236}">
                <a16:creationId xmlns:a16="http://schemas.microsoft.com/office/drawing/2014/main" id="{9AB01B73-0875-8EF5-98CF-056B0D4DACC4}"/>
              </a:ext>
            </a:extLst>
          </p:cNvPr>
          <p:cNvSpPr>
            <a:spLocks noGrp="1"/>
          </p:cNvSpPr>
          <p:nvPr>
            <p:ph type="body" sz="quarter" idx="17" hasCustomPrompt="1"/>
          </p:nvPr>
        </p:nvSpPr>
        <p:spPr>
          <a:xfrm>
            <a:off x="549139" y="2877639"/>
            <a:ext cx="1040661" cy="404813"/>
          </a:xfrm>
          <a:prstGeom prst="rect">
            <a:avLst/>
          </a:prstGeom>
        </p:spPr>
        <p:txBody>
          <a:bodyPr/>
          <a:lstStyle>
            <a:lvl1pPr marL="0" indent="0" algn="ctr">
              <a:buNone/>
              <a:defRPr sz="1000"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2" name="Text Placeholder 96">
            <a:extLst>
              <a:ext uri="{FF2B5EF4-FFF2-40B4-BE49-F238E27FC236}">
                <a16:creationId xmlns:a16="http://schemas.microsoft.com/office/drawing/2014/main" id="{844A82A3-500D-DEA2-1B86-C3C751E3AE11}"/>
              </a:ext>
            </a:extLst>
          </p:cNvPr>
          <p:cNvSpPr>
            <a:spLocks noGrp="1"/>
          </p:cNvSpPr>
          <p:nvPr>
            <p:ph type="body" sz="quarter" idx="18" hasCustomPrompt="1"/>
          </p:nvPr>
        </p:nvSpPr>
        <p:spPr>
          <a:xfrm>
            <a:off x="1982013" y="2877639"/>
            <a:ext cx="1040661" cy="404813"/>
          </a:xfrm>
          <a:prstGeom prst="rect">
            <a:avLst/>
          </a:prstGeom>
        </p:spPr>
        <p:txBody>
          <a:bodyPr/>
          <a:lstStyle>
            <a:lvl1pPr marL="0" indent="0" algn="ctr">
              <a:buNone/>
              <a:defRPr sz="1000"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3" name="Text Placeholder 96">
            <a:extLst>
              <a:ext uri="{FF2B5EF4-FFF2-40B4-BE49-F238E27FC236}">
                <a16:creationId xmlns:a16="http://schemas.microsoft.com/office/drawing/2014/main" id="{BCB7D9E4-3B1F-C748-0E7A-F6BA74C986A3}"/>
              </a:ext>
            </a:extLst>
          </p:cNvPr>
          <p:cNvSpPr>
            <a:spLocks noGrp="1"/>
          </p:cNvSpPr>
          <p:nvPr>
            <p:ph type="body" sz="quarter" idx="19" hasCustomPrompt="1"/>
          </p:nvPr>
        </p:nvSpPr>
        <p:spPr>
          <a:xfrm>
            <a:off x="3414887" y="2877639"/>
            <a:ext cx="1040661" cy="404813"/>
          </a:xfrm>
          <a:prstGeom prst="rect">
            <a:avLst/>
          </a:prstGeom>
        </p:spPr>
        <p:txBody>
          <a:bodyPr/>
          <a:lstStyle>
            <a:lvl1pPr marL="0" indent="0" algn="ctr">
              <a:buNone/>
              <a:defRPr sz="1000"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4" name="Text Placeholder 96">
            <a:extLst>
              <a:ext uri="{FF2B5EF4-FFF2-40B4-BE49-F238E27FC236}">
                <a16:creationId xmlns:a16="http://schemas.microsoft.com/office/drawing/2014/main" id="{739D6FE7-C3BF-1436-AD50-528CC00827DA}"/>
              </a:ext>
            </a:extLst>
          </p:cNvPr>
          <p:cNvSpPr>
            <a:spLocks noGrp="1"/>
          </p:cNvSpPr>
          <p:nvPr>
            <p:ph type="body" sz="quarter" idx="20" hasCustomPrompt="1"/>
          </p:nvPr>
        </p:nvSpPr>
        <p:spPr>
          <a:xfrm>
            <a:off x="4847761" y="2877639"/>
            <a:ext cx="1040661" cy="404813"/>
          </a:xfrm>
          <a:prstGeom prst="rect">
            <a:avLst/>
          </a:prstGeom>
        </p:spPr>
        <p:txBody>
          <a:bodyPr/>
          <a:lstStyle>
            <a:lvl1pPr marL="0" indent="0" algn="ctr">
              <a:buNone/>
              <a:defRPr sz="1000"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5" name="Text Placeholder 96">
            <a:extLst>
              <a:ext uri="{FF2B5EF4-FFF2-40B4-BE49-F238E27FC236}">
                <a16:creationId xmlns:a16="http://schemas.microsoft.com/office/drawing/2014/main" id="{50C7C4EF-C88A-974A-716F-A3FBC257AA84}"/>
              </a:ext>
            </a:extLst>
          </p:cNvPr>
          <p:cNvSpPr>
            <a:spLocks noGrp="1"/>
          </p:cNvSpPr>
          <p:nvPr>
            <p:ph type="body" sz="quarter" idx="21" hasCustomPrompt="1"/>
          </p:nvPr>
        </p:nvSpPr>
        <p:spPr>
          <a:xfrm>
            <a:off x="6148660" y="2877639"/>
            <a:ext cx="1040661" cy="404813"/>
          </a:xfrm>
          <a:prstGeom prst="rect">
            <a:avLst/>
          </a:prstGeom>
        </p:spPr>
        <p:txBody>
          <a:bodyPr/>
          <a:lstStyle>
            <a:lvl1pPr marL="0" indent="0" algn="ctr">
              <a:buNone/>
              <a:defRPr sz="1000"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6" name="Text Placeholder 96">
            <a:extLst>
              <a:ext uri="{FF2B5EF4-FFF2-40B4-BE49-F238E27FC236}">
                <a16:creationId xmlns:a16="http://schemas.microsoft.com/office/drawing/2014/main" id="{C056826D-8C42-474F-6015-53CB2E9370B5}"/>
              </a:ext>
            </a:extLst>
          </p:cNvPr>
          <p:cNvSpPr>
            <a:spLocks noGrp="1"/>
          </p:cNvSpPr>
          <p:nvPr>
            <p:ph type="body" sz="quarter" idx="22" hasCustomPrompt="1"/>
          </p:nvPr>
        </p:nvSpPr>
        <p:spPr>
          <a:xfrm>
            <a:off x="7572107" y="2877639"/>
            <a:ext cx="1040661" cy="404813"/>
          </a:xfrm>
          <a:prstGeom prst="rect">
            <a:avLst/>
          </a:prstGeom>
        </p:spPr>
        <p:txBody>
          <a:bodyPr/>
          <a:lstStyle>
            <a:lvl1pPr marL="0" indent="0" algn="ctr">
              <a:buNone/>
              <a:defRPr sz="1000"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7" name="Picture Placeholder 112">
            <a:extLst>
              <a:ext uri="{FF2B5EF4-FFF2-40B4-BE49-F238E27FC236}">
                <a16:creationId xmlns:a16="http://schemas.microsoft.com/office/drawing/2014/main" id="{4B653DE1-F4B1-BB2B-5A50-D7DD720D1FD8}"/>
              </a:ext>
            </a:extLst>
          </p:cNvPr>
          <p:cNvSpPr>
            <a:spLocks noGrp="1"/>
          </p:cNvSpPr>
          <p:nvPr>
            <p:ph type="pic" sz="quarter" idx="23" hasCustomPrompt="1"/>
          </p:nvPr>
        </p:nvSpPr>
        <p:spPr>
          <a:xfrm>
            <a:off x="889580" y="2318014"/>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89" name="Picture Placeholder 112">
            <a:extLst>
              <a:ext uri="{FF2B5EF4-FFF2-40B4-BE49-F238E27FC236}">
                <a16:creationId xmlns:a16="http://schemas.microsoft.com/office/drawing/2014/main" id="{CBBEED20-FAD9-6D48-FD21-825518FF1D89}"/>
              </a:ext>
            </a:extLst>
          </p:cNvPr>
          <p:cNvSpPr>
            <a:spLocks noGrp="1"/>
          </p:cNvSpPr>
          <p:nvPr>
            <p:ph type="pic" sz="quarter" idx="24" hasCustomPrompt="1"/>
          </p:nvPr>
        </p:nvSpPr>
        <p:spPr>
          <a:xfrm>
            <a:off x="2327441" y="2318014"/>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0" name="Picture Placeholder 112">
            <a:extLst>
              <a:ext uri="{FF2B5EF4-FFF2-40B4-BE49-F238E27FC236}">
                <a16:creationId xmlns:a16="http://schemas.microsoft.com/office/drawing/2014/main" id="{643E6192-C03B-4EEC-6E4D-7B4C9CB0B43F}"/>
              </a:ext>
            </a:extLst>
          </p:cNvPr>
          <p:cNvSpPr>
            <a:spLocks noGrp="1"/>
          </p:cNvSpPr>
          <p:nvPr>
            <p:ph type="pic" sz="quarter" idx="25" hasCustomPrompt="1"/>
          </p:nvPr>
        </p:nvSpPr>
        <p:spPr>
          <a:xfrm>
            <a:off x="3752050" y="2318014"/>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1" name="Picture Placeholder 112">
            <a:extLst>
              <a:ext uri="{FF2B5EF4-FFF2-40B4-BE49-F238E27FC236}">
                <a16:creationId xmlns:a16="http://schemas.microsoft.com/office/drawing/2014/main" id="{340DE2F0-1A5F-2B50-7C3E-D059945E6C21}"/>
              </a:ext>
            </a:extLst>
          </p:cNvPr>
          <p:cNvSpPr>
            <a:spLocks noGrp="1"/>
          </p:cNvSpPr>
          <p:nvPr>
            <p:ph type="pic" sz="quarter" idx="26" hasCustomPrompt="1"/>
          </p:nvPr>
        </p:nvSpPr>
        <p:spPr>
          <a:xfrm>
            <a:off x="5189911" y="2318014"/>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2" name="Picture Placeholder 112">
            <a:extLst>
              <a:ext uri="{FF2B5EF4-FFF2-40B4-BE49-F238E27FC236}">
                <a16:creationId xmlns:a16="http://schemas.microsoft.com/office/drawing/2014/main" id="{D7F5ABD0-ED45-868D-C46B-678B758B70CE}"/>
              </a:ext>
            </a:extLst>
          </p:cNvPr>
          <p:cNvSpPr>
            <a:spLocks noGrp="1"/>
          </p:cNvSpPr>
          <p:nvPr>
            <p:ph type="pic" sz="quarter" idx="27" hasCustomPrompt="1"/>
          </p:nvPr>
        </p:nvSpPr>
        <p:spPr>
          <a:xfrm>
            <a:off x="6481998" y="2318014"/>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3" name="Picture Placeholder 112">
            <a:extLst>
              <a:ext uri="{FF2B5EF4-FFF2-40B4-BE49-F238E27FC236}">
                <a16:creationId xmlns:a16="http://schemas.microsoft.com/office/drawing/2014/main" id="{742B9DC7-ABDB-88F0-C653-EB43AB2FAB59}"/>
              </a:ext>
            </a:extLst>
          </p:cNvPr>
          <p:cNvSpPr>
            <a:spLocks noGrp="1"/>
          </p:cNvSpPr>
          <p:nvPr>
            <p:ph type="pic" sz="quarter" idx="28" hasCustomPrompt="1"/>
          </p:nvPr>
        </p:nvSpPr>
        <p:spPr>
          <a:xfrm>
            <a:off x="7913351" y="2318014"/>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4" name="Text Placeholder 33">
            <a:extLst>
              <a:ext uri="{FF2B5EF4-FFF2-40B4-BE49-F238E27FC236}">
                <a16:creationId xmlns:a16="http://schemas.microsoft.com/office/drawing/2014/main" id="{D3655C18-A36E-25B5-394F-DC9C1E74E45D}"/>
              </a:ext>
            </a:extLst>
          </p:cNvPr>
          <p:cNvSpPr>
            <a:spLocks noGrp="1"/>
          </p:cNvSpPr>
          <p:nvPr>
            <p:ph type="body" sz="quarter" idx="29" hasCustomPrompt="1"/>
          </p:nvPr>
        </p:nvSpPr>
        <p:spPr>
          <a:xfrm>
            <a:off x="419101" y="852394"/>
            <a:ext cx="1352734" cy="215901"/>
          </a:xfrm>
          <a:prstGeom prst="rect">
            <a:avLst/>
          </a:prstGeom>
        </p:spPr>
        <p:txBody>
          <a:bodyPr lIns="0" anchor="ctr"/>
          <a:lstStyle>
            <a:lvl1pPr marL="0" indent="0">
              <a:buNone/>
              <a:defRPr sz="1000">
                <a:solidFill>
                  <a:schemeClr val="tx1"/>
                </a:solidFill>
                <a:latin typeface="Arial" panose="020B0604020202020204" pitchFamily="34" charset="0"/>
                <a:cs typeface="Arial" panose="020B0604020202020204" pitchFamily="34" charset="0"/>
              </a:defRPr>
            </a:lvl1pPr>
            <a:lvl2pPr marL="457200" indent="0">
              <a:buNone/>
              <a:defRPr sz="1000">
                <a:solidFill>
                  <a:schemeClr val="tx1"/>
                </a:solidFill>
                <a:latin typeface="Arial" panose="020B0604020202020204" pitchFamily="34" charset="0"/>
                <a:cs typeface="Arial" panose="020B0604020202020204" pitchFamily="34" charset="0"/>
              </a:defRPr>
            </a:lvl2pPr>
            <a:lvl3pPr marL="914400" indent="0">
              <a:buNone/>
              <a:defRPr sz="1000">
                <a:solidFill>
                  <a:schemeClr val="tx1"/>
                </a:solidFill>
                <a:latin typeface="Arial" panose="020B0604020202020204" pitchFamily="34" charset="0"/>
                <a:cs typeface="Arial" panose="020B0604020202020204" pitchFamily="34" charset="0"/>
              </a:defRPr>
            </a:lvl3pPr>
            <a:lvl4pPr marL="1371600" indent="0">
              <a:buNone/>
              <a:defRPr sz="1000">
                <a:solidFill>
                  <a:schemeClr val="tx1"/>
                </a:solidFill>
                <a:latin typeface="Arial" panose="020B0604020202020204" pitchFamily="34" charset="0"/>
                <a:cs typeface="Arial" panose="020B0604020202020204" pitchFamily="34" charset="0"/>
              </a:defRPr>
            </a:lvl4pPr>
            <a:lvl5pPr marL="1828800" indent="0">
              <a:buNone/>
              <a:defRPr sz="1000">
                <a:solidFill>
                  <a:schemeClr val="tx1"/>
                </a:solidFill>
                <a:latin typeface="Arial" panose="020B0604020202020204" pitchFamily="34" charset="0"/>
                <a:cs typeface="Arial" panose="020B0604020202020204" pitchFamily="34" charset="0"/>
              </a:defRPr>
            </a:lvl5pPr>
          </a:lstStyle>
          <a:p>
            <a:pPr lvl="0"/>
            <a:r>
              <a:rPr lang="en-US"/>
              <a:t>Other text can go here</a:t>
            </a:r>
          </a:p>
        </p:txBody>
      </p:sp>
      <p:sp>
        <p:nvSpPr>
          <p:cNvPr id="35" name="Text Placeholder 33">
            <a:extLst>
              <a:ext uri="{FF2B5EF4-FFF2-40B4-BE49-F238E27FC236}">
                <a16:creationId xmlns:a16="http://schemas.microsoft.com/office/drawing/2014/main" id="{E1CCC394-C23C-837F-B151-AFCE3205278D}"/>
              </a:ext>
            </a:extLst>
          </p:cNvPr>
          <p:cNvSpPr>
            <a:spLocks noGrp="1"/>
          </p:cNvSpPr>
          <p:nvPr>
            <p:ph type="body" sz="quarter" idx="30" hasCustomPrompt="1"/>
          </p:nvPr>
        </p:nvSpPr>
        <p:spPr>
          <a:xfrm>
            <a:off x="3697560" y="852394"/>
            <a:ext cx="1352734" cy="215901"/>
          </a:xfrm>
          <a:prstGeom prst="rect">
            <a:avLst/>
          </a:prstGeom>
        </p:spPr>
        <p:txBody>
          <a:bodyPr lIns="0" rIns="0" anchor="ctr"/>
          <a:lstStyle>
            <a:lvl1pPr marL="0" indent="0" algn="ctr">
              <a:buNone/>
              <a:defRPr sz="1000">
                <a:solidFill>
                  <a:schemeClr val="tx1"/>
                </a:solidFill>
                <a:latin typeface="Arial" panose="020B0604020202020204" pitchFamily="34" charset="0"/>
                <a:cs typeface="Arial" panose="020B0604020202020204" pitchFamily="34" charset="0"/>
              </a:defRPr>
            </a:lvl1pPr>
            <a:lvl2pPr marL="457200" indent="0">
              <a:buNone/>
              <a:defRPr sz="1000">
                <a:solidFill>
                  <a:schemeClr val="tx1"/>
                </a:solidFill>
                <a:latin typeface="Arial" panose="020B0604020202020204" pitchFamily="34" charset="0"/>
                <a:cs typeface="Arial" panose="020B0604020202020204" pitchFamily="34" charset="0"/>
              </a:defRPr>
            </a:lvl2pPr>
            <a:lvl3pPr marL="914400" indent="0">
              <a:buNone/>
              <a:defRPr sz="1000">
                <a:solidFill>
                  <a:schemeClr val="tx1"/>
                </a:solidFill>
                <a:latin typeface="Arial" panose="020B0604020202020204" pitchFamily="34" charset="0"/>
                <a:cs typeface="Arial" panose="020B0604020202020204" pitchFamily="34" charset="0"/>
              </a:defRPr>
            </a:lvl3pPr>
            <a:lvl4pPr marL="1371600" indent="0">
              <a:buNone/>
              <a:defRPr sz="1000">
                <a:solidFill>
                  <a:schemeClr val="tx1"/>
                </a:solidFill>
                <a:latin typeface="Arial" panose="020B0604020202020204" pitchFamily="34" charset="0"/>
                <a:cs typeface="Arial" panose="020B0604020202020204" pitchFamily="34" charset="0"/>
              </a:defRPr>
            </a:lvl4pPr>
            <a:lvl5pPr marL="1828800" indent="0">
              <a:buNone/>
              <a:defRPr sz="1000">
                <a:solidFill>
                  <a:schemeClr val="tx1"/>
                </a:solidFill>
                <a:latin typeface="Arial" panose="020B0604020202020204" pitchFamily="34" charset="0"/>
                <a:cs typeface="Arial" panose="020B0604020202020204" pitchFamily="34" charset="0"/>
              </a:defRPr>
            </a:lvl5pPr>
          </a:lstStyle>
          <a:p>
            <a:pPr lvl="0"/>
            <a:r>
              <a:rPr lang="en-US"/>
              <a:t>Other text can go here</a:t>
            </a:r>
          </a:p>
        </p:txBody>
      </p:sp>
      <p:sp>
        <p:nvSpPr>
          <p:cNvPr id="36" name="Text Placeholder 33">
            <a:extLst>
              <a:ext uri="{FF2B5EF4-FFF2-40B4-BE49-F238E27FC236}">
                <a16:creationId xmlns:a16="http://schemas.microsoft.com/office/drawing/2014/main" id="{E6DE508B-1363-9C4F-A74C-095A897B2F1F}"/>
              </a:ext>
            </a:extLst>
          </p:cNvPr>
          <p:cNvSpPr>
            <a:spLocks noGrp="1"/>
          </p:cNvSpPr>
          <p:nvPr>
            <p:ph type="body" sz="quarter" idx="31" hasCustomPrompt="1"/>
          </p:nvPr>
        </p:nvSpPr>
        <p:spPr>
          <a:xfrm>
            <a:off x="7028057" y="852394"/>
            <a:ext cx="1352734" cy="215901"/>
          </a:xfrm>
          <a:prstGeom prst="rect">
            <a:avLst/>
          </a:prstGeom>
        </p:spPr>
        <p:txBody>
          <a:bodyPr lIns="0" rIns="0" anchor="ctr"/>
          <a:lstStyle>
            <a:lvl1pPr marL="0" indent="0" algn="l">
              <a:buNone/>
              <a:defRPr sz="1000">
                <a:solidFill>
                  <a:schemeClr val="tx1"/>
                </a:solidFill>
                <a:latin typeface="Arial" panose="020B0604020202020204" pitchFamily="34" charset="0"/>
                <a:cs typeface="Arial" panose="020B0604020202020204" pitchFamily="34" charset="0"/>
              </a:defRPr>
            </a:lvl1pPr>
            <a:lvl2pPr marL="457200" indent="0">
              <a:buNone/>
              <a:defRPr sz="1000">
                <a:solidFill>
                  <a:schemeClr val="tx1"/>
                </a:solidFill>
                <a:latin typeface="Arial" panose="020B0604020202020204" pitchFamily="34" charset="0"/>
                <a:cs typeface="Arial" panose="020B0604020202020204" pitchFamily="34" charset="0"/>
              </a:defRPr>
            </a:lvl2pPr>
            <a:lvl3pPr marL="914400" indent="0">
              <a:buNone/>
              <a:defRPr sz="1000">
                <a:solidFill>
                  <a:schemeClr val="tx1"/>
                </a:solidFill>
                <a:latin typeface="Arial" panose="020B0604020202020204" pitchFamily="34" charset="0"/>
                <a:cs typeface="Arial" panose="020B0604020202020204" pitchFamily="34" charset="0"/>
              </a:defRPr>
            </a:lvl3pPr>
            <a:lvl4pPr marL="1371600" indent="0">
              <a:buNone/>
              <a:defRPr sz="1000">
                <a:solidFill>
                  <a:schemeClr val="tx1"/>
                </a:solidFill>
                <a:latin typeface="Arial" panose="020B0604020202020204" pitchFamily="34" charset="0"/>
                <a:cs typeface="Arial" panose="020B0604020202020204" pitchFamily="34" charset="0"/>
              </a:defRPr>
            </a:lvl4pPr>
            <a:lvl5pPr marL="1828800" indent="0">
              <a:buNone/>
              <a:defRPr sz="1000">
                <a:solidFill>
                  <a:schemeClr val="tx1"/>
                </a:solidFill>
                <a:latin typeface="Arial" panose="020B0604020202020204" pitchFamily="34" charset="0"/>
                <a:cs typeface="Arial" panose="020B0604020202020204" pitchFamily="34" charset="0"/>
              </a:defRPr>
            </a:lvl5pPr>
          </a:lstStyle>
          <a:p>
            <a:pPr lvl="0"/>
            <a:r>
              <a:rPr lang="en-US"/>
              <a:t>Other text can go here</a:t>
            </a:r>
          </a:p>
        </p:txBody>
      </p:sp>
    </p:spTree>
    <p:extLst>
      <p:ext uri="{BB962C8B-B14F-4D97-AF65-F5344CB8AC3E}">
        <p14:creationId xmlns:p14="http://schemas.microsoft.com/office/powerpoint/2010/main" val="179876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Timeline - Year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Text Placeholder 96">
            <a:extLst>
              <a:ext uri="{FF2B5EF4-FFF2-40B4-BE49-F238E27FC236}">
                <a16:creationId xmlns:a16="http://schemas.microsoft.com/office/drawing/2014/main" id="{CF0DB405-A069-CEB3-55AF-1FDA66786D5C}"/>
              </a:ext>
            </a:extLst>
          </p:cNvPr>
          <p:cNvSpPr>
            <a:spLocks noGrp="1"/>
          </p:cNvSpPr>
          <p:nvPr>
            <p:ph type="body" sz="quarter" idx="17" hasCustomPrompt="1"/>
          </p:nvPr>
        </p:nvSpPr>
        <p:spPr>
          <a:xfrm>
            <a:off x="510759" y="2992002"/>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grpSp>
        <p:nvGrpSpPr>
          <p:cNvPr id="29" name="Group 28">
            <a:extLst>
              <a:ext uri="{FF2B5EF4-FFF2-40B4-BE49-F238E27FC236}">
                <a16:creationId xmlns:a16="http://schemas.microsoft.com/office/drawing/2014/main" id="{F57926C0-8DE1-91BA-1101-24569F95DADA}"/>
              </a:ext>
            </a:extLst>
          </p:cNvPr>
          <p:cNvGrpSpPr/>
          <p:nvPr userDrawn="1"/>
        </p:nvGrpSpPr>
        <p:grpSpPr>
          <a:xfrm>
            <a:off x="418010" y="976009"/>
            <a:ext cx="8062443" cy="326486"/>
            <a:chOff x="418010" y="1004341"/>
            <a:chExt cx="8098410" cy="269823"/>
          </a:xfrm>
        </p:grpSpPr>
        <p:sp>
          <p:nvSpPr>
            <p:cNvPr id="30" name="Rectangle 29">
              <a:extLst>
                <a:ext uri="{FF2B5EF4-FFF2-40B4-BE49-F238E27FC236}">
                  <a16:creationId xmlns:a16="http://schemas.microsoft.com/office/drawing/2014/main" id="{4B1E0674-2A1E-3F02-B832-EE60708E1D78}"/>
                </a:ext>
              </a:extLst>
            </p:cNvPr>
            <p:cNvSpPr/>
            <p:nvPr/>
          </p:nvSpPr>
          <p:spPr>
            <a:xfrm>
              <a:off x="418010" y="1004341"/>
              <a:ext cx="2729924" cy="26982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1" name="Rectangle 30">
              <a:extLst>
                <a:ext uri="{FF2B5EF4-FFF2-40B4-BE49-F238E27FC236}">
                  <a16:creationId xmlns:a16="http://schemas.microsoft.com/office/drawing/2014/main" id="{DFEDB199-4183-EFFF-B09C-8A7BFFE50026}"/>
                </a:ext>
              </a:extLst>
            </p:cNvPr>
            <p:cNvSpPr/>
            <p:nvPr/>
          </p:nvSpPr>
          <p:spPr>
            <a:xfrm>
              <a:off x="3147936" y="1004341"/>
              <a:ext cx="2729924" cy="269823"/>
            </a:xfrm>
            <a:prstGeom prst="rect">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2" name="Rectangle 31">
              <a:extLst>
                <a:ext uri="{FF2B5EF4-FFF2-40B4-BE49-F238E27FC236}">
                  <a16:creationId xmlns:a16="http://schemas.microsoft.com/office/drawing/2014/main" id="{E1E7EEF0-5914-1675-4243-E3FC76840B8B}"/>
                </a:ext>
              </a:extLst>
            </p:cNvPr>
            <p:cNvSpPr/>
            <p:nvPr/>
          </p:nvSpPr>
          <p:spPr>
            <a:xfrm>
              <a:off x="5877860" y="1004341"/>
              <a:ext cx="2638560" cy="269823"/>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grpSp>
      <p:cxnSp>
        <p:nvCxnSpPr>
          <p:cNvPr id="33" name="Straight Arrow Connector 32">
            <a:extLst>
              <a:ext uri="{FF2B5EF4-FFF2-40B4-BE49-F238E27FC236}">
                <a16:creationId xmlns:a16="http://schemas.microsoft.com/office/drawing/2014/main" id="{222BD7E7-9ED7-D4F6-4751-C2AEE641EE65}"/>
              </a:ext>
            </a:extLst>
          </p:cNvPr>
          <p:cNvCxnSpPr>
            <a:cxnSpLocks/>
          </p:cNvCxnSpPr>
          <p:nvPr userDrawn="1"/>
        </p:nvCxnSpPr>
        <p:spPr>
          <a:xfrm>
            <a:off x="0" y="1302495"/>
            <a:ext cx="8650840"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grpSp>
        <p:nvGrpSpPr>
          <p:cNvPr id="34" name="Group 33">
            <a:extLst>
              <a:ext uri="{FF2B5EF4-FFF2-40B4-BE49-F238E27FC236}">
                <a16:creationId xmlns:a16="http://schemas.microsoft.com/office/drawing/2014/main" id="{D2C21026-3558-22AE-64D8-54B0E38E6B8E}"/>
              </a:ext>
            </a:extLst>
          </p:cNvPr>
          <p:cNvGrpSpPr/>
          <p:nvPr userDrawn="1"/>
        </p:nvGrpSpPr>
        <p:grpSpPr>
          <a:xfrm>
            <a:off x="874945" y="1302495"/>
            <a:ext cx="7239530" cy="2374183"/>
            <a:chOff x="873282" y="1302495"/>
            <a:chExt cx="7239530" cy="2374183"/>
          </a:xfrm>
        </p:grpSpPr>
        <p:cxnSp>
          <p:nvCxnSpPr>
            <p:cNvPr id="35" name="Straight Connector 34">
              <a:extLst>
                <a:ext uri="{FF2B5EF4-FFF2-40B4-BE49-F238E27FC236}">
                  <a16:creationId xmlns:a16="http://schemas.microsoft.com/office/drawing/2014/main" id="{47542096-C7C7-C0D8-16AF-18325C070BAB}"/>
                </a:ext>
              </a:extLst>
            </p:cNvPr>
            <p:cNvCxnSpPr>
              <a:cxnSpLocks/>
            </p:cNvCxnSpPr>
            <p:nvPr/>
          </p:nvCxnSpPr>
          <p:spPr>
            <a:xfrm>
              <a:off x="873282"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23B901DC-C631-278E-2C11-1B6A20504B5C}"/>
                </a:ext>
              </a:extLst>
            </p:cNvPr>
            <p:cNvCxnSpPr>
              <a:cxnSpLocks/>
            </p:cNvCxnSpPr>
            <p:nvPr/>
          </p:nvCxnSpPr>
          <p:spPr>
            <a:xfrm>
              <a:off x="2150847"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7D7D5B4C-E74E-5115-C1C6-BA8763E9B4A1}"/>
                </a:ext>
              </a:extLst>
            </p:cNvPr>
            <p:cNvCxnSpPr>
              <a:cxnSpLocks/>
            </p:cNvCxnSpPr>
            <p:nvPr/>
          </p:nvCxnSpPr>
          <p:spPr>
            <a:xfrm>
              <a:off x="3428412"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913373FF-2F8B-5F38-838A-097DD5C300F3}"/>
                </a:ext>
              </a:extLst>
            </p:cNvPr>
            <p:cNvCxnSpPr>
              <a:cxnSpLocks/>
            </p:cNvCxnSpPr>
            <p:nvPr/>
          </p:nvCxnSpPr>
          <p:spPr>
            <a:xfrm>
              <a:off x="4705977"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DD933D21-1314-08ED-3D0E-CB97A549C413}"/>
                </a:ext>
              </a:extLst>
            </p:cNvPr>
            <p:cNvCxnSpPr>
              <a:cxnSpLocks/>
            </p:cNvCxnSpPr>
            <p:nvPr/>
          </p:nvCxnSpPr>
          <p:spPr>
            <a:xfrm>
              <a:off x="5983542"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AE04ED39-FB2E-CFEE-73B3-094DE5C625BA}"/>
                </a:ext>
              </a:extLst>
            </p:cNvPr>
            <p:cNvCxnSpPr>
              <a:cxnSpLocks/>
            </p:cNvCxnSpPr>
            <p:nvPr/>
          </p:nvCxnSpPr>
          <p:spPr>
            <a:xfrm>
              <a:off x="7261107"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C49FF939-B661-215F-2975-8466BBF88248}"/>
                </a:ext>
              </a:extLst>
            </p:cNvPr>
            <p:cNvCxnSpPr>
              <a:cxnSpLocks/>
            </p:cNvCxnSpPr>
            <p:nvPr/>
          </p:nvCxnSpPr>
          <p:spPr>
            <a:xfrm>
              <a:off x="7686962"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B4A1F906-0B4D-A39A-9A9D-339CCE75C1FF}"/>
                </a:ext>
              </a:extLst>
            </p:cNvPr>
            <p:cNvCxnSpPr>
              <a:cxnSpLocks/>
            </p:cNvCxnSpPr>
            <p:nvPr/>
          </p:nvCxnSpPr>
          <p:spPr>
            <a:xfrm>
              <a:off x="6409397"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3873EE5C-27B0-2AC7-FEDC-9D22C786D868}"/>
                </a:ext>
              </a:extLst>
            </p:cNvPr>
            <p:cNvCxnSpPr>
              <a:cxnSpLocks/>
            </p:cNvCxnSpPr>
            <p:nvPr/>
          </p:nvCxnSpPr>
          <p:spPr>
            <a:xfrm>
              <a:off x="5131832"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64875550-ADE3-38B8-8085-D5751A9882C5}"/>
                </a:ext>
              </a:extLst>
            </p:cNvPr>
            <p:cNvCxnSpPr>
              <a:cxnSpLocks/>
            </p:cNvCxnSpPr>
            <p:nvPr/>
          </p:nvCxnSpPr>
          <p:spPr>
            <a:xfrm>
              <a:off x="3854267"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1B80A3F7-0612-304B-31D3-5EFCD0975735}"/>
                </a:ext>
              </a:extLst>
            </p:cNvPr>
            <p:cNvCxnSpPr>
              <a:cxnSpLocks/>
            </p:cNvCxnSpPr>
            <p:nvPr/>
          </p:nvCxnSpPr>
          <p:spPr>
            <a:xfrm>
              <a:off x="2576702"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F78D7A68-C395-BF0F-9D62-4E337534CF96}"/>
                </a:ext>
              </a:extLst>
            </p:cNvPr>
            <p:cNvCxnSpPr>
              <a:cxnSpLocks/>
            </p:cNvCxnSpPr>
            <p:nvPr/>
          </p:nvCxnSpPr>
          <p:spPr>
            <a:xfrm>
              <a:off x="1299137"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A8BC6A0A-A9A4-846C-2EB0-4678E5ED6568}"/>
                </a:ext>
              </a:extLst>
            </p:cNvPr>
            <p:cNvCxnSpPr>
              <a:cxnSpLocks/>
            </p:cNvCxnSpPr>
            <p:nvPr/>
          </p:nvCxnSpPr>
          <p:spPr>
            <a:xfrm>
              <a:off x="172499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464EA321-4893-A381-D5E1-34AA0A899C69}"/>
                </a:ext>
              </a:extLst>
            </p:cNvPr>
            <p:cNvCxnSpPr>
              <a:cxnSpLocks/>
            </p:cNvCxnSpPr>
            <p:nvPr/>
          </p:nvCxnSpPr>
          <p:spPr>
            <a:xfrm>
              <a:off x="3002557"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F2F09CEA-691C-0B5A-85D5-DCAD2D6D07F1}"/>
                </a:ext>
              </a:extLst>
            </p:cNvPr>
            <p:cNvCxnSpPr>
              <a:cxnSpLocks/>
            </p:cNvCxnSpPr>
            <p:nvPr/>
          </p:nvCxnSpPr>
          <p:spPr>
            <a:xfrm>
              <a:off x="428012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7C56ACF3-85AF-934C-D041-453D0F5B498F}"/>
                </a:ext>
              </a:extLst>
            </p:cNvPr>
            <p:cNvCxnSpPr>
              <a:cxnSpLocks/>
            </p:cNvCxnSpPr>
            <p:nvPr/>
          </p:nvCxnSpPr>
          <p:spPr>
            <a:xfrm>
              <a:off x="5557687"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9B4321C1-ADE0-ADB9-53CF-84650F7235EE}"/>
                </a:ext>
              </a:extLst>
            </p:cNvPr>
            <p:cNvCxnSpPr>
              <a:cxnSpLocks/>
            </p:cNvCxnSpPr>
            <p:nvPr/>
          </p:nvCxnSpPr>
          <p:spPr>
            <a:xfrm>
              <a:off x="683525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2" name="Straight Connector 51">
              <a:extLst>
                <a:ext uri="{FF2B5EF4-FFF2-40B4-BE49-F238E27FC236}">
                  <a16:creationId xmlns:a16="http://schemas.microsoft.com/office/drawing/2014/main" id="{338AE4DA-05BE-E43F-CBE6-1CBE09A21D7E}"/>
                </a:ext>
              </a:extLst>
            </p:cNvPr>
            <p:cNvCxnSpPr>
              <a:cxnSpLocks/>
            </p:cNvCxnSpPr>
            <p:nvPr/>
          </p:nvCxnSpPr>
          <p:spPr>
            <a:xfrm>
              <a:off x="811281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53" name="Text Placeholder 44">
            <a:extLst>
              <a:ext uri="{FF2B5EF4-FFF2-40B4-BE49-F238E27FC236}">
                <a16:creationId xmlns:a16="http://schemas.microsoft.com/office/drawing/2014/main" id="{E51C347F-D63A-4EFC-276B-CB1C1675F238}"/>
              </a:ext>
            </a:extLst>
          </p:cNvPr>
          <p:cNvSpPr>
            <a:spLocks noGrp="1"/>
          </p:cNvSpPr>
          <p:nvPr>
            <p:ph type="body" sz="quarter" idx="29" hasCustomPrompt="1"/>
          </p:nvPr>
        </p:nvSpPr>
        <p:spPr>
          <a:xfrm>
            <a:off x="466701" y="1021193"/>
            <a:ext cx="781050" cy="240456"/>
          </a:xfrm>
          <a:prstGeom prst="rect">
            <a:avLst/>
          </a:prstGeom>
        </p:spPr>
        <p:txBody>
          <a:bodyPr anchor="ctr"/>
          <a:lstStyle>
            <a:lvl1pPr marL="0" indent="0">
              <a:buNone/>
              <a:defRPr sz="1100" b="0" i="0">
                <a:solidFill>
                  <a:schemeClr val="bg1"/>
                </a:solidFill>
                <a:latin typeface="Arial" panose="020B0604020202020204" pitchFamily="34" charset="0"/>
                <a:ea typeface="Inter Medium" panose="02000503000000020004" pitchFamily="2" charset="0"/>
              </a:defRPr>
            </a:lvl1pPr>
          </a:lstStyle>
          <a:p>
            <a:pPr lvl="0"/>
            <a:r>
              <a:rPr lang="en-US"/>
              <a:t>2022</a:t>
            </a:r>
          </a:p>
        </p:txBody>
      </p:sp>
      <p:sp>
        <p:nvSpPr>
          <p:cNvPr id="54" name="Text Placeholder 44">
            <a:extLst>
              <a:ext uri="{FF2B5EF4-FFF2-40B4-BE49-F238E27FC236}">
                <a16:creationId xmlns:a16="http://schemas.microsoft.com/office/drawing/2014/main" id="{8B46A046-AC8C-02AD-2557-29FD14976016}"/>
              </a:ext>
            </a:extLst>
          </p:cNvPr>
          <p:cNvSpPr>
            <a:spLocks noGrp="1"/>
          </p:cNvSpPr>
          <p:nvPr>
            <p:ph type="body" sz="quarter" idx="30" hasCustomPrompt="1"/>
          </p:nvPr>
        </p:nvSpPr>
        <p:spPr>
          <a:xfrm>
            <a:off x="3190165" y="1021193"/>
            <a:ext cx="781050" cy="240456"/>
          </a:xfrm>
          <a:prstGeom prst="rect">
            <a:avLst/>
          </a:prstGeom>
        </p:spPr>
        <p:txBody>
          <a:bodyPr anchor="ctr"/>
          <a:lstStyle>
            <a:lvl1pPr marL="0" indent="0">
              <a:buNone/>
              <a:defRPr sz="1100" b="0" i="0">
                <a:solidFill>
                  <a:schemeClr val="bg1"/>
                </a:solidFill>
                <a:latin typeface="Arial" panose="020B0604020202020204" pitchFamily="34" charset="0"/>
                <a:ea typeface="Inter Medium" panose="02000503000000020004" pitchFamily="2" charset="0"/>
              </a:defRPr>
            </a:lvl1pPr>
          </a:lstStyle>
          <a:p>
            <a:pPr lvl="0"/>
            <a:r>
              <a:rPr lang="en-US"/>
              <a:t>2023</a:t>
            </a:r>
          </a:p>
        </p:txBody>
      </p:sp>
      <p:sp>
        <p:nvSpPr>
          <p:cNvPr id="55" name="Text Placeholder 44">
            <a:extLst>
              <a:ext uri="{FF2B5EF4-FFF2-40B4-BE49-F238E27FC236}">
                <a16:creationId xmlns:a16="http://schemas.microsoft.com/office/drawing/2014/main" id="{F97A28E6-A04D-8C11-0773-2C5D6BCBAF9F}"/>
              </a:ext>
            </a:extLst>
          </p:cNvPr>
          <p:cNvSpPr>
            <a:spLocks noGrp="1"/>
          </p:cNvSpPr>
          <p:nvPr>
            <p:ph type="body" sz="quarter" idx="31" hasCustomPrompt="1"/>
          </p:nvPr>
        </p:nvSpPr>
        <p:spPr>
          <a:xfrm>
            <a:off x="5900473" y="1021193"/>
            <a:ext cx="781050" cy="240456"/>
          </a:xfrm>
          <a:prstGeom prst="rect">
            <a:avLst/>
          </a:prstGeom>
        </p:spPr>
        <p:txBody>
          <a:bodyPr anchor="ctr"/>
          <a:lstStyle>
            <a:lvl1pPr marL="0" indent="0">
              <a:buNone/>
              <a:defRPr sz="1100" b="0" i="0">
                <a:solidFill>
                  <a:schemeClr val="bg1"/>
                </a:solidFill>
                <a:latin typeface="Arial" panose="020B0604020202020204" pitchFamily="34" charset="0"/>
                <a:ea typeface="Inter Medium" panose="02000503000000020004" pitchFamily="2" charset="0"/>
              </a:defRPr>
            </a:lvl1pPr>
          </a:lstStyle>
          <a:p>
            <a:pPr lvl="0"/>
            <a:r>
              <a:rPr lang="en-US"/>
              <a:t>2024</a:t>
            </a:r>
          </a:p>
        </p:txBody>
      </p:sp>
      <p:sp>
        <p:nvSpPr>
          <p:cNvPr id="56" name="Text Placeholder 96">
            <a:extLst>
              <a:ext uri="{FF2B5EF4-FFF2-40B4-BE49-F238E27FC236}">
                <a16:creationId xmlns:a16="http://schemas.microsoft.com/office/drawing/2014/main" id="{74030C49-4C03-FC32-D318-9FD796BE2009}"/>
              </a:ext>
            </a:extLst>
          </p:cNvPr>
          <p:cNvSpPr>
            <a:spLocks noGrp="1"/>
          </p:cNvSpPr>
          <p:nvPr>
            <p:ph type="body" sz="quarter" idx="32" hasCustomPrompt="1"/>
          </p:nvPr>
        </p:nvSpPr>
        <p:spPr>
          <a:xfrm>
            <a:off x="510759" y="2834073"/>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57" name="Text Placeholder 96">
            <a:extLst>
              <a:ext uri="{FF2B5EF4-FFF2-40B4-BE49-F238E27FC236}">
                <a16:creationId xmlns:a16="http://schemas.microsoft.com/office/drawing/2014/main" id="{98B7230F-BA2B-FC74-7665-E4464DDBF2E5}"/>
              </a:ext>
            </a:extLst>
          </p:cNvPr>
          <p:cNvSpPr>
            <a:spLocks noGrp="1"/>
          </p:cNvSpPr>
          <p:nvPr>
            <p:ph type="body" sz="quarter" idx="33" hasCustomPrompt="1"/>
          </p:nvPr>
        </p:nvSpPr>
        <p:spPr>
          <a:xfrm>
            <a:off x="1787237" y="2992002"/>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58" name="Text Placeholder 96">
            <a:extLst>
              <a:ext uri="{FF2B5EF4-FFF2-40B4-BE49-F238E27FC236}">
                <a16:creationId xmlns:a16="http://schemas.microsoft.com/office/drawing/2014/main" id="{4C643076-DA4B-956D-0DF8-B83787FD17C2}"/>
              </a:ext>
            </a:extLst>
          </p:cNvPr>
          <p:cNvSpPr>
            <a:spLocks noGrp="1"/>
          </p:cNvSpPr>
          <p:nvPr>
            <p:ph type="body" sz="quarter" idx="34" hasCustomPrompt="1"/>
          </p:nvPr>
        </p:nvSpPr>
        <p:spPr>
          <a:xfrm>
            <a:off x="1787237" y="2834073"/>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59" name="Text Placeholder 96">
            <a:extLst>
              <a:ext uri="{FF2B5EF4-FFF2-40B4-BE49-F238E27FC236}">
                <a16:creationId xmlns:a16="http://schemas.microsoft.com/office/drawing/2014/main" id="{EE5477A7-223C-7236-FBFA-14179A92597C}"/>
              </a:ext>
            </a:extLst>
          </p:cNvPr>
          <p:cNvSpPr>
            <a:spLocks noGrp="1"/>
          </p:cNvSpPr>
          <p:nvPr>
            <p:ph type="body" sz="quarter" idx="35" hasCustomPrompt="1"/>
          </p:nvPr>
        </p:nvSpPr>
        <p:spPr>
          <a:xfrm>
            <a:off x="3069852" y="2992002"/>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0" name="Text Placeholder 96">
            <a:extLst>
              <a:ext uri="{FF2B5EF4-FFF2-40B4-BE49-F238E27FC236}">
                <a16:creationId xmlns:a16="http://schemas.microsoft.com/office/drawing/2014/main" id="{169A8A63-202F-21E1-A407-4EED4C83A27A}"/>
              </a:ext>
            </a:extLst>
          </p:cNvPr>
          <p:cNvSpPr>
            <a:spLocks noGrp="1"/>
          </p:cNvSpPr>
          <p:nvPr>
            <p:ph type="body" sz="quarter" idx="36" hasCustomPrompt="1"/>
          </p:nvPr>
        </p:nvSpPr>
        <p:spPr>
          <a:xfrm>
            <a:off x="3069852" y="2834073"/>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1" name="Text Placeholder 96">
            <a:extLst>
              <a:ext uri="{FF2B5EF4-FFF2-40B4-BE49-F238E27FC236}">
                <a16:creationId xmlns:a16="http://schemas.microsoft.com/office/drawing/2014/main" id="{7483EC62-B3A9-DF4C-F472-32308C193328}"/>
              </a:ext>
            </a:extLst>
          </p:cNvPr>
          <p:cNvSpPr>
            <a:spLocks noGrp="1"/>
          </p:cNvSpPr>
          <p:nvPr>
            <p:ph type="body" sz="quarter" idx="37" hasCustomPrompt="1"/>
          </p:nvPr>
        </p:nvSpPr>
        <p:spPr>
          <a:xfrm>
            <a:off x="4340192" y="2992002"/>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2" name="Text Placeholder 96">
            <a:extLst>
              <a:ext uri="{FF2B5EF4-FFF2-40B4-BE49-F238E27FC236}">
                <a16:creationId xmlns:a16="http://schemas.microsoft.com/office/drawing/2014/main" id="{F2FB357A-9C78-AF3E-BD4C-C4543B36CC94}"/>
              </a:ext>
            </a:extLst>
          </p:cNvPr>
          <p:cNvSpPr>
            <a:spLocks noGrp="1"/>
          </p:cNvSpPr>
          <p:nvPr>
            <p:ph type="body" sz="quarter" idx="38" hasCustomPrompt="1"/>
          </p:nvPr>
        </p:nvSpPr>
        <p:spPr>
          <a:xfrm>
            <a:off x="4340192" y="2834073"/>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3" name="Text Placeholder 96">
            <a:extLst>
              <a:ext uri="{FF2B5EF4-FFF2-40B4-BE49-F238E27FC236}">
                <a16:creationId xmlns:a16="http://schemas.microsoft.com/office/drawing/2014/main" id="{3AC7CB2A-7532-49F8-2930-1C7984507F56}"/>
              </a:ext>
            </a:extLst>
          </p:cNvPr>
          <p:cNvSpPr>
            <a:spLocks noGrp="1"/>
          </p:cNvSpPr>
          <p:nvPr>
            <p:ph type="body" sz="quarter" idx="39" hasCustomPrompt="1"/>
          </p:nvPr>
        </p:nvSpPr>
        <p:spPr>
          <a:xfrm>
            <a:off x="5622807" y="2992002"/>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4" name="Text Placeholder 96">
            <a:extLst>
              <a:ext uri="{FF2B5EF4-FFF2-40B4-BE49-F238E27FC236}">
                <a16:creationId xmlns:a16="http://schemas.microsoft.com/office/drawing/2014/main" id="{F84ACECC-C641-E277-127D-7BFA11BB1F31}"/>
              </a:ext>
            </a:extLst>
          </p:cNvPr>
          <p:cNvSpPr>
            <a:spLocks noGrp="1"/>
          </p:cNvSpPr>
          <p:nvPr>
            <p:ph type="body" sz="quarter" idx="40" hasCustomPrompt="1"/>
          </p:nvPr>
        </p:nvSpPr>
        <p:spPr>
          <a:xfrm>
            <a:off x="5622807" y="2834073"/>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5" name="Text Placeholder 96">
            <a:extLst>
              <a:ext uri="{FF2B5EF4-FFF2-40B4-BE49-F238E27FC236}">
                <a16:creationId xmlns:a16="http://schemas.microsoft.com/office/drawing/2014/main" id="{DD0CC851-C132-8DF1-318B-DA4AD1BFE2CD}"/>
              </a:ext>
            </a:extLst>
          </p:cNvPr>
          <p:cNvSpPr>
            <a:spLocks noGrp="1"/>
          </p:cNvSpPr>
          <p:nvPr>
            <p:ph type="body" sz="quarter" idx="41" hasCustomPrompt="1"/>
          </p:nvPr>
        </p:nvSpPr>
        <p:spPr>
          <a:xfrm>
            <a:off x="6899284" y="2992002"/>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6" name="Text Placeholder 96">
            <a:extLst>
              <a:ext uri="{FF2B5EF4-FFF2-40B4-BE49-F238E27FC236}">
                <a16:creationId xmlns:a16="http://schemas.microsoft.com/office/drawing/2014/main" id="{B03622B1-B59D-4ED4-74C8-1FB587C203E4}"/>
              </a:ext>
            </a:extLst>
          </p:cNvPr>
          <p:cNvSpPr>
            <a:spLocks noGrp="1"/>
          </p:cNvSpPr>
          <p:nvPr>
            <p:ph type="body" sz="quarter" idx="42" hasCustomPrompt="1"/>
          </p:nvPr>
        </p:nvSpPr>
        <p:spPr>
          <a:xfrm>
            <a:off x="6899284" y="2834073"/>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7" name="Text Placeholder 96">
            <a:extLst>
              <a:ext uri="{FF2B5EF4-FFF2-40B4-BE49-F238E27FC236}">
                <a16:creationId xmlns:a16="http://schemas.microsoft.com/office/drawing/2014/main" id="{476DD573-D5AB-3B3A-E7F8-B9A3390137EC}"/>
              </a:ext>
            </a:extLst>
          </p:cNvPr>
          <p:cNvSpPr>
            <a:spLocks noGrp="1"/>
          </p:cNvSpPr>
          <p:nvPr>
            <p:ph type="body" sz="quarter" idx="43" hasCustomPrompt="1"/>
          </p:nvPr>
        </p:nvSpPr>
        <p:spPr>
          <a:xfrm>
            <a:off x="1363556" y="2126154"/>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8" name="Text Placeholder 96">
            <a:extLst>
              <a:ext uri="{FF2B5EF4-FFF2-40B4-BE49-F238E27FC236}">
                <a16:creationId xmlns:a16="http://schemas.microsoft.com/office/drawing/2014/main" id="{D848EA30-DE3C-412F-E0B1-485E41A24333}"/>
              </a:ext>
            </a:extLst>
          </p:cNvPr>
          <p:cNvSpPr>
            <a:spLocks noGrp="1"/>
          </p:cNvSpPr>
          <p:nvPr>
            <p:ph type="body" sz="quarter" idx="44" hasCustomPrompt="1"/>
          </p:nvPr>
        </p:nvSpPr>
        <p:spPr>
          <a:xfrm>
            <a:off x="1363556" y="1968225"/>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9" name="Text Placeholder 96">
            <a:extLst>
              <a:ext uri="{FF2B5EF4-FFF2-40B4-BE49-F238E27FC236}">
                <a16:creationId xmlns:a16="http://schemas.microsoft.com/office/drawing/2014/main" id="{7FC70D6A-51D3-9DF1-C7C9-172BD606A1EA}"/>
              </a:ext>
            </a:extLst>
          </p:cNvPr>
          <p:cNvSpPr>
            <a:spLocks noGrp="1"/>
          </p:cNvSpPr>
          <p:nvPr>
            <p:ph type="body" sz="quarter" idx="45" hasCustomPrompt="1"/>
          </p:nvPr>
        </p:nvSpPr>
        <p:spPr>
          <a:xfrm>
            <a:off x="2640034" y="2126154"/>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0" name="Text Placeholder 96">
            <a:extLst>
              <a:ext uri="{FF2B5EF4-FFF2-40B4-BE49-F238E27FC236}">
                <a16:creationId xmlns:a16="http://schemas.microsoft.com/office/drawing/2014/main" id="{03868819-F031-82B3-6D61-9A8B971792E4}"/>
              </a:ext>
            </a:extLst>
          </p:cNvPr>
          <p:cNvSpPr>
            <a:spLocks noGrp="1"/>
          </p:cNvSpPr>
          <p:nvPr>
            <p:ph type="body" sz="quarter" idx="46" hasCustomPrompt="1"/>
          </p:nvPr>
        </p:nvSpPr>
        <p:spPr>
          <a:xfrm>
            <a:off x="2640034" y="1968225"/>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1" name="Text Placeholder 96">
            <a:extLst>
              <a:ext uri="{FF2B5EF4-FFF2-40B4-BE49-F238E27FC236}">
                <a16:creationId xmlns:a16="http://schemas.microsoft.com/office/drawing/2014/main" id="{5D7BA919-67C0-97F0-DE57-D4D567FEE8B5}"/>
              </a:ext>
            </a:extLst>
          </p:cNvPr>
          <p:cNvSpPr>
            <a:spLocks noGrp="1"/>
          </p:cNvSpPr>
          <p:nvPr>
            <p:ph type="body" sz="quarter" idx="47" hasCustomPrompt="1"/>
          </p:nvPr>
        </p:nvSpPr>
        <p:spPr>
          <a:xfrm>
            <a:off x="3922649" y="2126154"/>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2" name="Text Placeholder 96">
            <a:extLst>
              <a:ext uri="{FF2B5EF4-FFF2-40B4-BE49-F238E27FC236}">
                <a16:creationId xmlns:a16="http://schemas.microsoft.com/office/drawing/2014/main" id="{566BD96F-C667-0AB2-7C97-3A5943CA4FE1}"/>
              </a:ext>
            </a:extLst>
          </p:cNvPr>
          <p:cNvSpPr>
            <a:spLocks noGrp="1"/>
          </p:cNvSpPr>
          <p:nvPr>
            <p:ph type="body" sz="quarter" idx="48" hasCustomPrompt="1"/>
          </p:nvPr>
        </p:nvSpPr>
        <p:spPr>
          <a:xfrm>
            <a:off x="3922649" y="1968225"/>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3" name="Text Placeholder 96">
            <a:extLst>
              <a:ext uri="{FF2B5EF4-FFF2-40B4-BE49-F238E27FC236}">
                <a16:creationId xmlns:a16="http://schemas.microsoft.com/office/drawing/2014/main" id="{A641BCD7-7D2B-53D2-CE84-3C6864162589}"/>
              </a:ext>
            </a:extLst>
          </p:cNvPr>
          <p:cNvSpPr>
            <a:spLocks noGrp="1"/>
          </p:cNvSpPr>
          <p:nvPr>
            <p:ph type="body" sz="quarter" idx="49" hasCustomPrompt="1"/>
          </p:nvPr>
        </p:nvSpPr>
        <p:spPr>
          <a:xfrm>
            <a:off x="5192989" y="2126154"/>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4" name="Text Placeholder 96">
            <a:extLst>
              <a:ext uri="{FF2B5EF4-FFF2-40B4-BE49-F238E27FC236}">
                <a16:creationId xmlns:a16="http://schemas.microsoft.com/office/drawing/2014/main" id="{2910FB5E-919F-0EC5-05A0-EAC342F16F2F}"/>
              </a:ext>
            </a:extLst>
          </p:cNvPr>
          <p:cNvSpPr>
            <a:spLocks noGrp="1"/>
          </p:cNvSpPr>
          <p:nvPr>
            <p:ph type="body" sz="quarter" idx="50" hasCustomPrompt="1"/>
          </p:nvPr>
        </p:nvSpPr>
        <p:spPr>
          <a:xfrm>
            <a:off x="5192989" y="1968225"/>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5" name="Text Placeholder 96">
            <a:extLst>
              <a:ext uri="{FF2B5EF4-FFF2-40B4-BE49-F238E27FC236}">
                <a16:creationId xmlns:a16="http://schemas.microsoft.com/office/drawing/2014/main" id="{1820A3BC-D41C-B6C8-3772-21FC09AA5A3D}"/>
              </a:ext>
            </a:extLst>
          </p:cNvPr>
          <p:cNvSpPr>
            <a:spLocks noGrp="1"/>
          </p:cNvSpPr>
          <p:nvPr>
            <p:ph type="body" sz="quarter" idx="51" hasCustomPrompt="1"/>
          </p:nvPr>
        </p:nvSpPr>
        <p:spPr>
          <a:xfrm>
            <a:off x="6475604" y="2126154"/>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6" name="Text Placeholder 96">
            <a:extLst>
              <a:ext uri="{FF2B5EF4-FFF2-40B4-BE49-F238E27FC236}">
                <a16:creationId xmlns:a16="http://schemas.microsoft.com/office/drawing/2014/main" id="{23180EA2-0F54-F938-E81A-B2BFE107258D}"/>
              </a:ext>
            </a:extLst>
          </p:cNvPr>
          <p:cNvSpPr>
            <a:spLocks noGrp="1"/>
          </p:cNvSpPr>
          <p:nvPr>
            <p:ph type="body" sz="quarter" idx="52" hasCustomPrompt="1"/>
          </p:nvPr>
        </p:nvSpPr>
        <p:spPr>
          <a:xfrm>
            <a:off x="6475604" y="1968225"/>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7" name="Text Placeholder 96">
            <a:extLst>
              <a:ext uri="{FF2B5EF4-FFF2-40B4-BE49-F238E27FC236}">
                <a16:creationId xmlns:a16="http://schemas.microsoft.com/office/drawing/2014/main" id="{82571EFB-CD16-0B19-305A-ECB87CFEC4AF}"/>
              </a:ext>
            </a:extLst>
          </p:cNvPr>
          <p:cNvSpPr>
            <a:spLocks noGrp="1"/>
          </p:cNvSpPr>
          <p:nvPr>
            <p:ph type="body" sz="quarter" idx="53" hasCustomPrompt="1"/>
          </p:nvPr>
        </p:nvSpPr>
        <p:spPr>
          <a:xfrm>
            <a:off x="7752081" y="2126154"/>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8" name="Text Placeholder 96">
            <a:extLst>
              <a:ext uri="{FF2B5EF4-FFF2-40B4-BE49-F238E27FC236}">
                <a16:creationId xmlns:a16="http://schemas.microsoft.com/office/drawing/2014/main" id="{61CD34A3-92F8-5FBB-D9ED-F075032105D7}"/>
              </a:ext>
            </a:extLst>
          </p:cNvPr>
          <p:cNvSpPr>
            <a:spLocks noGrp="1"/>
          </p:cNvSpPr>
          <p:nvPr>
            <p:ph type="body" sz="quarter" idx="54" hasCustomPrompt="1"/>
          </p:nvPr>
        </p:nvSpPr>
        <p:spPr>
          <a:xfrm>
            <a:off x="7752081" y="1968225"/>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9" name="Text Placeholder 96">
            <a:extLst>
              <a:ext uri="{FF2B5EF4-FFF2-40B4-BE49-F238E27FC236}">
                <a16:creationId xmlns:a16="http://schemas.microsoft.com/office/drawing/2014/main" id="{60C67698-A7AE-623D-6247-1088472213DC}"/>
              </a:ext>
            </a:extLst>
          </p:cNvPr>
          <p:cNvSpPr>
            <a:spLocks noGrp="1"/>
          </p:cNvSpPr>
          <p:nvPr>
            <p:ph type="body" sz="quarter" idx="55" hasCustomPrompt="1"/>
          </p:nvPr>
        </p:nvSpPr>
        <p:spPr>
          <a:xfrm>
            <a:off x="937904" y="3898310"/>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0" name="Text Placeholder 96">
            <a:extLst>
              <a:ext uri="{FF2B5EF4-FFF2-40B4-BE49-F238E27FC236}">
                <a16:creationId xmlns:a16="http://schemas.microsoft.com/office/drawing/2014/main" id="{BC95A9E9-D2BA-FCF2-41D0-85EA1199574B}"/>
              </a:ext>
            </a:extLst>
          </p:cNvPr>
          <p:cNvSpPr>
            <a:spLocks noGrp="1"/>
          </p:cNvSpPr>
          <p:nvPr>
            <p:ph type="body" sz="quarter" idx="56" hasCustomPrompt="1"/>
          </p:nvPr>
        </p:nvSpPr>
        <p:spPr>
          <a:xfrm>
            <a:off x="937904" y="3740381"/>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1" name="Text Placeholder 96">
            <a:extLst>
              <a:ext uri="{FF2B5EF4-FFF2-40B4-BE49-F238E27FC236}">
                <a16:creationId xmlns:a16="http://schemas.microsoft.com/office/drawing/2014/main" id="{5028209C-B348-A1E8-C247-C259D418FC81}"/>
              </a:ext>
            </a:extLst>
          </p:cNvPr>
          <p:cNvSpPr>
            <a:spLocks noGrp="1"/>
          </p:cNvSpPr>
          <p:nvPr>
            <p:ph type="body" sz="quarter" idx="57" hasCustomPrompt="1"/>
          </p:nvPr>
        </p:nvSpPr>
        <p:spPr>
          <a:xfrm>
            <a:off x="2214382" y="3898310"/>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2" name="Text Placeholder 96">
            <a:extLst>
              <a:ext uri="{FF2B5EF4-FFF2-40B4-BE49-F238E27FC236}">
                <a16:creationId xmlns:a16="http://schemas.microsoft.com/office/drawing/2014/main" id="{50B87DD6-7A1F-AE75-9E14-D126426C6307}"/>
              </a:ext>
            </a:extLst>
          </p:cNvPr>
          <p:cNvSpPr>
            <a:spLocks noGrp="1"/>
          </p:cNvSpPr>
          <p:nvPr>
            <p:ph type="body" sz="quarter" idx="58" hasCustomPrompt="1"/>
          </p:nvPr>
        </p:nvSpPr>
        <p:spPr>
          <a:xfrm>
            <a:off x="2214382" y="3740381"/>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3" name="Text Placeholder 96">
            <a:extLst>
              <a:ext uri="{FF2B5EF4-FFF2-40B4-BE49-F238E27FC236}">
                <a16:creationId xmlns:a16="http://schemas.microsoft.com/office/drawing/2014/main" id="{70AA3CB1-DA88-56B6-55A0-13E210136AF2}"/>
              </a:ext>
            </a:extLst>
          </p:cNvPr>
          <p:cNvSpPr>
            <a:spLocks noGrp="1"/>
          </p:cNvSpPr>
          <p:nvPr>
            <p:ph type="body" sz="quarter" idx="59" hasCustomPrompt="1"/>
          </p:nvPr>
        </p:nvSpPr>
        <p:spPr>
          <a:xfrm>
            <a:off x="3496997" y="3898310"/>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4" name="Text Placeholder 96">
            <a:extLst>
              <a:ext uri="{FF2B5EF4-FFF2-40B4-BE49-F238E27FC236}">
                <a16:creationId xmlns:a16="http://schemas.microsoft.com/office/drawing/2014/main" id="{0425BDD6-5338-BE68-3737-2D176416E5DB}"/>
              </a:ext>
            </a:extLst>
          </p:cNvPr>
          <p:cNvSpPr>
            <a:spLocks noGrp="1"/>
          </p:cNvSpPr>
          <p:nvPr>
            <p:ph type="body" sz="quarter" idx="60" hasCustomPrompt="1"/>
          </p:nvPr>
        </p:nvSpPr>
        <p:spPr>
          <a:xfrm>
            <a:off x="3496997" y="3740381"/>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5" name="Text Placeholder 96">
            <a:extLst>
              <a:ext uri="{FF2B5EF4-FFF2-40B4-BE49-F238E27FC236}">
                <a16:creationId xmlns:a16="http://schemas.microsoft.com/office/drawing/2014/main" id="{FAD30B2C-BE6B-9F08-4C15-EDE97BEE65E9}"/>
              </a:ext>
            </a:extLst>
          </p:cNvPr>
          <p:cNvSpPr>
            <a:spLocks noGrp="1"/>
          </p:cNvSpPr>
          <p:nvPr>
            <p:ph type="body" sz="quarter" idx="61" hasCustomPrompt="1"/>
          </p:nvPr>
        </p:nvSpPr>
        <p:spPr>
          <a:xfrm>
            <a:off x="4767337" y="3898310"/>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6" name="Text Placeholder 96">
            <a:extLst>
              <a:ext uri="{FF2B5EF4-FFF2-40B4-BE49-F238E27FC236}">
                <a16:creationId xmlns:a16="http://schemas.microsoft.com/office/drawing/2014/main" id="{3361EBB6-5199-1A90-D549-1C2185FC818F}"/>
              </a:ext>
            </a:extLst>
          </p:cNvPr>
          <p:cNvSpPr>
            <a:spLocks noGrp="1"/>
          </p:cNvSpPr>
          <p:nvPr>
            <p:ph type="body" sz="quarter" idx="62" hasCustomPrompt="1"/>
          </p:nvPr>
        </p:nvSpPr>
        <p:spPr>
          <a:xfrm>
            <a:off x="4767337" y="3740381"/>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7" name="Text Placeholder 96">
            <a:extLst>
              <a:ext uri="{FF2B5EF4-FFF2-40B4-BE49-F238E27FC236}">
                <a16:creationId xmlns:a16="http://schemas.microsoft.com/office/drawing/2014/main" id="{4596A3E0-295B-471A-072C-D8E53257F0A9}"/>
              </a:ext>
            </a:extLst>
          </p:cNvPr>
          <p:cNvSpPr>
            <a:spLocks noGrp="1"/>
          </p:cNvSpPr>
          <p:nvPr>
            <p:ph type="body" sz="quarter" idx="63" hasCustomPrompt="1"/>
          </p:nvPr>
        </p:nvSpPr>
        <p:spPr>
          <a:xfrm>
            <a:off x="6049952" y="3898310"/>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8" name="Text Placeholder 96">
            <a:extLst>
              <a:ext uri="{FF2B5EF4-FFF2-40B4-BE49-F238E27FC236}">
                <a16:creationId xmlns:a16="http://schemas.microsoft.com/office/drawing/2014/main" id="{0ED1B4A9-B2B1-C63E-38B0-602083F5DE1F}"/>
              </a:ext>
            </a:extLst>
          </p:cNvPr>
          <p:cNvSpPr>
            <a:spLocks noGrp="1"/>
          </p:cNvSpPr>
          <p:nvPr>
            <p:ph type="body" sz="quarter" idx="64" hasCustomPrompt="1"/>
          </p:nvPr>
        </p:nvSpPr>
        <p:spPr>
          <a:xfrm>
            <a:off x="6049952" y="3740381"/>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94" name="Text Placeholder 96">
            <a:extLst>
              <a:ext uri="{FF2B5EF4-FFF2-40B4-BE49-F238E27FC236}">
                <a16:creationId xmlns:a16="http://schemas.microsoft.com/office/drawing/2014/main" id="{69AEAB01-CFD5-28A9-5BB9-5B82E3186E68}"/>
              </a:ext>
            </a:extLst>
          </p:cNvPr>
          <p:cNvSpPr>
            <a:spLocks noGrp="1"/>
          </p:cNvSpPr>
          <p:nvPr>
            <p:ph type="body" sz="quarter" idx="65" hasCustomPrompt="1"/>
          </p:nvPr>
        </p:nvSpPr>
        <p:spPr>
          <a:xfrm>
            <a:off x="7326429" y="3898310"/>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95" name="Text Placeholder 96">
            <a:extLst>
              <a:ext uri="{FF2B5EF4-FFF2-40B4-BE49-F238E27FC236}">
                <a16:creationId xmlns:a16="http://schemas.microsoft.com/office/drawing/2014/main" id="{CAC69FCE-4169-2689-4CD6-7E94037C7FDA}"/>
              </a:ext>
            </a:extLst>
          </p:cNvPr>
          <p:cNvSpPr>
            <a:spLocks noGrp="1"/>
          </p:cNvSpPr>
          <p:nvPr>
            <p:ph type="body" sz="quarter" idx="66" hasCustomPrompt="1"/>
          </p:nvPr>
        </p:nvSpPr>
        <p:spPr>
          <a:xfrm>
            <a:off x="7326429" y="3740381"/>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Tree>
    <p:extLst>
      <p:ext uri="{BB962C8B-B14F-4D97-AF65-F5344CB8AC3E}">
        <p14:creationId xmlns:p14="http://schemas.microsoft.com/office/powerpoint/2010/main" val="3358837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Timeline - Multiple year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2" name="Group 1">
            <a:extLst>
              <a:ext uri="{FF2B5EF4-FFF2-40B4-BE49-F238E27FC236}">
                <a16:creationId xmlns:a16="http://schemas.microsoft.com/office/drawing/2014/main" id="{E217F946-351D-E98C-D001-8F13151DCF52}"/>
              </a:ext>
            </a:extLst>
          </p:cNvPr>
          <p:cNvGrpSpPr/>
          <p:nvPr userDrawn="1"/>
        </p:nvGrpSpPr>
        <p:grpSpPr>
          <a:xfrm>
            <a:off x="418010" y="976009"/>
            <a:ext cx="8153401" cy="326486"/>
            <a:chOff x="418010" y="976009"/>
            <a:chExt cx="8923953" cy="326486"/>
          </a:xfrm>
        </p:grpSpPr>
        <p:sp>
          <p:nvSpPr>
            <p:cNvPr id="4" name="Rectangle 3">
              <a:extLst>
                <a:ext uri="{FF2B5EF4-FFF2-40B4-BE49-F238E27FC236}">
                  <a16:creationId xmlns:a16="http://schemas.microsoft.com/office/drawing/2014/main" id="{01AA5AFE-B4E3-FA58-6A6B-AA637E579EA8}"/>
                </a:ext>
              </a:extLst>
            </p:cNvPr>
            <p:cNvSpPr/>
            <p:nvPr/>
          </p:nvSpPr>
          <p:spPr>
            <a:xfrm>
              <a:off x="41801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563565AE-5604-E954-7997-E7995878FF05}"/>
                </a:ext>
              </a:extLst>
            </p:cNvPr>
            <p:cNvSpPr/>
            <p:nvPr/>
          </p:nvSpPr>
          <p:spPr>
            <a:xfrm>
              <a:off x="220228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6" name="Rectangle 5">
              <a:extLst>
                <a:ext uri="{FF2B5EF4-FFF2-40B4-BE49-F238E27FC236}">
                  <a16:creationId xmlns:a16="http://schemas.microsoft.com/office/drawing/2014/main" id="{60CE0E30-3201-43F6-9B95-1AF1A4720B69}"/>
                </a:ext>
              </a:extLst>
            </p:cNvPr>
            <p:cNvSpPr/>
            <p:nvPr/>
          </p:nvSpPr>
          <p:spPr>
            <a:xfrm>
              <a:off x="398655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7" name="Rectangle 6">
              <a:extLst>
                <a:ext uri="{FF2B5EF4-FFF2-40B4-BE49-F238E27FC236}">
                  <a16:creationId xmlns:a16="http://schemas.microsoft.com/office/drawing/2014/main" id="{C1A6CD8B-CF00-AF9F-66AD-DD38D295ED50}"/>
                </a:ext>
              </a:extLst>
            </p:cNvPr>
            <p:cNvSpPr/>
            <p:nvPr userDrawn="1"/>
          </p:nvSpPr>
          <p:spPr>
            <a:xfrm>
              <a:off x="577082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8" name="Rectangle 7">
              <a:extLst>
                <a:ext uri="{FF2B5EF4-FFF2-40B4-BE49-F238E27FC236}">
                  <a16:creationId xmlns:a16="http://schemas.microsoft.com/office/drawing/2014/main" id="{F147DCD7-B9EF-DF4E-FCE8-C179E488766C}"/>
                </a:ext>
              </a:extLst>
            </p:cNvPr>
            <p:cNvSpPr/>
            <p:nvPr userDrawn="1"/>
          </p:nvSpPr>
          <p:spPr>
            <a:xfrm>
              <a:off x="755509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grpSp>
      <p:cxnSp>
        <p:nvCxnSpPr>
          <p:cNvPr id="9" name="Straight Arrow Connector 8">
            <a:extLst>
              <a:ext uri="{FF2B5EF4-FFF2-40B4-BE49-F238E27FC236}">
                <a16:creationId xmlns:a16="http://schemas.microsoft.com/office/drawing/2014/main" id="{55AC158C-BFD7-5594-335C-634802E98C8E}"/>
              </a:ext>
            </a:extLst>
          </p:cNvPr>
          <p:cNvCxnSpPr>
            <a:cxnSpLocks/>
          </p:cNvCxnSpPr>
          <p:nvPr userDrawn="1"/>
        </p:nvCxnSpPr>
        <p:spPr>
          <a:xfrm>
            <a:off x="0" y="1302495"/>
            <a:ext cx="8705850"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sp>
        <p:nvSpPr>
          <p:cNvPr id="10" name="Text Placeholder 44">
            <a:extLst>
              <a:ext uri="{FF2B5EF4-FFF2-40B4-BE49-F238E27FC236}">
                <a16:creationId xmlns:a16="http://schemas.microsoft.com/office/drawing/2014/main" id="{42DB6E49-1A1B-80E2-10D6-9C540CBA4579}"/>
              </a:ext>
            </a:extLst>
          </p:cNvPr>
          <p:cNvSpPr>
            <a:spLocks noGrp="1"/>
          </p:cNvSpPr>
          <p:nvPr>
            <p:ph type="body" sz="quarter" idx="29" hasCustomPrompt="1"/>
          </p:nvPr>
        </p:nvSpPr>
        <p:spPr>
          <a:xfrm>
            <a:off x="466701" y="1021193"/>
            <a:ext cx="781050" cy="240456"/>
          </a:xfrm>
          <a:prstGeom prst="rect">
            <a:avLst/>
          </a:prstGeom>
        </p:spPr>
        <p:txBody>
          <a:bodyPr anchor="ctr"/>
          <a:lstStyle>
            <a:lvl1pPr marL="0" indent="0">
              <a:buNone/>
              <a:defRPr sz="1100" b="0" i="0">
                <a:solidFill>
                  <a:schemeClr val="bg1"/>
                </a:solidFill>
                <a:latin typeface="Arial" panose="020B0604020202020204" pitchFamily="34" charset="0"/>
                <a:ea typeface="Inter Medium" panose="02000503000000020004" pitchFamily="2" charset="0"/>
              </a:defRPr>
            </a:lvl1pPr>
          </a:lstStyle>
          <a:p>
            <a:pPr lvl="0"/>
            <a:r>
              <a:rPr lang="en-US"/>
              <a:t>2020</a:t>
            </a:r>
          </a:p>
        </p:txBody>
      </p:sp>
      <p:sp>
        <p:nvSpPr>
          <p:cNvPr id="11" name="Text Placeholder 44">
            <a:extLst>
              <a:ext uri="{FF2B5EF4-FFF2-40B4-BE49-F238E27FC236}">
                <a16:creationId xmlns:a16="http://schemas.microsoft.com/office/drawing/2014/main" id="{A0BC7B27-DFF7-6570-6DC5-7F54D7DBF95E}"/>
              </a:ext>
            </a:extLst>
          </p:cNvPr>
          <p:cNvSpPr>
            <a:spLocks noGrp="1"/>
          </p:cNvSpPr>
          <p:nvPr>
            <p:ph type="body" sz="quarter" idx="30" hasCustomPrompt="1"/>
          </p:nvPr>
        </p:nvSpPr>
        <p:spPr>
          <a:xfrm>
            <a:off x="2094527" y="1021193"/>
            <a:ext cx="781050" cy="240456"/>
          </a:xfrm>
          <a:prstGeom prst="rect">
            <a:avLst/>
          </a:prstGeom>
        </p:spPr>
        <p:txBody>
          <a:bodyPr anchor="ctr"/>
          <a:lstStyle>
            <a:lvl1pPr marL="0" indent="0">
              <a:buNone/>
              <a:defRPr sz="1100" b="0" i="0">
                <a:solidFill>
                  <a:schemeClr val="bg1"/>
                </a:solidFill>
                <a:latin typeface="Arial" panose="020B0604020202020204" pitchFamily="34" charset="0"/>
                <a:ea typeface="Inter Medium" panose="02000503000000020004" pitchFamily="2" charset="0"/>
              </a:defRPr>
            </a:lvl1pPr>
          </a:lstStyle>
          <a:p>
            <a:pPr lvl="0"/>
            <a:r>
              <a:rPr lang="en-US"/>
              <a:t>2021</a:t>
            </a:r>
          </a:p>
        </p:txBody>
      </p:sp>
      <p:sp>
        <p:nvSpPr>
          <p:cNvPr id="12" name="Text Placeholder 44">
            <a:extLst>
              <a:ext uri="{FF2B5EF4-FFF2-40B4-BE49-F238E27FC236}">
                <a16:creationId xmlns:a16="http://schemas.microsoft.com/office/drawing/2014/main" id="{6B5FF4DE-191C-32D1-6C2A-CC5D80F4D9D0}"/>
              </a:ext>
            </a:extLst>
          </p:cNvPr>
          <p:cNvSpPr>
            <a:spLocks noGrp="1"/>
          </p:cNvSpPr>
          <p:nvPr>
            <p:ph type="body" sz="quarter" idx="31" hasCustomPrompt="1"/>
          </p:nvPr>
        </p:nvSpPr>
        <p:spPr>
          <a:xfrm>
            <a:off x="5353190" y="1021193"/>
            <a:ext cx="781050" cy="240456"/>
          </a:xfrm>
          <a:prstGeom prst="rect">
            <a:avLst/>
          </a:prstGeom>
        </p:spPr>
        <p:txBody>
          <a:bodyPr anchor="ctr"/>
          <a:lstStyle>
            <a:lvl1pPr marL="0" indent="0">
              <a:buNone/>
              <a:defRPr sz="1100" b="0" i="0">
                <a:solidFill>
                  <a:schemeClr val="bg1"/>
                </a:solidFill>
                <a:latin typeface="Arial" panose="020B0604020202020204" pitchFamily="34" charset="0"/>
                <a:ea typeface="Inter Medium" panose="02000503000000020004" pitchFamily="2" charset="0"/>
              </a:defRPr>
            </a:lvl1pPr>
          </a:lstStyle>
          <a:p>
            <a:pPr lvl="0"/>
            <a:r>
              <a:rPr lang="en-US"/>
              <a:t>2023</a:t>
            </a:r>
          </a:p>
        </p:txBody>
      </p:sp>
      <p:sp>
        <p:nvSpPr>
          <p:cNvPr id="13" name="Text Placeholder 44">
            <a:extLst>
              <a:ext uri="{FF2B5EF4-FFF2-40B4-BE49-F238E27FC236}">
                <a16:creationId xmlns:a16="http://schemas.microsoft.com/office/drawing/2014/main" id="{3068FEA3-4CEE-E399-31B6-C1CB4B3E4DB0}"/>
              </a:ext>
            </a:extLst>
          </p:cNvPr>
          <p:cNvSpPr>
            <a:spLocks noGrp="1"/>
          </p:cNvSpPr>
          <p:nvPr>
            <p:ph type="body" sz="quarter" idx="32" hasCustomPrompt="1"/>
          </p:nvPr>
        </p:nvSpPr>
        <p:spPr>
          <a:xfrm>
            <a:off x="3725364" y="1021193"/>
            <a:ext cx="781050" cy="240456"/>
          </a:xfrm>
          <a:prstGeom prst="rect">
            <a:avLst/>
          </a:prstGeom>
        </p:spPr>
        <p:txBody>
          <a:bodyPr anchor="ctr"/>
          <a:lstStyle>
            <a:lvl1pPr marL="0" indent="0">
              <a:buNone/>
              <a:defRPr sz="1100" b="0" i="0">
                <a:solidFill>
                  <a:schemeClr val="bg1"/>
                </a:solidFill>
                <a:latin typeface="Arial" panose="020B0604020202020204" pitchFamily="34" charset="0"/>
                <a:ea typeface="Inter Medium" panose="02000503000000020004" pitchFamily="2" charset="0"/>
              </a:defRPr>
            </a:lvl1pPr>
          </a:lstStyle>
          <a:p>
            <a:pPr lvl="0"/>
            <a:r>
              <a:rPr lang="en-US"/>
              <a:t>2022</a:t>
            </a:r>
          </a:p>
        </p:txBody>
      </p:sp>
      <p:sp>
        <p:nvSpPr>
          <p:cNvPr id="14" name="Text Placeholder 44">
            <a:extLst>
              <a:ext uri="{FF2B5EF4-FFF2-40B4-BE49-F238E27FC236}">
                <a16:creationId xmlns:a16="http://schemas.microsoft.com/office/drawing/2014/main" id="{C95472CA-F4A0-D735-1107-16159614AEF8}"/>
              </a:ext>
            </a:extLst>
          </p:cNvPr>
          <p:cNvSpPr>
            <a:spLocks noGrp="1"/>
          </p:cNvSpPr>
          <p:nvPr>
            <p:ph type="body" sz="quarter" idx="33" hasCustomPrompt="1"/>
          </p:nvPr>
        </p:nvSpPr>
        <p:spPr>
          <a:xfrm>
            <a:off x="6984028" y="1021193"/>
            <a:ext cx="781050" cy="240456"/>
          </a:xfrm>
          <a:prstGeom prst="rect">
            <a:avLst/>
          </a:prstGeom>
        </p:spPr>
        <p:txBody>
          <a:bodyPr anchor="ctr"/>
          <a:lstStyle>
            <a:lvl1pPr marL="0" indent="0">
              <a:buNone/>
              <a:defRPr sz="1100" b="0" i="0">
                <a:solidFill>
                  <a:schemeClr val="bg1"/>
                </a:solidFill>
                <a:latin typeface="Arial" panose="020B0604020202020204" pitchFamily="34" charset="0"/>
                <a:ea typeface="Inter Medium" panose="02000503000000020004" pitchFamily="2" charset="0"/>
              </a:defRPr>
            </a:lvl1pPr>
          </a:lstStyle>
          <a:p>
            <a:pPr lvl="0"/>
            <a:r>
              <a:rPr lang="en-US"/>
              <a:t>2024</a:t>
            </a:r>
          </a:p>
        </p:txBody>
      </p:sp>
      <p:cxnSp>
        <p:nvCxnSpPr>
          <p:cNvPr id="15" name="Straight Connector 14">
            <a:extLst>
              <a:ext uri="{FF2B5EF4-FFF2-40B4-BE49-F238E27FC236}">
                <a16:creationId xmlns:a16="http://schemas.microsoft.com/office/drawing/2014/main" id="{594320A0-4B97-B38F-82F9-7CD48690E4A4}"/>
              </a:ext>
            </a:extLst>
          </p:cNvPr>
          <p:cNvCxnSpPr>
            <a:cxnSpLocks/>
          </p:cNvCxnSpPr>
          <p:nvPr userDrawn="1"/>
        </p:nvCxnSpPr>
        <p:spPr>
          <a:xfrm>
            <a:off x="1543017" y="1302495"/>
            <a:ext cx="0" cy="558404"/>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F590B680-A590-7392-41D4-5D1471CF0B7C}"/>
              </a:ext>
            </a:extLst>
          </p:cNvPr>
          <p:cNvCxnSpPr>
            <a:cxnSpLocks/>
          </p:cNvCxnSpPr>
          <p:nvPr userDrawn="1"/>
        </p:nvCxnSpPr>
        <p:spPr>
          <a:xfrm>
            <a:off x="874215" y="1302495"/>
            <a:ext cx="0" cy="196213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0E4B6701-BBE3-6850-FDAD-ECFA9DBC99FC}"/>
              </a:ext>
            </a:extLst>
          </p:cNvPr>
          <p:cNvCxnSpPr>
            <a:cxnSpLocks/>
          </p:cNvCxnSpPr>
          <p:nvPr userDrawn="1"/>
        </p:nvCxnSpPr>
        <p:spPr>
          <a:xfrm>
            <a:off x="2211819" y="1302495"/>
            <a:ext cx="0" cy="196213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8901F6AB-8848-4184-A26C-E42F34463E1E}"/>
              </a:ext>
            </a:extLst>
          </p:cNvPr>
          <p:cNvCxnSpPr>
            <a:cxnSpLocks/>
          </p:cNvCxnSpPr>
          <p:nvPr userDrawn="1"/>
        </p:nvCxnSpPr>
        <p:spPr>
          <a:xfrm>
            <a:off x="3549423" y="1302495"/>
            <a:ext cx="0" cy="196213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FC968C7D-8A40-1037-DCE0-74882BECDDBD}"/>
              </a:ext>
            </a:extLst>
          </p:cNvPr>
          <p:cNvCxnSpPr>
            <a:cxnSpLocks/>
          </p:cNvCxnSpPr>
          <p:nvPr userDrawn="1"/>
        </p:nvCxnSpPr>
        <p:spPr>
          <a:xfrm>
            <a:off x="4887027" y="1302495"/>
            <a:ext cx="0" cy="196213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35344096-7AAD-0678-9547-11329ECF85A5}"/>
              </a:ext>
            </a:extLst>
          </p:cNvPr>
          <p:cNvCxnSpPr>
            <a:cxnSpLocks/>
          </p:cNvCxnSpPr>
          <p:nvPr userDrawn="1"/>
        </p:nvCxnSpPr>
        <p:spPr>
          <a:xfrm>
            <a:off x="6224631" y="1302495"/>
            <a:ext cx="0" cy="196213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5927C4A3-F3C8-7722-5C10-033F79D5CB3C}"/>
              </a:ext>
            </a:extLst>
          </p:cNvPr>
          <p:cNvCxnSpPr>
            <a:cxnSpLocks/>
          </p:cNvCxnSpPr>
          <p:nvPr userDrawn="1"/>
        </p:nvCxnSpPr>
        <p:spPr>
          <a:xfrm>
            <a:off x="7562235" y="1302495"/>
            <a:ext cx="0" cy="196213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DB8F5CC0-9CF9-C223-08A9-800D1CD1A2AF}"/>
              </a:ext>
            </a:extLst>
          </p:cNvPr>
          <p:cNvCxnSpPr>
            <a:cxnSpLocks/>
          </p:cNvCxnSpPr>
          <p:nvPr userDrawn="1"/>
        </p:nvCxnSpPr>
        <p:spPr>
          <a:xfrm>
            <a:off x="2893316" y="1302495"/>
            <a:ext cx="0" cy="558404"/>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569E6D1D-9AFD-28E3-1F16-B437372C5FF8}"/>
              </a:ext>
            </a:extLst>
          </p:cNvPr>
          <p:cNvCxnSpPr>
            <a:cxnSpLocks/>
          </p:cNvCxnSpPr>
          <p:nvPr userDrawn="1"/>
        </p:nvCxnSpPr>
        <p:spPr>
          <a:xfrm>
            <a:off x="4218650" y="1302495"/>
            <a:ext cx="0" cy="558404"/>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C2349FDF-4C48-82E5-BCF9-760A22B987CC}"/>
              </a:ext>
            </a:extLst>
          </p:cNvPr>
          <p:cNvCxnSpPr>
            <a:cxnSpLocks/>
          </p:cNvCxnSpPr>
          <p:nvPr userDrawn="1"/>
        </p:nvCxnSpPr>
        <p:spPr>
          <a:xfrm>
            <a:off x="5550245" y="1302495"/>
            <a:ext cx="0" cy="558404"/>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6C1D3174-0ED8-4914-60F6-42DB3BD2A80E}"/>
              </a:ext>
            </a:extLst>
          </p:cNvPr>
          <p:cNvCxnSpPr>
            <a:cxnSpLocks/>
          </p:cNvCxnSpPr>
          <p:nvPr userDrawn="1"/>
        </p:nvCxnSpPr>
        <p:spPr>
          <a:xfrm>
            <a:off x="6909780" y="1302495"/>
            <a:ext cx="0" cy="558404"/>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1D2F075E-9644-A0FD-964C-10D2D550CDF4}"/>
              </a:ext>
            </a:extLst>
          </p:cNvPr>
          <p:cNvCxnSpPr>
            <a:cxnSpLocks/>
          </p:cNvCxnSpPr>
          <p:nvPr userDrawn="1"/>
        </p:nvCxnSpPr>
        <p:spPr>
          <a:xfrm>
            <a:off x="8193750" y="1302495"/>
            <a:ext cx="0" cy="558404"/>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7" name="Oval 26">
            <a:extLst>
              <a:ext uri="{FF2B5EF4-FFF2-40B4-BE49-F238E27FC236}">
                <a16:creationId xmlns:a16="http://schemas.microsoft.com/office/drawing/2014/main" id="{4E4E007A-2CB1-3361-91F2-8C3960867CF5}"/>
              </a:ext>
            </a:extLst>
          </p:cNvPr>
          <p:cNvSpPr/>
          <p:nvPr userDrawn="1"/>
        </p:nvSpPr>
        <p:spPr>
          <a:xfrm>
            <a:off x="614786" y="3232878"/>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89" name="Picture Placeholder 112">
            <a:extLst>
              <a:ext uri="{FF2B5EF4-FFF2-40B4-BE49-F238E27FC236}">
                <a16:creationId xmlns:a16="http://schemas.microsoft.com/office/drawing/2014/main" id="{AD77ADF5-2457-D5DE-C6B2-90E1DAF8E8D1}"/>
              </a:ext>
            </a:extLst>
          </p:cNvPr>
          <p:cNvSpPr>
            <a:spLocks noGrp="1"/>
          </p:cNvSpPr>
          <p:nvPr>
            <p:ph type="pic" sz="quarter" idx="23" hasCustomPrompt="1"/>
          </p:nvPr>
        </p:nvSpPr>
        <p:spPr>
          <a:xfrm>
            <a:off x="695129" y="3330305"/>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0" name="Oval 89">
            <a:extLst>
              <a:ext uri="{FF2B5EF4-FFF2-40B4-BE49-F238E27FC236}">
                <a16:creationId xmlns:a16="http://schemas.microsoft.com/office/drawing/2014/main" id="{674BB915-68FB-B3F0-5F08-1ACEF999FABB}"/>
              </a:ext>
            </a:extLst>
          </p:cNvPr>
          <p:cNvSpPr/>
          <p:nvPr userDrawn="1"/>
        </p:nvSpPr>
        <p:spPr>
          <a:xfrm>
            <a:off x="1958251" y="3232878"/>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91" name="Picture Placeholder 112">
            <a:extLst>
              <a:ext uri="{FF2B5EF4-FFF2-40B4-BE49-F238E27FC236}">
                <a16:creationId xmlns:a16="http://schemas.microsoft.com/office/drawing/2014/main" id="{39061554-9CA5-D0D4-1A42-7A0AAB5BF98E}"/>
              </a:ext>
            </a:extLst>
          </p:cNvPr>
          <p:cNvSpPr>
            <a:spLocks noGrp="1"/>
          </p:cNvSpPr>
          <p:nvPr>
            <p:ph type="pic" sz="quarter" idx="34" hasCustomPrompt="1"/>
          </p:nvPr>
        </p:nvSpPr>
        <p:spPr>
          <a:xfrm>
            <a:off x="2038594" y="3330305"/>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2" name="Oval 91">
            <a:extLst>
              <a:ext uri="{FF2B5EF4-FFF2-40B4-BE49-F238E27FC236}">
                <a16:creationId xmlns:a16="http://schemas.microsoft.com/office/drawing/2014/main" id="{6C7BECD7-5744-85FF-4C6A-03E1125CFF05}"/>
              </a:ext>
            </a:extLst>
          </p:cNvPr>
          <p:cNvSpPr/>
          <p:nvPr userDrawn="1"/>
        </p:nvSpPr>
        <p:spPr>
          <a:xfrm>
            <a:off x="3301715" y="3232878"/>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93" name="Picture Placeholder 112">
            <a:extLst>
              <a:ext uri="{FF2B5EF4-FFF2-40B4-BE49-F238E27FC236}">
                <a16:creationId xmlns:a16="http://schemas.microsoft.com/office/drawing/2014/main" id="{7E76F2F9-5B3A-D8EA-A0E7-2672B55C3627}"/>
              </a:ext>
            </a:extLst>
          </p:cNvPr>
          <p:cNvSpPr>
            <a:spLocks noGrp="1"/>
          </p:cNvSpPr>
          <p:nvPr>
            <p:ph type="pic" sz="quarter" idx="35" hasCustomPrompt="1"/>
          </p:nvPr>
        </p:nvSpPr>
        <p:spPr>
          <a:xfrm>
            <a:off x="3382058" y="3330305"/>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6" name="Oval 95">
            <a:extLst>
              <a:ext uri="{FF2B5EF4-FFF2-40B4-BE49-F238E27FC236}">
                <a16:creationId xmlns:a16="http://schemas.microsoft.com/office/drawing/2014/main" id="{8334407A-7215-66E3-285D-102E956179A6}"/>
              </a:ext>
            </a:extLst>
          </p:cNvPr>
          <p:cNvSpPr/>
          <p:nvPr userDrawn="1"/>
        </p:nvSpPr>
        <p:spPr>
          <a:xfrm>
            <a:off x="4638145" y="3232878"/>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97" name="Picture Placeholder 112">
            <a:extLst>
              <a:ext uri="{FF2B5EF4-FFF2-40B4-BE49-F238E27FC236}">
                <a16:creationId xmlns:a16="http://schemas.microsoft.com/office/drawing/2014/main" id="{7FFE2024-53C8-3C4F-8423-F64CEB149FEF}"/>
              </a:ext>
            </a:extLst>
          </p:cNvPr>
          <p:cNvSpPr>
            <a:spLocks noGrp="1"/>
          </p:cNvSpPr>
          <p:nvPr>
            <p:ph type="pic" sz="quarter" idx="36" hasCustomPrompt="1"/>
          </p:nvPr>
        </p:nvSpPr>
        <p:spPr>
          <a:xfrm>
            <a:off x="4718488" y="3330305"/>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8" name="Oval 97">
            <a:extLst>
              <a:ext uri="{FF2B5EF4-FFF2-40B4-BE49-F238E27FC236}">
                <a16:creationId xmlns:a16="http://schemas.microsoft.com/office/drawing/2014/main" id="{B0F518F1-4D32-1851-9FC1-9B8786D5CB00}"/>
              </a:ext>
            </a:extLst>
          </p:cNvPr>
          <p:cNvSpPr/>
          <p:nvPr userDrawn="1"/>
        </p:nvSpPr>
        <p:spPr>
          <a:xfrm>
            <a:off x="5974575" y="3232878"/>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99" name="Picture Placeholder 112">
            <a:extLst>
              <a:ext uri="{FF2B5EF4-FFF2-40B4-BE49-F238E27FC236}">
                <a16:creationId xmlns:a16="http://schemas.microsoft.com/office/drawing/2014/main" id="{729E32A2-15C1-E541-A937-0C2A05F6F69C}"/>
              </a:ext>
            </a:extLst>
          </p:cNvPr>
          <p:cNvSpPr>
            <a:spLocks noGrp="1"/>
          </p:cNvSpPr>
          <p:nvPr>
            <p:ph type="pic" sz="quarter" idx="37" hasCustomPrompt="1"/>
          </p:nvPr>
        </p:nvSpPr>
        <p:spPr>
          <a:xfrm>
            <a:off x="6054918" y="3330305"/>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0" name="Oval 99">
            <a:extLst>
              <a:ext uri="{FF2B5EF4-FFF2-40B4-BE49-F238E27FC236}">
                <a16:creationId xmlns:a16="http://schemas.microsoft.com/office/drawing/2014/main" id="{700AD206-B7E7-450E-054D-B61E629B029A}"/>
              </a:ext>
            </a:extLst>
          </p:cNvPr>
          <p:cNvSpPr/>
          <p:nvPr userDrawn="1"/>
        </p:nvSpPr>
        <p:spPr>
          <a:xfrm>
            <a:off x="7311006" y="3232878"/>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01" name="Picture Placeholder 112">
            <a:extLst>
              <a:ext uri="{FF2B5EF4-FFF2-40B4-BE49-F238E27FC236}">
                <a16:creationId xmlns:a16="http://schemas.microsoft.com/office/drawing/2014/main" id="{CEFBB143-9BD6-C854-E804-6190118DA429}"/>
              </a:ext>
            </a:extLst>
          </p:cNvPr>
          <p:cNvSpPr>
            <a:spLocks noGrp="1"/>
          </p:cNvSpPr>
          <p:nvPr>
            <p:ph type="pic" sz="quarter" idx="38" hasCustomPrompt="1"/>
          </p:nvPr>
        </p:nvSpPr>
        <p:spPr>
          <a:xfrm>
            <a:off x="7391349" y="3330305"/>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2" name="Oval 101">
            <a:extLst>
              <a:ext uri="{FF2B5EF4-FFF2-40B4-BE49-F238E27FC236}">
                <a16:creationId xmlns:a16="http://schemas.microsoft.com/office/drawing/2014/main" id="{09F6BB9A-8DCB-515C-2574-72EF60033195}"/>
              </a:ext>
            </a:extLst>
          </p:cNvPr>
          <p:cNvSpPr/>
          <p:nvPr userDrawn="1"/>
        </p:nvSpPr>
        <p:spPr>
          <a:xfrm>
            <a:off x="1287924" y="1626991"/>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03" name="Picture Placeholder 112">
            <a:extLst>
              <a:ext uri="{FF2B5EF4-FFF2-40B4-BE49-F238E27FC236}">
                <a16:creationId xmlns:a16="http://schemas.microsoft.com/office/drawing/2014/main" id="{01A91198-FD8B-68EC-0471-819C9DEB9526}"/>
              </a:ext>
            </a:extLst>
          </p:cNvPr>
          <p:cNvSpPr>
            <a:spLocks noGrp="1"/>
          </p:cNvSpPr>
          <p:nvPr>
            <p:ph type="pic" sz="quarter" idx="39" hasCustomPrompt="1"/>
          </p:nvPr>
        </p:nvSpPr>
        <p:spPr>
          <a:xfrm>
            <a:off x="1368267" y="1724418"/>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4" name="Oval 103">
            <a:extLst>
              <a:ext uri="{FF2B5EF4-FFF2-40B4-BE49-F238E27FC236}">
                <a16:creationId xmlns:a16="http://schemas.microsoft.com/office/drawing/2014/main" id="{654F30B1-DF81-0DE7-8E03-5F2F2384CDF2}"/>
              </a:ext>
            </a:extLst>
          </p:cNvPr>
          <p:cNvSpPr/>
          <p:nvPr userDrawn="1"/>
        </p:nvSpPr>
        <p:spPr>
          <a:xfrm>
            <a:off x="2633083" y="1626991"/>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05" name="Picture Placeholder 112">
            <a:extLst>
              <a:ext uri="{FF2B5EF4-FFF2-40B4-BE49-F238E27FC236}">
                <a16:creationId xmlns:a16="http://schemas.microsoft.com/office/drawing/2014/main" id="{24F056BC-2105-BD82-4610-5B9B4AD21B57}"/>
              </a:ext>
            </a:extLst>
          </p:cNvPr>
          <p:cNvSpPr>
            <a:spLocks noGrp="1"/>
          </p:cNvSpPr>
          <p:nvPr>
            <p:ph type="pic" sz="quarter" idx="40" hasCustomPrompt="1"/>
          </p:nvPr>
        </p:nvSpPr>
        <p:spPr>
          <a:xfrm>
            <a:off x="2714231" y="1724418"/>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6" name="Oval 105">
            <a:extLst>
              <a:ext uri="{FF2B5EF4-FFF2-40B4-BE49-F238E27FC236}">
                <a16:creationId xmlns:a16="http://schemas.microsoft.com/office/drawing/2014/main" id="{7CB9E795-5BD9-17D7-ACAC-31DED4C428F6}"/>
              </a:ext>
            </a:extLst>
          </p:cNvPr>
          <p:cNvSpPr/>
          <p:nvPr userDrawn="1"/>
        </p:nvSpPr>
        <p:spPr>
          <a:xfrm>
            <a:off x="3958417" y="1626991"/>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07" name="Picture Placeholder 112">
            <a:extLst>
              <a:ext uri="{FF2B5EF4-FFF2-40B4-BE49-F238E27FC236}">
                <a16:creationId xmlns:a16="http://schemas.microsoft.com/office/drawing/2014/main" id="{DC0859B9-F840-79A9-5E8F-14E8FA3AFB8A}"/>
              </a:ext>
            </a:extLst>
          </p:cNvPr>
          <p:cNvSpPr>
            <a:spLocks noGrp="1"/>
          </p:cNvSpPr>
          <p:nvPr>
            <p:ph type="pic" sz="quarter" idx="41" hasCustomPrompt="1"/>
          </p:nvPr>
        </p:nvSpPr>
        <p:spPr>
          <a:xfrm>
            <a:off x="4039565" y="1724418"/>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8" name="Oval 107">
            <a:extLst>
              <a:ext uri="{FF2B5EF4-FFF2-40B4-BE49-F238E27FC236}">
                <a16:creationId xmlns:a16="http://schemas.microsoft.com/office/drawing/2014/main" id="{F36A2AE7-8725-FAD0-E312-F4BCEDF1AD88}"/>
              </a:ext>
            </a:extLst>
          </p:cNvPr>
          <p:cNvSpPr/>
          <p:nvPr userDrawn="1"/>
        </p:nvSpPr>
        <p:spPr>
          <a:xfrm>
            <a:off x="5290012" y="1626991"/>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09" name="Picture Placeholder 112">
            <a:extLst>
              <a:ext uri="{FF2B5EF4-FFF2-40B4-BE49-F238E27FC236}">
                <a16:creationId xmlns:a16="http://schemas.microsoft.com/office/drawing/2014/main" id="{5AC118CB-0EE6-1233-126C-6A1FBB338B81}"/>
              </a:ext>
            </a:extLst>
          </p:cNvPr>
          <p:cNvSpPr>
            <a:spLocks noGrp="1"/>
          </p:cNvSpPr>
          <p:nvPr>
            <p:ph type="pic" sz="quarter" idx="42" hasCustomPrompt="1"/>
          </p:nvPr>
        </p:nvSpPr>
        <p:spPr>
          <a:xfrm>
            <a:off x="5371160" y="1724418"/>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10" name="Oval 109">
            <a:extLst>
              <a:ext uri="{FF2B5EF4-FFF2-40B4-BE49-F238E27FC236}">
                <a16:creationId xmlns:a16="http://schemas.microsoft.com/office/drawing/2014/main" id="{05C21DFC-C967-3C4B-FE99-06BA9D56107E}"/>
              </a:ext>
            </a:extLst>
          </p:cNvPr>
          <p:cNvSpPr/>
          <p:nvPr userDrawn="1"/>
        </p:nvSpPr>
        <p:spPr>
          <a:xfrm>
            <a:off x="6649547" y="1626991"/>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11" name="Picture Placeholder 112">
            <a:extLst>
              <a:ext uri="{FF2B5EF4-FFF2-40B4-BE49-F238E27FC236}">
                <a16:creationId xmlns:a16="http://schemas.microsoft.com/office/drawing/2014/main" id="{24BED7DE-2E57-0F7D-843D-FAA5AB82B785}"/>
              </a:ext>
            </a:extLst>
          </p:cNvPr>
          <p:cNvSpPr>
            <a:spLocks noGrp="1"/>
          </p:cNvSpPr>
          <p:nvPr>
            <p:ph type="pic" sz="quarter" idx="43" hasCustomPrompt="1"/>
          </p:nvPr>
        </p:nvSpPr>
        <p:spPr>
          <a:xfrm>
            <a:off x="6730695" y="1724418"/>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12" name="Oval 111">
            <a:extLst>
              <a:ext uri="{FF2B5EF4-FFF2-40B4-BE49-F238E27FC236}">
                <a16:creationId xmlns:a16="http://schemas.microsoft.com/office/drawing/2014/main" id="{B6233094-BCFD-7F1A-717A-94F840558A22}"/>
              </a:ext>
            </a:extLst>
          </p:cNvPr>
          <p:cNvSpPr/>
          <p:nvPr userDrawn="1"/>
        </p:nvSpPr>
        <p:spPr>
          <a:xfrm>
            <a:off x="7933517" y="1626991"/>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13" name="Picture Placeholder 112">
            <a:extLst>
              <a:ext uri="{FF2B5EF4-FFF2-40B4-BE49-F238E27FC236}">
                <a16:creationId xmlns:a16="http://schemas.microsoft.com/office/drawing/2014/main" id="{150C1F21-1F4C-3CC8-1830-88135D78D317}"/>
              </a:ext>
            </a:extLst>
          </p:cNvPr>
          <p:cNvSpPr>
            <a:spLocks noGrp="1"/>
          </p:cNvSpPr>
          <p:nvPr>
            <p:ph type="pic" sz="quarter" idx="44" hasCustomPrompt="1"/>
          </p:nvPr>
        </p:nvSpPr>
        <p:spPr>
          <a:xfrm>
            <a:off x="8014665" y="1724418"/>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14" name="Text Placeholder 21">
            <a:extLst>
              <a:ext uri="{FF2B5EF4-FFF2-40B4-BE49-F238E27FC236}">
                <a16:creationId xmlns:a16="http://schemas.microsoft.com/office/drawing/2014/main" id="{915E0BD2-B21A-45B4-698D-D5FD2D50334D}"/>
              </a:ext>
            </a:extLst>
          </p:cNvPr>
          <p:cNvSpPr>
            <a:spLocks noGrp="1"/>
          </p:cNvSpPr>
          <p:nvPr>
            <p:ph type="body" sz="quarter" idx="14" hasCustomPrompt="1"/>
          </p:nvPr>
        </p:nvSpPr>
        <p:spPr>
          <a:xfrm>
            <a:off x="473508" y="3835149"/>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5" name="Text Placeholder 21">
            <a:extLst>
              <a:ext uri="{FF2B5EF4-FFF2-40B4-BE49-F238E27FC236}">
                <a16:creationId xmlns:a16="http://schemas.microsoft.com/office/drawing/2014/main" id="{7F1C88D4-DA2E-14D7-8E6F-3A75C54B6835}"/>
              </a:ext>
            </a:extLst>
          </p:cNvPr>
          <p:cNvSpPr>
            <a:spLocks noGrp="1"/>
          </p:cNvSpPr>
          <p:nvPr>
            <p:ph type="body" sz="quarter" idx="45" hasCustomPrompt="1"/>
          </p:nvPr>
        </p:nvSpPr>
        <p:spPr>
          <a:xfrm>
            <a:off x="1814628" y="3835149"/>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6" name="Text Placeholder 21">
            <a:extLst>
              <a:ext uri="{FF2B5EF4-FFF2-40B4-BE49-F238E27FC236}">
                <a16:creationId xmlns:a16="http://schemas.microsoft.com/office/drawing/2014/main" id="{3EA7CB82-46F9-5C06-AC60-0EA768A49CE2}"/>
              </a:ext>
            </a:extLst>
          </p:cNvPr>
          <p:cNvSpPr>
            <a:spLocks noGrp="1"/>
          </p:cNvSpPr>
          <p:nvPr>
            <p:ph type="body" sz="quarter" idx="46" hasCustomPrompt="1"/>
          </p:nvPr>
        </p:nvSpPr>
        <p:spPr>
          <a:xfrm>
            <a:off x="3145588" y="3835149"/>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7" name="Text Placeholder 21">
            <a:extLst>
              <a:ext uri="{FF2B5EF4-FFF2-40B4-BE49-F238E27FC236}">
                <a16:creationId xmlns:a16="http://schemas.microsoft.com/office/drawing/2014/main" id="{778F26AA-A48D-3D14-5A8B-3A29A91826AD}"/>
              </a:ext>
            </a:extLst>
          </p:cNvPr>
          <p:cNvSpPr>
            <a:spLocks noGrp="1"/>
          </p:cNvSpPr>
          <p:nvPr>
            <p:ph type="body" sz="quarter" idx="47" hasCustomPrompt="1"/>
          </p:nvPr>
        </p:nvSpPr>
        <p:spPr>
          <a:xfrm>
            <a:off x="4486708" y="3835149"/>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8" name="Text Placeholder 21">
            <a:extLst>
              <a:ext uri="{FF2B5EF4-FFF2-40B4-BE49-F238E27FC236}">
                <a16:creationId xmlns:a16="http://schemas.microsoft.com/office/drawing/2014/main" id="{3D8FB248-2FBF-645D-F014-57FFEA67198C}"/>
              </a:ext>
            </a:extLst>
          </p:cNvPr>
          <p:cNvSpPr>
            <a:spLocks noGrp="1"/>
          </p:cNvSpPr>
          <p:nvPr>
            <p:ph type="body" sz="quarter" idx="48" hasCustomPrompt="1"/>
          </p:nvPr>
        </p:nvSpPr>
        <p:spPr>
          <a:xfrm>
            <a:off x="5817668" y="3835149"/>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9" name="Text Placeholder 21">
            <a:extLst>
              <a:ext uri="{FF2B5EF4-FFF2-40B4-BE49-F238E27FC236}">
                <a16:creationId xmlns:a16="http://schemas.microsoft.com/office/drawing/2014/main" id="{3CCBA4CC-4DF0-B742-8AF1-2C8986593D76}"/>
              </a:ext>
            </a:extLst>
          </p:cNvPr>
          <p:cNvSpPr>
            <a:spLocks noGrp="1"/>
          </p:cNvSpPr>
          <p:nvPr>
            <p:ph type="body" sz="quarter" idx="49" hasCustomPrompt="1"/>
          </p:nvPr>
        </p:nvSpPr>
        <p:spPr>
          <a:xfrm>
            <a:off x="7158788" y="3835149"/>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0" name="Text Placeholder 21">
            <a:extLst>
              <a:ext uri="{FF2B5EF4-FFF2-40B4-BE49-F238E27FC236}">
                <a16:creationId xmlns:a16="http://schemas.microsoft.com/office/drawing/2014/main" id="{1C025A2A-1842-05D9-753A-C607E008C41F}"/>
              </a:ext>
            </a:extLst>
          </p:cNvPr>
          <p:cNvSpPr>
            <a:spLocks noGrp="1"/>
          </p:cNvSpPr>
          <p:nvPr>
            <p:ph type="body" sz="quarter" idx="50" hasCustomPrompt="1"/>
          </p:nvPr>
        </p:nvSpPr>
        <p:spPr>
          <a:xfrm>
            <a:off x="1136487" y="2219102"/>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1" name="Text Placeholder 21">
            <a:extLst>
              <a:ext uri="{FF2B5EF4-FFF2-40B4-BE49-F238E27FC236}">
                <a16:creationId xmlns:a16="http://schemas.microsoft.com/office/drawing/2014/main" id="{3F8536C6-543F-53A6-4B45-D678F0437A26}"/>
              </a:ext>
            </a:extLst>
          </p:cNvPr>
          <p:cNvSpPr>
            <a:spLocks noGrp="1"/>
          </p:cNvSpPr>
          <p:nvPr>
            <p:ph type="body" sz="quarter" idx="51" hasCustomPrompt="1"/>
          </p:nvPr>
        </p:nvSpPr>
        <p:spPr>
          <a:xfrm>
            <a:off x="2492610" y="2219102"/>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2" name="Text Placeholder 21">
            <a:extLst>
              <a:ext uri="{FF2B5EF4-FFF2-40B4-BE49-F238E27FC236}">
                <a16:creationId xmlns:a16="http://schemas.microsoft.com/office/drawing/2014/main" id="{E5B91446-6980-C600-B81D-AD372C9E2880}"/>
              </a:ext>
            </a:extLst>
          </p:cNvPr>
          <p:cNvSpPr>
            <a:spLocks noGrp="1"/>
          </p:cNvSpPr>
          <p:nvPr>
            <p:ph type="body" sz="quarter" idx="52" hasCustomPrompt="1"/>
          </p:nvPr>
        </p:nvSpPr>
        <p:spPr>
          <a:xfrm>
            <a:off x="3817944" y="2219102"/>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3" name="Text Placeholder 21">
            <a:extLst>
              <a:ext uri="{FF2B5EF4-FFF2-40B4-BE49-F238E27FC236}">
                <a16:creationId xmlns:a16="http://schemas.microsoft.com/office/drawing/2014/main" id="{585448E6-C2A6-7F51-4427-F554FCD763D3}"/>
              </a:ext>
            </a:extLst>
          </p:cNvPr>
          <p:cNvSpPr>
            <a:spLocks noGrp="1"/>
          </p:cNvSpPr>
          <p:nvPr>
            <p:ph type="body" sz="quarter" idx="53" hasCustomPrompt="1"/>
          </p:nvPr>
        </p:nvSpPr>
        <p:spPr>
          <a:xfrm>
            <a:off x="5149539" y="2219102"/>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4" name="Text Placeholder 21">
            <a:extLst>
              <a:ext uri="{FF2B5EF4-FFF2-40B4-BE49-F238E27FC236}">
                <a16:creationId xmlns:a16="http://schemas.microsoft.com/office/drawing/2014/main" id="{BE47FD56-40A6-D577-75D2-AD5586A0CD94}"/>
              </a:ext>
            </a:extLst>
          </p:cNvPr>
          <p:cNvSpPr>
            <a:spLocks noGrp="1"/>
          </p:cNvSpPr>
          <p:nvPr>
            <p:ph type="body" sz="quarter" idx="54" hasCustomPrompt="1"/>
          </p:nvPr>
        </p:nvSpPr>
        <p:spPr>
          <a:xfrm>
            <a:off x="6509074" y="2219102"/>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5" name="Text Placeholder 21">
            <a:extLst>
              <a:ext uri="{FF2B5EF4-FFF2-40B4-BE49-F238E27FC236}">
                <a16:creationId xmlns:a16="http://schemas.microsoft.com/office/drawing/2014/main" id="{C1699048-5A33-3984-AFC4-42ED8197D93B}"/>
              </a:ext>
            </a:extLst>
          </p:cNvPr>
          <p:cNvSpPr>
            <a:spLocks noGrp="1"/>
          </p:cNvSpPr>
          <p:nvPr>
            <p:ph type="body" sz="quarter" idx="55" hasCustomPrompt="1"/>
          </p:nvPr>
        </p:nvSpPr>
        <p:spPr>
          <a:xfrm>
            <a:off x="7793044" y="2219102"/>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3339005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3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Oval 1">
            <a:extLst>
              <a:ext uri="{FF2B5EF4-FFF2-40B4-BE49-F238E27FC236}">
                <a16:creationId xmlns:a16="http://schemas.microsoft.com/office/drawing/2014/main" id="{60864772-A5BB-E608-73A1-E0E4AD50EBEB}"/>
              </a:ext>
            </a:extLst>
          </p:cNvPr>
          <p:cNvSpPr/>
          <p:nvPr userDrawn="1"/>
        </p:nvSpPr>
        <p:spPr>
          <a:xfrm>
            <a:off x="367416" y="1786879"/>
            <a:ext cx="2029766" cy="204311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 name="Text Placeholder 47">
            <a:extLst>
              <a:ext uri="{FF2B5EF4-FFF2-40B4-BE49-F238E27FC236}">
                <a16:creationId xmlns:a16="http://schemas.microsoft.com/office/drawing/2014/main" id="{CA8383BB-E2D8-09AA-9AFF-A240158D91C6}"/>
              </a:ext>
            </a:extLst>
          </p:cNvPr>
          <p:cNvSpPr>
            <a:spLocks noGrp="1"/>
          </p:cNvSpPr>
          <p:nvPr>
            <p:ph type="body" sz="quarter" idx="29" hasCustomPrompt="1"/>
          </p:nvPr>
        </p:nvSpPr>
        <p:spPr>
          <a:xfrm>
            <a:off x="571086" y="2278411"/>
            <a:ext cx="1622425" cy="1060046"/>
          </a:xfrm>
          <a:prstGeom prst="rect">
            <a:avLst/>
          </a:prstGeom>
        </p:spPr>
        <p:txBody>
          <a:bodyPr anchor="ctr"/>
          <a:lstStyle>
            <a:lvl1pPr marL="0" indent="0" algn="ctr">
              <a:buNone/>
              <a:defRPr b="0"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grpSp>
        <p:nvGrpSpPr>
          <p:cNvPr id="5" name="Group 4">
            <a:extLst>
              <a:ext uri="{FF2B5EF4-FFF2-40B4-BE49-F238E27FC236}">
                <a16:creationId xmlns:a16="http://schemas.microsoft.com/office/drawing/2014/main" id="{E7A6EFF4-48A6-836A-66E0-27282A1CFF71}"/>
              </a:ext>
            </a:extLst>
          </p:cNvPr>
          <p:cNvGrpSpPr/>
          <p:nvPr userDrawn="1"/>
        </p:nvGrpSpPr>
        <p:grpSpPr>
          <a:xfrm>
            <a:off x="3078719" y="1213163"/>
            <a:ext cx="5248852" cy="930424"/>
            <a:chOff x="3078719" y="1178657"/>
            <a:chExt cx="5248852" cy="930424"/>
          </a:xfrm>
        </p:grpSpPr>
        <p:sp>
          <p:nvSpPr>
            <p:cNvPr id="6" name="Rounded Rectangle 5">
              <a:extLst>
                <a:ext uri="{FF2B5EF4-FFF2-40B4-BE49-F238E27FC236}">
                  <a16:creationId xmlns:a16="http://schemas.microsoft.com/office/drawing/2014/main" id="{8B8A33A1-4888-BBC1-5D3B-2C003F96FCC3}"/>
                </a:ext>
              </a:extLst>
            </p:cNvPr>
            <p:cNvSpPr/>
            <p:nvPr userDrawn="1"/>
          </p:nvSpPr>
          <p:spPr>
            <a:xfrm>
              <a:off x="3380014" y="1178657"/>
              <a:ext cx="4947557" cy="930424"/>
            </a:xfrm>
            <a:prstGeom prst="roundRect">
              <a:avLst>
                <a:gd name="adj" fmla="val 1185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7" name="Oval 6">
              <a:extLst>
                <a:ext uri="{FF2B5EF4-FFF2-40B4-BE49-F238E27FC236}">
                  <a16:creationId xmlns:a16="http://schemas.microsoft.com/office/drawing/2014/main" id="{DD66BA0C-7D9F-589A-A1B7-9DF0CE48C73B}"/>
                </a:ext>
              </a:extLst>
            </p:cNvPr>
            <p:cNvSpPr/>
            <p:nvPr userDrawn="1"/>
          </p:nvSpPr>
          <p:spPr>
            <a:xfrm>
              <a:off x="3078719" y="1342574"/>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grpSp>
      <p:grpSp>
        <p:nvGrpSpPr>
          <p:cNvPr id="8" name="Group 7">
            <a:extLst>
              <a:ext uri="{FF2B5EF4-FFF2-40B4-BE49-F238E27FC236}">
                <a16:creationId xmlns:a16="http://schemas.microsoft.com/office/drawing/2014/main" id="{5B03C084-48F9-543B-F784-049AC8D7B5CA}"/>
              </a:ext>
            </a:extLst>
          </p:cNvPr>
          <p:cNvGrpSpPr/>
          <p:nvPr userDrawn="1"/>
        </p:nvGrpSpPr>
        <p:grpSpPr>
          <a:xfrm>
            <a:off x="3078719" y="2343224"/>
            <a:ext cx="5248852" cy="930424"/>
            <a:chOff x="3078719" y="2196574"/>
            <a:chExt cx="5248852" cy="930424"/>
          </a:xfrm>
        </p:grpSpPr>
        <p:sp>
          <p:nvSpPr>
            <p:cNvPr id="9" name="Rounded Rectangle 8">
              <a:extLst>
                <a:ext uri="{FF2B5EF4-FFF2-40B4-BE49-F238E27FC236}">
                  <a16:creationId xmlns:a16="http://schemas.microsoft.com/office/drawing/2014/main" id="{A07B7A37-DA60-DF33-FC34-90AC5F947E75}"/>
                </a:ext>
              </a:extLst>
            </p:cNvPr>
            <p:cNvSpPr/>
            <p:nvPr userDrawn="1"/>
          </p:nvSpPr>
          <p:spPr>
            <a:xfrm>
              <a:off x="3380014" y="2196574"/>
              <a:ext cx="4947557" cy="930424"/>
            </a:xfrm>
            <a:prstGeom prst="roundRect">
              <a:avLst>
                <a:gd name="adj" fmla="val 1066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0" name="Oval 9">
              <a:extLst>
                <a:ext uri="{FF2B5EF4-FFF2-40B4-BE49-F238E27FC236}">
                  <a16:creationId xmlns:a16="http://schemas.microsoft.com/office/drawing/2014/main" id="{85088039-68F9-B909-4DC4-20BD5F9528FC}"/>
                </a:ext>
              </a:extLst>
            </p:cNvPr>
            <p:cNvSpPr/>
            <p:nvPr userDrawn="1"/>
          </p:nvSpPr>
          <p:spPr>
            <a:xfrm>
              <a:off x="3078719" y="2360491"/>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grpSp>
      <p:grpSp>
        <p:nvGrpSpPr>
          <p:cNvPr id="11" name="Group 10">
            <a:extLst>
              <a:ext uri="{FF2B5EF4-FFF2-40B4-BE49-F238E27FC236}">
                <a16:creationId xmlns:a16="http://schemas.microsoft.com/office/drawing/2014/main" id="{EF6AF551-C32F-A7FF-1DA7-0AF52905B959}"/>
              </a:ext>
            </a:extLst>
          </p:cNvPr>
          <p:cNvGrpSpPr/>
          <p:nvPr userDrawn="1"/>
        </p:nvGrpSpPr>
        <p:grpSpPr>
          <a:xfrm>
            <a:off x="3078719" y="3473284"/>
            <a:ext cx="5248852" cy="930424"/>
            <a:chOff x="3078719" y="3438778"/>
            <a:chExt cx="5248852" cy="930424"/>
          </a:xfrm>
        </p:grpSpPr>
        <p:sp>
          <p:nvSpPr>
            <p:cNvPr id="12" name="Rounded Rectangle 11">
              <a:extLst>
                <a:ext uri="{FF2B5EF4-FFF2-40B4-BE49-F238E27FC236}">
                  <a16:creationId xmlns:a16="http://schemas.microsoft.com/office/drawing/2014/main" id="{5E064E92-75BA-DE5F-5BBF-04DF13994CA8}"/>
                </a:ext>
              </a:extLst>
            </p:cNvPr>
            <p:cNvSpPr/>
            <p:nvPr userDrawn="1"/>
          </p:nvSpPr>
          <p:spPr>
            <a:xfrm>
              <a:off x="3380014" y="3438778"/>
              <a:ext cx="4947557" cy="930424"/>
            </a:xfrm>
            <a:prstGeom prst="roundRect">
              <a:avLst>
                <a:gd name="adj" fmla="val 1146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3" name="Oval 12">
              <a:extLst>
                <a:ext uri="{FF2B5EF4-FFF2-40B4-BE49-F238E27FC236}">
                  <a16:creationId xmlns:a16="http://schemas.microsoft.com/office/drawing/2014/main" id="{7C4F1CB0-9AA0-4BC1-0EF4-C5DA90E0D1AE}"/>
                </a:ext>
              </a:extLst>
            </p:cNvPr>
            <p:cNvSpPr/>
            <p:nvPr userDrawn="1"/>
          </p:nvSpPr>
          <p:spPr>
            <a:xfrm>
              <a:off x="3078719" y="3602695"/>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grpSp>
      <p:sp>
        <p:nvSpPr>
          <p:cNvPr id="14" name="Picture Placeholder 112">
            <a:extLst>
              <a:ext uri="{FF2B5EF4-FFF2-40B4-BE49-F238E27FC236}">
                <a16:creationId xmlns:a16="http://schemas.microsoft.com/office/drawing/2014/main" id="{BB46F375-219E-288F-E198-DD678BA4F541}"/>
              </a:ext>
            </a:extLst>
          </p:cNvPr>
          <p:cNvSpPr>
            <a:spLocks noGrp="1"/>
          </p:cNvSpPr>
          <p:nvPr>
            <p:ph type="pic" sz="quarter" idx="31" hasCustomPrompt="1"/>
          </p:nvPr>
        </p:nvSpPr>
        <p:spPr>
          <a:xfrm>
            <a:off x="3200928" y="1516577"/>
            <a:ext cx="358171" cy="325611"/>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5" name="Picture Placeholder 112">
            <a:extLst>
              <a:ext uri="{FF2B5EF4-FFF2-40B4-BE49-F238E27FC236}">
                <a16:creationId xmlns:a16="http://schemas.microsoft.com/office/drawing/2014/main" id="{2AD0968D-9A06-F37F-85C3-A08568D050C3}"/>
              </a:ext>
            </a:extLst>
          </p:cNvPr>
          <p:cNvSpPr>
            <a:spLocks noGrp="1"/>
          </p:cNvSpPr>
          <p:nvPr>
            <p:ph type="pic" sz="quarter" idx="32" hasCustomPrompt="1"/>
          </p:nvPr>
        </p:nvSpPr>
        <p:spPr>
          <a:xfrm>
            <a:off x="3200928" y="2645629"/>
            <a:ext cx="358171" cy="325611"/>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6" name="Picture Placeholder 112">
            <a:extLst>
              <a:ext uri="{FF2B5EF4-FFF2-40B4-BE49-F238E27FC236}">
                <a16:creationId xmlns:a16="http://schemas.microsoft.com/office/drawing/2014/main" id="{92412BA2-A9AB-994C-F5F1-9101F208E42A}"/>
              </a:ext>
            </a:extLst>
          </p:cNvPr>
          <p:cNvSpPr>
            <a:spLocks noGrp="1"/>
          </p:cNvSpPr>
          <p:nvPr>
            <p:ph type="pic" sz="quarter" idx="33" hasCustomPrompt="1"/>
          </p:nvPr>
        </p:nvSpPr>
        <p:spPr>
          <a:xfrm>
            <a:off x="3200928" y="3774888"/>
            <a:ext cx="358171" cy="325611"/>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cxnSp>
        <p:nvCxnSpPr>
          <p:cNvPr id="17" name="Straight Connector 16">
            <a:extLst>
              <a:ext uri="{FF2B5EF4-FFF2-40B4-BE49-F238E27FC236}">
                <a16:creationId xmlns:a16="http://schemas.microsoft.com/office/drawing/2014/main" id="{8576D1FD-2951-69A3-99E9-C31554989843}"/>
              </a:ext>
            </a:extLst>
          </p:cNvPr>
          <p:cNvCxnSpPr>
            <a:stCxn id="2" idx="7"/>
            <a:endCxn id="7" idx="2"/>
          </p:cNvCxnSpPr>
          <p:nvPr userDrawn="1"/>
        </p:nvCxnSpPr>
        <p:spPr>
          <a:xfrm flipV="1">
            <a:off x="2099930" y="1678375"/>
            <a:ext cx="978789" cy="407711"/>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A6F89F6A-C1B4-4B80-70D3-0293202BF2CD}"/>
              </a:ext>
            </a:extLst>
          </p:cNvPr>
          <p:cNvCxnSpPr>
            <a:stCxn id="2" idx="6"/>
            <a:endCxn id="10" idx="2"/>
          </p:cNvCxnSpPr>
          <p:nvPr userDrawn="1"/>
        </p:nvCxnSpPr>
        <p:spPr>
          <a:xfrm>
            <a:off x="2397182" y="2808436"/>
            <a:ext cx="681537" cy="0"/>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973F5278-761A-2CBF-5BBE-E0243C4D0ABC}"/>
              </a:ext>
            </a:extLst>
          </p:cNvPr>
          <p:cNvCxnSpPr>
            <a:stCxn id="2" idx="5"/>
            <a:endCxn id="13" idx="2"/>
          </p:cNvCxnSpPr>
          <p:nvPr userDrawn="1"/>
        </p:nvCxnSpPr>
        <p:spPr>
          <a:xfrm>
            <a:off x="2099930" y="3530785"/>
            <a:ext cx="978789" cy="407711"/>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1" name="Text Placeholder 49">
            <a:extLst>
              <a:ext uri="{FF2B5EF4-FFF2-40B4-BE49-F238E27FC236}">
                <a16:creationId xmlns:a16="http://schemas.microsoft.com/office/drawing/2014/main" id="{9AAA800B-70FD-3F30-652D-B94DA3B87D37}"/>
              </a:ext>
            </a:extLst>
          </p:cNvPr>
          <p:cNvSpPr>
            <a:spLocks noGrp="1"/>
          </p:cNvSpPr>
          <p:nvPr>
            <p:ph type="body" sz="quarter" idx="36" hasCustomPrompt="1"/>
          </p:nvPr>
        </p:nvSpPr>
        <p:spPr>
          <a:xfrm>
            <a:off x="3867944" y="1299223"/>
            <a:ext cx="4081240" cy="754015"/>
          </a:xfrm>
          <a:prstGeom prst="rect">
            <a:avLst/>
          </a:prstGeom>
        </p:spPr>
        <p:txBody>
          <a:bodyPr lIns="0" anchor="ctr"/>
          <a:lstStyle>
            <a:lvl1pPr marL="0" indent="0" algn="l">
              <a:buNone/>
              <a:defRPr sz="10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6" name="Text Placeholder 49">
            <a:extLst>
              <a:ext uri="{FF2B5EF4-FFF2-40B4-BE49-F238E27FC236}">
                <a16:creationId xmlns:a16="http://schemas.microsoft.com/office/drawing/2014/main" id="{FBD4647F-EEAD-38A0-E1A4-7A88196A9B5B}"/>
              </a:ext>
            </a:extLst>
          </p:cNvPr>
          <p:cNvSpPr>
            <a:spLocks noGrp="1"/>
          </p:cNvSpPr>
          <p:nvPr>
            <p:ph type="body" sz="quarter" idx="37" hasCustomPrompt="1"/>
          </p:nvPr>
        </p:nvSpPr>
        <p:spPr>
          <a:xfrm>
            <a:off x="3867944" y="2437741"/>
            <a:ext cx="4081240" cy="754015"/>
          </a:xfrm>
          <a:prstGeom prst="rect">
            <a:avLst/>
          </a:prstGeom>
        </p:spPr>
        <p:txBody>
          <a:bodyPr lIns="0" anchor="ctr"/>
          <a:lstStyle>
            <a:lvl1pPr marL="0" indent="0" algn="l">
              <a:buNone/>
              <a:defRPr sz="10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7" name="Text Placeholder 49">
            <a:extLst>
              <a:ext uri="{FF2B5EF4-FFF2-40B4-BE49-F238E27FC236}">
                <a16:creationId xmlns:a16="http://schemas.microsoft.com/office/drawing/2014/main" id="{1F47350C-8781-9C0C-2BBD-39F008F81336}"/>
              </a:ext>
            </a:extLst>
          </p:cNvPr>
          <p:cNvSpPr>
            <a:spLocks noGrp="1"/>
          </p:cNvSpPr>
          <p:nvPr>
            <p:ph type="body" sz="quarter" idx="38" hasCustomPrompt="1"/>
          </p:nvPr>
        </p:nvSpPr>
        <p:spPr>
          <a:xfrm>
            <a:off x="3867944" y="3558329"/>
            <a:ext cx="4081240" cy="754015"/>
          </a:xfrm>
          <a:prstGeom prst="rect">
            <a:avLst/>
          </a:prstGeom>
        </p:spPr>
        <p:txBody>
          <a:bodyPr lIns="0" anchor="ctr"/>
          <a:lstStyle>
            <a:lvl1pPr marL="0" indent="0" algn="l">
              <a:buNone/>
              <a:defRPr sz="10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Tree>
    <p:extLst>
      <p:ext uri="{BB962C8B-B14F-4D97-AF65-F5344CB8AC3E}">
        <p14:creationId xmlns:p14="http://schemas.microsoft.com/office/powerpoint/2010/main" val="24510713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4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 name="Straight Connector 1">
            <a:extLst>
              <a:ext uri="{FF2B5EF4-FFF2-40B4-BE49-F238E27FC236}">
                <a16:creationId xmlns:a16="http://schemas.microsoft.com/office/drawing/2014/main" id="{EC3EE3F2-FDC1-F6FC-83DE-567DD30CCED0}"/>
              </a:ext>
            </a:extLst>
          </p:cNvPr>
          <p:cNvCxnSpPr>
            <a:stCxn id="7" idx="3"/>
            <a:endCxn id="9" idx="1"/>
          </p:cNvCxnSpPr>
          <p:nvPr userDrawn="1"/>
        </p:nvCxnSpPr>
        <p:spPr>
          <a:xfrm flipV="1">
            <a:off x="3018970" y="1964950"/>
            <a:ext cx="3091545" cy="1741714"/>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grpSp>
        <p:nvGrpSpPr>
          <p:cNvPr id="4" name="Group 3">
            <a:extLst>
              <a:ext uri="{FF2B5EF4-FFF2-40B4-BE49-F238E27FC236}">
                <a16:creationId xmlns:a16="http://schemas.microsoft.com/office/drawing/2014/main" id="{E113AB58-B0DC-A362-F4AD-1E160529E39E}"/>
              </a:ext>
            </a:extLst>
          </p:cNvPr>
          <p:cNvGrpSpPr/>
          <p:nvPr userDrawn="1"/>
        </p:nvGrpSpPr>
        <p:grpSpPr>
          <a:xfrm>
            <a:off x="812800" y="1083831"/>
            <a:ext cx="7503885" cy="3243718"/>
            <a:chOff x="812800" y="1069746"/>
            <a:chExt cx="7503885" cy="3243718"/>
          </a:xfrm>
        </p:grpSpPr>
        <p:sp>
          <p:nvSpPr>
            <p:cNvPr id="5" name="Rounded Rectangle 4">
              <a:extLst>
                <a:ext uri="{FF2B5EF4-FFF2-40B4-BE49-F238E27FC236}">
                  <a16:creationId xmlns:a16="http://schemas.microsoft.com/office/drawing/2014/main" id="{1854F206-B653-86B9-C9FA-B32A10F8F855}"/>
                </a:ext>
              </a:extLst>
            </p:cNvPr>
            <p:cNvSpPr/>
            <p:nvPr userDrawn="1"/>
          </p:nvSpPr>
          <p:spPr>
            <a:xfrm>
              <a:off x="812800" y="1329979"/>
              <a:ext cx="2206170" cy="1241771"/>
            </a:xfrm>
            <a:prstGeom prst="roundRect">
              <a:avLst>
                <a:gd name="adj" fmla="val 7637"/>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6" name="Oval 5">
              <a:extLst>
                <a:ext uri="{FF2B5EF4-FFF2-40B4-BE49-F238E27FC236}">
                  <a16:creationId xmlns:a16="http://schemas.microsoft.com/office/drawing/2014/main" id="{B0711EF4-7B66-929B-6044-34780BC81C96}"/>
                </a:ext>
              </a:extLst>
            </p:cNvPr>
            <p:cNvSpPr/>
            <p:nvPr userDrawn="1"/>
          </p:nvSpPr>
          <p:spPr>
            <a:xfrm>
              <a:off x="934100" y="1069746"/>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7" name="Rounded Rectangle 6">
              <a:extLst>
                <a:ext uri="{FF2B5EF4-FFF2-40B4-BE49-F238E27FC236}">
                  <a16:creationId xmlns:a16="http://schemas.microsoft.com/office/drawing/2014/main" id="{C9467417-DCB3-BDE0-C255-054F3AA95FEA}"/>
                </a:ext>
              </a:extLst>
            </p:cNvPr>
            <p:cNvSpPr/>
            <p:nvPr userDrawn="1"/>
          </p:nvSpPr>
          <p:spPr>
            <a:xfrm>
              <a:off x="812800" y="3071693"/>
              <a:ext cx="2206170" cy="1241771"/>
            </a:xfrm>
            <a:prstGeom prst="roundRect">
              <a:avLst>
                <a:gd name="adj" fmla="val 76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8" name="Oval 7">
              <a:extLst>
                <a:ext uri="{FF2B5EF4-FFF2-40B4-BE49-F238E27FC236}">
                  <a16:creationId xmlns:a16="http://schemas.microsoft.com/office/drawing/2014/main" id="{39C3BFCA-BDF1-3898-D072-395C7E7CC6C0}"/>
                </a:ext>
              </a:extLst>
            </p:cNvPr>
            <p:cNvSpPr/>
            <p:nvPr userDrawn="1"/>
          </p:nvSpPr>
          <p:spPr>
            <a:xfrm>
              <a:off x="934100" y="2811460"/>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9" name="Rounded Rectangle 8">
              <a:extLst>
                <a:ext uri="{FF2B5EF4-FFF2-40B4-BE49-F238E27FC236}">
                  <a16:creationId xmlns:a16="http://schemas.microsoft.com/office/drawing/2014/main" id="{BD588C71-B6D2-AA81-4A27-08FC9B73654B}"/>
                </a:ext>
              </a:extLst>
            </p:cNvPr>
            <p:cNvSpPr/>
            <p:nvPr userDrawn="1"/>
          </p:nvSpPr>
          <p:spPr>
            <a:xfrm>
              <a:off x="6110515" y="1329979"/>
              <a:ext cx="2206170" cy="1241771"/>
            </a:xfrm>
            <a:prstGeom prst="roundRect">
              <a:avLst>
                <a:gd name="adj" fmla="val 735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0" name="Oval 9">
              <a:extLst>
                <a:ext uri="{FF2B5EF4-FFF2-40B4-BE49-F238E27FC236}">
                  <a16:creationId xmlns:a16="http://schemas.microsoft.com/office/drawing/2014/main" id="{3780E5A6-21CC-D0C7-90D8-EE66F0366B2E}"/>
                </a:ext>
              </a:extLst>
            </p:cNvPr>
            <p:cNvSpPr/>
            <p:nvPr userDrawn="1"/>
          </p:nvSpPr>
          <p:spPr>
            <a:xfrm>
              <a:off x="6231815" y="1069746"/>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1" name="Rounded Rectangle 10">
              <a:extLst>
                <a:ext uri="{FF2B5EF4-FFF2-40B4-BE49-F238E27FC236}">
                  <a16:creationId xmlns:a16="http://schemas.microsoft.com/office/drawing/2014/main" id="{CE234EB5-BE30-EFB0-0A0D-26E62BEA90FD}"/>
                </a:ext>
              </a:extLst>
            </p:cNvPr>
            <p:cNvSpPr/>
            <p:nvPr userDrawn="1"/>
          </p:nvSpPr>
          <p:spPr>
            <a:xfrm>
              <a:off x="6110515" y="3071693"/>
              <a:ext cx="2206170" cy="1241771"/>
            </a:xfrm>
            <a:prstGeom prst="roundRect">
              <a:avLst>
                <a:gd name="adj" fmla="val 70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2" name="Oval 11">
              <a:extLst>
                <a:ext uri="{FF2B5EF4-FFF2-40B4-BE49-F238E27FC236}">
                  <a16:creationId xmlns:a16="http://schemas.microsoft.com/office/drawing/2014/main" id="{3BAF2344-1791-C65F-B634-470157418F87}"/>
                </a:ext>
              </a:extLst>
            </p:cNvPr>
            <p:cNvSpPr/>
            <p:nvPr userDrawn="1"/>
          </p:nvSpPr>
          <p:spPr>
            <a:xfrm>
              <a:off x="6231815" y="2811460"/>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grpSp>
      <p:sp>
        <p:nvSpPr>
          <p:cNvPr id="13" name="Picture Placeholder 112">
            <a:extLst>
              <a:ext uri="{FF2B5EF4-FFF2-40B4-BE49-F238E27FC236}">
                <a16:creationId xmlns:a16="http://schemas.microsoft.com/office/drawing/2014/main" id="{E791F1EA-A284-7C46-005F-B40A00DE54B2}"/>
              </a:ext>
            </a:extLst>
          </p:cNvPr>
          <p:cNvSpPr>
            <a:spLocks noGrp="1"/>
          </p:cNvSpPr>
          <p:nvPr>
            <p:ph type="pic" sz="quarter" idx="31" hasCustomPrompt="1"/>
          </p:nvPr>
        </p:nvSpPr>
        <p:spPr>
          <a:xfrm>
            <a:off x="6315439" y="1174430"/>
            <a:ext cx="358171" cy="325611"/>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4" name="Picture Placeholder 112">
            <a:extLst>
              <a:ext uri="{FF2B5EF4-FFF2-40B4-BE49-F238E27FC236}">
                <a16:creationId xmlns:a16="http://schemas.microsoft.com/office/drawing/2014/main" id="{C85F7658-3C28-91BF-4193-CB4CAE960EEB}"/>
              </a:ext>
            </a:extLst>
          </p:cNvPr>
          <p:cNvSpPr>
            <a:spLocks noGrp="1"/>
          </p:cNvSpPr>
          <p:nvPr>
            <p:ph type="pic" sz="quarter" idx="32" hasCustomPrompt="1"/>
          </p:nvPr>
        </p:nvSpPr>
        <p:spPr>
          <a:xfrm>
            <a:off x="6315439" y="2916144"/>
            <a:ext cx="358171" cy="325611"/>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5" name="Picture Placeholder 112">
            <a:extLst>
              <a:ext uri="{FF2B5EF4-FFF2-40B4-BE49-F238E27FC236}">
                <a16:creationId xmlns:a16="http://schemas.microsoft.com/office/drawing/2014/main" id="{26084C2F-CF9C-8205-849E-6F339F603E4F}"/>
              </a:ext>
            </a:extLst>
          </p:cNvPr>
          <p:cNvSpPr>
            <a:spLocks noGrp="1"/>
          </p:cNvSpPr>
          <p:nvPr>
            <p:ph type="pic" sz="quarter" idx="33" hasCustomPrompt="1"/>
          </p:nvPr>
        </p:nvSpPr>
        <p:spPr>
          <a:xfrm>
            <a:off x="1016183" y="1174430"/>
            <a:ext cx="358171" cy="325611"/>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6" name="Picture Placeholder 112">
            <a:extLst>
              <a:ext uri="{FF2B5EF4-FFF2-40B4-BE49-F238E27FC236}">
                <a16:creationId xmlns:a16="http://schemas.microsoft.com/office/drawing/2014/main" id="{1191AA48-75FE-6A2B-1C30-28ED3C3598EC}"/>
              </a:ext>
            </a:extLst>
          </p:cNvPr>
          <p:cNvSpPr>
            <a:spLocks noGrp="1"/>
          </p:cNvSpPr>
          <p:nvPr>
            <p:ph type="pic" sz="quarter" idx="34" hasCustomPrompt="1"/>
          </p:nvPr>
        </p:nvSpPr>
        <p:spPr>
          <a:xfrm>
            <a:off x="1016183" y="2916144"/>
            <a:ext cx="358171" cy="325611"/>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8" name="Text Placeholder 49">
            <a:extLst>
              <a:ext uri="{FF2B5EF4-FFF2-40B4-BE49-F238E27FC236}">
                <a16:creationId xmlns:a16="http://schemas.microsoft.com/office/drawing/2014/main" id="{A30432BE-6C6F-9207-800C-9521B847CDCD}"/>
              </a:ext>
            </a:extLst>
          </p:cNvPr>
          <p:cNvSpPr>
            <a:spLocks noGrp="1"/>
          </p:cNvSpPr>
          <p:nvPr>
            <p:ph type="body" sz="quarter" idx="36" hasCustomPrompt="1"/>
          </p:nvPr>
        </p:nvSpPr>
        <p:spPr>
          <a:xfrm>
            <a:off x="939187" y="1669676"/>
            <a:ext cx="1952758" cy="797078"/>
          </a:xfrm>
          <a:prstGeom prst="rect">
            <a:avLst/>
          </a:prstGeom>
        </p:spPr>
        <p:txBody>
          <a:bodyPr lIns="0" anchor="t"/>
          <a:lstStyle>
            <a:lvl1pPr marL="0" indent="0" algn="l">
              <a:buNone/>
              <a:defRPr sz="8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0" name="Text Placeholder 49">
            <a:extLst>
              <a:ext uri="{FF2B5EF4-FFF2-40B4-BE49-F238E27FC236}">
                <a16:creationId xmlns:a16="http://schemas.microsoft.com/office/drawing/2014/main" id="{6ACE6CE3-4029-2818-12F0-7A429F34B85A}"/>
              </a:ext>
            </a:extLst>
          </p:cNvPr>
          <p:cNvSpPr>
            <a:spLocks noGrp="1"/>
          </p:cNvSpPr>
          <p:nvPr>
            <p:ph type="body" sz="quarter" idx="38" hasCustomPrompt="1"/>
          </p:nvPr>
        </p:nvSpPr>
        <p:spPr>
          <a:xfrm>
            <a:off x="6234668" y="1669676"/>
            <a:ext cx="1952758" cy="797078"/>
          </a:xfrm>
          <a:prstGeom prst="rect">
            <a:avLst/>
          </a:prstGeom>
        </p:spPr>
        <p:txBody>
          <a:bodyPr lIns="0" anchor="t"/>
          <a:lstStyle>
            <a:lvl1pPr marL="0" indent="0" algn="l">
              <a:buNone/>
              <a:defRPr sz="8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2" name="Text Placeholder 49">
            <a:extLst>
              <a:ext uri="{FF2B5EF4-FFF2-40B4-BE49-F238E27FC236}">
                <a16:creationId xmlns:a16="http://schemas.microsoft.com/office/drawing/2014/main" id="{FC73B977-C5AF-3CE3-2EF7-C757E31BC62D}"/>
              </a:ext>
            </a:extLst>
          </p:cNvPr>
          <p:cNvSpPr>
            <a:spLocks noGrp="1"/>
          </p:cNvSpPr>
          <p:nvPr>
            <p:ph type="body" sz="quarter" idx="40" hasCustomPrompt="1"/>
          </p:nvPr>
        </p:nvSpPr>
        <p:spPr>
          <a:xfrm>
            <a:off x="939187" y="3411389"/>
            <a:ext cx="1952758" cy="793729"/>
          </a:xfrm>
          <a:prstGeom prst="rect">
            <a:avLst/>
          </a:prstGeom>
        </p:spPr>
        <p:txBody>
          <a:bodyPr lIns="0" anchor="t"/>
          <a:lstStyle>
            <a:lvl1pPr marL="0" indent="0" algn="l">
              <a:buNone/>
              <a:defRPr sz="8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4" name="Text Placeholder 49">
            <a:extLst>
              <a:ext uri="{FF2B5EF4-FFF2-40B4-BE49-F238E27FC236}">
                <a16:creationId xmlns:a16="http://schemas.microsoft.com/office/drawing/2014/main" id="{B61191D8-51DE-4956-DAF8-4B114CA84CDE}"/>
              </a:ext>
            </a:extLst>
          </p:cNvPr>
          <p:cNvSpPr>
            <a:spLocks noGrp="1"/>
          </p:cNvSpPr>
          <p:nvPr>
            <p:ph type="body" sz="quarter" idx="42" hasCustomPrompt="1"/>
          </p:nvPr>
        </p:nvSpPr>
        <p:spPr>
          <a:xfrm>
            <a:off x="6234668" y="3411389"/>
            <a:ext cx="1952758" cy="793729"/>
          </a:xfrm>
          <a:prstGeom prst="rect">
            <a:avLst/>
          </a:prstGeom>
        </p:spPr>
        <p:txBody>
          <a:bodyPr lIns="0" anchor="t"/>
          <a:lstStyle>
            <a:lvl1pPr marL="0" indent="0" algn="l">
              <a:buNone/>
              <a:defRPr sz="8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cxnSp>
        <p:nvCxnSpPr>
          <p:cNvPr id="25" name="Straight Connector 24">
            <a:extLst>
              <a:ext uri="{FF2B5EF4-FFF2-40B4-BE49-F238E27FC236}">
                <a16:creationId xmlns:a16="http://schemas.microsoft.com/office/drawing/2014/main" id="{43BD0149-82C3-7F67-D9EC-004B6E1E1401}"/>
              </a:ext>
            </a:extLst>
          </p:cNvPr>
          <p:cNvCxnSpPr>
            <a:stCxn id="5" idx="3"/>
            <a:endCxn id="11" idx="1"/>
          </p:cNvCxnSpPr>
          <p:nvPr userDrawn="1"/>
        </p:nvCxnSpPr>
        <p:spPr>
          <a:xfrm>
            <a:off x="3018970" y="1964950"/>
            <a:ext cx="3091545" cy="1741714"/>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Oval 25">
            <a:extLst>
              <a:ext uri="{FF2B5EF4-FFF2-40B4-BE49-F238E27FC236}">
                <a16:creationId xmlns:a16="http://schemas.microsoft.com/office/drawing/2014/main" id="{0B58E4D1-6B03-7949-8339-ED676564FECC}"/>
              </a:ext>
            </a:extLst>
          </p:cNvPr>
          <p:cNvSpPr/>
          <p:nvPr userDrawn="1"/>
        </p:nvSpPr>
        <p:spPr>
          <a:xfrm>
            <a:off x="3546997" y="1787705"/>
            <a:ext cx="2029766" cy="204311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7" name="Text Placeholder 47">
            <a:extLst>
              <a:ext uri="{FF2B5EF4-FFF2-40B4-BE49-F238E27FC236}">
                <a16:creationId xmlns:a16="http://schemas.microsoft.com/office/drawing/2014/main" id="{1D6B2748-2723-A4E6-C355-4A37E507D75D}"/>
              </a:ext>
            </a:extLst>
          </p:cNvPr>
          <p:cNvSpPr>
            <a:spLocks noGrp="1"/>
          </p:cNvSpPr>
          <p:nvPr>
            <p:ph type="body" sz="quarter" idx="29" hasCustomPrompt="1"/>
          </p:nvPr>
        </p:nvSpPr>
        <p:spPr>
          <a:xfrm>
            <a:off x="3750667" y="2277842"/>
            <a:ext cx="1622425" cy="1060046"/>
          </a:xfrm>
          <a:prstGeom prst="rect">
            <a:avLst/>
          </a:prstGeom>
        </p:spPr>
        <p:txBody>
          <a:bodyPr anchor="ctr"/>
          <a:lstStyle>
            <a:lvl1pPr marL="0" indent="0" algn="ctr">
              <a:buNone/>
              <a:defRPr b="0"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Tree>
    <p:extLst>
      <p:ext uri="{BB962C8B-B14F-4D97-AF65-F5344CB8AC3E}">
        <p14:creationId xmlns:p14="http://schemas.microsoft.com/office/powerpoint/2010/main" val="37459750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5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6" name="Oval 25">
            <a:extLst>
              <a:ext uri="{FF2B5EF4-FFF2-40B4-BE49-F238E27FC236}">
                <a16:creationId xmlns:a16="http://schemas.microsoft.com/office/drawing/2014/main" id="{DD868983-0DBA-76D8-2D75-3BFC18666464}"/>
              </a:ext>
            </a:extLst>
          </p:cNvPr>
          <p:cNvSpPr/>
          <p:nvPr userDrawn="1"/>
        </p:nvSpPr>
        <p:spPr>
          <a:xfrm>
            <a:off x="367416" y="1786879"/>
            <a:ext cx="2029766" cy="204311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7" name="Text Placeholder 47">
            <a:extLst>
              <a:ext uri="{FF2B5EF4-FFF2-40B4-BE49-F238E27FC236}">
                <a16:creationId xmlns:a16="http://schemas.microsoft.com/office/drawing/2014/main" id="{B51D72D5-B537-3254-523C-0533576282D9}"/>
              </a:ext>
            </a:extLst>
          </p:cNvPr>
          <p:cNvSpPr>
            <a:spLocks noGrp="1"/>
          </p:cNvSpPr>
          <p:nvPr>
            <p:ph type="body" sz="quarter" idx="29" hasCustomPrompt="1"/>
          </p:nvPr>
        </p:nvSpPr>
        <p:spPr>
          <a:xfrm>
            <a:off x="571086" y="2278411"/>
            <a:ext cx="1622425" cy="1060046"/>
          </a:xfrm>
          <a:prstGeom prst="rect">
            <a:avLst/>
          </a:prstGeom>
        </p:spPr>
        <p:txBody>
          <a:bodyPr anchor="ctr"/>
          <a:lstStyle>
            <a:lvl1pPr marL="0" indent="0" algn="ctr">
              <a:buNone/>
              <a:defRPr b="0"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
        <p:nvSpPr>
          <p:cNvPr id="28" name="Rounded Rectangle 27">
            <a:extLst>
              <a:ext uri="{FF2B5EF4-FFF2-40B4-BE49-F238E27FC236}">
                <a16:creationId xmlns:a16="http://schemas.microsoft.com/office/drawing/2014/main" id="{2C4F0960-5646-78D8-F20B-264D24F08A45}"/>
              </a:ext>
            </a:extLst>
          </p:cNvPr>
          <p:cNvSpPr/>
          <p:nvPr userDrawn="1"/>
        </p:nvSpPr>
        <p:spPr>
          <a:xfrm>
            <a:off x="3380014" y="1071874"/>
            <a:ext cx="4947557" cy="635492"/>
          </a:xfrm>
          <a:prstGeom prst="roundRect">
            <a:avLst>
              <a:gd name="adj" fmla="val 1465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9" name="Oval 28">
            <a:extLst>
              <a:ext uri="{FF2B5EF4-FFF2-40B4-BE49-F238E27FC236}">
                <a16:creationId xmlns:a16="http://schemas.microsoft.com/office/drawing/2014/main" id="{0E7DE37B-98B0-75FA-F13F-A76FA801D9EC}"/>
              </a:ext>
            </a:extLst>
          </p:cNvPr>
          <p:cNvSpPr/>
          <p:nvPr userDrawn="1"/>
        </p:nvSpPr>
        <p:spPr>
          <a:xfrm>
            <a:off x="3161949" y="1171555"/>
            <a:ext cx="436130" cy="43613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0" name="Rounded Rectangle 29">
            <a:extLst>
              <a:ext uri="{FF2B5EF4-FFF2-40B4-BE49-F238E27FC236}">
                <a16:creationId xmlns:a16="http://schemas.microsoft.com/office/drawing/2014/main" id="{77ABACCB-6006-EC2A-D212-B39FFC6A28A7}"/>
              </a:ext>
            </a:extLst>
          </p:cNvPr>
          <p:cNvSpPr/>
          <p:nvPr userDrawn="1"/>
        </p:nvSpPr>
        <p:spPr>
          <a:xfrm>
            <a:off x="3380014" y="1780037"/>
            <a:ext cx="4947557" cy="635492"/>
          </a:xfrm>
          <a:prstGeom prst="roundRect">
            <a:avLst>
              <a:gd name="adj" fmla="val 151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C108E87-9074-C6C3-BC79-537A351D0552}"/>
              </a:ext>
            </a:extLst>
          </p:cNvPr>
          <p:cNvSpPr/>
          <p:nvPr userDrawn="1"/>
        </p:nvSpPr>
        <p:spPr>
          <a:xfrm>
            <a:off x="3161949" y="1879718"/>
            <a:ext cx="436130" cy="43613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2" name="Rounded Rectangle 31">
            <a:extLst>
              <a:ext uri="{FF2B5EF4-FFF2-40B4-BE49-F238E27FC236}">
                <a16:creationId xmlns:a16="http://schemas.microsoft.com/office/drawing/2014/main" id="{99658E0D-5146-0258-FE92-EAEFB83824C6}"/>
              </a:ext>
            </a:extLst>
          </p:cNvPr>
          <p:cNvSpPr/>
          <p:nvPr userDrawn="1"/>
        </p:nvSpPr>
        <p:spPr>
          <a:xfrm>
            <a:off x="3380014" y="2488200"/>
            <a:ext cx="4947557" cy="635492"/>
          </a:xfrm>
          <a:prstGeom prst="roundRect">
            <a:avLst>
              <a:gd name="adj" fmla="val 156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F7CFBA8B-9AE9-EFA3-0BEE-955E8C3F70BC}"/>
              </a:ext>
            </a:extLst>
          </p:cNvPr>
          <p:cNvSpPr/>
          <p:nvPr userDrawn="1"/>
        </p:nvSpPr>
        <p:spPr>
          <a:xfrm>
            <a:off x="3161949" y="2587881"/>
            <a:ext cx="436130" cy="43613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4" name="Rounded Rectangle 33">
            <a:extLst>
              <a:ext uri="{FF2B5EF4-FFF2-40B4-BE49-F238E27FC236}">
                <a16:creationId xmlns:a16="http://schemas.microsoft.com/office/drawing/2014/main" id="{4F1B447D-F6B3-2815-7ADD-C494652047C6}"/>
              </a:ext>
            </a:extLst>
          </p:cNvPr>
          <p:cNvSpPr/>
          <p:nvPr userDrawn="1"/>
        </p:nvSpPr>
        <p:spPr>
          <a:xfrm>
            <a:off x="3380014" y="3196363"/>
            <a:ext cx="4947557" cy="635492"/>
          </a:xfrm>
          <a:prstGeom prst="roundRect">
            <a:avLst>
              <a:gd name="adj" fmla="val 151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5" name="Oval 34">
            <a:extLst>
              <a:ext uri="{FF2B5EF4-FFF2-40B4-BE49-F238E27FC236}">
                <a16:creationId xmlns:a16="http://schemas.microsoft.com/office/drawing/2014/main" id="{F812B193-29D8-4763-6A4D-C640CE5ADF81}"/>
              </a:ext>
            </a:extLst>
          </p:cNvPr>
          <p:cNvSpPr/>
          <p:nvPr userDrawn="1"/>
        </p:nvSpPr>
        <p:spPr>
          <a:xfrm>
            <a:off x="3161949" y="3296044"/>
            <a:ext cx="436130" cy="43613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6" name="Rounded Rectangle 35">
            <a:extLst>
              <a:ext uri="{FF2B5EF4-FFF2-40B4-BE49-F238E27FC236}">
                <a16:creationId xmlns:a16="http://schemas.microsoft.com/office/drawing/2014/main" id="{A56791AD-AE31-62EF-200A-C35ED1A6FDF9}"/>
              </a:ext>
            </a:extLst>
          </p:cNvPr>
          <p:cNvSpPr/>
          <p:nvPr userDrawn="1"/>
        </p:nvSpPr>
        <p:spPr>
          <a:xfrm>
            <a:off x="3380014" y="3904526"/>
            <a:ext cx="4947557" cy="635492"/>
          </a:xfrm>
          <a:prstGeom prst="roundRect">
            <a:avLst>
              <a:gd name="adj" fmla="val 156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7" name="Oval 36">
            <a:extLst>
              <a:ext uri="{FF2B5EF4-FFF2-40B4-BE49-F238E27FC236}">
                <a16:creationId xmlns:a16="http://schemas.microsoft.com/office/drawing/2014/main" id="{9CC8141F-A731-EDC5-BDB0-1417C7AEC6FA}"/>
              </a:ext>
            </a:extLst>
          </p:cNvPr>
          <p:cNvSpPr/>
          <p:nvPr userDrawn="1"/>
        </p:nvSpPr>
        <p:spPr>
          <a:xfrm>
            <a:off x="3161949" y="4004207"/>
            <a:ext cx="436130" cy="43613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8" name="Picture Placeholder 112">
            <a:extLst>
              <a:ext uri="{FF2B5EF4-FFF2-40B4-BE49-F238E27FC236}">
                <a16:creationId xmlns:a16="http://schemas.microsoft.com/office/drawing/2014/main" id="{B946A00E-86B1-EEE2-51D1-99471F894045}"/>
              </a:ext>
            </a:extLst>
          </p:cNvPr>
          <p:cNvSpPr>
            <a:spLocks noGrp="1"/>
          </p:cNvSpPr>
          <p:nvPr>
            <p:ph type="pic" sz="quarter" idx="31" hasCustomPrompt="1"/>
          </p:nvPr>
        </p:nvSpPr>
        <p:spPr>
          <a:xfrm>
            <a:off x="3191828" y="1214284"/>
            <a:ext cx="376372" cy="342156"/>
          </a:xfrm>
          <a:prstGeom prst="rect">
            <a:avLst/>
          </a:prstGeom>
        </p:spPr>
        <p:txBody>
          <a:bodyPr lIns="0" rIns="0" anchor="ctr"/>
          <a:lstStyle>
            <a:lvl1pPr marL="0" indent="0" algn="ctr">
              <a:buNone/>
              <a:defRPr sz="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1" name="Picture Placeholder 112">
            <a:extLst>
              <a:ext uri="{FF2B5EF4-FFF2-40B4-BE49-F238E27FC236}">
                <a16:creationId xmlns:a16="http://schemas.microsoft.com/office/drawing/2014/main" id="{D0BB46C6-EA86-35DB-BA54-0F8443EA52F2}"/>
              </a:ext>
            </a:extLst>
          </p:cNvPr>
          <p:cNvSpPr>
            <a:spLocks noGrp="1"/>
          </p:cNvSpPr>
          <p:nvPr>
            <p:ph type="pic" sz="quarter" idx="37" hasCustomPrompt="1"/>
          </p:nvPr>
        </p:nvSpPr>
        <p:spPr>
          <a:xfrm>
            <a:off x="3197240" y="1927712"/>
            <a:ext cx="365548" cy="332316"/>
          </a:xfrm>
          <a:prstGeom prst="rect">
            <a:avLst/>
          </a:prstGeom>
        </p:spPr>
        <p:txBody>
          <a:bodyPr lIns="0" rIns="0" anchor="ctr"/>
          <a:lstStyle>
            <a:lvl1pPr marL="0" indent="0" algn="ctr">
              <a:buNone/>
              <a:defRPr sz="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4" name="Picture Placeholder 112">
            <a:extLst>
              <a:ext uri="{FF2B5EF4-FFF2-40B4-BE49-F238E27FC236}">
                <a16:creationId xmlns:a16="http://schemas.microsoft.com/office/drawing/2014/main" id="{20E949C0-887F-76F4-84E4-9F52A431E3F9}"/>
              </a:ext>
            </a:extLst>
          </p:cNvPr>
          <p:cNvSpPr>
            <a:spLocks noGrp="1"/>
          </p:cNvSpPr>
          <p:nvPr>
            <p:ph type="pic" sz="quarter" idx="40" hasCustomPrompt="1"/>
          </p:nvPr>
        </p:nvSpPr>
        <p:spPr>
          <a:xfrm>
            <a:off x="3202734" y="2647270"/>
            <a:ext cx="354560" cy="322328"/>
          </a:xfrm>
          <a:prstGeom prst="rect">
            <a:avLst/>
          </a:prstGeom>
        </p:spPr>
        <p:txBody>
          <a:bodyPr lIns="0" rIns="0" anchor="ctr"/>
          <a:lstStyle>
            <a:lvl1pPr marL="0" indent="0" algn="ctr">
              <a:buNone/>
              <a:defRPr sz="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7" name="Picture Placeholder 112">
            <a:extLst>
              <a:ext uri="{FF2B5EF4-FFF2-40B4-BE49-F238E27FC236}">
                <a16:creationId xmlns:a16="http://schemas.microsoft.com/office/drawing/2014/main" id="{08E5A5B9-8F8F-58A4-61DF-8C94DB3171F1}"/>
              </a:ext>
            </a:extLst>
          </p:cNvPr>
          <p:cNvSpPr>
            <a:spLocks noGrp="1"/>
          </p:cNvSpPr>
          <p:nvPr>
            <p:ph type="pic" sz="quarter" idx="43" hasCustomPrompt="1"/>
          </p:nvPr>
        </p:nvSpPr>
        <p:spPr>
          <a:xfrm>
            <a:off x="3190341" y="3338457"/>
            <a:ext cx="379346" cy="344860"/>
          </a:xfrm>
          <a:prstGeom prst="rect">
            <a:avLst/>
          </a:prstGeom>
        </p:spPr>
        <p:txBody>
          <a:bodyPr lIns="0" rIns="0" anchor="ctr"/>
          <a:lstStyle>
            <a:lvl1pPr marL="0" indent="0" algn="ctr">
              <a:buNone/>
              <a:defRPr sz="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0" name="Picture Placeholder 112">
            <a:extLst>
              <a:ext uri="{FF2B5EF4-FFF2-40B4-BE49-F238E27FC236}">
                <a16:creationId xmlns:a16="http://schemas.microsoft.com/office/drawing/2014/main" id="{57ACD88E-FF60-AAE6-A2CB-77D4AF2592F3}"/>
              </a:ext>
            </a:extLst>
          </p:cNvPr>
          <p:cNvSpPr>
            <a:spLocks noGrp="1"/>
          </p:cNvSpPr>
          <p:nvPr>
            <p:ph type="pic" sz="quarter" idx="46" hasCustomPrompt="1"/>
          </p:nvPr>
        </p:nvSpPr>
        <p:spPr>
          <a:xfrm>
            <a:off x="3191828" y="4048317"/>
            <a:ext cx="376372" cy="342156"/>
          </a:xfrm>
          <a:prstGeom prst="rect">
            <a:avLst/>
          </a:prstGeom>
        </p:spPr>
        <p:txBody>
          <a:bodyPr lIns="0" rIns="0" anchor="ctr"/>
          <a:lstStyle>
            <a:lvl1pPr marL="0" indent="0" algn="ctr">
              <a:buNone/>
              <a:defRPr sz="600" b="0" i="0">
                <a:solidFill>
                  <a:schemeClr val="bg1"/>
                </a:solidFill>
                <a:latin typeface="Arial" panose="020B0604020202020204" pitchFamily="34" charset="0"/>
                <a:ea typeface="Inter Light" panose="02000503000000020004" pitchFamily="2" charset="0"/>
              </a:defRPr>
            </a:lvl1pPr>
          </a:lstStyle>
          <a:p>
            <a:r>
              <a:rPr lang="en-US"/>
              <a:t>Icon here</a:t>
            </a:r>
          </a:p>
        </p:txBody>
      </p:sp>
      <p:cxnSp>
        <p:nvCxnSpPr>
          <p:cNvPr id="53" name="Straight Connector 52">
            <a:extLst>
              <a:ext uri="{FF2B5EF4-FFF2-40B4-BE49-F238E27FC236}">
                <a16:creationId xmlns:a16="http://schemas.microsoft.com/office/drawing/2014/main" id="{F3AE4483-30A7-2F45-23D2-546F7673D748}"/>
              </a:ext>
            </a:extLst>
          </p:cNvPr>
          <p:cNvCxnSpPr>
            <a:stCxn id="26" idx="7"/>
            <a:endCxn id="29" idx="2"/>
          </p:cNvCxnSpPr>
          <p:nvPr userDrawn="1"/>
        </p:nvCxnSpPr>
        <p:spPr>
          <a:xfrm flipV="1">
            <a:off x="2099930" y="1389620"/>
            <a:ext cx="1062019" cy="696466"/>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50BED66B-EB91-46DA-D1F6-42EC597C1BFE}"/>
              </a:ext>
            </a:extLst>
          </p:cNvPr>
          <p:cNvCxnSpPr>
            <a:endCxn id="31" idx="2"/>
          </p:cNvCxnSpPr>
          <p:nvPr userDrawn="1"/>
        </p:nvCxnSpPr>
        <p:spPr>
          <a:xfrm flipV="1">
            <a:off x="2355269" y="2097783"/>
            <a:ext cx="806680" cy="346857"/>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5" name="Straight Connector 54">
            <a:extLst>
              <a:ext uri="{FF2B5EF4-FFF2-40B4-BE49-F238E27FC236}">
                <a16:creationId xmlns:a16="http://schemas.microsoft.com/office/drawing/2014/main" id="{DBA92BB7-53DA-E638-41FB-8C0EED61C82E}"/>
              </a:ext>
            </a:extLst>
          </p:cNvPr>
          <p:cNvCxnSpPr>
            <a:stCxn id="26" idx="6"/>
            <a:endCxn id="33" idx="2"/>
          </p:cNvCxnSpPr>
          <p:nvPr userDrawn="1"/>
        </p:nvCxnSpPr>
        <p:spPr>
          <a:xfrm flipV="1">
            <a:off x="2397182" y="2805946"/>
            <a:ext cx="764767" cy="2490"/>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6" name="Straight Connector 55">
            <a:extLst>
              <a:ext uri="{FF2B5EF4-FFF2-40B4-BE49-F238E27FC236}">
                <a16:creationId xmlns:a16="http://schemas.microsoft.com/office/drawing/2014/main" id="{389645CF-AFE9-509A-C935-536ED1F9AB05}"/>
              </a:ext>
            </a:extLst>
          </p:cNvPr>
          <p:cNvCxnSpPr/>
          <p:nvPr userDrawn="1"/>
        </p:nvCxnSpPr>
        <p:spPr>
          <a:xfrm>
            <a:off x="2323125" y="3208623"/>
            <a:ext cx="838824" cy="302264"/>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7" name="Straight Connector 56">
            <a:extLst>
              <a:ext uri="{FF2B5EF4-FFF2-40B4-BE49-F238E27FC236}">
                <a16:creationId xmlns:a16="http://schemas.microsoft.com/office/drawing/2014/main" id="{8713B37C-4F88-FAE7-A31A-36982F00DA89}"/>
              </a:ext>
            </a:extLst>
          </p:cNvPr>
          <p:cNvCxnSpPr>
            <a:stCxn id="26" idx="5"/>
            <a:endCxn id="37" idx="2"/>
          </p:cNvCxnSpPr>
          <p:nvPr userDrawn="1"/>
        </p:nvCxnSpPr>
        <p:spPr>
          <a:xfrm>
            <a:off x="2099930" y="3530785"/>
            <a:ext cx="1062019" cy="691487"/>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 name="Text Placeholder 49">
            <a:extLst>
              <a:ext uri="{FF2B5EF4-FFF2-40B4-BE49-F238E27FC236}">
                <a16:creationId xmlns:a16="http://schemas.microsoft.com/office/drawing/2014/main" id="{E7BB3057-5EEC-F8C3-3746-97AD5DE00C26}"/>
              </a:ext>
            </a:extLst>
          </p:cNvPr>
          <p:cNvSpPr>
            <a:spLocks noGrp="1"/>
          </p:cNvSpPr>
          <p:nvPr>
            <p:ph type="body" sz="quarter" idx="36" hasCustomPrompt="1"/>
          </p:nvPr>
        </p:nvSpPr>
        <p:spPr>
          <a:xfrm>
            <a:off x="3779780" y="1088682"/>
            <a:ext cx="4081240" cy="593359"/>
          </a:xfrm>
          <a:prstGeom prst="rect">
            <a:avLst/>
          </a:prstGeom>
        </p:spPr>
        <p:txBody>
          <a:bodyPr lIns="0" anchor="ctr"/>
          <a:lstStyle>
            <a:lvl1pPr marL="0" indent="0" algn="l">
              <a:buNone/>
              <a:defRPr sz="10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4" name="Text Placeholder 49">
            <a:extLst>
              <a:ext uri="{FF2B5EF4-FFF2-40B4-BE49-F238E27FC236}">
                <a16:creationId xmlns:a16="http://schemas.microsoft.com/office/drawing/2014/main" id="{AF3B0929-63C1-B242-D61A-3358860CD8EA}"/>
              </a:ext>
            </a:extLst>
          </p:cNvPr>
          <p:cNvSpPr>
            <a:spLocks noGrp="1"/>
          </p:cNvSpPr>
          <p:nvPr>
            <p:ph type="body" sz="quarter" idx="47" hasCustomPrompt="1"/>
          </p:nvPr>
        </p:nvSpPr>
        <p:spPr>
          <a:xfrm>
            <a:off x="3779780" y="1802044"/>
            <a:ext cx="4081240" cy="593359"/>
          </a:xfrm>
          <a:prstGeom prst="rect">
            <a:avLst/>
          </a:prstGeom>
        </p:spPr>
        <p:txBody>
          <a:bodyPr lIns="0" anchor="ctr"/>
          <a:lstStyle>
            <a:lvl1pPr marL="0" indent="0" algn="l">
              <a:buNone/>
              <a:defRPr sz="10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5" name="Text Placeholder 49">
            <a:extLst>
              <a:ext uri="{FF2B5EF4-FFF2-40B4-BE49-F238E27FC236}">
                <a16:creationId xmlns:a16="http://schemas.microsoft.com/office/drawing/2014/main" id="{6F181143-A049-6514-B067-964DB781C888}"/>
              </a:ext>
            </a:extLst>
          </p:cNvPr>
          <p:cNvSpPr>
            <a:spLocks noGrp="1"/>
          </p:cNvSpPr>
          <p:nvPr>
            <p:ph type="body" sz="quarter" idx="48" hasCustomPrompt="1"/>
          </p:nvPr>
        </p:nvSpPr>
        <p:spPr>
          <a:xfrm>
            <a:off x="3779780" y="2515405"/>
            <a:ext cx="4081240" cy="593359"/>
          </a:xfrm>
          <a:prstGeom prst="rect">
            <a:avLst/>
          </a:prstGeom>
        </p:spPr>
        <p:txBody>
          <a:bodyPr lIns="0" anchor="ctr"/>
          <a:lstStyle>
            <a:lvl1pPr marL="0" indent="0" algn="l">
              <a:buNone/>
              <a:defRPr sz="10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6" name="Text Placeholder 49">
            <a:extLst>
              <a:ext uri="{FF2B5EF4-FFF2-40B4-BE49-F238E27FC236}">
                <a16:creationId xmlns:a16="http://schemas.microsoft.com/office/drawing/2014/main" id="{73C7821A-AEEB-F8F1-0C61-ACDF2B2389BB}"/>
              </a:ext>
            </a:extLst>
          </p:cNvPr>
          <p:cNvSpPr>
            <a:spLocks noGrp="1"/>
          </p:cNvSpPr>
          <p:nvPr>
            <p:ph type="body" sz="quarter" idx="49" hasCustomPrompt="1"/>
          </p:nvPr>
        </p:nvSpPr>
        <p:spPr>
          <a:xfrm>
            <a:off x="3779780" y="3222282"/>
            <a:ext cx="4081240" cy="593359"/>
          </a:xfrm>
          <a:prstGeom prst="rect">
            <a:avLst/>
          </a:prstGeom>
        </p:spPr>
        <p:txBody>
          <a:bodyPr lIns="0" anchor="ctr"/>
          <a:lstStyle>
            <a:lvl1pPr marL="0" indent="0" algn="l">
              <a:buNone/>
              <a:defRPr sz="10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7" name="Text Placeholder 49">
            <a:extLst>
              <a:ext uri="{FF2B5EF4-FFF2-40B4-BE49-F238E27FC236}">
                <a16:creationId xmlns:a16="http://schemas.microsoft.com/office/drawing/2014/main" id="{92D2336A-BE5A-F78E-A094-52D5F09DC0D3}"/>
              </a:ext>
            </a:extLst>
          </p:cNvPr>
          <p:cNvSpPr>
            <a:spLocks noGrp="1"/>
          </p:cNvSpPr>
          <p:nvPr>
            <p:ph type="body" sz="quarter" idx="50" hasCustomPrompt="1"/>
          </p:nvPr>
        </p:nvSpPr>
        <p:spPr>
          <a:xfrm>
            <a:off x="3779780" y="3929159"/>
            <a:ext cx="4081240" cy="593359"/>
          </a:xfrm>
          <a:prstGeom prst="rect">
            <a:avLst/>
          </a:prstGeom>
        </p:spPr>
        <p:txBody>
          <a:bodyPr lIns="0" anchor="ctr"/>
          <a:lstStyle>
            <a:lvl1pPr marL="0" indent="0" algn="l">
              <a:buNone/>
              <a:defRPr sz="10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Tree>
    <p:extLst>
      <p:ext uri="{BB962C8B-B14F-4D97-AF65-F5344CB8AC3E}">
        <p14:creationId xmlns:p14="http://schemas.microsoft.com/office/powerpoint/2010/main" val="35933181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6 Section Chart - Round">
    <p:spTree>
      <p:nvGrpSpPr>
        <p:cNvPr id="1" name=""/>
        <p:cNvGrpSpPr/>
        <p:nvPr/>
      </p:nvGrpSpPr>
      <p:grpSpPr>
        <a:xfrm>
          <a:off x="0" y="0"/>
          <a:ext cx="0" cy="0"/>
          <a:chOff x="0" y="0"/>
          <a:chExt cx="0" cy="0"/>
        </a:xfrm>
      </p:grpSpPr>
      <p:sp>
        <p:nvSpPr>
          <p:cNvPr id="31" name="Oval 30">
            <a:extLst>
              <a:ext uri="{FF2B5EF4-FFF2-40B4-BE49-F238E27FC236}">
                <a16:creationId xmlns:a16="http://schemas.microsoft.com/office/drawing/2014/main" id="{987FAF58-821C-43FB-7EBF-2F1F542F9A74}"/>
              </a:ext>
            </a:extLst>
          </p:cNvPr>
          <p:cNvSpPr/>
          <p:nvPr userDrawn="1"/>
        </p:nvSpPr>
        <p:spPr>
          <a:xfrm>
            <a:off x="3022996" y="1260258"/>
            <a:ext cx="3077768" cy="3098007"/>
          </a:xfrm>
          <a:prstGeom prst="ellipse">
            <a:avLst/>
          </a:prstGeom>
          <a:noFill/>
          <a:ln w="25400" cap="rnd">
            <a:solidFill>
              <a:schemeClr val="accent1"/>
            </a:solid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Oval 27">
            <a:extLst>
              <a:ext uri="{FF2B5EF4-FFF2-40B4-BE49-F238E27FC236}">
                <a16:creationId xmlns:a16="http://schemas.microsoft.com/office/drawing/2014/main" id="{364B36E0-4E7B-63AC-D6FD-A581AF6339D8}"/>
              </a:ext>
            </a:extLst>
          </p:cNvPr>
          <p:cNvSpPr/>
          <p:nvPr userDrawn="1"/>
        </p:nvSpPr>
        <p:spPr>
          <a:xfrm>
            <a:off x="3546997" y="1787705"/>
            <a:ext cx="2029766" cy="204311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9" name="Oval 28">
            <a:extLst>
              <a:ext uri="{FF2B5EF4-FFF2-40B4-BE49-F238E27FC236}">
                <a16:creationId xmlns:a16="http://schemas.microsoft.com/office/drawing/2014/main" id="{9CDFEFB6-A37D-9D81-E277-3E68832F07C0}"/>
              </a:ext>
            </a:extLst>
          </p:cNvPr>
          <p:cNvSpPr/>
          <p:nvPr userDrawn="1"/>
        </p:nvSpPr>
        <p:spPr>
          <a:xfrm>
            <a:off x="5799469" y="2507966"/>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0" name="Oval 29">
            <a:extLst>
              <a:ext uri="{FF2B5EF4-FFF2-40B4-BE49-F238E27FC236}">
                <a16:creationId xmlns:a16="http://schemas.microsoft.com/office/drawing/2014/main" id="{D073236A-4CC6-1B72-2CBF-9F7E03B33CF4}"/>
              </a:ext>
            </a:extLst>
          </p:cNvPr>
          <p:cNvSpPr/>
          <p:nvPr userDrawn="1"/>
        </p:nvSpPr>
        <p:spPr>
          <a:xfrm>
            <a:off x="2737494" y="2507966"/>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2D58490A-35A7-3F8B-FA3D-B1486F97383F}"/>
              </a:ext>
            </a:extLst>
          </p:cNvPr>
          <p:cNvSpPr/>
          <p:nvPr userDrawn="1"/>
        </p:nvSpPr>
        <p:spPr>
          <a:xfrm>
            <a:off x="5099829" y="1203024"/>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EE7E3C90-48DB-3FD2-5A38-C9820A4FF01E}"/>
              </a:ext>
            </a:extLst>
          </p:cNvPr>
          <p:cNvSpPr/>
          <p:nvPr userDrawn="1"/>
        </p:nvSpPr>
        <p:spPr>
          <a:xfrm>
            <a:off x="5099829" y="3812909"/>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4" name="Oval 33">
            <a:extLst>
              <a:ext uri="{FF2B5EF4-FFF2-40B4-BE49-F238E27FC236}">
                <a16:creationId xmlns:a16="http://schemas.microsoft.com/office/drawing/2014/main" id="{E90400D9-AF16-61C1-B556-7A0D35B96E75}"/>
              </a:ext>
            </a:extLst>
          </p:cNvPr>
          <p:cNvSpPr/>
          <p:nvPr userDrawn="1"/>
        </p:nvSpPr>
        <p:spPr>
          <a:xfrm>
            <a:off x="3421342" y="1203024"/>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5" name="Oval 34">
            <a:extLst>
              <a:ext uri="{FF2B5EF4-FFF2-40B4-BE49-F238E27FC236}">
                <a16:creationId xmlns:a16="http://schemas.microsoft.com/office/drawing/2014/main" id="{073E7D17-0597-816C-58A0-D18A85E90318}"/>
              </a:ext>
            </a:extLst>
          </p:cNvPr>
          <p:cNvSpPr/>
          <p:nvPr userDrawn="1"/>
        </p:nvSpPr>
        <p:spPr>
          <a:xfrm>
            <a:off x="3421342" y="3812909"/>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6" name="Picture Placeholder 112">
            <a:extLst>
              <a:ext uri="{FF2B5EF4-FFF2-40B4-BE49-F238E27FC236}">
                <a16:creationId xmlns:a16="http://schemas.microsoft.com/office/drawing/2014/main" id="{B9F53933-6C7E-AE8C-AD53-9AC85D6B5F68}"/>
              </a:ext>
            </a:extLst>
          </p:cNvPr>
          <p:cNvSpPr>
            <a:spLocks noGrp="1"/>
          </p:cNvSpPr>
          <p:nvPr>
            <p:ph type="pic" sz="quarter" idx="23" hasCustomPrompt="1"/>
          </p:nvPr>
        </p:nvSpPr>
        <p:spPr>
          <a:xfrm>
            <a:off x="3509389" y="1305796"/>
            <a:ext cx="433387" cy="393989"/>
          </a:xfrm>
          <a:prstGeom prst="rect">
            <a:avLst/>
          </a:prstGeom>
        </p:spPr>
        <p:txBody>
          <a:bodyPr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7" name="Picture Placeholder 112">
            <a:extLst>
              <a:ext uri="{FF2B5EF4-FFF2-40B4-BE49-F238E27FC236}">
                <a16:creationId xmlns:a16="http://schemas.microsoft.com/office/drawing/2014/main" id="{864A8056-F05D-BAB3-B0FA-29404105A266}"/>
              </a:ext>
            </a:extLst>
          </p:cNvPr>
          <p:cNvSpPr>
            <a:spLocks noGrp="1"/>
          </p:cNvSpPr>
          <p:nvPr>
            <p:ph type="pic" sz="quarter" idx="24" hasCustomPrompt="1"/>
          </p:nvPr>
        </p:nvSpPr>
        <p:spPr>
          <a:xfrm>
            <a:off x="5190143" y="1305796"/>
            <a:ext cx="433387" cy="393989"/>
          </a:xfrm>
          <a:prstGeom prst="rect">
            <a:avLst/>
          </a:prstGeom>
        </p:spPr>
        <p:txBody>
          <a:bodyPr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8" name="Picture Placeholder 112">
            <a:extLst>
              <a:ext uri="{FF2B5EF4-FFF2-40B4-BE49-F238E27FC236}">
                <a16:creationId xmlns:a16="http://schemas.microsoft.com/office/drawing/2014/main" id="{9B633580-2898-314F-DF65-2E4B0B108102}"/>
              </a:ext>
            </a:extLst>
          </p:cNvPr>
          <p:cNvSpPr>
            <a:spLocks noGrp="1"/>
          </p:cNvSpPr>
          <p:nvPr>
            <p:ph type="pic" sz="quarter" idx="25" hasCustomPrompt="1"/>
          </p:nvPr>
        </p:nvSpPr>
        <p:spPr>
          <a:xfrm>
            <a:off x="3509389" y="3921511"/>
            <a:ext cx="433387" cy="393989"/>
          </a:xfrm>
          <a:prstGeom prst="rect">
            <a:avLst/>
          </a:prstGeom>
        </p:spPr>
        <p:txBody>
          <a:bodyPr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9" name="Picture Placeholder 112">
            <a:extLst>
              <a:ext uri="{FF2B5EF4-FFF2-40B4-BE49-F238E27FC236}">
                <a16:creationId xmlns:a16="http://schemas.microsoft.com/office/drawing/2014/main" id="{050186F7-5853-723B-88CB-7A1C9C367C2A}"/>
              </a:ext>
            </a:extLst>
          </p:cNvPr>
          <p:cNvSpPr>
            <a:spLocks noGrp="1"/>
          </p:cNvSpPr>
          <p:nvPr>
            <p:ph type="pic" sz="quarter" idx="26" hasCustomPrompt="1"/>
          </p:nvPr>
        </p:nvSpPr>
        <p:spPr>
          <a:xfrm>
            <a:off x="5190143" y="3921511"/>
            <a:ext cx="433387" cy="393989"/>
          </a:xfrm>
          <a:prstGeom prst="rect">
            <a:avLst/>
          </a:prstGeom>
        </p:spPr>
        <p:txBody>
          <a:bodyPr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0" name="Picture Placeholder 112">
            <a:extLst>
              <a:ext uri="{FF2B5EF4-FFF2-40B4-BE49-F238E27FC236}">
                <a16:creationId xmlns:a16="http://schemas.microsoft.com/office/drawing/2014/main" id="{E388B6B1-0F4C-0CBC-F4BC-C454682431C0}"/>
              </a:ext>
            </a:extLst>
          </p:cNvPr>
          <p:cNvSpPr>
            <a:spLocks noGrp="1"/>
          </p:cNvSpPr>
          <p:nvPr>
            <p:ph type="pic" sz="quarter" idx="27" hasCustomPrompt="1"/>
          </p:nvPr>
        </p:nvSpPr>
        <p:spPr>
          <a:xfrm>
            <a:off x="2817058" y="2610871"/>
            <a:ext cx="433387" cy="393989"/>
          </a:xfrm>
          <a:prstGeom prst="rect">
            <a:avLst/>
          </a:prstGeom>
        </p:spPr>
        <p:txBody>
          <a:bodyPr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1" name="Picture Placeholder 112">
            <a:extLst>
              <a:ext uri="{FF2B5EF4-FFF2-40B4-BE49-F238E27FC236}">
                <a16:creationId xmlns:a16="http://schemas.microsoft.com/office/drawing/2014/main" id="{A1074A0C-0447-29F9-8CF5-E6F6D12E0159}"/>
              </a:ext>
            </a:extLst>
          </p:cNvPr>
          <p:cNvSpPr>
            <a:spLocks noGrp="1"/>
          </p:cNvSpPr>
          <p:nvPr>
            <p:ph type="pic" sz="quarter" idx="28" hasCustomPrompt="1"/>
          </p:nvPr>
        </p:nvSpPr>
        <p:spPr>
          <a:xfrm>
            <a:off x="5886829" y="2610871"/>
            <a:ext cx="433387" cy="393989"/>
          </a:xfrm>
          <a:prstGeom prst="rect">
            <a:avLst/>
          </a:prstGeom>
        </p:spPr>
        <p:txBody>
          <a:bodyPr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2" name="Text Placeholder 47">
            <a:extLst>
              <a:ext uri="{FF2B5EF4-FFF2-40B4-BE49-F238E27FC236}">
                <a16:creationId xmlns:a16="http://schemas.microsoft.com/office/drawing/2014/main" id="{2B91D76A-0AB5-A68C-2FB5-48215A1543BC}"/>
              </a:ext>
            </a:extLst>
          </p:cNvPr>
          <p:cNvSpPr>
            <a:spLocks noGrp="1"/>
          </p:cNvSpPr>
          <p:nvPr>
            <p:ph type="body" sz="quarter" idx="29" hasCustomPrompt="1"/>
          </p:nvPr>
        </p:nvSpPr>
        <p:spPr>
          <a:xfrm>
            <a:off x="3750667" y="2277842"/>
            <a:ext cx="1622425" cy="1060046"/>
          </a:xfrm>
          <a:prstGeom prst="rect">
            <a:avLst/>
          </a:prstGeom>
        </p:spPr>
        <p:txBody>
          <a:bodyPr anchor="ctr"/>
          <a:lstStyle>
            <a:lvl1pPr marL="0" indent="0" algn="ctr">
              <a:buNone/>
              <a:defRPr b="0"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
        <p:nvSpPr>
          <p:cNvPr id="43" name="Text Placeholder 49">
            <a:extLst>
              <a:ext uri="{FF2B5EF4-FFF2-40B4-BE49-F238E27FC236}">
                <a16:creationId xmlns:a16="http://schemas.microsoft.com/office/drawing/2014/main" id="{4A87F7BD-2761-9217-34D4-BAAFB52F7E4C}"/>
              </a:ext>
            </a:extLst>
          </p:cNvPr>
          <p:cNvSpPr>
            <a:spLocks noGrp="1"/>
          </p:cNvSpPr>
          <p:nvPr>
            <p:ph type="body" sz="quarter" idx="30" hasCustomPrompt="1"/>
          </p:nvPr>
        </p:nvSpPr>
        <p:spPr>
          <a:xfrm>
            <a:off x="5830341" y="1372615"/>
            <a:ext cx="1670767" cy="260350"/>
          </a:xfrm>
          <a:prstGeom prst="rect">
            <a:avLst/>
          </a:prstGeom>
        </p:spPr>
        <p:txBody>
          <a:bodyPr anchor="ctr"/>
          <a:lstStyle>
            <a:lvl1pPr marL="0" indent="0">
              <a:buNone/>
              <a:defRPr sz="1100" b="0" i="0">
                <a:solidFill>
                  <a:schemeClr val="tx2"/>
                </a:solidFill>
                <a:latin typeface="Arial" panose="020B0604020202020204" pitchFamily="34" charset="0"/>
                <a:ea typeface="Inter Medium"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p:txBody>
      </p:sp>
      <p:sp>
        <p:nvSpPr>
          <p:cNvPr id="44" name="Text Placeholder 49">
            <a:extLst>
              <a:ext uri="{FF2B5EF4-FFF2-40B4-BE49-F238E27FC236}">
                <a16:creationId xmlns:a16="http://schemas.microsoft.com/office/drawing/2014/main" id="{F0961C56-F826-92A8-1277-FA7B4E987C6F}"/>
              </a:ext>
            </a:extLst>
          </p:cNvPr>
          <p:cNvSpPr>
            <a:spLocks noGrp="1"/>
          </p:cNvSpPr>
          <p:nvPr>
            <p:ph type="body" sz="quarter" idx="31" hasCustomPrompt="1"/>
          </p:nvPr>
        </p:nvSpPr>
        <p:spPr>
          <a:xfrm>
            <a:off x="6527027" y="2681025"/>
            <a:ext cx="1670767" cy="260350"/>
          </a:xfrm>
          <a:prstGeom prst="rect">
            <a:avLst/>
          </a:prstGeom>
        </p:spPr>
        <p:txBody>
          <a:bodyPr anchor="ctr"/>
          <a:lstStyle>
            <a:lvl1pPr marL="0" indent="0">
              <a:buNone/>
              <a:defRPr sz="1100" b="0" i="0">
                <a:solidFill>
                  <a:schemeClr val="tx2"/>
                </a:solidFill>
                <a:latin typeface="Arial" panose="020B0604020202020204" pitchFamily="34" charset="0"/>
                <a:ea typeface="Inter Medium"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p:txBody>
      </p:sp>
      <p:sp>
        <p:nvSpPr>
          <p:cNvPr id="45" name="Text Placeholder 49">
            <a:extLst>
              <a:ext uri="{FF2B5EF4-FFF2-40B4-BE49-F238E27FC236}">
                <a16:creationId xmlns:a16="http://schemas.microsoft.com/office/drawing/2014/main" id="{66AE5F31-E71A-E32C-755A-CF275C791B43}"/>
              </a:ext>
            </a:extLst>
          </p:cNvPr>
          <p:cNvSpPr>
            <a:spLocks noGrp="1"/>
          </p:cNvSpPr>
          <p:nvPr>
            <p:ph type="body" sz="quarter" idx="32" hasCustomPrompt="1"/>
          </p:nvPr>
        </p:nvSpPr>
        <p:spPr>
          <a:xfrm>
            <a:off x="5830341" y="3989435"/>
            <a:ext cx="1670767" cy="260350"/>
          </a:xfrm>
          <a:prstGeom prst="rect">
            <a:avLst/>
          </a:prstGeom>
        </p:spPr>
        <p:txBody>
          <a:bodyPr anchor="ctr"/>
          <a:lstStyle>
            <a:lvl1pPr marL="0" indent="0">
              <a:buNone/>
              <a:defRPr sz="1100" b="0" i="0">
                <a:solidFill>
                  <a:schemeClr val="tx2"/>
                </a:solidFill>
                <a:latin typeface="Arial" panose="020B0604020202020204" pitchFamily="34" charset="0"/>
                <a:ea typeface="Inter Medium"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p:txBody>
      </p:sp>
      <p:sp>
        <p:nvSpPr>
          <p:cNvPr id="46" name="Text Placeholder 49">
            <a:extLst>
              <a:ext uri="{FF2B5EF4-FFF2-40B4-BE49-F238E27FC236}">
                <a16:creationId xmlns:a16="http://schemas.microsoft.com/office/drawing/2014/main" id="{7E583640-AC98-31D5-58B3-02BE0C259E21}"/>
              </a:ext>
            </a:extLst>
          </p:cNvPr>
          <p:cNvSpPr>
            <a:spLocks noGrp="1"/>
          </p:cNvSpPr>
          <p:nvPr>
            <p:ph type="body" sz="quarter" idx="33" hasCustomPrompt="1"/>
          </p:nvPr>
        </p:nvSpPr>
        <p:spPr>
          <a:xfrm>
            <a:off x="1625964" y="1372615"/>
            <a:ext cx="1671838" cy="260350"/>
          </a:xfrm>
          <a:prstGeom prst="rect">
            <a:avLst/>
          </a:prstGeom>
        </p:spPr>
        <p:txBody>
          <a:bodyPr anchor="ctr"/>
          <a:lstStyle>
            <a:lvl1pPr marL="0" indent="0" algn="r">
              <a:buNone/>
              <a:defRPr sz="1100" b="0" i="0">
                <a:solidFill>
                  <a:schemeClr val="tx2"/>
                </a:solidFill>
                <a:latin typeface="Arial" panose="020B0604020202020204" pitchFamily="34" charset="0"/>
                <a:ea typeface="Inter Medium"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p:txBody>
      </p:sp>
      <p:sp>
        <p:nvSpPr>
          <p:cNvPr id="47" name="Text Placeholder 49">
            <a:extLst>
              <a:ext uri="{FF2B5EF4-FFF2-40B4-BE49-F238E27FC236}">
                <a16:creationId xmlns:a16="http://schemas.microsoft.com/office/drawing/2014/main" id="{6418E038-AB91-2E9A-E4EE-188EC2DCFFA0}"/>
              </a:ext>
            </a:extLst>
          </p:cNvPr>
          <p:cNvSpPr>
            <a:spLocks noGrp="1"/>
          </p:cNvSpPr>
          <p:nvPr>
            <p:ph type="body" sz="quarter" idx="34" hasCustomPrompt="1"/>
          </p:nvPr>
        </p:nvSpPr>
        <p:spPr>
          <a:xfrm>
            <a:off x="946206" y="2681025"/>
            <a:ext cx="1671838" cy="260350"/>
          </a:xfrm>
          <a:prstGeom prst="rect">
            <a:avLst/>
          </a:prstGeom>
        </p:spPr>
        <p:txBody>
          <a:bodyPr anchor="ctr"/>
          <a:lstStyle>
            <a:lvl1pPr marL="0" indent="0" algn="r">
              <a:buNone/>
              <a:defRPr sz="1100" b="0" i="0">
                <a:solidFill>
                  <a:schemeClr val="tx2"/>
                </a:solidFill>
                <a:latin typeface="Arial" panose="020B0604020202020204" pitchFamily="34" charset="0"/>
                <a:ea typeface="Inter Medium"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p:txBody>
      </p:sp>
      <p:sp>
        <p:nvSpPr>
          <p:cNvPr id="48" name="Text Placeholder 49">
            <a:extLst>
              <a:ext uri="{FF2B5EF4-FFF2-40B4-BE49-F238E27FC236}">
                <a16:creationId xmlns:a16="http://schemas.microsoft.com/office/drawing/2014/main" id="{1110B798-5778-8B43-3A69-AC5E16C46AC0}"/>
              </a:ext>
            </a:extLst>
          </p:cNvPr>
          <p:cNvSpPr>
            <a:spLocks noGrp="1"/>
          </p:cNvSpPr>
          <p:nvPr>
            <p:ph type="body" sz="quarter" idx="35" hasCustomPrompt="1"/>
          </p:nvPr>
        </p:nvSpPr>
        <p:spPr>
          <a:xfrm>
            <a:off x="1625964" y="3989435"/>
            <a:ext cx="1671838" cy="260350"/>
          </a:xfrm>
          <a:prstGeom prst="rect">
            <a:avLst/>
          </a:prstGeom>
        </p:spPr>
        <p:txBody>
          <a:bodyPr anchor="ctr"/>
          <a:lstStyle>
            <a:lvl1pPr marL="0" indent="0" algn="r">
              <a:buNone/>
              <a:defRPr sz="1100" b="0" i="0">
                <a:solidFill>
                  <a:schemeClr val="tx2"/>
                </a:solidFill>
                <a:latin typeface="Arial" panose="020B0604020202020204" pitchFamily="34" charset="0"/>
                <a:ea typeface="Inter Medium"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p:txBody>
      </p:sp>
    </p:spTree>
    <p:extLst>
      <p:ext uri="{BB962C8B-B14F-4D97-AF65-F5344CB8AC3E}">
        <p14:creationId xmlns:p14="http://schemas.microsoft.com/office/powerpoint/2010/main" val="37897723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6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8" name="Straight Connector 27">
            <a:extLst>
              <a:ext uri="{FF2B5EF4-FFF2-40B4-BE49-F238E27FC236}">
                <a16:creationId xmlns:a16="http://schemas.microsoft.com/office/drawing/2014/main" id="{35DA1889-D839-44DD-F9A5-388A5C9FBE7C}"/>
              </a:ext>
            </a:extLst>
          </p:cNvPr>
          <p:cNvCxnSpPr>
            <a:stCxn id="53" idx="3"/>
            <a:endCxn id="33" idx="1"/>
          </p:cNvCxnSpPr>
          <p:nvPr userDrawn="1"/>
        </p:nvCxnSpPr>
        <p:spPr>
          <a:xfrm flipV="1">
            <a:off x="3018970" y="1643869"/>
            <a:ext cx="3091545" cy="2351314"/>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D1C59C9A-100C-C6A3-0CAC-5E70E37A167D}"/>
              </a:ext>
            </a:extLst>
          </p:cNvPr>
          <p:cNvCxnSpPr>
            <a:stCxn id="31" idx="3"/>
            <a:endCxn id="55" idx="1"/>
          </p:cNvCxnSpPr>
          <p:nvPr userDrawn="1"/>
        </p:nvCxnSpPr>
        <p:spPr>
          <a:xfrm>
            <a:off x="3018970" y="1643869"/>
            <a:ext cx="3091545" cy="2351314"/>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B59CA057-37FB-2C2F-DAA6-1A5C2641E71E}"/>
              </a:ext>
            </a:extLst>
          </p:cNvPr>
          <p:cNvCxnSpPr>
            <a:stCxn id="43" idx="3"/>
            <a:endCxn id="45" idx="1"/>
          </p:cNvCxnSpPr>
          <p:nvPr userDrawn="1"/>
        </p:nvCxnSpPr>
        <p:spPr>
          <a:xfrm>
            <a:off x="3018970" y="2809478"/>
            <a:ext cx="3091545" cy="0"/>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1" name="Rounded Rectangle 30">
            <a:extLst>
              <a:ext uri="{FF2B5EF4-FFF2-40B4-BE49-F238E27FC236}">
                <a16:creationId xmlns:a16="http://schemas.microsoft.com/office/drawing/2014/main" id="{6AEE7404-1234-AC48-01F7-D37B8FB0004A}"/>
              </a:ext>
            </a:extLst>
          </p:cNvPr>
          <p:cNvSpPr/>
          <p:nvPr userDrawn="1"/>
        </p:nvSpPr>
        <p:spPr>
          <a:xfrm>
            <a:off x="812800" y="1178657"/>
            <a:ext cx="2206170" cy="930424"/>
          </a:xfrm>
          <a:prstGeom prst="roundRect">
            <a:avLst>
              <a:gd name="adj" fmla="val 973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0E18FACF-7F83-1F09-0B56-C8A200583E1B}"/>
              </a:ext>
            </a:extLst>
          </p:cNvPr>
          <p:cNvSpPr/>
          <p:nvPr userDrawn="1"/>
        </p:nvSpPr>
        <p:spPr>
          <a:xfrm>
            <a:off x="934100" y="1001765"/>
            <a:ext cx="358171" cy="35817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3" name="Rounded Rectangle 32">
            <a:extLst>
              <a:ext uri="{FF2B5EF4-FFF2-40B4-BE49-F238E27FC236}">
                <a16:creationId xmlns:a16="http://schemas.microsoft.com/office/drawing/2014/main" id="{C637D6BF-CF0C-5826-C171-CFA73D159A1E}"/>
              </a:ext>
            </a:extLst>
          </p:cNvPr>
          <p:cNvSpPr/>
          <p:nvPr userDrawn="1"/>
        </p:nvSpPr>
        <p:spPr>
          <a:xfrm>
            <a:off x="6110515" y="1178657"/>
            <a:ext cx="2206170" cy="930424"/>
          </a:xfrm>
          <a:prstGeom prst="roundRect">
            <a:avLst>
              <a:gd name="adj" fmla="val 1143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4" name="Picture Placeholder 112">
            <a:extLst>
              <a:ext uri="{FF2B5EF4-FFF2-40B4-BE49-F238E27FC236}">
                <a16:creationId xmlns:a16="http://schemas.microsoft.com/office/drawing/2014/main" id="{858658D9-972D-0F97-69B4-1A823F81AC19}"/>
              </a:ext>
            </a:extLst>
          </p:cNvPr>
          <p:cNvSpPr>
            <a:spLocks noGrp="1"/>
          </p:cNvSpPr>
          <p:nvPr>
            <p:ph type="pic" sz="quarter" idx="33" hasCustomPrompt="1"/>
          </p:nvPr>
        </p:nvSpPr>
        <p:spPr>
          <a:xfrm>
            <a:off x="964063" y="1046775"/>
            <a:ext cx="298245" cy="271134"/>
          </a:xfrm>
          <a:prstGeom prst="rect">
            <a:avLst/>
          </a:prstGeom>
        </p:spPr>
        <p:txBody>
          <a:bodyPr lIns="0" tIns="0" rIns="0" b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9" name="Oval 38">
            <a:extLst>
              <a:ext uri="{FF2B5EF4-FFF2-40B4-BE49-F238E27FC236}">
                <a16:creationId xmlns:a16="http://schemas.microsoft.com/office/drawing/2014/main" id="{1BBD9747-61E4-D6AB-8073-9A3FA5620570}"/>
              </a:ext>
            </a:extLst>
          </p:cNvPr>
          <p:cNvSpPr/>
          <p:nvPr userDrawn="1"/>
        </p:nvSpPr>
        <p:spPr>
          <a:xfrm>
            <a:off x="3546997" y="1787705"/>
            <a:ext cx="2029766" cy="204311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0" name="Text Placeholder 47">
            <a:extLst>
              <a:ext uri="{FF2B5EF4-FFF2-40B4-BE49-F238E27FC236}">
                <a16:creationId xmlns:a16="http://schemas.microsoft.com/office/drawing/2014/main" id="{B586C14D-08A7-6635-AA43-5F457142F072}"/>
              </a:ext>
            </a:extLst>
          </p:cNvPr>
          <p:cNvSpPr>
            <a:spLocks noGrp="1"/>
          </p:cNvSpPr>
          <p:nvPr>
            <p:ph type="body" sz="quarter" idx="29" hasCustomPrompt="1"/>
          </p:nvPr>
        </p:nvSpPr>
        <p:spPr>
          <a:xfrm>
            <a:off x="3750667" y="2277842"/>
            <a:ext cx="1622425" cy="1060046"/>
          </a:xfrm>
          <a:prstGeom prst="rect">
            <a:avLst/>
          </a:prstGeom>
        </p:spPr>
        <p:txBody>
          <a:bodyPr anchor="ctr"/>
          <a:lstStyle>
            <a:lvl1pPr marL="0" indent="0" algn="ctr">
              <a:buNone/>
              <a:defRPr b="0"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
        <p:nvSpPr>
          <p:cNvPr id="41" name="Oval 40">
            <a:extLst>
              <a:ext uri="{FF2B5EF4-FFF2-40B4-BE49-F238E27FC236}">
                <a16:creationId xmlns:a16="http://schemas.microsoft.com/office/drawing/2014/main" id="{FAC34EE7-71EE-5E6C-DF0F-D27418B86F14}"/>
              </a:ext>
            </a:extLst>
          </p:cNvPr>
          <p:cNvSpPr/>
          <p:nvPr userDrawn="1"/>
        </p:nvSpPr>
        <p:spPr>
          <a:xfrm>
            <a:off x="6234521" y="1001765"/>
            <a:ext cx="358171" cy="35817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2" name="Picture Placeholder 112">
            <a:extLst>
              <a:ext uri="{FF2B5EF4-FFF2-40B4-BE49-F238E27FC236}">
                <a16:creationId xmlns:a16="http://schemas.microsoft.com/office/drawing/2014/main" id="{7C69FB88-5741-6D7A-1C94-5413D7F3B9DC}"/>
              </a:ext>
            </a:extLst>
          </p:cNvPr>
          <p:cNvSpPr>
            <a:spLocks noGrp="1"/>
          </p:cNvSpPr>
          <p:nvPr>
            <p:ph type="pic" sz="quarter" idx="39" hasCustomPrompt="1"/>
          </p:nvPr>
        </p:nvSpPr>
        <p:spPr>
          <a:xfrm>
            <a:off x="6264484" y="1039711"/>
            <a:ext cx="298245" cy="271134"/>
          </a:xfrm>
          <a:prstGeom prst="rect">
            <a:avLst/>
          </a:prstGeom>
        </p:spPr>
        <p:txBody>
          <a:bodyPr lIns="0" tIns="0" rIns="0" b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3" name="Rounded Rectangle 42">
            <a:extLst>
              <a:ext uri="{FF2B5EF4-FFF2-40B4-BE49-F238E27FC236}">
                <a16:creationId xmlns:a16="http://schemas.microsoft.com/office/drawing/2014/main" id="{DF0F745A-37C9-CB69-170A-6CF84A40DC20}"/>
              </a:ext>
            </a:extLst>
          </p:cNvPr>
          <p:cNvSpPr/>
          <p:nvPr userDrawn="1"/>
        </p:nvSpPr>
        <p:spPr>
          <a:xfrm>
            <a:off x="812800" y="2344266"/>
            <a:ext cx="2206170" cy="930424"/>
          </a:xfrm>
          <a:prstGeom prst="roundRect">
            <a:avLst>
              <a:gd name="adj" fmla="val 938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4" name="Oval 43">
            <a:extLst>
              <a:ext uri="{FF2B5EF4-FFF2-40B4-BE49-F238E27FC236}">
                <a16:creationId xmlns:a16="http://schemas.microsoft.com/office/drawing/2014/main" id="{945B3042-F175-CB8D-8B80-EC1BE5896573}"/>
              </a:ext>
            </a:extLst>
          </p:cNvPr>
          <p:cNvSpPr/>
          <p:nvPr userDrawn="1"/>
        </p:nvSpPr>
        <p:spPr>
          <a:xfrm>
            <a:off x="934100" y="2167374"/>
            <a:ext cx="358171" cy="35817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5" name="Rounded Rectangle 44">
            <a:extLst>
              <a:ext uri="{FF2B5EF4-FFF2-40B4-BE49-F238E27FC236}">
                <a16:creationId xmlns:a16="http://schemas.microsoft.com/office/drawing/2014/main" id="{CF2F3333-5937-7AE7-9E89-9A3F014429D8}"/>
              </a:ext>
            </a:extLst>
          </p:cNvPr>
          <p:cNvSpPr/>
          <p:nvPr userDrawn="1"/>
        </p:nvSpPr>
        <p:spPr>
          <a:xfrm>
            <a:off x="6110515" y="2344266"/>
            <a:ext cx="2206170" cy="930424"/>
          </a:xfrm>
          <a:prstGeom prst="roundRect">
            <a:avLst>
              <a:gd name="adj" fmla="val 1075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6" name="Picture Placeholder 112">
            <a:extLst>
              <a:ext uri="{FF2B5EF4-FFF2-40B4-BE49-F238E27FC236}">
                <a16:creationId xmlns:a16="http://schemas.microsoft.com/office/drawing/2014/main" id="{0FF5A5AC-B449-0EBB-94D7-62ACADCD853F}"/>
              </a:ext>
            </a:extLst>
          </p:cNvPr>
          <p:cNvSpPr>
            <a:spLocks noGrp="1"/>
          </p:cNvSpPr>
          <p:nvPr>
            <p:ph type="pic" sz="quarter" idx="40" hasCustomPrompt="1"/>
          </p:nvPr>
        </p:nvSpPr>
        <p:spPr>
          <a:xfrm>
            <a:off x="964063" y="2212384"/>
            <a:ext cx="298245" cy="271134"/>
          </a:xfrm>
          <a:prstGeom prst="rect">
            <a:avLst/>
          </a:prstGeom>
        </p:spPr>
        <p:txBody>
          <a:bodyPr lIns="0" tIns="0" rIns="0" b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1" name="Oval 50">
            <a:extLst>
              <a:ext uri="{FF2B5EF4-FFF2-40B4-BE49-F238E27FC236}">
                <a16:creationId xmlns:a16="http://schemas.microsoft.com/office/drawing/2014/main" id="{365441C8-E596-1CD8-0365-04FFE0FEFDCE}"/>
              </a:ext>
            </a:extLst>
          </p:cNvPr>
          <p:cNvSpPr/>
          <p:nvPr userDrawn="1"/>
        </p:nvSpPr>
        <p:spPr>
          <a:xfrm>
            <a:off x="6234521" y="2167374"/>
            <a:ext cx="358171" cy="35817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2" name="Picture Placeholder 112">
            <a:extLst>
              <a:ext uri="{FF2B5EF4-FFF2-40B4-BE49-F238E27FC236}">
                <a16:creationId xmlns:a16="http://schemas.microsoft.com/office/drawing/2014/main" id="{BB400EB7-B818-CE92-E397-BD564EB4F2BC}"/>
              </a:ext>
            </a:extLst>
          </p:cNvPr>
          <p:cNvSpPr>
            <a:spLocks noGrp="1"/>
          </p:cNvSpPr>
          <p:nvPr>
            <p:ph type="pic" sz="quarter" idx="45" hasCustomPrompt="1"/>
          </p:nvPr>
        </p:nvSpPr>
        <p:spPr>
          <a:xfrm>
            <a:off x="6264484" y="2205320"/>
            <a:ext cx="298245" cy="271134"/>
          </a:xfrm>
          <a:prstGeom prst="rect">
            <a:avLst/>
          </a:prstGeom>
        </p:spPr>
        <p:txBody>
          <a:bodyPr lIns="0" tIns="0" rIns="0" b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3" name="Rounded Rectangle 52">
            <a:extLst>
              <a:ext uri="{FF2B5EF4-FFF2-40B4-BE49-F238E27FC236}">
                <a16:creationId xmlns:a16="http://schemas.microsoft.com/office/drawing/2014/main" id="{38E120ED-B620-D687-77A0-B7092665A331}"/>
              </a:ext>
            </a:extLst>
          </p:cNvPr>
          <p:cNvSpPr/>
          <p:nvPr userDrawn="1"/>
        </p:nvSpPr>
        <p:spPr>
          <a:xfrm>
            <a:off x="812800" y="3529971"/>
            <a:ext cx="2206170" cy="930424"/>
          </a:xfrm>
          <a:prstGeom prst="roundRect">
            <a:avLst>
              <a:gd name="adj" fmla="val 10412"/>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4" name="Oval 53">
            <a:extLst>
              <a:ext uri="{FF2B5EF4-FFF2-40B4-BE49-F238E27FC236}">
                <a16:creationId xmlns:a16="http://schemas.microsoft.com/office/drawing/2014/main" id="{CEB04FD7-950C-6B2D-1AD5-FB18FD52C74D}"/>
              </a:ext>
            </a:extLst>
          </p:cNvPr>
          <p:cNvSpPr/>
          <p:nvPr userDrawn="1"/>
        </p:nvSpPr>
        <p:spPr>
          <a:xfrm>
            <a:off x="934100" y="3353079"/>
            <a:ext cx="358171" cy="35817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5" name="Rounded Rectangle 54">
            <a:extLst>
              <a:ext uri="{FF2B5EF4-FFF2-40B4-BE49-F238E27FC236}">
                <a16:creationId xmlns:a16="http://schemas.microsoft.com/office/drawing/2014/main" id="{D12B1679-5F2B-615F-8048-7679CECFC144}"/>
              </a:ext>
            </a:extLst>
          </p:cNvPr>
          <p:cNvSpPr/>
          <p:nvPr userDrawn="1"/>
        </p:nvSpPr>
        <p:spPr>
          <a:xfrm>
            <a:off x="6110515" y="3529971"/>
            <a:ext cx="2206170" cy="930424"/>
          </a:xfrm>
          <a:prstGeom prst="roundRect">
            <a:avLst>
              <a:gd name="adj" fmla="val 1007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6" name="Picture Placeholder 112">
            <a:extLst>
              <a:ext uri="{FF2B5EF4-FFF2-40B4-BE49-F238E27FC236}">
                <a16:creationId xmlns:a16="http://schemas.microsoft.com/office/drawing/2014/main" id="{3409346C-A306-DD22-8CEF-6FEACDA08507}"/>
              </a:ext>
            </a:extLst>
          </p:cNvPr>
          <p:cNvSpPr>
            <a:spLocks noGrp="1"/>
          </p:cNvSpPr>
          <p:nvPr>
            <p:ph type="pic" sz="quarter" idx="46" hasCustomPrompt="1"/>
          </p:nvPr>
        </p:nvSpPr>
        <p:spPr>
          <a:xfrm>
            <a:off x="964063" y="3398089"/>
            <a:ext cx="298245" cy="271134"/>
          </a:xfrm>
          <a:prstGeom prst="rect">
            <a:avLst/>
          </a:prstGeom>
        </p:spPr>
        <p:txBody>
          <a:bodyPr lIns="0" tIns="0" rIns="0" b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61" name="Oval 60">
            <a:extLst>
              <a:ext uri="{FF2B5EF4-FFF2-40B4-BE49-F238E27FC236}">
                <a16:creationId xmlns:a16="http://schemas.microsoft.com/office/drawing/2014/main" id="{BB111611-2E59-3833-899E-DCFB76991CD1}"/>
              </a:ext>
            </a:extLst>
          </p:cNvPr>
          <p:cNvSpPr/>
          <p:nvPr userDrawn="1"/>
        </p:nvSpPr>
        <p:spPr>
          <a:xfrm>
            <a:off x="6234521" y="3353079"/>
            <a:ext cx="358171" cy="35817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62" name="Picture Placeholder 112">
            <a:extLst>
              <a:ext uri="{FF2B5EF4-FFF2-40B4-BE49-F238E27FC236}">
                <a16:creationId xmlns:a16="http://schemas.microsoft.com/office/drawing/2014/main" id="{46B8A9EC-E38A-B675-ACCA-023FD37C9955}"/>
              </a:ext>
            </a:extLst>
          </p:cNvPr>
          <p:cNvSpPr>
            <a:spLocks noGrp="1"/>
          </p:cNvSpPr>
          <p:nvPr>
            <p:ph type="pic" sz="quarter" idx="51" hasCustomPrompt="1"/>
          </p:nvPr>
        </p:nvSpPr>
        <p:spPr>
          <a:xfrm>
            <a:off x="6264484" y="3391025"/>
            <a:ext cx="298245" cy="271134"/>
          </a:xfrm>
          <a:prstGeom prst="rect">
            <a:avLst/>
          </a:prstGeom>
        </p:spPr>
        <p:txBody>
          <a:bodyPr lIns="0" tIns="0" rIns="0" b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2" name="Text Placeholder 49">
            <a:extLst>
              <a:ext uri="{FF2B5EF4-FFF2-40B4-BE49-F238E27FC236}">
                <a16:creationId xmlns:a16="http://schemas.microsoft.com/office/drawing/2014/main" id="{0DA5660B-3A0D-2EB8-F8D0-BEE1FA960206}"/>
              </a:ext>
            </a:extLst>
          </p:cNvPr>
          <p:cNvSpPr>
            <a:spLocks noGrp="1"/>
          </p:cNvSpPr>
          <p:nvPr>
            <p:ph type="body" sz="quarter" idx="36" hasCustomPrompt="1"/>
          </p:nvPr>
        </p:nvSpPr>
        <p:spPr>
          <a:xfrm>
            <a:off x="939187" y="1429820"/>
            <a:ext cx="1952758" cy="659165"/>
          </a:xfrm>
          <a:prstGeom prst="rect">
            <a:avLst/>
          </a:prstGeom>
        </p:spPr>
        <p:txBody>
          <a:bodyPr lIns="0" anchor="t"/>
          <a:lstStyle>
            <a:lvl1pPr marL="0" indent="0" algn="l">
              <a:buNone/>
              <a:defRPr sz="8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4" name="Text Placeholder 49">
            <a:extLst>
              <a:ext uri="{FF2B5EF4-FFF2-40B4-BE49-F238E27FC236}">
                <a16:creationId xmlns:a16="http://schemas.microsoft.com/office/drawing/2014/main" id="{42FAF749-992E-8470-434D-0ABEF1A4FF9E}"/>
              </a:ext>
            </a:extLst>
          </p:cNvPr>
          <p:cNvSpPr>
            <a:spLocks noGrp="1"/>
          </p:cNvSpPr>
          <p:nvPr>
            <p:ph type="body" sz="quarter" idx="52" hasCustomPrompt="1"/>
          </p:nvPr>
        </p:nvSpPr>
        <p:spPr>
          <a:xfrm>
            <a:off x="939187" y="2614564"/>
            <a:ext cx="1952758" cy="659165"/>
          </a:xfrm>
          <a:prstGeom prst="rect">
            <a:avLst/>
          </a:prstGeom>
        </p:spPr>
        <p:txBody>
          <a:bodyPr lIns="0" anchor="t"/>
          <a:lstStyle>
            <a:lvl1pPr marL="0" indent="0" algn="l">
              <a:buNone/>
              <a:defRPr sz="8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5" name="Text Placeholder 49">
            <a:extLst>
              <a:ext uri="{FF2B5EF4-FFF2-40B4-BE49-F238E27FC236}">
                <a16:creationId xmlns:a16="http://schemas.microsoft.com/office/drawing/2014/main" id="{8084E2F4-B06E-3E69-3975-DAB78E520476}"/>
              </a:ext>
            </a:extLst>
          </p:cNvPr>
          <p:cNvSpPr>
            <a:spLocks noGrp="1"/>
          </p:cNvSpPr>
          <p:nvPr>
            <p:ph type="body" sz="quarter" idx="53" hasCustomPrompt="1"/>
          </p:nvPr>
        </p:nvSpPr>
        <p:spPr>
          <a:xfrm>
            <a:off x="939187" y="3791357"/>
            <a:ext cx="1952758" cy="659165"/>
          </a:xfrm>
          <a:prstGeom prst="rect">
            <a:avLst/>
          </a:prstGeom>
        </p:spPr>
        <p:txBody>
          <a:bodyPr lIns="0" anchor="t"/>
          <a:lstStyle>
            <a:lvl1pPr marL="0" indent="0" algn="l">
              <a:buNone/>
              <a:defRPr sz="8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9" name="Text Placeholder 49">
            <a:extLst>
              <a:ext uri="{FF2B5EF4-FFF2-40B4-BE49-F238E27FC236}">
                <a16:creationId xmlns:a16="http://schemas.microsoft.com/office/drawing/2014/main" id="{8D69717D-DC15-5D97-77FE-DD8090227E80}"/>
              </a:ext>
            </a:extLst>
          </p:cNvPr>
          <p:cNvSpPr>
            <a:spLocks noGrp="1"/>
          </p:cNvSpPr>
          <p:nvPr>
            <p:ph type="body" sz="quarter" idx="54" hasCustomPrompt="1"/>
          </p:nvPr>
        </p:nvSpPr>
        <p:spPr>
          <a:xfrm>
            <a:off x="6234756" y="1429820"/>
            <a:ext cx="1952758" cy="659165"/>
          </a:xfrm>
          <a:prstGeom prst="rect">
            <a:avLst/>
          </a:prstGeom>
        </p:spPr>
        <p:txBody>
          <a:bodyPr lIns="0" anchor="t"/>
          <a:lstStyle>
            <a:lvl1pPr marL="0" indent="0" algn="l">
              <a:buNone/>
              <a:defRPr sz="8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10" name="Text Placeholder 49">
            <a:extLst>
              <a:ext uri="{FF2B5EF4-FFF2-40B4-BE49-F238E27FC236}">
                <a16:creationId xmlns:a16="http://schemas.microsoft.com/office/drawing/2014/main" id="{A7087F67-143A-C183-6928-E2669EEB834C}"/>
              </a:ext>
            </a:extLst>
          </p:cNvPr>
          <p:cNvSpPr>
            <a:spLocks noGrp="1"/>
          </p:cNvSpPr>
          <p:nvPr>
            <p:ph type="body" sz="quarter" idx="55" hasCustomPrompt="1"/>
          </p:nvPr>
        </p:nvSpPr>
        <p:spPr>
          <a:xfrm>
            <a:off x="6234756" y="2614564"/>
            <a:ext cx="1952758" cy="659165"/>
          </a:xfrm>
          <a:prstGeom prst="rect">
            <a:avLst/>
          </a:prstGeom>
        </p:spPr>
        <p:txBody>
          <a:bodyPr lIns="0" anchor="t"/>
          <a:lstStyle>
            <a:lvl1pPr marL="0" indent="0" algn="l">
              <a:buNone/>
              <a:defRPr sz="8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11" name="Text Placeholder 49">
            <a:extLst>
              <a:ext uri="{FF2B5EF4-FFF2-40B4-BE49-F238E27FC236}">
                <a16:creationId xmlns:a16="http://schemas.microsoft.com/office/drawing/2014/main" id="{D622B7B9-BFE6-82BC-A352-3254D070CFFA}"/>
              </a:ext>
            </a:extLst>
          </p:cNvPr>
          <p:cNvSpPr>
            <a:spLocks noGrp="1"/>
          </p:cNvSpPr>
          <p:nvPr>
            <p:ph type="body" sz="quarter" idx="56" hasCustomPrompt="1"/>
          </p:nvPr>
        </p:nvSpPr>
        <p:spPr>
          <a:xfrm>
            <a:off x="6234756" y="3791357"/>
            <a:ext cx="1952758" cy="659165"/>
          </a:xfrm>
          <a:prstGeom prst="rect">
            <a:avLst/>
          </a:prstGeom>
        </p:spPr>
        <p:txBody>
          <a:bodyPr lIns="0" anchor="t"/>
          <a:lstStyle>
            <a:lvl1pPr marL="0" indent="0" algn="l">
              <a:buNone/>
              <a:defRPr sz="8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Tree>
    <p:extLst>
      <p:ext uri="{BB962C8B-B14F-4D97-AF65-F5344CB8AC3E}">
        <p14:creationId xmlns:p14="http://schemas.microsoft.com/office/powerpoint/2010/main" val="33638336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Pyramid Chart - 5 Layers">
    <p:spTree>
      <p:nvGrpSpPr>
        <p:cNvPr id="1" name=""/>
        <p:cNvGrpSpPr/>
        <p:nvPr/>
      </p:nvGrpSpPr>
      <p:grpSpPr>
        <a:xfrm>
          <a:off x="0" y="0"/>
          <a:ext cx="0" cy="0"/>
          <a:chOff x="0" y="0"/>
          <a:chExt cx="0" cy="0"/>
        </a:xfrm>
      </p:grpSpPr>
      <p:sp>
        <p:nvSpPr>
          <p:cNvPr id="7" name="Round Same Side Corner Rectangle 6">
            <a:extLst>
              <a:ext uri="{FF2B5EF4-FFF2-40B4-BE49-F238E27FC236}">
                <a16:creationId xmlns:a16="http://schemas.microsoft.com/office/drawing/2014/main" id="{3DC764D8-0F58-2E6B-B1B2-E072DD67707B}"/>
              </a:ext>
            </a:extLst>
          </p:cNvPr>
          <p:cNvSpPr/>
          <p:nvPr userDrawn="1"/>
        </p:nvSpPr>
        <p:spPr>
          <a:xfrm rot="5400000">
            <a:off x="3048848" y="2810585"/>
            <a:ext cx="647004" cy="2399300"/>
          </a:xfrm>
          <a:prstGeom prst="round2SameRect">
            <a:avLst>
              <a:gd name="adj1" fmla="val 50000"/>
              <a:gd name="adj2" fmla="val 0"/>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6" name="Round Same Side Corner Rectangle 5">
            <a:extLst>
              <a:ext uri="{FF2B5EF4-FFF2-40B4-BE49-F238E27FC236}">
                <a16:creationId xmlns:a16="http://schemas.microsoft.com/office/drawing/2014/main" id="{0975A115-E665-9F4B-A513-29606520A81F}"/>
              </a:ext>
            </a:extLst>
          </p:cNvPr>
          <p:cNvSpPr/>
          <p:nvPr userDrawn="1"/>
        </p:nvSpPr>
        <p:spPr>
          <a:xfrm rot="5400000">
            <a:off x="2860372" y="2344094"/>
            <a:ext cx="654966" cy="2030309"/>
          </a:xfrm>
          <a:prstGeom prst="round2SameRect">
            <a:avLst>
              <a:gd name="adj1" fmla="val 50000"/>
              <a:gd name="adj2" fmla="val 0"/>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 name="Round Same Side Corner Rectangle 2">
            <a:extLst>
              <a:ext uri="{FF2B5EF4-FFF2-40B4-BE49-F238E27FC236}">
                <a16:creationId xmlns:a16="http://schemas.microsoft.com/office/drawing/2014/main" id="{C5F7FE41-CAAD-EB3E-19F2-B8694F665032}"/>
              </a:ext>
            </a:extLst>
          </p:cNvPr>
          <p:cNvSpPr/>
          <p:nvPr userDrawn="1"/>
        </p:nvSpPr>
        <p:spPr>
          <a:xfrm rot="5400000">
            <a:off x="2322304" y="923211"/>
            <a:ext cx="649146" cy="948351"/>
          </a:xfrm>
          <a:prstGeom prst="round2SameRect">
            <a:avLst>
              <a:gd name="adj1" fmla="val 50000"/>
              <a:gd name="adj2" fmla="val 0"/>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4" name="Round Same Side Corner Rectangle 3">
            <a:extLst>
              <a:ext uri="{FF2B5EF4-FFF2-40B4-BE49-F238E27FC236}">
                <a16:creationId xmlns:a16="http://schemas.microsoft.com/office/drawing/2014/main" id="{7B5DB766-9E52-1193-B8EB-A8658F544074}"/>
              </a:ext>
            </a:extLst>
          </p:cNvPr>
          <p:cNvSpPr/>
          <p:nvPr userDrawn="1"/>
        </p:nvSpPr>
        <p:spPr>
          <a:xfrm rot="5400000">
            <a:off x="2491379" y="1403281"/>
            <a:ext cx="654968" cy="1292326"/>
          </a:xfrm>
          <a:prstGeom prst="round2SameRect">
            <a:avLst>
              <a:gd name="adj1" fmla="val 50000"/>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5" name="Round Same Side Corner Rectangle 4">
            <a:extLst>
              <a:ext uri="{FF2B5EF4-FFF2-40B4-BE49-F238E27FC236}">
                <a16:creationId xmlns:a16="http://schemas.microsoft.com/office/drawing/2014/main" id="{5DFD063A-DC23-EF19-EE34-F1B66418ADA8}"/>
              </a:ext>
            </a:extLst>
          </p:cNvPr>
          <p:cNvSpPr/>
          <p:nvPr userDrawn="1"/>
        </p:nvSpPr>
        <p:spPr>
          <a:xfrm rot="5400000">
            <a:off x="2687040" y="1859772"/>
            <a:ext cx="657654" cy="1686334"/>
          </a:xfrm>
          <a:prstGeom prst="round2SameRect">
            <a:avLst>
              <a:gd name="adj1" fmla="val 50000"/>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graphicFrame>
        <p:nvGraphicFramePr>
          <p:cNvPr id="8" name="Diagram 7">
            <a:extLst>
              <a:ext uri="{FF2B5EF4-FFF2-40B4-BE49-F238E27FC236}">
                <a16:creationId xmlns:a16="http://schemas.microsoft.com/office/drawing/2014/main" id="{82C35E0F-54C5-1CEB-ED79-9915EB086968}"/>
              </a:ext>
            </a:extLst>
          </p:cNvPr>
          <p:cNvGraphicFramePr>
            <a:graphicFrameLocks/>
          </p:cNvGraphicFramePr>
          <p:nvPr userDrawn="1">
            <p:extLst>
              <p:ext uri="{D42A27DB-BD31-4B8C-83A1-F6EECF244321}">
                <p14:modId xmlns:p14="http://schemas.microsoft.com/office/powerpoint/2010/main" val="3444653811"/>
              </p:ext>
            </p:extLst>
          </p:nvPr>
        </p:nvGraphicFramePr>
        <p:xfrm>
          <a:off x="331894" y="1072810"/>
          <a:ext cx="3676783" cy="32609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0" name="Picture Placeholder 112">
            <a:extLst>
              <a:ext uri="{FF2B5EF4-FFF2-40B4-BE49-F238E27FC236}">
                <a16:creationId xmlns:a16="http://schemas.microsoft.com/office/drawing/2014/main" id="{FB30D14B-7C14-ADB8-1D41-B965BA0FCA75}"/>
              </a:ext>
            </a:extLst>
          </p:cNvPr>
          <p:cNvSpPr>
            <a:spLocks noGrp="1"/>
          </p:cNvSpPr>
          <p:nvPr>
            <p:ph type="pic" sz="quarter" idx="31" hasCustomPrompt="1"/>
          </p:nvPr>
        </p:nvSpPr>
        <p:spPr>
          <a:xfrm>
            <a:off x="1940170" y="1218373"/>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1" name="Picture Placeholder 112">
            <a:extLst>
              <a:ext uri="{FF2B5EF4-FFF2-40B4-BE49-F238E27FC236}">
                <a16:creationId xmlns:a16="http://schemas.microsoft.com/office/drawing/2014/main" id="{BC226FD0-BA64-6BCF-0D54-509EB0CEE890}"/>
              </a:ext>
            </a:extLst>
          </p:cNvPr>
          <p:cNvSpPr>
            <a:spLocks noGrp="1"/>
          </p:cNvSpPr>
          <p:nvPr>
            <p:ph type="pic" sz="quarter" idx="32" hasCustomPrompt="1"/>
          </p:nvPr>
        </p:nvSpPr>
        <p:spPr>
          <a:xfrm>
            <a:off x="1940170" y="1823722"/>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2" name="Picture Placeholder 112">
            <a:extLst>
              <a:ext uri="{FF2B5EF4-FFF2-40B4-BE49-F238E27FC236}">
                <a16:creationId xmlns:a16="http://schemas.microsoft.com/office/drawing/2014/main" id="{8B35B1B7-DAB5-20D9-B5E2-86A35B3F6CBA}"/>
              </a:ext>
            </a:extLst>
          </p:cNvPr>
          <p:cNvSpPr>
            <a:spLocks noGrp="1"/>
          </p:cNvSpPr>
          <p:nvPr>
            <p:ph type="pic" sz="quarter" idx="33" hasCustomPrompt="1"/>
          </p:nvPr>
        </p:nvSpPr>
        <p:spPr>
          <a:xfrm>
            <a:off x="1940170" y="2475076"/>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3" name="Picture Placeholder 112">
            <a:extLst>
              <a:ext uri="{FF2B5EF4-FFF2-40B4-BE49-F238E27FC236}">
                <a16:creationId xmlns:a16="http://schemas.microsoft.com/office/drawing/2014/main" id="{E9F93245-7FDC-7C16-7995-54104943A58C}"/>
              </a:ext>
            </a:extLst>
          </p:cNvPr>
          <p:cNvSpPr>
            <a:spLocks noGrp="1"/>
          </p:cNvSpPr>
          <p:nvPr>
            <p:ph type="pic" sz="quarter" idx="34" hasCustomPrompt="1"/>
          </p:nvPr>
        </p:nvSpPr>
        <p:spPr>
          <a:xfrm>
            <a:off x="1940170" y="3120166"/>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4" name="Picture Placeholder 112">
            <a:extLst>
              <a:ext uri="{FF2B5EF4-FFF2-40B4-BE49-F238E27FC236}">
                <a16:creationId xmlns:a16="http://schemas.microsoft.com/office/drawing/2014/main" id="{4A386C6E-15A9-E53F-C8EE-5972F6B9E00A}"/>
              </a:ext>
            </a:extLst>
          </p:cNvPr>
          <p:cNvSpPr>
            <a:spLocks noGrp="1"/>
          </p:cNvSpPr>
          <p:nvPr>
            <p:ph type="pic" sz="quarter" idx="35" hasCustomPrompt="1"/>
          </p:nvPr>
        </p:nvSpPr>
        <p:spPr>
          <a:xfrm>
            <a:off x="1940170" y="3779832"/>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5" name="Text Placeholder 69">
            <a:extLst>
              <a:ext uri="{FF2B5EF4-FFF2-40B4-BE49-F238E27FC236}">
                <a16:creationId xmlns:a16="http://schemas.microsoft.com/office/drawing/2014/main" id="{E4D75360-DFCB-C0BE-E9ED-115D736BA17D}"/>
              </a:ext>
            </a:extLst>
          </p:cNvPr>
          <p:cNvSpPr>
            <a:spLocks noGrp="1"/>
          </p:cNvSpPr>
          <p:nvPr>
            <p:ph type="body" sz="quarter" idx="36" hasCustomPrompt="1"/>
          </p:nvPr>
        </p:nvSpPr>
        <p:spPr>
          <a:xfrm>
            <a:off x="2498240" y="1201985"/>
            <a:ext cx="622814" cy="384985"/>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01</a:t>
            </a:r>
          </a:p>
        </p:txBody>
      </p:sp>
      <p:sp>
        <p:nvSpPr>
          <p:cNvPr id="16" name="Text Placeholder 69">
            <a:extLst>
              <a:ext uri="{FF2B5EF4-FFF2-40B4-BE49-F238E27FC236}">
                <a16:creationId xmlns:a16="http://schemas.microsoft.com/office/drawing/2014/main" id="{8AC9C18A-7BEC-05AE-C0FF-A0CAF4C503F2}"/>
              </a:ext>
            </a:extLst>
          </p:cNvPr>
          <p:cNvSpPr>
            <a:spLocks noGrp="1"/>
          </p:cNvSpPr>
          <p:nvPr>
            <p:ph type="body" sz="quarter" idx="37" hasCustomPrompt="1"/>
          </p:nvPr>
        </p:nvSpPr>
        <p:spPr>
          <a:xfrm>
            <a:off x="2853517" y="1830999"/>
            <a:ext cx="611509" cy="384985"/>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02</a:t>
            </a:r>
          </a:p>
        </p:txBody>
      </p:sp>
      <p:sp>
        <p:nvSpPr>
          <p:cNvPr id="17" name="Text Placeholder 69">
            <a:extLst>
              <a:ext uri="{FF2B5EF4-FFF2-40B4-BE49-F238E27FC236}">
                <a16:creationId xmlns:a16="http://schemas.microsoft.com/office/drawing/2014/main" id="{FA1E1EDA-F8C3-90B3-B0D0-07C8A1D11614}"/>
              </a:ext>
            </a:extLst>
          </p:cNvPr>
          <p:cNvSpPr>
            <a:spLocks noGrp="1"/>
          </p:cNvSpPr>
          <p:nvPr>
            <p:ph type="body" sz="quarter" idx="38" hasCustomPrompt="1"/>
          </p:nvPr>
        </p:nvSpPr>
        <p:spPr>
          <a:xfrm>
            <a:off x="3197145" y="2500783"/>
            <a:ext cx="661889" cy="384985"/>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03</a:t>
            </a:r>
          </a:p>
        </p:txBody>
      </p:sp>
      <p:sp>
        <p:nvSpPr>
          <p:cNvPr id="18" name="Text Placeholder 69">
            <a:extLst>
              <a:ext uri="{FF2B5EF4-FFF2-40B4-BE49-F238E27FC236}">
                <a16:creationId xmlns:a16="http://schemas.microsoft.com/office/drawing/2014/main" id="{44587C5F-A6FF-A5E0-8D72-56F88746821B}"/>
              </a:ext>
            </a:extLst>
          </p:cNvPr>
          <p:cNvSpPr>
            <a:spLocks noGrp="1"/>
          </p:cNvSpPr>
          <p:nvPr>
            <p:ph type="body" sz="quarter" idx="39" hasCustomPrompt="1"/>
          </p:nvPr>
        </p:nvSpPr>
        <p:spPr>
          <a:xfrm>
            <a:off x="3575719" y="3141446"/>
            <a:ext cx="627292" cy="384985"/>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04</a:t>
            </a:r>
          </a:p>
        </p:txBody>
      </p:sp>
      <p:sp>
        <p:nvSpPr>
          <p:cNvPr id="19" name="Text Placeholder 69">
            <a:extLst>
              <a:ext uri="{FF2B5EF4-FFF2-40B4-BE49-F238E27FC236}">
                <a16:creationId xmlns:a16="http://schemas.microsoft.com/office/drawing/2014/main" id="{B38B50AF-0886-122B-F165-D9306CD5B155}"/>
              </a:ext>
            </a:extLst>
          </p:cNvPr>
          <p:cNvSpPr>
            <a:spLocks noGrp="1"/>
          </p:cNvSpPr>
          <p:nvPr>
            <p:ph type="body" sz="quarter" idx="40" hasCustomPrompt="1"/>
          </p:nvPr>
        </p:nvSpPr>
        <p:spPr>
          <a:xfrm>
            <a:off x="3954291" y="3822878"/>
            <a:ext cx="617709" cy="384985"/>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05</a:t>
            </a:r>
          </a:p>
        </p:txBody>
      </p:sp>
      <p:sp>
        <p:nvSpPr>
          <p:cNvPr id="30" name="Oval 29">
            <a:extLst>
              <a:ext uri="{FF2B5EF4-FFF2-40B4-BE49-F238E27FC236}">
                <a16:creationId xmlns:a16="http://schemas.microsoft.com/office/drawing/2014/main" id="{913FDFF3-D385-0BAF-CF8E-2DDC03FAA324}"/>
              </a:ext>
            </a:extLst>
          </p:cNvPr>
          <p:cNvSpPr/>
          <p:nvPr userDrawn="1"/>
        </p:nvSpPr>
        <p:spPr>
          <a:xfrm>
            <a:off x="5257463" y="941201"/>
            <a:ext cx="203200" cy="2032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2716D5C-B50D-7C12-5A03-A52CFF9183B8}"/>
              </a:ext>
            </a:extLst>
          </p:cNvPr>
          <p:cNvSpPr/>
          <p:nvPr userDrawn="1"/>
        </p:nvSpPr>
        <p:spPr>
          <a:xfrm>
            <a:off x="5257463" y="1654433"/>
            <a:ext cx="203200" cy="2032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412C7B6F-4E24-5340-54BF-4E887F6145B2}"/>
              </a:ext>
            </a:extLst>
          </p:cNvPr>
          <p:cNvSpPr/>
          <p:nvPr userDrawn="1"/>
        </p:nvSpPr>
        <p:spPr>
          <a:xfrm>
            <a:off x="5257463" y="2370713"/>
            <a:ext cx="203200" cy="203200"/>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0C30A53C-2128-F163-ECBB-AE372706EE5E}"/>
              </a:ext>
            </a:extLst>
          </p:cNvPr>
          <p:cNvSpPr/>
          <p:nvPr userDrawn="1"/>
        </p:nvSpPr>
        <p:spPr>
          <a:xfrm>
            <a:off x="5257463" y="3082668"/>
            <a:ext cx="203200" cy="2032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4" name="Oval 33">
            <a:extLst>
              <a:ext uri="{FF2B5EF4-FFF2-40B4-BE49-F238E27FC236}">
                <a16:creationId xmlns:a16="http://schemas.microsoft.com/office/drawing/2014/main" id="{46F763D6-4B8A-2495-52CB-F9CE7456F1BE}"/>
              </a:ext>
            </a:extLst>
          </p:cNvPr>
          <p:cNvSpPr/>
          <p:nvPr userDrawn="1"/>
        </p:nvSpPr>
        <p:spPr>
          <a:xfrm>
            <a:off x="5257463" y="3788941"/>
            <a:ext cx="203200" cy="2032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 name="Text Placeholder 49">
            <a:extLst>
              <a:ext uri="{FF2B5EF4-FFF2-40B4-BE49-F238E27FC236}">
                <a16:creationId xmlns:a16="http://schemas.microsoft.com/office/drawing/2014/main" id="{546FAC1E-7203-C93D-3217-5A0D441C5565}"/>
              </a:ext>
            </a:extLst>
          </p:cNvPr>
          <p:cNvSpPr>
            <a:spLocks noGrp="1"/>
          </p:cNvSpPr>
          <p:nvPr>
            <p:ph type="body" sz="quarter" idx="51" hasCustomPrompt="1"/>
          </p:nvPr>
        </p:nvSpPr>
        <p:spPr>
          <a:xfrm>
            <a:off x="5564516" y="941201"/>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5" name="Text Placeholder 49">
            <a:extLst>
              <a:ext uri="{FF2B5EF4-FFF2-40B4-BE49-F238E27FC236}">
                <a16:creationId xmlns:a16="http://schemas.microsoft.com/office/drawing/2014/main" id="{DB1CEDBE-7742-3C59-56A2-785DED413545}"/>
              </a:ext>
            </a:extLst>
          </p:cNvPr>
          <p:cNvSpPr>
            <a:spLocks noGrp="1"/>
          </p:cNvSpPr>
          <p:nvPr>
            <p:ph type="body" sz="quarter" idx="52" hasCustomPrompt="1"/>
          </p:nvPr>
        </p:nvSpPr>
        <p:spPr>
          <a:xfrm>
            <a:off x="5564516" y="1654433"/>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6" name="Text Placeholder 49">
            <a:extLst>
              <a:ext uri="{FF2B5EF4-FFF2-40B4-BE49-F238E27FC236}">
                <a16:creationId xmlns:a16="http://schemas.microsoft.com/office/drawing/2014/main" id="{ACA8101E-6387-15AB-491B-84B2C1F85F4E}"/>
              </a:ext>
            </a:extLst>
          </p:cNvPr>
          <p:cNvSpPr>
            <a:spLocks noGrp="1"/>
          </p:cNvSpPr>
          <p:nvPr>
            <p:ph type="body" sz="quarter" idx="53" hasCustomPrompt="1"/>
          </p:nvPr>
        </p:nvSpPr>
        <p:spPr>
          <a:xfrm>
            <a:off x="5564516" y="2370713"/>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7" name="Text Placeholder 49">
            <a:extLst>
              <a:ext uri="{FF2B5EF4-FFF2-40B4-BE49-F238E27FC236}">
                <a16:creationId xmlns:a16="http://schemas.microsoft.com/office/drawing/2014/main" id="{DD176776-A448-EB6F-6846-ABA0217B95FF}"/>
              </a:ext>
            </a:extLst>
          </p:cNvPr>
          <p:cNvSpPr>
            <a:spLocks noGrp="1"/>
          </p:cNvSpPr>
          <p:nvPr>
            <p:ph type="body" sz="quarter" idx="54" hasCustomPrompt="1"/>
          </p:nvPr>
        </p:nvSpPr>
        <p:spPr>
          <a:xfrm>
            <a:off x="5564516" y="3082668"/>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8" name="Text Placeholder 49">
            <a:extLst>
              <a:ext uri="{FF2B5EF4-FFF2-40B4-BE49-F238E27FC236}">
                <a16:creationId xmlns:a16="http://schemas.microsoft.com/office/drawing/2014/main" id="{BC4B52E6-6F0E-6B59-4F8B-2BFA7A1900BE}"/>
              </a:ext>
            </a:extLst>
          </p:cNvPr>
          <p:cNvSpPr>
            <a:spLocks noGrp="1"/>
          </p:cNvSpPr>
          <p:nvPr>
            <p:ph type="body" sz="quarter" idx="55" hasCustomPrompt="1"/>
          </p:nvPr>
        </p:nvSpPr>
        <p:spPr>
          <a:xfrm>
            <a:off x="5564516" y="3788941"/>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18815617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Pyramid Chart - 4 Layers">
    <p:spTree>
      <p:nvGrpSpPr>
        <p:cNvPr id="1" name=""/>
        <p:cNvGrpSpPr/>
        <p:nvPr/>
      </p:nvGrpSpPr>
      <p:grpSpPr>
        <a:xfrm>
          <a:off x="0" y="0"/>
          <a:ext cx="0" cy="0"/>
          <a:chOff x="0" y="0"/>
          <a:chExt cx="0" cy="0"/>
        </a:xfrm>
      </p:grpSpPr>
      <p:sp>
        <p:nvSpPr>
          <p:cNvPr id="38" name="Round Same Side Corner Rectangle 37">
            <a:extLst>
              <a:ext uri="{FF2B5EF4-FFF2-40B4-BE49-F238E27FC236}">
                <a16:creationId xmlns:a16="http://schemas.microsoft.com/office/drawing/2014/main" id="{FFB3A058-3007-EDB6-3A8F-233204230A8E}"/>
              </a:ext>
            </a:extLst>
          </p:cNvPr>
          <p:cNvSpPr/>
          <p:nvPr userDrawn="1"/>
        </p:nvSpPr>
        <p:spPr>
          <a:xfrm rot="5400000">
            <a:off x="2330562" y="898895"/>
            <a:ext cx="824111" cy="1157682"/>
          </a:xfrm>
          <a:prstGeom prst="round2SameRect">
            <a:avLst>
              <a:gd name="adj1" fmla="val 50000"/>
              <a:gd name="adj2" fmla="val 0"/>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6" name="Round Same Side Corner Rectangle 35">
            <a:extLst>
              <a:ext uri="{FF2B5EF4-FFF2-40B4-BE49-F238E27FC236}">
                <a16:creationId xmlns:a16="http://schemas.microsoft.com/office/drawing/2014/main" id="{F210FF32-E4DC-363F-00EF-1B856F00F881}"/>
              </a:ext>
            </a:extLst>
          </p:cNvPr>
          <p:cNvSpPr/>
          <p:nvPr userDrawn="1"/>
        </p:nvSpPr>
        <p:spPr>
          <a:xfrm rot="5400000">
            <a:off x="2345243" y="1284694"/>
            <a:ext cx="824112" cy="2030309"/>
          </a:xfrm>
          <a:prstGeom prst="round2SameRect">
            <a:avLst>
              <a:gd name="adj1" fmla="val 50000"/>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7" name="Text Placeholder 69">
            <a:extLst>
              <a:ext uri="{FF2B5EF4-FFF2-40B4-BE49-F238E27FC236}">
                <a16:creationId xmlns:a16="http://schemas.microsoft.com/office/drawing/2014/main" id="{FADEE2CB-0CB4-5729-1F62-159307E27B61}"/>
              </a:ext>
            </a:extLst>
          </p:cNvPr>
          <p:cNvSpPr>
            <a:spLocks noGrp="1"/>
          </p:cNvSpPr>
          <p:nvPr>
            <p:ph type="body" sz="quarter" idx="52" hasCustomPrompt="1"/>
          </p:nvPr>
        </p:nvSpPr>
        <p:spPr>
          <a:xfrm>
            <a:off x="3101651" y="2075725"/>
            <a:ext cx="627292" cy="384985"/>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02</a:t>
            </a:r>
          </a:p>
        </p:txBody>
      </p:sp>
      <p:sp>
        <p:nvSpPr>
          <p:cNvPr id="2" name="Round Same Side Corner Rectangle 1">
            <a:extLst>
              <a:ext uri="{FF2B5EF4-FFF2-40B4-BE49-F238E27FC236}">
                <a16:creationId xmlns:a16="http://schemas.microsoft.com/office/drawing/2014/main" id="{7EB8E96B-0205-E5FE-D68C-CDD94DF65EE7}"/>
              </a:ext>
            </a:extLst>
          </p:cNvPr>
          <p:cNvSpPr/>
          <p:nvPr userDrawn="1"/>
        </p:nvSpPr>
        <p:spPr>
          <a:xfrm rot="5400000">
            <a:off x="2898772" y="2187244"/>
            <a:ext cx="796412" cy="1845735"/>
          </a:xfrm>
          <a:prstGeom prst="round2SameRect">
            <a:avLst>
              <a:gd name="adj1" fmla="val 50000"/>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5" name="Text Placeholder 69">
            <a:extLst>
              <a:ext uri="{FF2B5EF4-FFF2-40B4-BE49-F238E27FC236}">
                <a16:creationId xmlns:a16="http://schemas.microsoft.com/office/drawing/2014/main" id="{F09956A3-99F3-D44A-E1CA-CCDD43D2AE2E}"/>
              </a:ext>
            </a:extLst>
          </p:cNvPr>
          <p:cNvSpPr>
            <a:spLocks noGrp="1"/>
          </p:cNvSpPr>
          <p:nvPr>
            <p:ph type="body" sz="quarter" idx="51" hasCustomPrompt="1"/>
          </p:nvPr>
        </p:nvSpPr>
        <p:spPr>
          <a:xfrm>
            <a:off x="3551477" y="2889637"/>
            <a:ext cx="627292" cy="349986"/>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03</a:t>
            </a:r>
          </a:p>
        </p:txBody>
      </p:sp>
      <p:sp>
        <p:nvSpPr>
          <p:cNvPr id="6" name="Round Same Side Corner Rectangle 5">
            <a:extLst>
              <a:ext uri="{FF2B5EF4-FFF2-40B4-BE49-F238E27FC236}">
                <a16:creationId xmlns:a16="http://schemas.microsoft.com/office/drawing/2014/main" id="{0975A115-E665-9F4B-A513-29606520A81F}"/>
              </a:ext>
            </a:extLst>
          </p:cNvPr>
          <p:cNvSpPr/>
          <p:nvPr userDrawn="1"/>
        </p:nvSpPr>
        <p:spPr>
          <a:xfrm rot="5400000">
            <a:off x="3252270" y="2907017"/>
            <a:ext cx="824111" cy="2030309"/>
          </a:xfrm>
          <a:prstGeom prst="round2SameRect">
            <a:avLst>
              <a:gd name="adj1" fmla="val 50000"/>
              <a:gd name="adj2" fmla="val 0"/>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graphicFrame>
        <p:nvGraphicFramePr>
          <p:cNvPr id="8" name="Diagram 7">
            <a:extLst>
              <a:ext uri="{FF2B5EF4-FFF2-40B4-BE49-F238E27FC236}">
                <a16:creationId xmlns:a16="http://schemas.microsoft.com/office/drawing/2014/main" id="{82C35E0F-54C5-1CEB-ED79-9915EB086968}"/>
              </a:ext>
            </a:extLst>
          </p:cNvPr>
          <p:cNvGraphicFramePr>
            <a:graphicFrameLocks/>
          </p:cNvGraphicFramePr>
          <p:nvPr userDrawn="1">
            <p:extLst>
              <p:ext uri="{D42A27DB-BD31-4B8C-83A1-F6EECF244321}">
                <p14:modId xmlns:p14="http://schemas.microsoft.com/office/powerpoint/2010/main" val="3504026701"/>
              </p:ext>
            </p:extLst>
          </p:nvPr>
        </p:nvGraphicFramePr>
        <p:xfrm>
          <a:off x="331894" y="1072810"/>
          <a:ext cx="3676783" cy="32609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0" name="Picture Placeholder 112">
            <a:extLst>
              <a:ext uri="{FF2B5EF4-FFF2-40B4-BE49-F238E27FC236}">
                <a16:creationId xmlns:a16="http://schemas.microsoft.com/office/drawing/2014/main" id="{FB30D14B-7C14-ADB8-1D41-B965BA0FCA75}"/>
              </a:ext>
            </a:extLst>
          </p:cNvPr>
          <p:cNvSpPr>
            <a:spLocks noGrp="1"/>
          </p:cNvSpPr>
          <p:nvPr>
            <p:ph type="pic" sz="quarter" idx="31" hasCustomPrompt="1"/>
          </p:nvPr>
        </p:nvSpPr>
        <p:spPr>
          <a:xfrm>
            <a:off x="1939939" y="1356914"/>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1" name="Picture Placeholder 112">
            <a:extLst>
              <a:ext uri="{FF2B5EF4-FFF2-40B4-BE49-F238E27FC236}">
                <a16:creationId xmlns:a16="http://schemas.microsoft.com/office/drawing/2014/main" id="{BC226FD0-BA64-6BCF-0D54-509EB0CEE890}"/>
              </a:ext>
            </a:extLst>
          </p:cNvPr>
          <p:cNvSpPr>
            <a:spLocks noGrp="1"/>
          </p:cNvSpPr>
          <p:nvPr>
            <p:ph type="pic" sz="quarter" idx="32" hasCustomPrompt="1"/>
          </p:nvPr>
        </p:nvSpPr>
        <p:spPr>
          <a:xfrm>
            <a:off x="1939939" y="2065704"/>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2" name="Picture Placeholder 112">
            <a:extLst>
              <a:ext uri="{FF2B5EF4-FFF2-40B4-BE49-F238E27FC236}">
                <a16:creationId xmlns:a16="http://schemas.microsoft.com/office/drawing/2014/main" id="{8B35B1B7-DAB5-20D9-B5E2-86A35B3F6CBA}"/>
              </a:ext>
            </a:extLst>
          </p:cNvPr>
          <p:cNvSpPr>
            <a:spLocks noGrp="1"/>
          </p:cNvSpPr>
          <p:nvPr>
            <p:ph type="pic" sz="quarter" idx="33" hasCustomPrompt="1"/>
          </p:nvPr>
        </p:nvSpPr>
        <p:spPr>
          <a:xfrm>
            <a:off x="1939939" y="2892543"/>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4" name="Picture Placeholder 112">
            <a:extLst>
              <a:ext uri="{FF2B5EF4-FFF2-40B4-BE49-F238E27FC236}">
                <a16:creationId xmlns:a16="http://schemas.microsoft.com/office/drawing/2014/main" id="{4A386C6E-15A9-E53F-C8EE-5972F6B9E00A}"/>
              </a:ext>
            </a:extLst>
          </p:cNvPr>
          <p:cNvSpPr>
            <a:spLocks noGrp="1"/>
          </p:cNvSpPr>
          <p:nvPr>
            <p:ph type="pic" sz="quarter" idx="35" hasCustomPrompt="1"/>
          </p:nvPr>
        </p:nvSpPr>
        <p:spPr>
          <a:xfrm>
            <a:off x="1939939" y="3699477"/>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8" name="Text Placeholder 69">
            <a:extLst>
              <a:ext uri="{FF2B5EF4-FFF2-40B4-BE49-F238E27FC236}">
                <a16:creationId xmlns:a16="http://schemas.microsoft.com/office/drawing/2014/main" id="{44587C5F-A6FF-A5E0-8D72-56F88746821B}"/>
              </a:ext>
            </a:extLst>
          </p:cNvPr>
          <p:cNvSpPr>
            <a:spLocks noGrp="1"/>
          </p:cNvSpPr>
          <p:nvPr>
            <p:ph type="body" sz="quarter" idx="39" hasCustomPrompt="1"/>
          </p:nvPr>
        </p:nvSpPr>
        <p:spPr>
          <a:xfrm>
            <a:off x="4008677" y="3698048"/>
            <a:ext cx="627292" cy="384985"/>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04</a:t>
            </a:r>
          </a:p>
        </p:txBody>
      </p:sp>
      <p:sp>
        <p:nvSpPr>
          <p:cNvPr id="30" name="Oval 29">
            <a:extLst>
              <a:ext uri="{FF2B5EF4-FFF2-40B4-BE49-F238E27FC236}">
                <a16:creationId xmlns:a16="http://schemas.microsoft.com/office/drawing/2014/main" id="{913FDFF3-D385-0BAF-CF8E-2DDC03FAA324}"/>
              </a:ext>
            </a:extLst>
          </p:cNvPr>
          <p:cNvSpPr/>
          <p:nvPr userDrawn="1"/>
        </p:nvSpPr>
        <p:spPr>
          <a:xfrm>
            <a:off x="5257463" y="1264554"/>
            <a:ext cx="203200" cy="2032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2716D5C-B50D-7C12-5A03-A52CFF9183B8}"/>
              </a:ext>
            </a:extLst>
          </p:cNvPr>
          <p:cNvSpPr/>
          <p:nvPr userDrawn="1"/>
        </p:nvSpPr>
        <p:spPr>
          <a:xfrm>
            <a:off x="5257463" y="2070146"/>
            <a:ext cx="203200" cy="2032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412C7B6F-4E24-5340-54BF-4E887F6145B2}"/>
              </a:ext>
            </a:extLst>
          </p:cNvPr>
          <p:cNvSpPr/>
          <p:nvPr userDrawn="1"/>
        </p:nvSpPr>
        <p:spPr>
          <a:xfrm>
            <a:off x="5257463" y="2878786"/>
            <a:ext cx="203200" cy="203200"/>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0C30A53C-2128-F163-ECBB-AE372706EE5E}"/>
              </a:ext>
            </a:extLst>
          </p:cNvPr>
          <p:cNvSpPr/>
          <p:nvPr userDrawn="1"/>
        </p:nvSpPr>
        <p:spPr>
          <a:xfrm>
            <a:off x="5257463" y="3664629"/>
            <a:ext cx="203200" cy="2032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9" name="Text Placeholder 69">
            <a:extLst>
              <a:ext uri="{FF2B5EF4-FFF2-40B4-BE49-F238E27FC236}">
                <a16:creationId xmlns:a16="http://schemas.microsoft.com/office/drawing/2014/main" id="{4430F61C-8361-7E5A-C4AA-92CFBD8A5AFF}"/>
              </a:ext>
            </a:extLst>
          </p:cNvPr>
          <p:cNvSpPr>
            <a:spLocks noGrp="1"/>
          </p:cNvSpPr>
          <p:nvPr>
            <p:ph type="body" sz="quarter" idx="53" hasCustomPrompt="1"/>
          </p:nvPr>
        </p:nvSpPr>
        <p:spPr>
          <a:xfrm>
            <a:off x="2650657" y="1253612"/>
            <a:ext cx="627292" cy="384985"/>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01</a:t>
            </a:r>
          </a:p>
        </p:txBody>
      </p:sp>
      <p:sp>
        <p:nvSpPr>
          <p:cNvPr id="40" name="Text Placeholder 49">
            <a:extLst>
              <a:ext uri="{FF2B5EF4-FFF2-40B4-BE49-F238E27FC236}">
                <a16:creationId xmlns:a16="http://schemas.microsoft.com/office/drawing/2014/main" id="{9EAB3734-568B-15A4-0C22-D6443687EC4B}"/>
              </a:ext>
            </a:extLst>
          </p:cNvPr>
          <p:cNvSpPr>
            <a:spLocks noGrp="1"/>
          </p:cNvSpPr>
          <p:nvPr>
            <p:ph type="body" sz="quarter" idx="54" hasCustomPrompt="1"/>
          </p:nvPr>
        </p:nvSpPr>
        <p:spPr>
          <a:xfrm>
            <a:off x="5564516" y="1264554"/>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1" name="Text Placeholder 49">
            <a:extLst>
              <a:ext uri="{FF2B5EF4-FFF2-40B4-BE49-F238E27FC236}">
                <a16:creationId xmlns:a16="http://schemas.microsoft.com/office/drawing/2014/main" id="{0DEE0EED-FEDF-B8F2-9E80-34BE131434EA}"/>
              </a:ext>
            </a:extLst>
          </p:cNvPr>
          <p:cNvSpPr>
            <a:spLocks noGrp="1"/>
          </p:cNvSpPr>
          <p:nvPr>
            <p:ph type="body" sz="quarter" idx="55" hasCustomPrompt="1"/>
          </p:nvPr>
        </p:nvSpPr>
        <p:spPr>
          <a:xfrm>
            <a:off x="5564516" y="2070146"/>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2" name="Text Placeholder 49">
            <a:extLst>
              <a:ext uri="{FF2B5EF4-FFF2-40B4-BE49-F238E27FC236}">
                <a16:creationId xmlns:a16="http://schemas.microsoft.com/office/drawing/2014/main" id="{A72C9693-A527-A08E-15D3-188F76CED080}"/>
              </a:ext>
            </a:extLst>
          </p:cNvPr>
          <p:cNvSpPr>
            <a:spLocks noGrp="1"/>
          </p:cNvSpPr>
          <p:nvPr>
            <p:ph type="body" sz="quarter" idx="56" hasCustomPrompt="1"/>
          </p:nvPr>
        </p:nvSpPr>
        <p:spPr>
          <a:xfrm>
            <a:off x="5564516" y="2878786"/>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3" name="Text Placeholder 49">
            <a:extLst>
              <a:ext uri="{FF2B5EF4-FFF2-40B4-BE49-F238E27FC236}">
                <a16:creationId xmlns:a16="http://schemas.microsoft.com/office/drawing/2014/main" id="{FE7848A3-638E-A561-71DD-B903BDE347EC}"/>
              </a:ext>
            </a:extLst>
          </p:cNvPr>
          <p:cNvSpPr>
            <a:spLocks noGrp="1"/>
          </p:cNvSpPr>
          <p:nvPr>
            <p:ph type="body" sz="quarter" idx="57" hasCustomPrompt="1"/>
          </p:nvPr>
        </p:nvSpPr>
        <p:spPr>
          <a:xfrm>
            <a:off x="5564516" y="3664629"/>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6098750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Pyramid Chart - 3 Layers">
    <p:spTree>
      <p:nvGrpSpPr>
        <p:cNvPr id="1" name=""/>
        <p:cNvGrpSpPr/>
        <p:nvPr/>
      </p:nvGrpSpPr>
      <p:grpSpPr>
        <a:xfrm>
          <a:off x="0" y="0"/>
          <a:ext cx="0" cy="0"/>
          <a:chOff x="0" y="0"/>
          <a:chExt cx="0" cy="0"/>
        </a:xfrm>
      </p:grpSpPr>
      <p:sp>
        <p:nvSpPr>
          <p:cNvPr id="38" name="Round Same Side Corner Rectangle 37">
            <a:extLst>
              <a:ext uri="{FF2B5EF4-FFF2-40B4-BE49-F238E27FC236}">
                <a16:creationId xmlns:a16="http://schemas.microsoft.com/office/drawing/2014/main" id="{FFB3A058-3007-EDB6-3A8F-233204230A8E}"/>
              </a:ext>
            </a:extLst>
          </p:cNvPr>
          <p:cNvSpPr/>
          <p:nvPr userDrawn="1"/>
        </p:nvSpPr>
        <p:spPr>
          <a:xfrm rot="5400000">
            <a:off x="2304287" y="958389"/>
            <a:ext cx="1088323" cy="1317164"/>
          </a:xfrm>
          <a:prstGeom prst="round2SameRect">
            <a:avLst>
              <a:gd name="adj1" fmla="val 50000"/>
              <a:gd name="adj2" fmla="val 0"/>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6" name="Round Same Side Corner Rectangle 35">
            <a:extLst>
              <a:ext uri="{FF2B5EF4-FFF2-40B4-BE49-F238E27FC236}">
                <a16:creationId xmlns:a16="http://schemas.microsoft.com/office/drawing/2014/main" id="{F210FF32-E4DC-363F-00EF-1B856F00F881}"/>
              </a:ext>
            </a:extLst>
          </p:cNvPr>
          <p:cNvSpPr/>
          <p:nvPr userDrawn="1"/>
        </p:nvSpPr>
        <p:spPr>
          <a:xfrm rot="5400000">
            <a:off x="2559792" y="1685224"/>
            <a:ext cx="1078492" cy="2030309"/>
          </a:xfrm>
          <a:prstGeom prst="round2SameRect">
            <a:avLst>
              <a:gd name="adj1" fmla="val 50000"/>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7" name="Text Placeholder 69">
            <a:extLst>
              <a:ext uri="{FF2B5EF4-FFF2-40B4-BE49-F238E27FC236}">
                <a16:creationId xmlns:a16="http://schemas.microsoft.com/office/drawing/2014/main" id="{FADEE2CB-0CB4-5729-1F62-159307E27B61}"/>
              </a:ext>
            </a:extLst>
          </p:cNvPr>
          <p:cNvSpPr>
            <a:spLocks noGrp="1"/>
          </p:cNvSpPr>
          <p:nvPr>
            <p:ph type="body" sz="quarter" idx="52" hasCustomPrompt="1"/>
          </p:nvPr>
        </p:nvSpPr>
        <p:spPr>
          <a:xfrm>
            <a:off x="3323301" y="2467718"/>
            <a:ext cx="627292" cy="384985"/>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02</a:t>
            </a:r>
          </a:p>
        </p:txBody>
      </p:sp>
      <p:sp>
        <p:nvSpPr>
          <p:cNvPr id="2" name="Round Same Side Corner Rectangle 1">
            <a:extLst>
              <a:ext uri="{FF2B5EF4-FFF2-40B4-BE49-F238E27FC236}">
                <a16:creationId xmlns:a16="http://schemas.microsoft.com/office/drawing/2014/main" id="{7EB8E96B-0205-E5FE-D68C-CDD94DF65EE7}"/>
              </a:ext>
            </a:extLst>
          </p:cNvPr>
          <p:cNvSpPr/>
          <p:nvPr userDrawn="1"/>
        </p:nvSpPr>
        <p:spPr>
          <a:xfrm rot="5400000">
            <a:off x="3218720" y="2863143"/>
            <a:ext cx="1095452" cy="1845735"/>
          </a:xfrm>
          <a:prstGeom prst="round2SameRect">
            <a:avLst>
              <a:gd name="adj1" fmla="val 50000"/>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5" name="Text Placeholder 69">
            <a:extLst>
              <a:ext uri="{FF2B5EF4-FFF2-40B4-BE49-F238E27FC236}">
                <a16:creationId xmlns:a16="http://schemas.microsoft.com/office/drawing/2014/main" id="{F09956A3-99F3-D44A-E1CA-CCDD43D2AE2E}"/>
              </a:ext>
            </a:extLst>
          </p:cNvPr>
          <p:cNvSpPr>
            <a:spLocks noGrp="1"/>
          </p:cNvSpPr>
          <p:nvPr>
            <p:ph type="body" sz="quarter" idx="51" hasCustomPrompt="1"/>
          </p:nvPr>
        </p:nvSpPr>
        <p:spPr>
          <a:xfrm>
            <a:off x="3917506" y="3562779"/>
            <a:ext cx="627292" cy="349986"/>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03</a:t>
            </a:r>
          </a:p>
        </p:txBody>
      </p:sp>
      <p:graphicFrame>
        <p:nvGraphicFramePr>
          <p:cNvPr id="8" name="Diagram 7">
            <a:extLst>
              <a:ext uri="{FF2B5EF4-FFF2-40B4-BE49-F238E27FC236}">
                <a16:creationId xmlns:a16="http://schemas.microsoft.com/office/drawing/2014/main" id="{82C35E0F-54C5-1CEB-ED79-9915EB086968}"/>
              </a:ext>
            </a:extLst>
          </p:cNvPr>
          <p:cNvGraphicFramePr>
            <a:graphicFrameLocks/>
          </p:cNvGraphicFramePr>
          <p:nvPr userDrawn="1">
            <p:extLst>
              <p:ext uri="{D42A27DB-BD31-4B8C-83A1-F6EECF244321}">
                <p14:modId xmlns:p14="http://schemas.microsoft.com/office/powerpoint/2010/main" val="1801236256"/>
              </p:ext>
            </p:extLst>
          </p:nvPr>
        </p:nvGraphicFramePr>
        <p:xfrm>
          <a:off x="350367" y="1072810"/>
          <a:ext cx="3676783" cy="32609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0" name="Picture Placeholder 112">
            <a:extLst>
              <a:ext uri="{FF2B5EF4-FFF2-40B4-BE49-F238E27FC236}">
                <a16:creationId xmlns:a16="http://schemas.microsoft.com/office/drawing/2014/main" id="{FB30D14B-7C14-ADB8-1D41-B965BA0FCA75}"/>
              </a:ext>
            </a:extLst>
          </p:cNvPr>
          <p:cNvSpPr>
            <a:spLocks noGrp="1"/>
          </p:cNvSpPr>
          <p:nvPr>
            <p:ph type="pic" sz="quarter" idx="31" hasCustomPrompt="1"/>
          </p:nvPr>
        </p:nvSpPr>
        <p:spPr>
          <a:xfrm>
            <a:off x="1968376" y="1495458"/>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2" name="Picture Placeholder 112">
            <a:extLst>
              <a:ext uri="{FF2B5EF4-FFF2-40B4-BE49-F238E27FC236}">
                <a16:creationId xmlns:a16="http://schemas.microsoft.com/office/drawing/2014/main" id="{8B35B1B7-DAB5-20D9-B5E2-86A35B3F6CBA}"/>
              </a:ext>
            </a:extLst>
          </p:cNvPr>
          <p:cNvSpPr>
            <a:spLocks noGrp="1"/>
          </p:cNvSpPr>
          <p:nvPr>
            <p:ph type="pic" sz="quarter" idx="33" hasCustomPrompt="1"/>
          </p:nvPr>
        </p:nvSpPr>
        <p:spPr>
          <a:xfrm>
            <a:off x="1968376" y="2486158"/>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4" name="Picture Placeholder 112">
            <a:extLst>
              <a:ext uri="{FF2B5EF4-FFF2-40B4-BE49-F238E27FC236}">
                <a16:creationId xmlns:a16="http://schemas.microsoft.com/office/drawing/2014/main" id="{4A386C6E-15A9-E53F-C8EE-5972F6B9E00A}"/>
              </a:ext>
            </a:extLst>
          </p:cNvPr>
          <p:cNvSpPr>
            <a:spLocks noGrp="1"/>
          </p:cNvSpPr>
          <p:nvPr>
            <p:ph type="pic" sz="quarter" idx="35" hasCustomPrompt="1"/>
          </p:nvPr>
        </p:nvSpPr>
        <p:spPr>
          <a:xfrm>
            <a:off x="1968376" y="3579407"/>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30" name="Oval 29">
            <a:extLst>
              <a:ext uri="{FF2B5EF4-FFF2-40B4-BE49-F238E27FC236}">
                <a16:creationId xmlns:a16="http://schemas.microsoft.com/office/drawing/2014/main" id="{913FDFF3-D385-0BAF-CF8E-2DDC03FAA324}"/>
              </a:ext>
            </a:extLst>
          </p:cNvPr>
          <p:cNvSpPr/>
          <p:nvPr userDrawn="1"/>
        </p:nvSpPr>
        <p:spPr>
          <a:xfrm>
            <a:off x="5257463" y="1495458"/>
            <a:ext cx="203200" cy="2032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2716D5C-B50D-7C12-5A03-A52CFF9183B8}"/>
              </a:ext>
            </a:extLst>
          </p:cNvPr>
          <p:cNvSpPr/>
          <p:nvPr userDrawn="1"/>
        </p:nvSpPr>
        <p:spPr>
          <a:xfrm>
            <a:off x="5257463" y="2393410"/>
            <a:ext cx="203200" cy="2032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412C7B6F-4E24-5340-54BF-4E887F6145B2}"/>
              </a:ext>
            </a:extLst>
          </p:cNvPr>
          <p:cNvSpPr/>
          <p:nvPr userDrawn="1"/>
        </p:nvSpPr>
        <p:spPr>
          <a:xfrm>
            <a:off x="5257463" y="3294410"/>
            <a:ext cx="203200" cy="203200"/>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9" name="Text Placeholder 69">
            <a:extLst>
              <a:ext uri="{FF2B5EF4-FFF2-40B4-BE49-F238E27FC236}">
                <a16:creationId xmlns:a16="http://schemas.microsoft.com/office/drawing/2014/main" id="{4430F61C-8361-7E5A-C4AA-92CFBD8A5AFF}"/>
              </a:ext>
            </a:extLst>
          </p:cNvPr>
          <p:cNvSpPr>
            <a:spLocks noGrp="1"/>
          </p:cNvSpPr>
          <p:nvPr>
            <p:ph type="body" sz="quarter" idx="53" hasCustomPrompt="1"/>
          </p:nvPr>
        </p:nvSpPr>
        <p:spPr>
          <a:xfrm>
            <a:off x="2715309" y="1382917"/>
            <a:ext cx="627292" cy="384985"/>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01</a:t>
            </a:r>
          </a:p>
        </p:txBody>
      </p:sp>
      <p:sp>
        <p:nvSpPr>
          <p:cNvPr id="3" name="Text Placeholder 49">
            <a:extLst>
              <a:ext uri="{FF2B5EF4-FFF2-40B4-BE49-F238E27FC236}">
                <a16:creationId xmlns:a16="http://schemas.microsoft.com/office/drawing/2014/main" id="{D9D71BD7-B715-83AE-15F1-51E731120525}"/>
              </a:ext>
            </a:extLst>
          </p:cNvPr>
          <p:cNvSpPr>
            <a:spLocks noGrp="1"/>
          </p:cNvSpPr>
          <p:nvPr>
            <p:ph type="body" sz="quarter" idx="54" hasCustomPrompt="1"/>
          </p:nvPr>
        </p:nvSpPr>
        <p:spPr>
          <a:xfrm>
            <a:off x="5564516" y="1495458"/>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 name="Text Placeholder 49">
            <a:extLst>
              <a:ext uri="{FF2B5EF4-FFF2-40B4-BE49-F238E27FC236}">
                <a16:creationId xmlns:a16="http://schemas.microsoft.com/office/drawing/2014/main" id="{FFCDB67B-7D32-4DCE-3A5C-1FF4492BC323}"/>
              </a:ext>
            </a:extLst>
          </p:cNvPr>
          <p:cNvSpPr>
            <a:spLocks noGrp="1"/>
          </p:cNvSpPr>
          <p:nvPr>
            <p:ph type="body" sz="quarter" idx="55" hasCustomPrompt="1"/>
          </p:nvPr>
        </p:nvSpPr>
        <p:spPr>
          <a:xfrm>
            <a:off x="5564516" y="2393410"/>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5" name="Text Placeholder 49">
            <a:extLst>
              <a:ext uri="{FF2B5EF4-FFF2-40B4-BE49-F238E27FC236}">
                <a16:creationId xmlns:a16="http://schemas.microsoft.com/office/drawing/2014/main" id="{F253C854-6850-99A7-4211-CED18D7662C6}"/>
              </a:ext>
            </a:extLst>
          </p:cNvPr>
          <p:cNvSpPr>
            <a:spLocks noGrp="1"/>
          </p:cNvSpPr>
          <p:nvPr>
            <p:ph type="body" sz="quarter" idx="56" hasCustomPrompt="1"/>
          </p:nvPr>
        </p:nvSpPr>
        <p:spPr>
          <a:xfrm>
            <a:off x="5564516" y="3294410"/>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19851447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Title + 2 Content Boxes + Icons">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89A1285D-81C6-8DB7-5FCC-116A1B7ED611}"/>
              </a:ext>
            </a:extLst>
          </p:cNvPr>
          <p:cNvSpPr/>
          <p:nvPr userDrawn="1"/>
        </p:nvSpPr>
        <p:spPr>
          <a:xfrm>
            <a:off x="419100" y="1003933"/>
            <a:ext cx="3811706" cy="3656225"/>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400" b="0" i="0">
              <a:solidFill>
                <a:schemeClr val="tx1"/>
              </a:solidFill>
              <a:latin typeface="Arial" panose="020B0604020202020204" pitchFamily="34" charset="0"/>
              <a:ea typeface="Inter Medium" panose="02000503000000020004" pitchFamily="2" charset="0"/>
              <a:cs typeface="Arial" panose="020B0604020202020204" pitchFamily="34" charset="0"/>
            </a:endParaRPr>
          </a:p>
        </p:txBody>
      </p:sp>
      <p:cxnSp>
        <p:nvCxnSpPr>
          <p:cNvPr id="36" name="Straight Connector 35">
            <a:extLst>
              <a:ext uri="{FF2B5EF4-FFF2-40B4-BE49-F238E27FC236}">
                <a16:creationId xmlns:a16="http://schemas.microsoft.com/office/drawing/2014/main" id="{B63DC168-3D4F-DBB1-CC50-BEE341F7D0F6}"/>
              </a:ext>
            </a:extLst>
          </p:cNvPr>
          <p:cNvCxnSpPr>
            <a:cxnSpLocks/>
          </p:cNvCxnSpPr>
          <p:nvPr userDrawn="1"/>
        </p:nvCxnSpPr>
        <p:spPr>
          <a:xfrm>
            <a:off x="639540" y="1952669"/>
            <a:ext cx="3389252"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8" name="Rounded Rectangle 37">
            <a:extLst>
              <a:ext uri="{FF2B5EF4-FFF2-40B4-BE49-F238E27FC236}">
                <a16:creationId xmlns:a16="http://schemas.microsoft.com/office/drawing/2014/main" id="{5A0E2592-A8F0-9D43-1B3B-A592D546D69D}"/>
              </a:ext>
            </a:extLst>
          </p:cNvPr>
          <p:cNvSpPr/>
          <p:nvPr userDrawn="1"/>
        </p:nvSpPr>
        <p:spPr>
          <a:xfrm>
            <a:off x="4495800" y="1003933"/>
            <a:ext cx="3811706" cy="3656225"/>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9" name="Straight Connector 38">
            <a:extLst>
              <a:ext uri="{FF2B5EF4-FFF2-40B4-BE49-F238E27FC236}">
                <a16:creationId xmlns:a16="http://schemas.microsoft.com/office/drawing/2014/main" id="{B9E783A4-1348-38F0-7A77-FA95C58112B4}"/>
              </a:ext>
            </a:extLst>
          </p:cNvPr>
          <p:cNvCxnSpPr>
            <a:cxnSpLocks/>
          </p:cNvCxnSpPr>
          <p:nvPr userDrawn="1"/>
        </p:nvCxnSpPr>
        <p:spPr>
          <a:xfrm>
            <a:off x="4689081" y="1952669"/>
            <a:ext cx="337755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3" name="Picture Placeholder 112">
            <a:extLst>
              <a:ext uri="{FF2B5EF4-FFF2-40B4-BE49-F238E27FC236}">
                <a16:creationId xmlns:a16="http://schemas.microsoft.com/office/drawing/2014/main" id="{C57D88D3-F9B0-9041-0D9F-B726503E8A28}"/>
              </a:ext>
            </a:extLst>
          </p:cNvPr>
          <p:cNvSpPr>
            <a:spLocks noGrp="1"/>
          </p:cNvSpPr>
          <p:nvPr>
            <p:ph type="pic" sz="quarter" idx="37" hasCustomPrompt="1"/>
          </p:nvPr>
        </p:nvSpPr>
        <p:spPr>
          <a:xfrm>
            <a:off x="639539" y="1141232"/>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4" name="Picture Placeholder 112">
            <a:extLst>
              <a:ext uri="{FF2B5EF4-FFF2-40B4-BE49-F238E27FC236}">
                <a16:creationId xmlns:a16="http://schemas.microsoft.com/office/drawing/2014/main" id="{5C284CF1-E621-37E0-BF9F-D593A56CA357}"/>
              </a:ext>
            </a:extLst>
          </p:cNvPr>
          <p:cNvSpPr>
            <a:spLocks noGrp="1"/>
          </p:cNvSpPr>
          <p:nvPr>
            <p:ph type="pic" sz="quarter" idx="38" hasCustomPrompt="1"/>
          </p:nvPr>
        </p:nvSpPr>
        <p:spPr>
          <a:xfrm>
            <a:off x="4713308" y="1141232"/>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8" name="Text Placeholder 47">
            <a:extLst>
              <a:ext uri="{FF2B5EF4-FFF2-40B4-BE49-F238E27FC236}">
                <a16:creationId xmlns:a16="http://schemas.microsoft.com/office/drawing/2014/main" id="{5C8727F7-70CC-4917-D4ED-71897F90C89D}"/>
              </a:ext>
            </a:extLst>
          </p:cNvPr>
          <p:cNvSpPr>
            <a:spLocks noGrp="1"/>
          </p:cNvSpPr>
          <p:nvPr>
            <p:ph type="body" sz="quarter" idx="43" hasCustomPrompt="1"/>
          </p:nvPr>
        </p:nvSpPr>
        <p:spPr>
          <a:xfrm>
            <a:off x="639763" y="1702909"/>
            <a:ext cx="3389029" cy="215885"/>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50" name="Text Placeholder 47">
            <a:extLst>
              <a:ext uri="{FF2B5EF4-FFF2-40B4-BE49-F238E27FC236}">
                <a16:creationId xmlns:a16="http://schemas.microsoft.com/office/drawing/2014/main" id="{59BA32E6-B490-3B32-F228-631ECAD631C6}"/>
              </a:ext>
            </a:extLst>
          </p:cNvPr>
          <p:cNvSpPr>
            <a:spLocks noGrp="1"/>
          </p:cNvSpPr>
          <p:nvPr>
            <p:ph type="body" sz="quarter" idx="45" hasCustomPrompt="1"/>
          </p:nvPr>
        </p:nvSpPr>
        <p:spPr>
          <a:xfrm>
            <a:off x="4690086" y="1702909"/>
            <a:ext cx="3376552" cy="215875"/>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11" name="Text Placeholder 10">
            <a:extLst>
              <a:ext uri="{FF2B5EF4-FFF2-40B4-BE49-F238E27FC236}">
                <a16:creationId xmlns:a16="http://schemas.microsoft.com/office/drawing/2014/main" id="{E01A7AFE-C939-72F3-1B20-FDF6DDBD1685}"/>
              </a:ext>
            </a:extLst>
          </p:cNvPr>
          <p:cNvSpPr>
            <a:spLocks noGrp="1"/>
          </p:cNvSpPr>
          <p:nvPr>
            <p:ph type="body" sz="quarter" idx="47" hasCustomPrompt="1"/>
          </p:nvPr>
        </p:nvSpPr>
        <p:spPr>
          <a:xfrm>
            <a:off x="656492" y="2046960"/>
            <a:ext cx="3389253" cy="2303657"/>
          </a:xfrm>
          <a:prstGeom prst="rect">
            <a:avLst/>
          </a:prstGeom>
        </p:spPr>
        <p:txBody>
          <a:bodyPr lIns="0"/>
          <a:lstStyle>
            <a:lvl1pPr marL="0" indent="0">
              <a:buNone/>
              <a:defRPr sz="1400" b="0" i="0">
                <a:solidFill>
                  <a:schemeClr val="tx1"/>
                </a:solidFill>
                <a:latin typeface="Arial" panose="020B0604020202020204" pitchFamily="34" charset="0"/>
                <a:cs typeface="Arial" panose="020B0604020202020204" pitchFamily="34" charset="0"/>
              </a:defRPr>
            </a:lvl1pPr>
            <a:lvl2pPr marL="457200" indent="0">
              <a:buNone/>
              <a:defRPr sz="1400">
                <a:solidFill>
                  <a:schemeClr val="tx1"/>
                </a:solidFill>
                <a:latin typeface="Arial" panose="020B0604020202020204" pitchFamily="34" charset="0"/>
                <a:cs typeface="Arial" panose="020B0604020202020204" pitchFamily="34" charset="0"/>
              </a:defRPr>
            </a:lvl2pPr>
            <a:lvl3pPr marL="914400" indent="0">
              <a:buNone/>
              <a:defRPr sz="1400">
                <a:solidFill>
                  <a:schemeClr val="tx1"/>
                </a:solidFill>
                <a:latin typeface="Arial" panose="020B0604020202020204" pitchFamily="34" charset="0"/>
                <a:cs typeface="Arial" panose="020B0604020202020204" pitchFamily="34" charset="0"/>
              </a:defRPr>
            </a:lvl3pPr>
            <a:lvl4pPr marL="1371600" indent="0">
              <a:buNone/>
              <a:defRPr sz="1400">
                <a:solidFill>
                  <a:schemeClr val="tx1"/>
                </a:solidFill>
                <a:latin typeface="Arial" panose="020B0604020202020204" pitchFamily="34" charset="0"/>
                <a:cs typeface="Arial" panose="020B0604020202020204" pitchFamily="34" charset="0"/>
              </a:defRPr>
            </a:lvl4pPr>
            <a:lvl5pPr marL="1828800" indent="0">
              <a:buNone/>
              <a:defRPr sz="1400">
                <a:solidFill>
                  <a:schemeClr val="tx1"/>
                </a:solidFill>
                <a:latin typeface="Arial" panose="020B0604020202020204" pitchFamily="34" charset="0"/>
                <a:cs typeface="Arial" panose="020B0604020202020204" pitchFamily="34" charset="0"/>
              </a:defRPr>
            </a:lvl5pPr>
          </a:lstStyle>
          <a:p>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12" name="Text Placeholder 10">
            <a:extLst>
              <a:ext uri="{FF2B5EF4-FFF2-40B4-BE49-F238E27FC236}">
                <a16:creationId xmlns:a16="http://schemas.microsoft.com/office/drawing/2014/main" id="{9C21CDE7-5AC4-66AF-6F80-47F66E99B967}"/>
              </a:ext>
            </a:extLst>
          </p:cNvPr>
          <p:cNvSpPr>
            <a:spLocks noGrp="1"/>
          </p:cNvSpPr>
          <p:nvPr>
            <p:ph type="body" sz="quarter" idx="48" hasCustomPrompt="1"/>
          </p:nvPr>
        </p:nvSpPr>
        <p:spPr>
          <a:xfrm>
            <a:off x="4707026" y="2046960"/>
            <a:ext cx="3389253" cy="2303657"/>
          </a:xfrm>
          <a:prstGeom prst="rect">
            <a:avLst/>
          </a:prstGeom>
        </p:spPr>
        <p:txBody>
          <a:bodyPr lIns="0"/>
          <a:lstStyle>
            <a:lvl1pPr marL="0" indent="0">
              <a:buNone/>
              <a:defRPr sz="1400" b="0" i="0">
                <a:solidFill>
                  <a:schemeClr val="tx1"/>
                </a:solidFill>
                <a:latin typeface="Arial" panose="020B0604020202020204" pitchFamily="34" charset="0"/>
                <a:cs typeface="Arial" panose="020B0604020202020204" pitchFamily="34" charset="0"/>
              </a:defRPr>
            </a:lvl1pPr>
            <a:lvl2pPr marL="457200" indent="0">
              <a:buNone/>
              <a:defRPr sz="1400">
                <a:solidFill>
                  <a:schemeClr val="tx1"/>
                </a:solidFill>
                <a:latin typeface="Arial" panose="020B0604020202020204" pitchFamily="34" charset="0"/>
                <a:cs typeface="Arial" panose="020B0604020202020204" pitchFamily="34" charset="0"/>
              </a:defRPr>
            </a:lvl2pPr>
            <a:lvl3pPr marL="914400" indent="0">
              <a:buNone/>
              <a:defRPr sz="1400">
                <a:solidFill>
                  <a:schemeClr val="tx1"/>
                </a:solidFill>
                <a:latin typeface="Arial" panose="020B0604020202020204" pitchFamily="34" charset="0"/>
                <a:cs typeface="Arial" panose="020B0604020202020204" pitchFamily="34" charset="0"/>
              </a:defRPr>
            </a:lvl3pPr>
            <a:lvl4pPr marL="1371600" indent="0">
              <a:buNone/>
              <a:defRPr sz="1400">
                <a:solidFill>
                  <a:schemeClr val="tx1"/>
                </a:solidFill>
                <a:latin typeface="Arial" panose="020B0604020202020204" pitchFamily="34" charset="0"/>
                <a:cs typeface="Arial" panose="020B0604020202020204" pitchFamily="34" charset="0"/>
              </a:defRPr>
            </a:lvl4pPr>
            <a:lvl5pPr marL="1828800" indent="0">
              <a:buNone/>
              <a:defRPr sz="1400">
                <a:solidFill>
                  <a:schemeClr val="tx1"/>
                </a:solidFill>
                <a:latin typeface="Arial" panose="020B0604020202020204" pitchFamily="34" charset="0"/>
                <a:cs typeface="Arial" panose="020B0604020202020204" pitchFamily="34" charset="0"/>
              </a:defRPr>
            </a:lvl5pPr>
          </a:lstStyle>
          <a:p>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22789897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Title + 2 Content Boxes">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89A1285D-81C6-8DB7-5FCC-116A1B7ED611}"/>
              </a:ext>
            </a:extLst>
          </p:cNvPr>
          <p:cNvSpPr/>
          <p:nvPr userDrawn="1"/>
        </p:nvSpPr>
        <p:spPr>
          <a:xfrm>
            <a:off x="419100" y="1003933"/>
            <a:ext cx="3811706" cy="3656225"/>
          </a:xfrm>
          <a:prstGeom prst="roundRect">
            <a:avLst>
              <a:gd name="adj" fmla="val 309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400" b="0" i="0">
              <a:solidFill>
                <a:schemeClr val="tx1"/>
              </a:solidFill>
              <a:latin typeface="Arial" panose="020B0604020202020204" pitchFamily="34" charset="0"/>
              <a:ea typeface="Inter Medium" panose="02000503000000020004" pitchFamily="2" charset="0"/>
              <a:cs typeface="Arial" panose="020B0604020202020204" pitchFamily="34" charset="0"/>
            </a:endParaRPr>
          </a:p>
        </p:txBody>
      </p:sp>
      <p:cxnSp>
        <p:nvCxnSpPr>
          <p:cNvPr id="36" name="Straight Connector 35">
            <a:extLst>
              <a:ext uri="{FF2B5EF4-FFF2-40B4-BE49-F238E27FC236}">
                <a16:creationId xmlns:a16="http://schemas.microsoft.com/office/drawing/2014/main" id="{B63DC168-3D4F-DBB1-CC50-BEE341F7D0F6}"/>
              </a:ext>
            </a:extLst>
          </p:cNvPr>
          <p:cNvCxnSpPr>
            <a:cxnSpLocks/>
          </p:cNvCxnSpPr>
          <p:nvPr userDrawn="1"/>
        </p:nvCxnSpPr>
        <p:spPr>
          <a:xfrm>
            <a:off x="639540" y="1479102"/>
            <a:ext cx="3389252"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8" name="Rounded Rectangle 37">
            <a:extLst>
              <a:ext uri="{FF2B5EF4-FFF2-40B4-BE49-F238E27FC236}">
                <a16:creationId xmlns:a16="http://schemas.microsoft.com/office/drawing/2014/main" id="{5A0E2592-A8F0-9D43-1B3B-A592D546D69D}"/>
              </a:ext>
            </a:extLst>
          </p:cNvPr>
          <p:cNvSpPr/>
          <p:nvPr userDrawn="1"/>
        </p:nvSpPr>
        <p:spPr>
          <a:xfrm>
            <a:off x="4495800" y="1003933"/>
            <a:ext cx="3811706" cy="3656225"/>
          </a:xfrm>
          <a:prstGeom prst="roundRect">
            <a:avLst>
              <a:gd name="adj" fmla="val 309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9" name="Straight Connector 38">
            <a:extLst>
              <a:ext uri="{FF2B5EF4-FFF2-40B4-BE49-F238E27FC236}">
                <a16:creationId xmlns:a16="http://schemas.microsoft.com/office/drawing/2014/main" id="{B9E783A4-1348-38F0-7A77-FA95C58112B4}"/>
              </a:ext>
            </a:extLst>
          </p:cNvPr>
          <p:cNvCxnSpPr>
            <a:cxnSpLocks/>
          </p:cNvCxnSpPr>
          <p:nvPr userDrawn="1"/>
        </p:nvCxnSpPr>
        <p:spPr>
          <a:xfrm>
            <a:off x="4689081" y="1479102"/>
            <a:ext cx="337755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8" name="Text Placeholder 47">
            <a:extLst>
              <a:ext uri="{FF2B5EF4-FFF2-40B4-BE49-F238E27FC236}">
                <a16:creationId xmlns:a16="http://schemas.microsoft.com/office/drawing/2014/main" id="{5C8727F7-70CC-4917-D4ED-71897F90C89D}"/>
              </a:ext>
            </a:extLst>
          </p:cNvPr>
          <p:cNvSpPr>
            <a:spLocks noGrp="1"/>
          </p:cNvSpPr>
          <p:nvPr>
            <p:ph type="body" sz="quarter" idx="43" hasCustomPrompt="1"/>
          </p:nvPr>
        </p:nvSpPr>
        <p:spPr>
          <a:xfrm>
            <a:off x="639763" y="1229342"/>
            <a:ext cx="3389029" cy="207495"/>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50" name="Text Placeholder 47">
            <a:extLst>
              <a:ext uri="{FF2B5EF4-FFF2-40B4-BE49-F238E27FC236}">
                <a16:creationId xmlns:a16="http://schemas.microsoft.com/office/drawing/2014/main" id="{59BA32E6-B490-3B32-F228-631ECAD631C6}"/>
              </a:ext>
            </a:extLst>
          </p:cNvPr>
          <p:cNvSpPr>
            <a:spLocks noGrp="1"/>
          </p:cNvSpPr>
          <p:nvPr>
            <p:ph type="body" sz="quarter" idx="45" hasCustomPrompt="1"/>
          </p:nvPr>
        </p:nvSpPr>
        <p:spPr>
          <a:xfrm>
            <a:off x="4690086" y="1229342"/>
            <a:ext cx="3376552" cy="207489"/>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3" name="Freeform 2">
            <a:extLst>
              <a:ext uri="{FF2B5EF4-FFF2-40B4-BE49-F238E27FC236}">
                <a16:creationId xmlns:a16="http://schemas.microsoft.com/office/drawing/2014/main" id="{186CD6C5-62E7-401A-5037-94705952FD58}"/>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6AF42471-0CD7-9CE5-59E2-BF4F35D7190F}"/>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8" name="Text Placeholder 10">
            <a:extLst>
              <a:ext uri="{FF2B5EF4-FFF2-40B4-BE49-F238E27FC236}">
                <a16:creationId xmlns:a16="http://schemas.microsoft.com/office/drawing/2014/main" id="{844F2C10-DF54-CFBA-C8BE-10B380463612}"/>
              </a:ext>
            </a:extLst>
          </p:cNvPr>
          <p:cNvSpPr>
            <a:spLocks noGrp="1"/>
          </p:cNvSpPr>
          <p:nvPr>
            <p:ph type="body" sz="quarter" idx="47" hasCustomPrompt="1"/>
          </p:nvPr>
        </p:nvSpPr>
        <p:spPr>
          <a:xfrm>
            <a:off x="656492" y="1562376"/>
            <a:ext cx="3389253" cy="2894117"/>
          </a:xfrm>
          <a:prstGeom prst="rect">
            <a:avLst/>
          </a:prstGeom>
        </p:spPr>
        <p:txBody>
          <a:bodyPr lIns="0"/>
          <a:lstStyle>
            <a:lvl1pPr marL="0" indent="0">
              <a:buNone/>
              <a:defRPr sz="1400" b="0" i="0">
                <a:solidFill>
                  <a:schemeClr val="tx1"/>
                </a:solidFill>
                <a:latin typeface="Arial" panose="020B0604020202020204" pitchFamily="34" charset="0"/>
                <a:cs typeface="Arial" panose="020B0604020202020204" pitchFamily="34" charset="0"/>
              </a:defRPr>
            </a:lvl1pPr>
            <a:lvl2pPr marL="457200" indent="0">
              <a:buNone/>
              <a:defRPr sz="1400">
                <a:solidFill>
                  <a:schemeClr val="tx1"/>
                </a:solidFill>
                <a:latin typeface="Arial" panose="020B0604020202020204" pitchFamily="34" charset="0"/>
                <a:cs typeface="Arial" panose="020B0604020202020204" pitchFamily="34" charset="0"/>
              </a:defRPr>
            </a:lvl2pPr>
            <a:lvl3pPr marL="914400" indent="0">
              <a:buNone/>
              <a:defRPr sz="1400">
                <a:solidFill>
                  <a:schemeClr val="tx1"/>
                </a:solidFill>
                <a:latin typeface="Arial" panose="020B0604020202020204" pitchFamily="34" charset="0"/>
                <a:cs typeface="Arial" panose="020B0604020202020204" pitchFamily="34" charset="0"/>
              </a:defRPr>
            </a:lvl3pPr>
            <a:lvl4pPr marL="1371600" indent="0">
              <a:buNone/>
              <a:defRPr sz="1400">
                <a:solidFill>
                  <a:schemeClr val="tx1"/>
                </a:solidFill>
                <a:latin typeface="Arial" panose="020B0604020202020204" pitchFamily="34" charset="0"/>
                <a:cs typeface="Arial" panose="020B0604020202020204" pitchFamily="34" charset="0"/>
              </a:defRPr>
            </a:lvl4pPr>
            <a:lvl5pPr marL="1828800" indent="0">
              <a:buNone/>
              <a:defRPr sz="1400">
                <a:solidFill>
                  <a:schemeClr val="tx1"/>
                </a:solidFill>
                <a:latin typeface="Arial" panose="020B0604020202020204" pitchFamily="34" charset="0"/>
                <a:cs typeface="Arial" panose="020B0604020202020204" pitchFamily="34" charset="0"/>
              </a:defRPr>
            </a:lvl5pPr>
          </a:lstStyle>
          <a:p>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10" name="Text Placeholder 10">
            <a:extLst>
              <a:ext uri="{FF2B5EF4-FFF2-40B4-BE49-F238E27FC236}">
                <a16:creationId xmlns:a16="http://schemas.microsoft.com/office/drawing/2014/main" id="{9E5AAB9F-F789-F4AE-CF65-30D5C055EB43}"/>
              </a:ext>
            </a:extLst>
          </p:cNvPr>
          <p:cNvSpPr>
            <a:spLocks noGrp="1"/>
          </p:cNvSpPr>
          <p:nvPr>
            <p:ph type="body" sz="quarter" idx="48" hasCustomPrompt="1"/>
          </p:nvPr>
        </p:nvSpPr>
        <p:spPr>
          <a:xfrm>
            <a:off x="4707026" y="1562376"/>
            <a:ext cx="3389253" cy="2894117"/>
          </a:xfrm>
          <a:prstGeom prst="rect">
            <a:avLst/>
          </a:prstGeom>
        </p:spPr>
        <p:txBody>
          <a:bodyPr lIns="0"/>
          <a:lstStyle>
            <a:lvl1pPr marL="0" indent="0">
              <a:buNone/>
              <a:defRPr sz="1400" b="0" i="0">
                <a:solidFill>
                  <a:schemeClr val="tx1"/>
                </a:solidFill>
                <a:latin typeface="Arial" panose="020B0604020202020204" pitchFamily="34" charset="0"/>
                <a:cs typeface="Arial" panose="020B0604020202020204" pitchFamily="34" charset="0"/>
              </a:defRPr>
            </a:lvl1pPr>
            <a:lvl2pPr marL="457200" indent="0">
              <a:buNone/>
              <a:defRPr sz="1400">
                <a:solidFill>
                  <a:schemeClr val="tx1"/>
                </a:solidFill>
                <a:latin typeface="Arial" panose="020B0604020202020204" pitchFamily="34" charset="0"/>
                <a:cs typeface="Arial" panose="020B0604020202020204" pitchFamily="34" charset="0"/>
              </a:defRPr>
            </a:lvl2pPr>
            <a:lvl3pPr marL="914400" indent="0">
              <a:buNone/>
              <a:defRPr sz="1400">
                <a:solidFill>
                  <a:schemeClr val="tx1"/>
                </a:solidFill>
                <a:latin typeface="Arial" panose="020B0604020202020204" pitchFamily="34" charset="0"/>
                <a:cs typeface="Arial" panose="020B0604020202020204" pitchFamily="34" charset="0"/>
              </a:defRPr>
            </a:lvl3pPr>
            <a:lvl4pPr marL="1371600" indent="0">
              <a:buNone/>
              <a:defRPr sz="1400">
                <a:solidFill>
                  <a:schemeClr val="tx1"/>
                </a:solidFill>
                <a:latin typeface="Arial" panose="020B0604020202020204" pitchFamily="34" charset="0"/>
                <a:cs typeface="Arial" panose="020B0604020202020204" pitchFamily="34" charset="0"/>
              </a:defRPr>
            </a:lvl4pPr>
            <a:lvl5pPr marL="1828800" indent="0">
              <a:buNone/>
              <a:defRPr sz="1400">
                <a:solidFill>
                  <a:schemeClr val="tx1"/>
                </a:solidFill>
                <a:latin typeface="Arial" panose="020B0604020202020204" pitchFamily="34" charset="0"/>
                <a:cs typeface="Arial" panose="020B0604020202020204" pitchFamily="34" charset="0"/>
              </a:defRPr>
            </a:lvl5pPr>
          </a:lstStyle>
          <a:p>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4092067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2 Content Boxes Small + Icons">
    <p:spTree>
      <p:nvGrpSpPr>
        <p:cNvPr id="1" name=""/>
        <p:cNvGrpSpPr/>
        <p:nvPr/>
      </p:nvGrpSpPr>
      <p:grpSpPr>
        <a:xfrm>
          <a:off x="0" y="0"/>
          <a:ext cx="0" cy="0"/>
          <a:chOff x="0" y="0"/>
          <a:chExt cx="0" cy="0"/>
        </a:xfrm>
      </p:grpSpPr>
      <p:sp>
        <p:nvSpPr>
          <p:cNvPr id="5" name="Rounded Rectangle 4">
            <a:extLst>
              <a:ext uri="{FF2B5EF4-FFF2-40B4-BE49-F238E27FC236}">
                <a16:creationId xmlns:a16="http://schemas.microsoft.com/office/drawing/2014/main" id="{599F3567-D2C1-179C-B324-04E95AC6B71A}"/>
              </a:ext>
            </a:extLst>
          </p:cNvPr>
          <p:cNvSpPr/>
          <p:nvPr userDrawn="1"/>
        </p:nvSpPr>
        <p:spPr>
          <a:xfrm>
            <a:off x="4648202" y="834850"/>
            <a:ext cx="1869831" cy="3656225"/>
          </a:xfrm>
          <a:prstGeom prst="roundRect">
            <a:avLst>
              <a:gd name="adj" fmla="val 546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0" name="Text Placeholder 9">
            <a:extLst>
              <a:ext uri="{FF2B5EF4-FFF2-40B4-BE49-F238E27FC236}">
                <a16:creationId xmlns:a16="http://schemas.microsoft.com/office/drawing/2014/main" id="{F00037E9-5075-2CE5-54C6-8E23AADADF4D}"/>
              </a:ext>
            </a:extLst>
          </p:cNvPr>
          <p:cNvSpPr>
            <a:spLocks noGrp="1"/>
          </p:cNvSpPr>
          <p:nvPr>
            <p:ph type="body" sz="quarter" idx="47" hasCustomPrompt="1"/>
          </p:nvPr>
        </p:nvSpPr>
        <p:spPr>
          <a:xfrm>
            <a:off x="4819053" y="2092793"/>
            <a:ext cx="1520832" cy="2343150"/>
          </a:xfrm>
          <a:prstGeom prst="rect">
            <a:avLst/>
          </a:prstGeom>
        </p:spPr>
        <p:txBody>
          <a:bodyPr lIns="0"/>
          <a:lstStyle>
            <a:lvl1pPr marL="0" indent="0">
              <a:buNone/>
              <a:defRPr sz="1200" b="0" i="0">
                <a:solidFill>
                  <a:schemeClr val="tx2"/>
                </a:solidFill>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2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21" name="Rounded Rectangle 20">
            <a:extLst>
              <a:ext uri="{FF2B5EF4-FFF2-40B4-BE49-F238E27FC236}">
                <a16:creationId xmlns:a16="http://schemas.microsoft.com/office/drawing/2014/main" id="{6CDDE0F8-2684-1A17-8114-95EB2EFE0ACE}"/>
              </a:ext>
            </a:extLst>
          </p:cNvPr>
          <p:cNvSpPr/>
          <p:nvPr userDrawn="1"/>
        </p:nvSpPr>
        <p:spPr>
          <a:xfrm>
            <a:off x="6703245" y="834850"/>
            <a:ext cx="1869831" cy="3656225"/>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3" name="Content Placeholder 2">
            <a:extLst>
              <a:ext uri="{FF2B5EF4-FFF2-40B4-BE49-F238E27FC236}">
                <a16:creationId xmlns:a16="http://schemas.microsoft.com/office/drawing/2014/main" id="{E1F48025-96AA-6A24-61CC-07B099A17B04}"/>
              </a:ext>
            </a:extLst>
          </p:cNvPr>
          <p:cNvSpPr>
            <a:spLocks noGrp="1"/>
          </p:cNvSpPr>
          <p:nvPr>
            <p:ph idx="14" hasCustomPrompt="1"/>
          </p:nvPr>
        </p:nvSpPr>
        <p:spPr>
          <a:xfrm>
            <a:off x="406814" y="834850"/>
            <a:ext cx="4088985"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cxnSp>
        <p:nvCxnSpPr>
          <p:cNvPr id="14" name="Straight Connector 13">
            <a:extLst>
              <a:ext uri="{FF2B5EF4-FFF2-40B4-BE49-F238E27FC236}">
                <a16:creationId xmlns:a16="http://schemas.microsoft.com/office/drawing/2014/main" id="{B901800F-DA31-8BC8-272B-745B1F18EDA4}"/>
              </a:ext>
            </a:extLst>
          </p:cNvPr>
          <p:cNvCxnSpPr>
            <a:cxnSpLocks/>
          </p:cNvCxnSpPr>
          <p:nvPr userDrawn="1"/>
        </p:nvCxnSpPr>
        <p:spPr>
          <a:xfrm>
            <a:off x="4823407" y="1998221"/>
            <a:ext cx="1520832"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 name="Picture Placeholder 112">
            <a:extLst>
              <a:ext uri="{FF2B5EF4-FFF2-40B4-BE49-F238E27FC236}">
                <a16:creationId xmlns:a16="http://schemas.microsoft.com/office/drawing/2014/main" id="{3AD6C9D3-5703-B713-0F1F-CA4810CA1AC1}"/>
              </a:ext>
            </a:extLst>
          </p:cNvPr>
          <p:cNvSpPr>
            <a:spLocks noGrp="1"/>
          </p:cNvSpPr>
          <p:nvPr>
            <p:ph type="pic" sz="quarter" idx="37" hasCustomPrompt="1"/>
          </p:nvPr>
        </p:nvSpPr>
        <p:spPr>
          <a:xfrm>
            <a:off x="4823406" y="999833"/>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6" name="Text Placeholder 47">
            <a:extLst>
              <a:ext uri="{FF2B5EF4-FFF2-40B4-BE49-F238E27FC236}">
                <a16:creationId xmlns:a16="http://schemas.microsoft.com/office/drawing/2014/main" id="{D78F0D9A-E6BD-03B4-9F3A-6B1C197A1A58}"/>
              </a:ext>
            </a:extLst>
          </p:cNvPr>
          <p:cNvSpPr>
            <a:spLocks noGrp="1"/>
          </p:cNvSpPr>
          <p:nvPr>
            <p:ph type="body" sz="quarter" idx="43" hasCustomPrompt="1"/>
          </p:nvPr>
        </p:nvSpPr>
        <p:spPr>
          <a:xfrm>
            <a:off x="4823630" y="1546011"/>
            <a:ext cx="1516255"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Content goes here like this</a:t>
            </a:r>
          </a:p>
        </p:txBody>
      </p:sp>
      <p:cxnSp>
        <p:nvCxnSpPr>
          <p:cNvPr id="22" name="Straight Connector 21">
            <a:extLst>
              <a:ext uri="{FF2B5EF4-FFF2-40B4-BE49-F238E27FC236}">
                <a16:creationId xmlns:a16="http://schemas.microsoft.com/office/drawing/2014/main" id="{D29707CE-C247-3F32-C9B3-85D2D1D9B526}"/>
              </a:ext>
            </a:extLst>
          </p:cNvPr>
          <p:cNvCxnSpPr>
            <a:cxnSpLocks/>
          </p:cNvCxnSpPr>
          <p:nvPr userDrawn="1"/>
        </p:nvCxnSpPr>
        <p:spPr>
          <a:xfrm>
            <a:off x="6878450" y="1998221"/>
            <a:ext cx="1520832"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 name="Picture Placeholder 112">
            <a:extLst>
              <a:ext uri="{FF2B5EF4-FFF2-40B4-BE49-F238E27FC236}">
                <a16:creationId xmlns:a16="http://schemas.microsoft.com/office/drawing/2014/main" id="{0E6CA77E-AF95-449F-E81D-216990823B42}"/>
              </a:ext>
            </a:extLst>
          </p:cNvPr>
          <p:cNvSpPr>
            <a:spLocks noGrp="1"/>
          </p:cNvSpPr>
          <p:nvPr>
            <p:ph type="pic" sz="quarter" idx="45" hasCustomPrompt="1"/>
          </p:nvPr>
        </p:nvSpPr>
        <p:spPr>
          <a:xfrm>
            <a:off x="6878449" y="999833"/>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24" name="Text Placeholder 47">
            <a:extLst>
              <a:ext uri="{FF2B5EF4-FFF2-40B4-BE49-F238E27FC236}">
                <a16:creationId xmlns:a16="http://schemas.microsoft.com/office/drawing/2014/main" id="{A1C35894-4964-EBC5-ED5D-B86E137638BA}"/>
              </a:ext>
            </a:extLst>
          </p:cNvPr>
          <p:cNvSpPr>
            <a:spLocks noGrp="1"/>
          </p:cNvSpPr>
          <p:nvPr>
            <p:ph type="body" sz="quarter" idx="46" hasCustomPrompt="1"/>
          </p:nvPr>
        </p:nvSpPr>
        <p:spPr>
          <a:xfrm>
            <a:off x="6878673" y="1546011"/>
            <a:ext cx="1520609"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Content goes here like this</a:t>
            </a:r>
          </a:p>
        </p:txBody>
      </p:sp>
      <p:sp>
        <p:nvSpPr>
          <p:cNvPr id="11" name="Text Placeholder 9">
            <a:extLst>
              <a:ext uri="{FF2B5EF4-FFF2-40B4-BE49-F238E27FC236}">
                <a16:creationId xmlns:a16="http://schemas.microsoft.com/office/drawing/2014/main" id="{53AB7FC0-BFFA-C717-31C0-D616C4C2B290}"/>
              </a:ext>
            </a:extLst>
          </p:cNvPr>
          <p:cNvSpPr>
            <a:spLocks noGrp="1"/>
          </p:cNvSpPr>
          <p:nvPr>
            <p:ph type="body" sz="quarter" idx="48" hasCustomPrompt="1"/>
          </p:nvPr>
        </p:nvSpPr>
        <p:spPr>
          <a:xfrm>
            <a:off x="6878450" y="2092793"/>
            <a:ext cx="1520832" cy="2343150"/>
          </a:xfrm>
          <a:prstGeom prst="rect">
            <a:avLst/>
          </a:prstGeom>
        </p:spPr>
        <p:txBody>
          <a:bodyPr lIns="0"/>
          <a:lstStyle>
            <a:lvl1pPr marL="0" indent="0">
              <a:buNone/>
              <a:defRPr sz="1200" b="0" i="0">
                <a:solidFill>
                  <a:schemeClr val="tx2"/>
                </a:solidFill>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2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21352425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Title + Content + 2 Callouts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3" name="Content Placeholder 2">
            <a:extLst>
              <a:ext uri="{FF2B5EF4-FFF2-40B4-BE49-F238E27FC236}">
                <a16:creationId xmlns:a16="http://schemas.microsoft.com/office/drawing/2014/main" id="{E1F48025-96AA-6A24-61CC-07B099A17B04}"/>
              </a:ext>
            </a:extLst>
          </p:cNvPr>
          <p:cNvSpPr>
            <a:spLocks noGrp="1"/>
          </p:cNvSpPr>
          <p:nvPr>
            <p:ph idx="14" hasCustomPrompt="1"/>
          </p:nvPr>
        </p:nvSpPr>
        <p:spPr>
          <a:xfrm>
            <a:off x="406814" y="834850"/>
            <a:ext cx="4088985" cy="3984800"/>
          </a:xfrm>
          <a:prstGeom prst="rect">
            <a:avLst/>
          </a:prstGeom>
        </p:spPr>
        <p:txBody>
          <a:bodyPr lIns="0" rIns="0"/>
          <a:lstStyle>
            <a:lvl1pPr marL="171450" indent="-171450">
              <a:spcBef>
                <a:spcPts val="0"/>
              </a:spcBef>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marL="0" indent="0">
              <a:spcBef>
                <a:spcPts val="0"/>
              </a:spcBef>
              <a:spcAft>
                <a:spcPts val="600"/>
              </a:spcAft>
              <a:buNone/>
            </a:pPr>
            <a:r>
              <a:rPr lang="en-US"/>
              <a:t>Content goes here like this and can be multiple lines long Content goes here like this and can be multiple lines long Content goes here like this and can be multiple lines long</a:t>
            </a:r>
          </a:p>
          <a:p>
            <a:pPr marL="0" indent="0">
              <a:spcBef>
                <a:spcPts val="0"/>
              </a:spcBef>
              <a:spcAft>
                <a:spcPts val="600"/>
              </a:spcAft>
              <a:buNone/>
            </a:pPr>
            <a:endParaRPr lang="en-US"/>
          </a:p>
          <a:p>
            <a:pPr>
              <a:spcBef>
                <a:spcPts val="0"/>
              </a:spcBef>
              <a:spcAft>
                <a:spcPts val="600"/>
              </a:spcAft>
            </a:pPr>
            <a:r>
              <a:rPr lang="en-US"/>
              <a:t>Content goes here like this and can be multiple lines long</a:t>
            </a:r>
          </a:p>
          <a:p>
            <a:pPr>
              <a:spcBef>
                <a:spcPts val="0"/>
              </a:spcBef>
              <a:spcAft>
                <a:spcPts val="600"/>
              </a:spcAft>
            </a:pPr>
            <a:r>
              <a:rPr lang="en-US"/>
              <a:t>Content goes here like this and can be multiple lines long</a:t>
            </a:r>
          </a:p>
          <a:p>
            <a:pPr lvl="0"/>
            <a:r>
              <a:rPr lang="en-US"/>
              <a:t>Content goes here like this and can be multiple lines </a:t>
            </a:r>
            <a:r>
              <a:rPr lang="en-US" err="1"/>
              <a:t>longClick</a:t>
            </a:r>
            <a:r>
              <a:rPr lang="en-US"/>
              <a:t> to edit master text styles</a:t>
            </a:r>
          </a:p>
          <a:p>
            <a:pPr lvl="0"/>
            <a:endParaRPr lang="en-US"/>
          </a:p>
        </p:txBody>
      </p:sp>
      <p:sp>
        <p:nvSpPr>
          <p:cNvPr id="2" name="Rounded Rectangle 1">
            <a:extLst>
              <a:ext uri="{FF2B5EF4-FFF2-40B4-BE49-F238E27FC236}">
                <a16:creationId xmlns:a16="http://schemas.microsoft.com/office/drawing/2014/main" id="{EB19954C-EE86-A796-E7BF-5ABA379EEF47}"/>
              </a:ext>
            </a:extLst>
          </p:cNvPr>
          <p:cNvSpPr/>
          <p:nvPr userDrawn="1"/>
        </p:nvSpPr>
        <p:spPr>
          <a:xfrm>
            <a:off x="5202118" y="2827250"/>
            <a:ext cx="3370383" cy="1736900"/>
          </a:xfrm>
          <a:prstGeom prst="roundRect">
            <a:avLst>
              <a:gd name="adj" fmla="val 566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Rounded Rectangle 3">
            <a:extLst>
              <a:ext uri="{FF2B5EF4-FFF2-40B4-BE49-F238E27FC236}">
                <a16:creationId xmlns:a16="http://schemas.microsoft.com/office/drawing/2014/main" id="{E6B94025-FC03-7905-D4CA-40CBC3FBF950}"/>
              </a:ext>
            </a:extLst>
          </p:cNvPr>
          <p:cNvSpPr/>
          <p:nvPr userDrawn="1"/>
        </p:nvSpPr>
        <p:spPr>
          <a:xfrm>
            <a:off x="4829908" y="834851"/>
            <a:ext cx="3370383" cy="1736900"/>
          </a:xfrm>
          <a:prstGeom prst="roundRect">
            <a:avLst>
              <a:gd name="adj" fmla="val 566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 name="Freeform 6">
            <a:extLst>
              <a:ext uri="{FF2B5EF4-FFF2-40B4-BE49-F238E27FC236}">
                <a16:creationId xmlns:a16="http://schemas.microsoft.com/office/drawing/2014/main" id="{95CB0596-DA27-B581-A1EB-4FFC53A7BB73}"/>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8" name="Picture 7">
            <a:extLst>
              <a:ext uri="{FF2B5EF4-FFF2-40B4-BE49-F238E27FC236}">
                <a16:creationId xmlns:a16="http://schemas.microsoft.com/office/drawing/2014/main" id="{6EF92C0A-FAB9-49A8-1437-DCBA5D28D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13985347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Title + Content + 2 Callouts">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2CDE6B1-58DC-0756-D705-D703E4864CD8}"/>
              </a:ext>
            </a:extLst>
          </p:cNvPr>
          <p:cNvSpPr/>
          <p:nvPr userDrawn="1"/>
        </p:nvSpPr>
        <p:spPr>
          <a:xfrm>
            <a:off x="0" y="0"/>
            <a:ext cx="65151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5878005"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3" name="Content Placeholder 2">
            <a:extLst>
              <a:ext uri="{FF2B5EF4-FFF2-40B4-BE49-F238E27FC236}">
                <a16:creationId xmlns:a16="http://schemas.microsoft.com/office/drawing/2014/main" id="{E1F48025-96AA-6A24-61CC-07B099A17B04}"/>
              </a:ext>
            </a:extLst>
          </p:cNvPr>
          <p:cNvSpPr>
            <a:spLocks noGrp="1"/>
          </p:cNvSpPr>
          <p:nvPr>
            <p:ph idx="14" hasCustomPrompt="1"/>
          </p:nvPr>
        </p:nvSpPr>
        <p:spPr>
          <a:xfrm>
            <a:off x="406814" y="834850"/>
            <a:ext cx="4088985" cy="3984800"/>
          </a:xfrm>
          <a:prstGeom prst="rect">
            <a:avLst/>
          </a:prstGeom>
        </p:spPr>
        <p:txBody>
          <a:bodyPr lIns="0" rIns="0"/>
          <a:lstStyle>
            <a:lvl1pPr marL="174625" indent="-174625">
              <a:buClrTx/>
              <a:buFont typeface="Arial" panose="020B0604020202020204" pitchFamily="34" charset="0"/>
              <a:buChar char="•"/>
              <a:tabLst/>
              <a:defRPr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marL="0" indent="0">
              <a:spcBef>
                <a:spcPts val="0"/>
              </a:spcBef>
              <a:spcAft>
                <a:spcPts val="600"/>
              </a:spcAft>
              <a:buNone/>
            </a:pPr>
            <a:r>
              <a:rPr lang="en-US"/>
              <a:t>Content goes here like this and can be multiple lines long Content goes here like this and can be multiple lines long Content goes here like this and can be multiple lines long</a:t>
            </a:r>
          </a:p>
          <a:p>
            <a:pPr marL="0" indent="0">
              <a:spcBef>
                <a:spcPts val="0"/>
              </a:spcBef>
              <a:spcAft>
                <a:spcPts val="600"/>
              </a:spcAft>
              <a:buNone/>
            </a:pPr>
            <a:endParaRPr lang="en-US"/>
          </a:p>
          <a:p>
            <a:pPr>
              <a:spcBef>
                <a:spcPts val="0"/>
              </a:spcBef>
              <a:spcAft>
                <a:spcPts val="600"/>
              </a:spcAft>
            </a:pPr>
            <a:r>
              <a:rPr lang="en-US"/>
              <a:t>Content goes here like this and can be multiple lines long</a:t>
            </a:r>
          </a:p>
          <a:p>
            <a:pPr>
              <a:spcBef>
                <a:spcPts val="0"/>
              </a:spcBef>
              <a:spcAft>
                <a:spcPts val="600"/>
              </a:spcAft>
            </a:pPr>
            <a:r>
              <a:rPr lang="en-US"/>
              <a:t>Content goes here like this and can be multiple lines long</a:t>
            </a:r>
          </a:p>
          <a:p>
            <a:pPr>
              <a:spcBef>
                <a:spcPts val="0"/>
              </a:spcBef>
              <a:spcAft>
                <a:spcPts val="600"/>
              </a:spcAft>
            </a:pPr>
            <a:r>
              <a:rPr lang="en-US"/>
              <a:t>Content goes here like this and can be multiple lines long</a:t>
            </a:r>
          </a:p>
        </p:txBody>
      </p:sp>
      <p:sp>
        <p:nvSpPr>
          <p:cNvPr id="5" name="Rounded Rectangle 4">
            <a:extLst>
              <a:ext uri="{FF2B5EF4-FFF2-40B4-BE49-F238E27FC236}">
                <a16:creationId xmlns:a16="http://schemas.microsoft.com/office/drawing/2014/main" id="{27A98A44-1DBB-BC89-2192-83F2535A7FC9}"/>
              </a:ext>
            </a:extLst>
          </p:cNvPr>
          <p:cNvSpPr/>
          <p:nvPr userDrawn="1"/>
        </p:nvSpPr>
        <p:spPr>
          <a:xfrm>
            <a:off x="5202117" y="2827250"/>
            <a:ext cx="3370383" cy="1736900"/>
          </a:xfrm>
          <a:prstGeom prst="roundRect">
            <a:avLst>
              <a:gd name="adj" fmla="val 5663"/>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 name="Rounded Rectangle 5">
            <a:extLst>
              <a:ext uri="{FF2B5EF4-FFF2-40B4-BE49-F238E27FC236}">
                <a16:creationId xmlns:a16="http://schemas.microsoft.com/office/drawing/2014/main" id="{24CF3FB0-DAE8-F216-CF32-9CED9D437181}"/>
              </a:ext>
            </a:extLst>
          </p:cNvPr>
          <p:cNvSpPr/>
          <p:nvPr userDrawn="1"/>
        </p:nvSpPr>
        <p:spPr>
          <a:xfrm>
            <a:off x="4829908" y="834851"/>
            <a:ext cx="3370383" cy="1736900"/>
          </a:xfrm>
          <a:prstGeom prst="roundRect">
            <a:avLst>
              <a:gd name="adj" fmla="val 5663"/>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8" name="Freeform 7">
            <a:extLst>
              <a:ext uri="{FF2B5EF4-FFF2-40B4-BE49-F238E27FC236}">
                <a16:creationId xmlns:a16="http://schemas.microsoft.com/office/drawing/2014/main" id="{2037E194-E355-1C91-67FA-E35F6D0C082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0" name="Picture 9">
            <a:extLst>
              <a:ext uri="{FF2B5EF4-FFF2-40B4-BE49-F238E27FC236}">
                <a16:creationId xmlns:a16="http://schemas.microsoft.com/office/drawing/2014/main" id="{06BD058D-9722-D455-1F3D-A9B154B8CF7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935521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6_Two content">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2CDE6B1-58DC-0756-D705-D703E4864CD8}"/>
              </a:ext>
            </a:extLst>
          </p:cNvPr>
          <p:cNvSpPr/>
          <p:nvPr userDrawn="1"/>
        </p:nvSpPr>
        <p:spPr>
          <a:xfrm>
            <a:off x="0" y="0"/>
            <a:ext cx="65151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 name="Rounded Rectangle 4">
            <a:extLst>
              <a:ext uri="{FF2B5EF4-FFF2-40B4-BE49-F238E27FC236}">
                <a16:creationId xmlns:a16="http://schemas.microsoft.com/office/drawing/2014/main" id="{565FE909-3A35-C000-6280-67B30573FBB6}"/>
              </a:ext>
            </a:extLst>
          </p:cNvPr>
          <p:cNvSpPr/>
          <p:nvPr userDrawn="1"/>
        </p:nvSpPr>
        <p:spPr>
          <a:xfrm>
            <a:off x="5867400" y="834850"/>
            <a:ext cx="2705100" cy="3473799"/>
          </a:xfrm>
          <a:prstGeom prst="roundRect">
            <a:avLst>
              <a:gd name="adj" fmla="val 394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1" name="Text Placeholder 10">
            <a:extLst>
              <a:ext uri="{FF2B5EF4-FFF2-40B4-BE49-F238E27FC236}">
                <a16:creationId xmlns:a16="http://schemas.microsoft.com/office/drawing/2014/main" id="{C89227AD-36FD-5971-3DFE-26E26A99C46D}"/>
              </a:ext>
            </a:extLst>
          </p:cNvPr>
          <p:cNvSpPr>
            <a:spLocks noGrp="1"/>
          </p:cNvSpPr>
          <p:nvPr>
            <p:ph type="body" sz="quarter" idx="16" hasCustomPrompt="1"/>
          </p:nvPr>
        </p:nvSpPr>
        <p:spPr>
          <a:xfrm>
            <a:off x="6099693" y="3167253"/>
            <a:ext cx="2255579" cy="817563"/>
          </a:xfrm>
          <a:prstGeom prst="rect">
            <a:avLst/>
          </a:prstGeom>
        </p:spPr>
        <p:txBody>
          <a:bodyPr lIns="0" rIns="0"/>
          <a:lstStyle>
            <a:lvl1pPr marL="0" indent="0">
              <a:buNone/>
              <a:defRPr b="0" i="0">
                <a:solidFill>
                  <a:schemeClr val="tx1"/>
                </a:solidFill>
                <a:latin typeface="Arial" panose="020B0604020202020204" pitchFamily="34" charset="0"/>
                <a:cs typeface="Arial" panose="020B0604020202020204" pitchFamily="34" charset="0"/>
              </a:defRPr>
            </a:lvl1pPr>
            <a:lvl2pPr marL="457200" indent="0">
              <a:buNone/>
              <a:defRPr>
                <a:solidFill>
                  <a:schemeClr val="tx1"/>
                </a:solidFill>
                <a:latin typeface="Arial" panose="020B0604020202020204" pitchFamily="34" charset="0"/>
                <a:cs typeface="Arial" panose="020B0604020202020204" pitchFamily="34" charset="0"/>
              </a:defRPr>
            </a:lvl2pPr>
            <a:lvl3pPr marL="914400" indent="0">
              <a:buNone/>
              <a:defRPr>
                <a:solidFill>
                  <a:schemeClr val="tx1"/>
                </a:solidFill>
                <a:latin typeface="Arial" panose="020B0604020202020204" pitchFamily="34" charset="0"/>
                <a:cs typeface="Arial" panose="020B0604020202020204" pitchFamily="34" charset="0"/>
              </a:defRPr>
            </a:lvl3pPr>
            <a:lvl4pPr marL="1371600" indent="0">
              <a:buNone/>
              <a:defRPr>
                <a:solidFill>
                  <a:schemeClr val="tx1"/>
                </a:solidFill>
                <a:latin typeface="Arial" panose="020B0604020202020204" pitchFamily="34" charset="0"/>
                <a:cs typeface="Arial" panose="020B0604020202020204" pitchFamily="34" charset="0"/>
              </a:defRPr>
            </a:lvl4pPr>
            <a:lvl5pPr marL="1828800" indent="0">
              <a:buNone/>
              <a:defRPr>
                <a:solidFill>
                  <a:schemeClr val="tx1"/>
                </a:solidFill>
                <a:latin typeface="Arial" panose="020B0604020202020204" pitchFamily="34" charset="0"/>
                <a:cs typeface="Arial" panose="020B0604020202020204" pitchFamily="34" charset="0"/>
              </a:defRPr>
            </a:lvl5pPr>
          </a:lstStyle>
          <a:p>
            <a:pPr algn="ctr"/>
            <a:r>
              <a:rPr lang="en-US" sz="1600">
                <a:solidFill>
                  <a:schemeClr val="bg1"/>
                </a:solidFill>
                <a:latin typeface="Arial" panose="020B0604020202020204" pitchFamily="34" charset="0"/>
                <a:ea typeface="Inter Light" panose="02000503000000020004" pitchFamily="2" charset="0"/>
                <a:cs typeface="Arial" panose="020B0604020202020204" pitchFamily="34" charset="0"/>
              </a:rPr>
              <a:t>Explanation of stat goes here and can be a few lines long</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5878005"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D2FC49B2-82A5-9522-A638-D1BF0E83C219}"/>
              </a:ext>
            </a:extLst>
          </p:cNvPr>
          <p:cNvSpPr>
            <a:spLocks noGrp="1"/>
          </p:cNvSpPr>
          <p:nvPr>
            <p:ph idx="14" hasCustomPrompt="1"/>
          </p:nvPr>
        </p:nvSpPr>
        <p:spPr>
          <a:xfrm>
            <a:off x="406814" y="834850"/>
            <a:ext cx="5020513" cy="3984800"/>
          </a:xfrm>
          <a:prstGeom prst="rect">
            <a:avLst/>
          </a:prstGeom>
        </p:spPr>
        <p:txBody>
          <a:bodyPr lIns="0" rIns="0"/>
          <a:lstStyle>
            <a:lvl1pPr marL="285750" indent="-285750">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6" name="Chart Placeholder 14">
            <a:extLst>
              <a:ext uri="{FF2B5EF4-FFF2-40B4-BE49-F238E27FC236}">
                <a16:creationId xmlns:a16="http://schemas.microsoft.com/office/drawing/2014/main" id="{41F5AF4F-913D-397E-60F9-712262AD3612}"/>
              </a:ext>
            </a:extLst>
          </p:cNvPr>
          <p:cNvSpPr>
            <a:spLocks noGrp="1"/>
          </p:cNvSpPr>
          <p:nvPr>
            <p:ph type="chart" sz="quarter" idx="15"/>
          </p:nvPr>
        </p:nvSpPr>
        <p:spPr>
          <a:xfrm>
            <a:off x="6099434" y="1245469"/>
            <a:ext cx="2255838" cy="1751013"/>
          </a:xfrm>
          <a:prstGeom prst="rect">
            <a:avLst/>
          </a:prstGeom>
        </p:spPr>
        <p:txBody>
          <a:bodyPr/>
          <a:lstStyle>
            <a:lvl1pPr marL="0" indent="0">
              <a:buNone/>
              <a:defRPr b="1" i="0">
                <a:solidFill>
                  <a:schemeClr val="bg1"/>
                </a:solidFill>
                <a:latin typeface="Arial" panose="020B0604020202020204" pitchFamily="34" charset="0"/>
              </a:defRPr>
            </a:lvl1pPr>
          </a:lstStyle>
          <a:p>
            <a:endParaRPr lang="en-US"/>
          </a:p>
        </p:txBody>
      </p:sp>
      <p:sp>
        <p:nvSpPr>
          <p:cNvPr id="4" name="Freeform 3">
            <a:extLst>
              <a:ext uri="{FF2B5EF4-FFF2-40B4-BE49-F238E27FC236}">
                <a16:creationId xmlns:a16="http://schemas.microsoft.com/office/drawing/2014/main" id="{A9FF3EF5-2524-8A6E-36C7-35490108D9B0}"/>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 name="Picture 5">
            <a:extLst>
              <a:ext uri="{FF2B5EF4-FFF2-40B4-BE49-F238E27FC236}">
                <a16:creationId xmlns:a16="http://schemas.microsoft.com/office/drawing/2014/main" id="{E482AADE-A53B-F6FD-EF4F-4A7E2DB7184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8756358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Title + 3 Content Boxes + Icons">
    <p:bg>
      <p:bgPr>
        <a:solidFill>
          <a:schemeClr val="bg1"/>
        </a:solidFill>
        <a:effectLst/>
      </p:bgPr>
    </p:bg>
    <p:spTree>
      <p:nvGrpSpPr>
        <p:cNvPr id="1" name=""/>
        <p:cNvGrpSpPr/>
        <p:nvPr/>
      </p:nvGrpSpPr>
      <p:grpSpPr>
        <a:xfrm>
          <a:off x="0" y="0"/>
          <a:ext cx="0" cy="0"/>
          <a:chOff x="0" y="0"/>
          <a:chExt cx="0" cy="0"/>
        </a:xfrm>
      </p:grpSpPr>
      <p:sp>
        <p:nvSpPr>
          <p:cNvPr id="21" name="Rounded Rectangle 20">
            <a:extLst>
              <a:ext uri="{FF2B5EF4-FFF2-40B4-BE49-F238E27FC236}">
                <a16:creationId xmlns:a16="http://schemas.microsoft.com/office/drawing/2014/main" id="{1A5D0528-5EAA-9278-830F-CBE8396139C1}"/>
              </a:ext>
            </a:extLst>
          </p:cNvPr>
          <p:cNvSpPr/>
          <p:nvPr userDrawn="1"/>
        </p:nvSpPr>
        <p:spPr>
          <a:xfrm>
            <a:off x="417769" y="1015089"/>
            <a:ext cx="2536751" cy="3656225"/>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 name="Text Placeholder 5">
            <a:extLst>
              <a:ext uri="{FF2B5EF4-FFF2-40B4-BE49-F238E27FC236}">
                <a16:creationId xmlns:a16="http://schemas.microsoft.com/office/drawing/2014/main" id="{35D0C338-BF06-3E87-E85F-29C44CFE30F1}"/>
              </a:ext>
            </a:extLst>
          </p:cNvPr>
          <p:cNvSpPr>
            <a:spLocks noGrp="1"/>
          </p:cNvSpPr>
          <p:nvPr>
            <p:ph type="body" sz="quarter" idx="55" hasCustomPrompt="1"/>
          </p:nvPr>
        </p:nvSpPr>
        <p:spPr>
          <a:xfrm>
            <a:off x="592392" y="2278078"/>
            <a:ext cx="2213600" cy="2201863"/>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2" name="Straight Connector 21">
            <a:extLst>
              <a:ext uri="{FF2B5EF4-FFF2-40B4-BE49-F238E27FC236}">
                <a16:creationId xmlns:a16="http://schemas.microsoft.com/office/drawing/2014/main" id="{51DEB308-A73B-9A58-A1AA-FB487AE064D7}"/>
              </a:ext>
            </a:extLst>
          </p:cNvPr>
          <p:cNvCxnSpPr>
            <a:cxnSpLocks/>
          </p:cNvCxnSpPr>
          <p:nvPr userDrawn="1"/>
        </p:nvCxnSpPr>
        <p:spPr>
          <a:xfrm>
            <a:off x="592974" y="2178460"/>
            <a:ext cx="2213600"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 name="Picture Placeholder 112">
            <a:extLst>
              <a:ext uri="{FF2B5EF4-FFF2-40B4-BE49-F238E27FC236}">
                <a16:creationId xmlns:a16="http://schemas.microsoft.com/office/drawing/2014/main" id="{02E1770D-01E6-EACF-EFDD-2706A0FD6A35}"/>
              </a:ext>
            </a:extLst>
          </p:cNvPr>
          <p:cNvSpPr>
            <a:spLocks noGrp="1"/>
          </p:cNvSpPr>
          <p:nvPr>
            <p:ph type="pic" sz="quarter" idx="45" hasCustomPrompt="1"/>
          </p:nvPr>
        </p:nvSpPr>
        <p:spPr>
          <a:xfrm>
            <a:off x="592973" y="1180072"/>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24" name="Text Placeholder 47">
            <a:extLst>
              <a:ext uri="{FF2B5EF4-FFF2-40B4-BE49-F238E27FC236}">
                <a16:creationId xmlns:a16="http://schemas.microsoft.com/office/drawing/2014/main" id="{3B5BB2A8-4E82-07E0-D516-52798E504EF5}"/>
              </a:ext>
            </a:extLst>
          </p:cNvPr>
          <p:cNvSpPr>
            <a:spLocks noGrp="1"/>
          </p:cNvSpPr>
          <p:nvPr>
            <p:ph type="body" sz="quarter" idx="46" hasCustomPrompt="1"/>
          </p:nvPr>
        </p:nvSpPr>
        <p:spPr>
          <a:xfrm>
            <a:off x="593197" y="1718501"/>
            <a:ext cx="2202441"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31" name="Rounded Rectangle 30">
            <a:extLst>
              <a:ext uri="{FF2B5EF4-FFF2-40B4-BE49-F238E27FC236}">
                <a16:creationId xmlns:a16="http://schemas.microsoft.com/office/drawing/2014/main" id="{021DCA13-FCC4-B135-57D1-3CFD81C599F6}"/>
              </a:ext>
            </a:extLst>
          </p:cNvPr>
          <p:cNvSpPr/>
          <p:nvPr userDrawn="1"/>
        </p:nvSpPr>
        <p:spPr>
          <a:xfrm>
            <a:off x="3134843" y="1015089"/>
            <a:ext cx="2536751" cy="3656225"/>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2" name="Straight Connector 31">
            <a:extLst>
              <a:ext uri="{FF2B5EF4-FFF2-40B4-BE49-F238E27FC236}">
                <a16:creationId xmlns:a16="http://schemas.microsoft.com/office/drawing/2014/main" id="{BAE5ADD6-EA4F-40A0-6599-D8AAE90F3BCF}"/>
              </a:ext>
            </a:extLst>
          </p:cNvPr>
          <p:cNvCxnSpPr>
            <a:cxnSpLocks/>
          </p:cNvCxnSpPr>
          <p:nvPr userDrawn="1"/>
        </p:nvCxnSpPr>
        <p:spPr>
          <a:xfrm>
            <a:off x="3310048" y="2178460"/>
            <a:ext cx="2213600"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3" name="Picture Placeholder 112">
            <a:extLst>
              <a:ext uri="{FF2B5EF4-FFF2-40B4-BE49-F238E27FC236}">
                <a16:creationId xmlns:a16="http://schemas.microsoft.com/office/drawing/2014/main" id="{D7ED30AD-1957-6012-D4FA-E1D2CE004BFE}"/>
              </a:ext>
            </a:extLst>
          </p:cNvPr>
          <p:cNvSpPr>
            <a:spLocks noGrp="1"/>
          </p:cNvSpPr>
          <p:nvPr>
            <p:ph type="pic" sz="quarter" idx="48" hasCustomPrompt="1"/>
          </p:nvPr>
        </p:nvSpPr>
        <p:spPr>
          <a:xfrm>
            <a:off x="3310047" y="1180072"/>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34" name="Text Placeholder 47">
            <a:extLst>
              <a:ext uri="{FF2B5EF4-FFF2-40B4-BE49-F238E27FC236}">
                <a16:creationId xmlns:a16="http://schemas.microsoft.com/office/drawing/2014/main" id="{6E373CFE-82AC-6E81-1157-29088139DC24}"/>
              </a:ext>
            </a:extLst>
          </p:cNvPr>
          <p:cNvSpPr>
            <a:spLocks noGrp="1"/>
          </p:cNvSpPr>
          <p:nvPr>
            <p:ph type="body" sz="quarter" idx="49" hasCustomPrompt="1"/>
          </p:nvPr>
        </p:nvSpPr>
        <p:spPr>
          <a:xfrm>
            <a:off x="3310271" y="1718501"/>
            <a:ext cx="2202441"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41" name="Rounded Rectangle 40">
            <a:extLst>
              <a:ext uri="{FF2B5EF4-FFF2-40B4-BE49-F238E27FC236}">
                <a16:creationId xmlns:a16="http://schemas.microsoft.com/office/drawing/2014/main" id="{9E8E9AC0-5448-8477-99BC-DC97D140D2B1}"/>
              </a:ext>
            </a:extLst>
          </p:cNvPr>
          <p:cNvSpPr/>
          <p:nvPr userDrawn="1"/>
        </p:nvSpPr>
        <p:spPr>
          <a:xfrm>
            <a:off x="5869847" y="1015089"/>
            <a:ext cx="2536751" cy="3656225"/>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2" name="Straight Connector 41">
            <a:extLst>
              <a:ext uri="{FF2B5EF4-FFF2-40B4-BE49-F238E27FC236}">
                <a16:creationId xmlns:a16="http://schemas.microsoft.com/office/drawing/2014/main" id="{17756AF6-186D-83D2-2670-8375163A8E15}"/>
              </a:ext>
            </a:extLst>
          </p:cNvPr>
          <p:cNvCxnSpPr>
            <a:cxnSpLocks/>
          </p:cNvCxnSpPr>
          <p:nvPr userDrawn="1"/>
        </p:nvCxnSpPr>
        <p:spPr>
          <a:xfrm>
            <a:off x="6045052" y="2178460"/>
            <a:ext cx="2213600"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3" name="Picture Placeholder 112">
            <a:extLst>
              <a:ext uri="{FF2B5EF4-FFF2-40B4-BE49-F238E27FC236}">
                <a16:creationId xmlns:a16="http://schemas.microsoft.com/office/drawing/2014/main" id="{5B0D06A4-78AB-0856-ECA9-E24BF546566E}"/>
              </a:ext>
            </a:extLst>
          </p:cNvPr>
          <p:cNvSpPr>
            <a:spLocks noGrp="1"/>
          </p:cNvSpPr>
          <p:nvPr>
            <p:ph type="pic" sz="quarter" idx="51" hasCustomPrompt="1"/>
          </p:nvPr>
        </p:nvSpPr>
        <p:spPr>
          <a:xfrm>
            <a:off x="6045051" y="1180072"/>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4" name="Text Placeholder 47">
            <a:extLst>
              <a:ext uri="{FF2B5EF4-FFF2-40B4-BE49-F238E27FC236}">
                <a16:creationId xmlns:a16="http://schemas.microsoft.com/office/drawing/2014/main" id="{5E7593D9-58D9-DC64-99A0-9A61ED89EE97}"/>
              </a:ext>
            </a:extLst>
          </p:cNvPr>
          <p:cNvSpPr>
            <a:spLocks noGrp="1"/>
          </p:cNvSpPr>
          <p:nvPr>
            <p:ph type="body" sz="quarter" idx="52" hasCustomPrompt="1"/>
          </p:nvPr>
        </p:nvSpPr>
        <p:spPr>
          <a:xfrm>
            <a:off x="6045275" y="1718501"/>
            <a:ext cx="2202441"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8" name="Text Placeholder 5">
            <a:extLst>
              <a:ext uri="{FF2B5EF4-FFF2-40B4-BE49-F238E27FC236}">
                <a16:creationId xmlns:a16="http://schemas.microsoft.com/office/drawing/2014/main" id="{E3B909D9-23BA-D3EE-781E-FBD661D2020A}"/>
              </a:ext>
            </a:extLst>
          </p:cNvPr>
          <p:cNvSpPr>
            <a:spLocks noGrp="1"/>
          </p:cNvSpPr>
          <p:nvPr>
            <p:ph type="body" sz="quarter" idx="56" hasCustomPrompt="1"/>
          </p:nvPr>
        </p:nvSpPr>
        <p:spPr>
          <a:xfrm>
            <a:off x="3297091" y="2278078"/>
            <a:ext cx="2213600" cy="2201863"/>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10" name="Text Placeholder 5">
            <a:extLst>
              <a:ext uri="{FF2B5EF4-FFF2-40B4-BE49-F238E27FC236}">
                <a16:creationId xmlns:a16="http://schemas.microsoft.com/office/drawing/2014/main" id="{CA2CADF2-5093-3303-E241-3A0CA2613375}"/>
              </a:ext>
            </a:extLst>
          </p:cNvPr>
          <p:cNvSpPr>
            <a:spLocks noGrp="1"/>
          </p:cNvSpPr>
          <p:nvPr>
            <p:ph type="body" sz="quarter" idx="57" hasCustomPrompt="1"/>
          </p:nvPr>
        </p:nvSpPr>
        <p:spPr>
          <a:xfrm>
            <a:off x="6045052" y="2278078"/>
            <a:ext cx="2213600" cy="2201863"/>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22391068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Title + 3 Content Boxes">
    <p:bg>
      <p:bgPr>
        <a:solidFill>
          <a:schemeClr val="bg2"/>
        </a:solidFill>
        <a:effectLst/>
      </p:bgPr>
    </p:bg>
    <p:spTree>
      <p:nvGrpSpPr>
        <p:cNvPr id="1" name=""/>
        <p:cNvGrpSpPr/>
        <p:nvPr/>
      </p:nvGrpSpPr>
      <p:grpSpPr>
        <a:xfrm>
          <a:off x="0" y="0"/>
          <a:ext cx="0" cy="0"/>
          <a:chOff x="0" y="0"/>
          <a:chExt cx="0" cy="0"/>
        </a:xfrm>
      </p:grpSpPr>
      <p:sp>
        <p:nvSpPr>
          <p:cNvPr id="21" name="Rounded Rectangle 20">
            <a:extLst>
              <a:ext uri="{FF2B5EF4-FFF2-40B4-BE49-F238E27FC236}">
                <a16:creationId xmlns:a16="http://schemas.microsoft.com/office/drawing/2014/main" id="{1A5D0528-5EAA-9278-830F-CBE8396139C1}"/>
              </a:ext>
            </a:extLst>
          </p:cNvPr>
          <p:cNvSpPr/>
          <p:nvPr userDrawn="1"/>
        </p:nvSpPr>
        <p:spPr>
          <a:xfrm>
            <a:off x="417769" y="1015089"/>
            <a:ext cx="2536751" cy="3656225"/>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31" name="Rounded Rectangle 30">
            <a:extLst>
              <a:ext uri="{FF2B5EF4-FFF2-40B4-BE49-F238E27FC236}">
                <a16:creationId xmlns:a16="http://schemas.microsoft.com/office/drawing/2014/main" id="{021DCA13-FCC4-B135-57D1-3CFD81C599F6}"/>
              </a:ext>
            </a:extLst>
          </p:cNvPr>
          <p:cNvSpPr/>
          <p:nvPr userDrawn="1"/>
        </p:nvSpPr>
        <p:spPr>
          <a:xfrm>
            <a:off x="3134843" y="1015089"/>
            <a:ext cx="2536751" cy="3656225"/>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1" name="Rounded Rectangle 40">
            <a:extLst>
              <a:ext uri="{FF2B5EF4-FFF2-40B4-BE49-F238E27FC236}">
                <a16:creationId xmlns:a16="http://schemas.microsoft.com/office/drawing/2014/main" id="{9E8E9AC0-5448-8477-99BC-DC97D140D2B1}"/>
              </a:ext>
            </a:extLst>
          </p:cNvPr>
          <p:cNvSpPr/>
          <p:nvPr userDrawn="1"/>
        </p:nvSpPr>
        <p:spPr>
          <a:xfrm>
            <a:off x="5878812" y="1015089"/>
            <a:ext cx="2536751" cy="3656225"/>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2" name="Straight Connector 41">
            <a:extLst>
              <a:ext uri="{FF2B5EF4-FFF2-40B4-BE49-F238E27FC236}">
                <a16:creationId xmlns:a16="http://schemas.microsoft.com/office/drawing/2014/main" id="{17756AF6-186D-83D2-2670-8375163A8E15}"/>
              </a:ext>
            </a:extLst>
          </p:cNvPr>
          <p:cNvCxnSpPr>
            <a:cxnSpLocks/>
          </p:cNvCxnSpPr>
          <p:nvPr userDrawn="1"/>
        </p:nvCxnSpPr>
        <p:spPr>
          <a:xfrm>
            <a:off x="6054017" y="1722676"/>
            <a:ext cx="2213600"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4" name="Text Placeholder 47">
            <a:extLst>
              <a:ext uri="{FF2B5EF4-FFF2-40B4-BE49-F238E27FC236}">
                <a16:creationId xmlns:a16="http://schemas.microsoft.com/office/drawing/2014/main" id="{5E7593D9-58D9-DC64-99A0-9A61ED89EE97}"/>
              </a:ext>
            </a:extLst>
          </p:cNvPr>
          <p:cNvSpPr>
            <a:spLocks noGrp="1"/>
          </p:cNvSpPr>
          <p:nvPr>
            <p:ph type="body" sz="quarter" idx="52" hasCustomPrompt="1"/>
          </p:nvPr>
        </p:nvSpPr>
        <p:spPr>
          <a:xfrm>
            <a:off x="6054240" y="1262717"/>
            <a:ext cx="2202441"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2" name="Straight Connector 21">
            <a:extLst>
              <a:ext uri="{FF2B5EF4-FFF2-40B4-BE49-F238E27FC236}">
                <a16:creationId xmlns:a16="http://schemas.microsoft.com/office/drawing/2014/main" id="{51DEB308-A73B-9A58-A1AA-FB487AE064D7}"/>
              </a:ext>
            </a:extLst>
          </p:cNvPr>
          <p:cNvCxnSpPr>
            <a:cxnSpLocks/>
          </p:cNvCxnSpPr>
          <p:nvPr userDrawn="1"/>
        </p:nvCxnSpPr>
        <p:spPr>
          <a:xfrm>
            <a:off x="592974" y="1722676"/>
            <a:ext cx="2213600"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 name="Text Placeholder 47">
            <a:extLst>
              <a:ext uri="{FF2B5EF4-FFF2-40B4-BE49-F238E27FC236}">
                <a16:creationId xmlns:a16="http://schemas.microsoft.com/office/drawing/2014/main" id="{3B5BB2A8-4E82-07E0-D516-52798E504EF5}"/>
              </a:ext>
            </a:extLst>
          </p:cNvPr>
          <p:cNvSpPr>
            <a:spLocks noGrp="1"/>
          </p:cNvSpPr>
          <p:nvPr>
            <p:ph type="body" sz="quarter" idx="46" hasCustomPrompt="1"/>
          </p:nvPr>
        </p:nvSpPr>
        <p:spPr>
          <a:xfrm>
            <a:off x="593197" y="1262717"/>
            <a:ext cx="2202441"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cxnSp>
        <p:nvCxnSpPr>
          <p:cNvPr id="32" name="Straight Connector 31">
            <a:extLst>
              <a:ext uri="{FF2B5EF4-FFF2-40B4-BE49-F238E27FC236}">
                <a16:creationId xmlns:a16="http://schemas.microsoft.com/office/drawing/2014/main" id="{BAE5ADD6-EA4F-40A0-6599-D8AAE90F3BCF}"/>
              </a:ext>
            </a:extLst>
          </p:cNvPr>
          <p:cNvCxnSpPr>
            <a:cxnSpLocks/>
          </p:cNvCxnSpPr>
          <p:nvPr userDrawn="1"/>
        </p:nvCxnSpPr>
        <p:spPr>
          <a:xfrm>
            <a:off x="3310048" y="1722676"/>
            <a:ext cx="2213600"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Text Placeholder 47">
            <a:extLst>
              <a:ext uri="{FF2B5EF4-FFF2-40B4-BE49-F238E27FC236}">
                <a16:creationId xmlns:a16="http://schemas.microsoft.com/office/drawing/2014/main" id="{6E373CFE-82AC-6E81-1157-29088139DC24}"/>
              </a:ext>
            </a:extLst>
          </p:cNvPr>
          <p:cNvSpPr>
            <a:spLocks noGrp="1"/>
          </p:cNvSpPr>
          <p:nvPr>
            <p:ph type="body" sz="quarter" idx="49" hasCustomPrompt="1"/>
          </p:nvPr>
        </p:nvSpPr>
        <p:spPr>
          <a:xfrm>
            <a:off x="3310271" y="1262717"/>
            <a:ext cx="2202441"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7" name="Freeform 6">
            <a:extLst>
              <a:ext uri="{FF2B5EF4-FFF2-40B4-BE49-F238E27FC236}">
                <a16:creationId xmlns:a16="http://schemas.microsoft.com/office/drawing/2014/main" id="{A8C20146-6E8F-7E6A-9287-94103CDC7810}"/>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8" name="Picture 7">
            <a:extLst>
              <a:ext uri="{FF2B5EF4-FFF2-40B4-BE49-F238E27FC236}">
                <a16:creationId xmlns:a16="http://schemas.microsoft.com/office/drawing/2014/main" id="{A63C5BA8-6E0A-C596-4D72-E3150AC1651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2" name="Text Placeholder 5">
            <a:extLst>
              <a:ext uri="{FF2B5EF4-FFF2-40B4-BE49-F238E27FC236}">
                <a16:creationId xmlns:a16="http://schemas.microsoft.com/office/drawing/2014/main" id="{D491EEEC-9D94-37B6-8994-495E7FCE1B0C}"/>
              </a:ext>
            </a:extLst>
          </p:cNvPr>
          <p:cNvSpPr>
            <a:spLocks noGrp="1"/>
          </p:cNvSpPr>
          <p:nvPr>
            <p:ph type="body" sz="quarter" idx="55" hasCustomPrompt="1"/>
          </p:nvPr>
        </p:nvSpPr>
        <p:spPr>
          <a:xfrm>
            <a:off x="592392" y="1820673"/>
            <a:ext cx="2213600" cy="2587697"/>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3" name="Text Placeholder 5">
            <a:extLst>
              <a:ext uri="{FF2B5EF4-FFF2-40B4-BE49-F238E27FC236}">
                <a16:creationId xmlns:a16="http://schemas.microsoft.com/office/drawing/2014/main" id="{F680D6CE-9BFF-D6B3-6E6B-9750A42CA944}"/>
              </a:ext>
            </a:extLst>
          </p:cNvPr>
          <p:cNvSpPr>
            <a:spLocks noGrp="1"/>
          </p:cNvSpPr>
          <p:nvPr>
            <p:ph type="body" sz="quarter" idx="56" hasCustomPrompt="1"/>
          </p:nvPr>
        </p:nvSpPr>
        <p:spPr>
          <a:xfrm>
            <a:off x="3297091" y="1820673"/>
            <a:ext cx="2213600" cy="2587697"/>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4" name="Text Placeholder 5">
            <a:extLst>
              <a:ext uri="{FF2B5EF4-FFF2-40B4-BE49-F238E27FC236}">
                <a16:creationId xmlns:a16="http://schemas.microsoft.com/office/drawing/2014/main" id="{E978D0F7-475E-C0E2-EFC2-185A0812A392}"/>
              </a:ext>
            </a:extLst>
          </p:cNvPr>
          <p:cNvSpPr>
            <a:spLocks noGrp="1"/>
          </p:cNvSpPr>
          <p:nvPr>
            <p:ph type="body" sz="quarter" idx="57" hasCustomPrompt="1"/>
          </p:nvPr>
        </p:nvSpPr>
        <p:spPr>
          <a:xfrm>
            <a:off x="6045052" y="1820673"/>
            <a:ext cx="2213600" cy="2587697"/>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14662631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3 Content Boxes Small + Icons">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0" name="Rounded Rectangle 19">
            <a:extLst>
              <a:ext uri="{FF2B5EF4-FFF2-40B4-BE49-F238E27FC236}">
                <a16:creationId xmlns:a16="http://schemas.microsoft.com/office/drawing/2014/main" id="{51FCE25D-6EA9-6FE8-5A83-F4F3AC28925D}"/>
              </a:ext>
            </a:extLst>
          </p:cNvPr>
          <p:cNvSpPr/>
          <p:nvPr userDrawn="1"/>
        </p:nvSpPr>
        <p:spPr>
          <a:xfrm>
            <a:off x="4648202" y="834850"/>
            <a:ext cx="1223595" cy="3656225"/>
          </a:xfrm>
          <a:prstGeom prst="roundRect">
            <a:avLst>
              <a:gd name="adj" fmla="val 781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26" name="Straight Connector 25">
            <a:extLst>
              <a:ext uri="{FF2B5EF4-FFF2-40B4-BE49-F238E27FC236}">
                <a16:creationId xmlns:a16="http://schemas.microsoft.com/office/drawing/2014/main" id="{C39FE13D-51D9-2DE6-712D-37A3171AB6DF}"/>
              </a:ext>
            </a:extLst>
          </p:cNvPr>
          <p:cNvCxnSpPr>
            <a:cxnSpLocks/>
          </p:cNvCxnSpPr>
          <p:nvPr userDrawn="1"/>
        </p:nvCxnSpPr>
        <p:spPr>
          <a:xfrm>
            <a:off x="4761863" y="1998221"/>
            <a:ext cx="100431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7" name="Picture Placeholder 112">
            <a:extLst>
              <a:ext uri="{FF2B5EF4-FFF2-40B4-BE49-F238E27FC236}">
                <a16:creationId xmlns:a16="http://schemas.microsoft.com/office/drawing/2014/main" id="{BF30AE5D-3BC2-2201-1FAE-7DBC984D9FFE}"/>
              </a:ext>
            </a:extLst>
          </p:cNvPr>
          <p:cNvSpPr>
            <a:spLocks noGrp="1"/>
          </p:cNvSpPr>
          <p:nvPr>
            <p:ph type="pic" sz="quarter" idx="37" hasCustomPrompt="1"/>
          </p:nvPr>
        </p:nvSpPr>
        <p:spPr>
          <a:xfrm>
            <a:off x="4761862" y="999833"/>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US"/>
              <a:t>Icon here</a:t>
            </a:r>
          </a:p>
        </p:txBody>
      </p:sp>
      <p:sp>
        <p:nvSpPr>
          <p:cNvPr id="28" name="Text Placeholder 47">
            <a:extLst>
              <a:ext uri="{FF2B5EF4-FFF2-40B4-BE49-F238E27FC236}">
                <a16:creationId xmlns:a16="http://schemas.microsoft.com/office/drawing/2014/main" id="{77CF59DC-585C-EED8-807C-2A84E42FF4A8}"/>
              </a:ext>
            </a:extLst>
          </p:cNvPr>
          <p:cNvSpPr>
            <a:spLocks noGrp="1"/>
          </p:cNvSpPr>
          <p:nvPr>
            <p:ph type="body" sz="quarter" idx="43" hasCustomPrompt="1"/>
          </p:nvPr>
        </p:nvSpPr>
        <p:spPr>
          <a:xfrm>
            <a:off x="4762086" y="1533447"/>
            <a:ext cx="1005074"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Content here</a:t>
            </a:r>
          </a:p>
        </p:txBody>
      </p:sp>
      <p:sp>
        <p:nvSpPr>
          <p:cNvPr id="40" name="Rounded Rectangle 39">
            <a:extLst>
              <a:ext uri="{FF2B5EF4-FFF2-40B4-BE49-F238E27FC236}">
                <a16:creationId xmlns:a16="http://schemas.microsoft.com/office/drawing/2014/main" id="{C04E3E6A-296C-1333-FE61-8CF5869C3766}"/>
              </a:ext>
            </a:extLst>
          </p:cNvPr>
          <p:cNvSpPr/>
          <p:nvPr userDrawn="1"/>
        </p:nvSpPr>
        <p:spPr>
          <a:xfrm>
            <a:off x="7329856" y="834850"/>
            <a:ext cx="1223595" cy="3656225"/>
          </a:xfrm>
          <a:prstGeom prst="roundRect">
            <a:avLst>
              <a:gd name="adj" fmla="val 72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6" name="Straight Connector 45">
            <a:extLst>
              <a:ext uri="{FF2B5EF4-FFF2-40B4-BE49-F238E27FC236}">
                <a16:creationId xmlns:a16="http://schemas.microsoft.com/office/drawing/2014/main" id="{B1F2BDBA-6790-4A12-8212-A670E4E46F87}"/>
              </a:ext>
            </a:extLst>
          </p:cNvPr>
          <p:cNvCxnSpPr>
            <a:cxnSpLocks/>
          </p:cNvCxnSpPr>
          <p:nvPr userDrawn="1"/>
        </p:nvCxnSpPr>
        <p:spPr>
          <a:xfrm>
            <a:off x="7443517" y="1998221"/>
            <a:ext cx="100431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7" name="Picture Placeholder 112">
            <a:extLst>
              <a:ext uri="{FF2B5EF4-FFF2-40B4-BE49-F238E27FC236}">
                <a16:creationId xmlns:a16="http://schemas.microsoft.com/office/drawing/2014/main" id="{C7695E3D-95B0-3427-D2F9-C4849E03A95D}"/>
              </a:ext>
            </a:extLst>
          </p:cNvPr>
          <p:cNvSpPr>
            <a:spLocks noGrp="1"/>
          </p:cNvSpPr>
          <p:nvPr>
            <p:ph type="pic" sz="quarter" idx="45" hasCustomPrompt="1"/>
          </p:nvPr>
        </p:nvSpPr>
        <p:spPr>
          <a:xfrm>
            <a:off x="7443516" y="999833"/>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US"/>
              <a:t>Icon here</a:t>
            </a:r>
          </a:p>
        </p:txBody>
      </p:sp>
      <p:sp>
        <p:nvSpPr>
          <p:cNvPr id="48" name="Text Placeholder 47">
            <a:extLst>
              <a:ext uri="{FF2B5EF4-FFF2-40B4-BE49-F238E27FC236}">
                <a16:creationId xmlns:a16="http://schemas.microsoft.com/office/drawing/2014/main" id="{C0235E3E-B748-A967-A993-713F60EA28BF}"/>
              </a:ext>
            </a:extLst>
          </p:cNvPr>
          <p:cNvSpPr>
            <a:spLocks noGrp="1"/>
          </p:cNvSpPr>
          <p:nvPr>
            <p:ph type="body" sz="quarter" idx="46" hasCustomPrompt="1"/>
          </p:nvPr>
        </p:nvSpPr>
        <p:spPr>
          <a:xfrm>
            <a:off x="7443740" y="1533447"/>
            <a:ext cx="1005074"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Content here</a:t>
            </a:r>
          </a:p>
        </p:txBody>
      </p:sp>
      <p:sp>
        <p:nvSpPr>
          <p:cNvPr id="56" name="Rounded Rectangle 55">
            <a:extLst>
              <a:ext uri="{FF2B5EF4-FFF2-40B4-BE49-F238E27FC236}">
                <a16:creationId xmlns:a16="http://schemas.microsoft.com/office/drawing/2014/main" id="{031FE680-A696-717C-1D97-D76134ED1B31}"/>
              </a:ext>
            </a:extLst>
          </p:cNvPr>
          <p:cNvSpPr/>
          <p:nvPr userDrawn="1"/>
        </p:nvSpPr>
        <p:spPr>
          <a:xfrm>
            <a:off x="5984633" y="834850"/>
            <a:ext cx="1223595" cy="3656225"/>
          </a:xfrm>
          <a:prstGeom prst="roundRect">
            <a:avLst>
              <a:gd name="adj" fmla="val 834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7" name="Straight Connector 56">
            <a:extLst>
              <a:ext uri="{FF2B5EF4-FFF2-40B4-BE49-F238E27FC236}">
                <a16:creationId xmlns:a16="http://schemas.microsoft.com/office/drawing/2014/main" id="{463FF884-8C69-F9A3-45DA-3CEAFE20DBE3}"/>
              </a:ext>
            </a:extLst>
          </p:cNvPr>
          <p:cNvCxnSpPr>
            <a:cxnSpLocks/>
          </p:cNvCxnSpPr>
          <p:nvPr userDrawn="1"/>
        </p:nvCxnSpPr>
        <p:spPr>
          <a:xfrm>
            <a:off x="6098294" y="1998221"/>
            <a:ext cx="100431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8" name="Picture Placeholder 112">
            <a:extLst>
              <a:ext uri="{FF2B5EF4-FFF2-40B4-BE49-F238E27FC236}">
                <a16:creationId xmlns:a16="http://schemas.microsoft.com/office/drawing/2014/main" id="{ABB76DFC-A923-22C3-273F-12A18384F444}"/>
              </a:ext>
            </a:extLst>
          </p:cNvPr>
          <p:cNvSpPr>
            <a:spLocks noGrp="1"/>
          </p:cNvSpPr>
          <p:nvPr>
            <p:ph type="pic" sz="quarter" idx="48" hasCustomPrompt="1"/>
          </p:nvPr>
        </p:nvSpPr>
        <p:spPr>
          <a:xfrm>
            <a:off x="6098293" y="999833"/>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US"/>
              <a:t>Icon here</a:t>
            </a:r>
          </a:p>
        </p:txBody>
      </p:sp>
      <p:sp>
        <p:nvSpPr>
          <p:cNvPr id="59" name="Text Placeholder 47">
            <a:extLst>
              <a:ext uri="{FF2B5EF4-FFF2-40B4-BE49-F238E27FC236}">
                <a16:creationId xmlns:a16="http://schemas.microsoft.com/office/drawing/2014/main" id="{051F8636-9654-498D-C54F-845B6BEFA1DB}"/>
              </a:ext>
            </a:extLst>
          </p:cNvPr>
          <p:cNvSpPr>
            <a:spLocks noGrp="1"/>
          </p:cNvSpPr>
          <p:nvPr>
            <p:ph type="body" sz="quarter" idx="49" hasCustomPrompt="1"/>
          </p:nvPr>
        </p:nvSpPr>
        <p:spPr>
          <a:xfrm>
            <a:off x="6098517" y="1533447"/>
            <a:ext cx="1005074"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Content here</a:t>
            </a:r>
          </a:p>
        </p:txBody>
      </p:sp>
      <p:sp>
        <p:nvSpPr>
          <p:cNvPr id="61" name="Content Placeholder 2">
            <a:extLst>
              <a:ext uri="{FF2B5EF4-FFF2-40B4-BE49-F238E27FC236}">
                <a16:creationId xmlns:a16="http://schemas.microsoft.com/office/drawing/2014/main" id="{0F40C0C9-4AF9-5909-AE20-39BC49508453}"/>
              </a:ext>
            </a:extLst>
          </p:cNvPr>
          <p:cNvSpPr>
            <a:spLocks noGrp="1"/>
          </p:cNvSpPr>
          <p:nvPr>
            <p:ph idx="14" hasCustomPrompt="1"/>
          </p:nvPr>
        </p:nvSpPr>
        <p:spPr>
          <a:xfrm>
            <a:off x="406814" y="834850"/>
            <a:ext cx="4088985"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5" name="Text Placeholder 4">
            <a:extLst>
              <a:ext uri="{FF2B5EF4-FFF2-40B4-BE49-F238E27FC236}">
                <a16:creationId xmlns:a16="http://schemas.microsoft.com/office/drawing/2014/main" id="{7546D8BB-8A6F-EE16-0E4C-A6BCB1C31A99}"/>
              </a:ext>
            </a:extLst>
          </p:cNvPr>
          <p:cNvSpPr>
            <a:spLocks noGrp="1"/>
          </p:cNvSpPr>
          <p:nvPr>
            <p:ph type="body" sz="quarter" idx="51" hasCustomPrompt="1"/>
          </p:nvPr>
        </p:nvSpPr>
        <p:spPr>
          <a:xfrm>
            <a:off x="6098294" y="2084370"/>
            <a:ext cx="1004316" cy="2214656"/>
          </a:xfrm>
          <a:prstGeom prst="rect">
            <a:avLst/>
          </a:prstGeom>
        </p:spPr>
        <p:txBody>
          <a:bodyPr lIns="0"/>
          <a:lstStyle>
            <a:lvl1pPr marL="0" indent="0">
              <a:buNone/>
              <a:defRPr sz="1000" b="0" i="0">
                <a:solidFill>
                  <a:schemeClr val="tx1"/>
                </a:solidFill>
                <a:latin typeface="Arial" panose="020B0604020202020204" pitchFamily="34" charset="0"/>
                <a:cs typeface="Arial" panose="020B0604020202020204" pitchFamily="34" charset="0"/>
              </a:defRPr>
            </a:lvl1pPr>
            <a:lvl2pPr marL="457200" indent="0">
              <a:buNone/>
              <a:defRPr sz="1000">
                <a:solidFill>
                  <a:schemeClr val="tx1"/>
                </a:solidFill>
                <a:latin typeface="Arial" panose="020B0604020202020204" pitchFamily="34" charset="0"/>
                <a:cs typeface="Arial" panose="020B0604020202020204" pitchFamily="34" charset="0"/>
              </a:defRPr>
            </a:lvl2pPr>
            <a:lvl3pPr marL="914400" indent="0">
              <a:buNone/>
              <a:defRPr sz="1000">
                <a:solidFill>
                  <a:schemeClr val="tx1"/>
                </a:solidFill>
                <a:latin typeface="Arial" panose="020B0604020202020204" pitchFamily="34" charset="0"/>
                <a:cs typeface="Arial" panose="020B0604020202020204" pitchFamily="34" charset="0"/>
              </a:defRPr>
            </a:lvl3pPr>
            <a:lvl4pPr marL="1371600" indent="0">
              <a:buNone/>
              <a:defRPr sz="1000">
                <a:solidFill>
                  <a:schemeClr val="tx1"/>
                </a:solidFill>
                <a:latin typeface="Arial" panose="020B0604020202020204" pitchFamily="34" charset="0"/>
                <a:cs typeface="Arial" panose="020B0604020202020204" pitchFamily="34" charset="0"/>
              </a:defRPr>
            </a:lvl4pPr>
            <a:lvl5pPr marL="1828800" indent="0">
              <a:buNone/>
              <a:defRPr sz="1000">
                <a:solidFill>
                  <a:schemeClr val="tx1"/>
                </a:solidFill>
                <a:latin typeface="Arial" panose="020B0604020202020204" pitchFamily="34" charset="0"/>
                <a:cs typeface="Arial" panose="020B0604020202020204" pitchFamily="34" charset="0"/>
              </a:defRPr>
            </a:lvl5pPr>
          </a:lstStyle>
          <a:p>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dolore magna</a:t>
            </a:r>
          </a:p>
        </p:txBody>
      </p:sp>
      <p:sp>
        <p:nvSpPr>
          <p:cNvPr id="6" name="Text Placeholder 4">
            <a:extLst>
              <a:ext uri="{FF2B5EF4-FFF2-40B4-BE49-F238E27FC236}">
                <a16:creationId xmlns:a16="http://schemas.microsoft.com/office/drawing/2014/main" id="{F5B3859A-CEA3-AAF5-1E85-BFFF391B44BD}"/>
              </a:ext>
            </a:extLst>
          </p:cNvPr>
          <p:cNvSpPr>
            <a:spLocks noGrp="1"/>
          </p:cNvSpPr>
          <p:nvPr>
            <p:ph type="body" sz="quarter" idx="52" hasCustomPrompt="1"/>
          </p:nvPr>
        </p:nvSpPr>
        <p:spPr>
          <a:xfrm>
            <a:off x="4750757" y="2084370"/>
            <a:ext cx="1004316" cy="2214656"/>
          </a:xfrm>
          <a:prstGeom prst="rect">
            <a:avLst/>
          </a:prstGeom>
        </p:spPr>
        <p:txBody>
          <a:bodyPr lIns="0"/>
          <a:lstStyle>
            <a:lvl1pPr marL="0" indent="0">
              <a:buNone/>
              <a:defRPr sz="1000" b="0" i="0">
                <a:solidFill>
                  <a:schemeClr val="tx1"/>
                </a:solidFill>
                <a:latin typeface="Arial" panose="020B0604020202020204" pitchFamily="34" charset="0"/>
                <a:cs typeface="Arial" panose="020B0604020202020204" pitchFamily="34" charset="0"/>
              </a:defRPr>
            </a:lvl1pPr>
            <a:lvl2pPr marL="457200" indent="0">
              <a:buNone/>
              <a:defRPr sz="1000">
                <a:solidFill>
                  <a:schemeClr val="tx1"/>
                </a:solidFill>
                <a:latin typeface="Arial" panose="020B0604020202020204" pitchFamily="34" charset="0"/>
                <a:cs typeface="Arial" panose="020B0604020202020204" pitchFamily="34" charset="0"/>
              </a:defRPr>
            </a:lvl2pPr>
            <a:lvl3pPr marL="914400" indent="0">
              <a:buNone/>
              <a:defRPr sz="1000">
                <a:solidFill>
                  <a:schemeClr val="tx1"/>
                </a:solidFill>
                <a:latin typeface="Arial" panose="020B0604020202020204" pitchFamily="34" charset="0"/>
                <a:cs typeface="Arial" panose="020B0604020202020204" pitchFamily="34" charset="0"/>
              </a:defRPr>
            </a:lvl3pPr>
            <a:lvl4pPr marL="1371600" indent="0">
              <a:buNone/>
              <a:defRPr sz="1000">
                <a:solidFill>
                  <a:schemeClr val="tx1"/>
                </a:solidFill>
                <a:latin typeface="Arial" panose="020B0604020202020204" pitchFamily="34" charset="0"/>
                <a:cs typeface="Arial" panose="020B0604020202020204" pitchFamily="34" charset="0"/>
              </a:defRPr>
            </a:lvl4pPr>
            <a:lvl5pPr marL="1828800" indent="0">
              <a:buNone/>
              <a:defRPr sz="1000">
                <a:solidFill>
                  <a:schemeClr val="tx1"/>
                </a:solidFill>
                <a:latin typeface="Arial" panose="020B0604020202020204" pitchFamily="34" charset="0"/>
                <a:cs typeface="Arial" panose="020B0604020202020204" pitchFamily="34" charset="0"/>
              </a:defRPr>
            </a:lvl5pPr>
          </a:lstStyle>
          <a:p>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dolore magna</a:t>
            </a:r>
          </a:p>
        </p:txBody>
      </p:sp>
      <p:sp>
        <p:nvSpPr>
          <p:cNvPr id="7" name="Text Placeholder 4">
            <a:extLst>
              <a:ext uri="{FF2B5EF4-FFF2-40B4-BE49-F238E27FC236}">
                <a16:creationId xmlns:a16="http://schemas.microsoft.com/office/drawing/2014/main" id="{C4CDFD09-0700-A49C-5539-971D044AF113}"/>
              </a:ext>
            </a:extLst>
          </p:cNvPr>
          <p:cNvSpPr>
            <a:spLocks noGrp="1"/>
          </p:cNvSpPr>
          <p:nvPr>
            <p:ph type="body" sz="quarter" idx="53" hasCustomPrompt="1"/>
          </p:nvPr>
        </p:nvSpPr>
        <p:spPr>
          <a:xfrm>
            <a:off x="7436206" y="2084370"/>
            <a:ext cx="1004316" cy="2214656"/>
          </a:xfrm>
          <a:prstGeom prst="rect">
            <a:avLst/>
          </a:prstGeom>
        </p:spPr>
        <p:txBody>
          <a:bodyPr lIns="0"/>
          <a:lstStyle>
            <a:lvl1pPr marL="0" indent="0">
              <a:buNone/>
              <a:defRPr sz="1000" b="0" i="0">
                <a:solidFill>
                  <a:schemeClr val="tx1"/>
                </a:solidFill>
                <a:latin typeface="Arial" panose="020B0604020202020204" pitchFamily="34" charset="0"/>
                <a:cs typeface="Arial" panose="020B0604020202020204" pitchFamily="34" charset="0"/>
              </a:defRPr>
            </a:lvl1pPr>
            <a:lvl2pPr marL="457200" indent="0">
              <a:buNone/>
              <a:defRPr sz="1000">
                <a:solidFill>
                  <a:schemeClr val="tx1"/>
                </a:solidFill>
                <a:latin typeface="Arial" panose="020B0604020202020204" pitchFamily="34" charset="0"/>
                <a:cs typeface="Arial" panose="020B0604020202020204" pitchFamily="34" charset="0"/>
              </a:defRPr>
            </a:lvl2pPr>
            <a:lvl3pPr marL="914400" indent="0">
              <a:buNone/>
              <a:defRPr sz="1000">
                <a:solidFill>
                  <a:schemeClr val="tx1"/>
                </a:solidFill>
                <a:latin typeface="Arial" panose="020B0604020202020204" pitchFamily="34" charset="0"/>
                <a:cs typeface="Arial" panose="020B0604020202020204" pitchFamily="34" charset="0"/>
              </a:defRPr>
            </a:lvl3pPr>
            <a:lvl4pPr marL="1371600" indent="0">
              <a:buNone/>
              <a:defRPr sz="1000">
                <a:solidFill>
                  <a:schemeClr val="tx1"/>
                </a:solidFill>
                <a:latin typeface="Arial" panose="020B0604020202020204" pitchFamily="34" charset="0"/>
                <a:cs typeface="Arial" panose="020B0604020202020204" pitchFamily="34" charset="0"/>
              </a:defRPr>
            </a:lvl4pPr>
            <a:lvl5pPr marL="1828800" indent="0">
              <a:buNone/>
              <a:defRPr sz="1000">
                <a:solidFill>
                  <a:schemeClr val="tx1"/>
                </a:solidFill>
                <a:latin typeface="Arial" panose="020B0604020202020204" pitchFamily="34" charset="0"/>
                <a:cs typeface="Arial" panose="020B0604020202020204" pitchFamily="34" charset="0"/>
              </a:defRPr>
            </a:lvl5pPr>
          </a:lstStyle>
          <a:p>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dolore magna</a:t>
            </a:r>
          </a:p>
        </p:txBody>
      </p:sp>
    </p:spTree>
    <p:extLst>
      <p:ext uri="{BB962C8B-B14F-4D97-AF65-F5344CB8AC3E}">
        <p14:creationId xmlns:p14="http://schemas.microsoft.com/office/powerpoint/2010/main" val="8534611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Title + Content + 3 Callouts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1" name="Content Placeholder 2">
            <a:extLst>
              <a:ext uri="{FF2B5EF4-FFF2-40B4-BE49-F238E27FC236}">
                <a16:creationId xmlns:a16="http://schemas.microsoft.com/office/drawing/2014/main" id="{0F40C0C9-4AF9-5909-AE20-39BC49508453}"/>
              </a:ext>
            </a:extLst>
          </p:cNvPr>
          <p:cNvSpPr>
            <a:spLocks noGrp="1"/>
          </p:cNvSpPr>
          <p:nvPr>
            <p:ph idx="14" hasCustomPrompt="1"/>
          </p:nvPr>
        </p:nvSpPr>
        <p:spPr>
          <a:xfrm>
            <a:off x="406814" y="834850"/>
            <a:ext cx="4088985"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vl8pPr marL="3200400" indent="0">
              <a:buNone/>
              <a:defRPr/>
            </a:lvl8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6" name="Rounded Rectangle 5">
            <a:extLst>
              <a:ext uri="{FF2B5EF4-FFF2-40B4-BE49-F238E27FC236}">
                <a16:creationId xmlns:a16="http://schemas.microsoft.com/office/drawing/2014/main" id="{4D78C1E2-16C1-44D3-709E-C6A74A908D1A}"/>
              </a:ext>
            </a:extLst>
          </p:cNvPr>
          <p:cNvSpPr/>
          <p:nvPr userDrawn="1"/>
        </p:nvSpPr>
        <p:spPr>
          <a:xfrm>
            <a:off x="4829908" y="834851"/>
            <a:ext cx="3742592" cy="1082552"/>
          </a:xfrm>
          <a:prstGeom prst="roundRect">
            <a:avLst>
              <a:gd name="adj" fmla="val 883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 name="Rounded Rectangle 6">
            <a:extLst>
              <a:ext uri="{FF2B5EF4-FFF2-40B4-BE49-F238E27FC236}">
                <a16:creationId xmlns:a16="http://schemas.microsoft.com/office/drawing/2014/main" id="{6AC4D9A5-7175-5C8A-4C9A-C5C7F00F1B07}"/>
              </a:ext>
            </a:extLst>
          </p:cNvPr>
          <p:cNvSpPr/>
          <p:nvPr userDrawn="1"/>
        </p:nvSpPr>
        <p:spPr>
          <a:xfrm>
            <a:off x="4829908" y="2113165"/>
            <a:ext cx="3742592" cy="1082552"/>
          </a:xfrm>
          <a:prstGeom prst="roundRect">
            <a:avLst>
              <a:gd name="adj" fmla="val 914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8" name="Rounded Rectangle 7">
            <a:extLst>
              <a:ext uri="{FF2B5EF4-FFF2-40B4-BE49-F238E27FC236}">
                <a16:creationId xmlns:a16="http://schemas.microsoft.com/office/drawing/2014/main" id="{40BCE237-3BF0-39F2-5D9B-4A9287FCE15E}"/>
              </a:ext>
            </a:extLst>
          </p:cNvPr>
          <p:cNvSpPr/>
          <p:nvPr userDrawn="1"/>
        </p:nvSpPr>
        <p:spPr>
          <a:xfrm>
            <a:off x="4829908" y="3391477"/>
            <a:ext cx="3742592" cy="1082552"/>
          </a:xfrm>
          <a:prstGeom prst="roundRect">
            <a:avLst>
              <a:gd name="adj" fmla="val 889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Freeform 3">
            <a:extLst>
              <a:ext uri="{FF2B5EF4-FFF2-40B4-BE49-F238E27FC236}">
                <a16:creationId xmlns:a16="http://schemas.microsoft.com/office/drawing/2014/main" id="{20AB394A-28B5-97DD-CB3A-9A85F394EF89}"/>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 name="Picture 4">
            <a:extLst>
              <a:ext uri="{FF2B5EF4-FFF2-40B4-BE49-F238E27FC236}">
                <a16:creationId xmlns:a16="http://schemas.microsoft.com/office/drawing/2014/main" id="{95FDB111-FAA0-90FE-7AFC-DDBE0731345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9325790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Title + Content + 3 Callouts">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909E348-6FC2-69F6-351E-22BA620348CE}"/>
              </a:ext>
            </a:extLst>
          </p:cNvPr>
          <p:cNvSpPr/>
          <p:nvPr userDrawn="1"/>
        </p:nvSpPr>
        <p:spPr>
          <a:xfrm>
            <a:off x="0" y="0"/>
            <a:ext cx="65151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5878005"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1" name="Content Placeholder 2">
            <a:extLst>
              <a:ext uri="{FF2B5EF4-FFF2-40B4-BE49-F238E27FC236}">
                <a16:creationId xmlns:a16="http://schemas.microsoft.com/office/drawing/2014/main" id="{0F40C0C9-4AF9-5909-AE20-39BC49508453}"/>
              </a:ext>
            </a:extLst>
          </p:cNvPr>
          <p:cNvSpPr>
            <a:spLocks noGrp="1"/>
          </p:cNvSpPr>
          <p:nvPr>
            <p:ph idx="14" hasCustomPrompt="1"/>
          </p:nvPr>
        </p:nvSpPr>
        <p:spPr>
          <a:xfrm>
            <a:off x="406814" y="834850"/>
            <a:ext cx="4088985"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Rounded Rectangle 2">
            <a:extLst>
              <a:ext uri="{FF2B5EF4-FFF2-40B4-BE49-F238E27FC236}">
                <a16:creationId xmlns:a16="http://schemas.microsoft.com/office/drawing/2014/main" id="{2B2009B1-0FC3-C76C-F01C-79E2DF338E30}"/>
              </a:ext>
            </a:extLst>
          </p:cNvPr>
          <p:cNvSpPr/>
          <p:nvPr userDrawn="1"/>
        </p:nvSpPr>
        <p:spPr>
          <a:xfrm>
            <a:off x="4829908" y="834851"/>
            <a:ext cx="3742592" cy="1082552"/>
          </a:xfrm>
          <a:prstGeom prst="roundRect">
            <a:avLst>
              <a:gd name="adj" fmla="val 8833"/>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Rounded Rectangle 3">
            <a:extLst>
              <a:ext uri="{FF2B5EF4-FFF2-40B4-BE49-F238E27FC236}">
                <a16:creationId xmlns:a16="http://schemas.microsoft.com/office/drawing/2014/main" id="{075CD5AB-792D-7FE6-A79A-3D3311062459}"/>
              </a:ext>
            </a:extLst>
          </p:cNvPr>
          <p:cNvSpPr/>
          <p:nvPr userDrawn="1"/>
        </p:nvSpPr>
        <p:spPr>
          <a:xfrm>
            <a:off x="4829908" y="2113165"/>
            <a:ext cx="3742592" cy="1082552"/>
          </a:xfrm>
          <a:prstGeom prst="roundRect">
            <a:avLst>
              <a:gd name="adj" fmla="val 9141"/>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5" name="Rounded Rectangle 4">
            <a:extLst>
              <a:ext uri="{FF2B5EF4-FFF2-40B4-BE49-F238E27FC236}">
                <a16:creationId xmlns:a16="http://schemas.microsoft.com/office/drawing/2014/main" id="{9A097985-48C9-ECA8-9621-A7E93BE7DC52}"/>
              </a:ext>
            </a:extLst>
          </p:cNvPr>
          <p:cNvSpPr/>
          <p:nvPr userDrawn="1"/>
        </p:nvSpPr>
        <p:spPr>
          <a:xfrm>
            <a:off x="4829908" y="3391477"/>
            <a:ext cx="3742592" cy="1082552"/>
          </a:xfrm>
          <a:prstGeom prst="roundRect">
            <a:avLst>
              <a:gd name="adj" fmla="val 8897"/>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0" name="Freeform 9">
            <a:extLst>
              <a:ext uri="{FF2B5EF4-FFF2-40B4-BE49-F238E27FC236}">
                <a16:creationId xmlns:a16="http://schemas.microsoft.com/office/drawing/2014/main" id="{66CA1ECC-B2EA-4A57-142B-746F5B957AF4}"/>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1" name="Picture 10">
            <a:extLst>
              <a:ext uri="{FF2B5EF4-FFF2-40B4-BE49-F238E27FC236}">
                <a16:creationId xmlns:a16="http://schemas.microsoft.com/office/drawing/2014/main" id="{FE4D4F63-0570-AAE4-8E1F-B8A9880198A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0498350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Title + 3 Amount Content">
    <p:bg>
      <p:bgPr>
        <a:solidFill>
          <a:schemeClr val="bg2"/>
        </a:solidFill>
        <a:effectLst/>
      </p:bgPr>
    </p:bg>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0741D8A1-0C8D-70B5-A88A-CE3FE85499C1}"/>
              </a:ext>
            </a:extLst>
          </p:cNvPr>
          <p:cNvSpPr>
            <a:spLocks noGrp="1"/>
          </p:cNvSpPr>
          <p:nvPr>
            <p:ph type="body" sz="quarter" idx="16" hasCustomPrompt="1"/>
          </p:nvPr>
        </p:nvSpPr>
        <p:spPr>
          <a:xfrm>
            <a:off x="546100" y="2562125"/>
            <a:ext cx="2436813" cy="982662"/>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457200" indent="0" algn="ctr">
              <a:buNone/>
              <a:defRPr>
                <a:solidFill>
                  <a:schemeClr val="tx1"/>
                </a:solidFill>
                <a:latin typeface="Arial" panose="020B0604020202020204" pitchFamily="34" charset="0"/>
                <a:cs typeface="Arial" panose="020B0604020202020204" pitchFamily="34" charset="0"/>
              </a:defRPr>
            </a:lvl2pPr>
            <a:lvl3pPr marL="914400" indent="0" algn="ctr">
              <a:buNone/>
              <a:defRPr>
                <a:solidFill>
                  <a:schemeClr val="tx1"/>
                </a:solidFill>
                <a:latin typeface="Arial" panose="020B0604020202020204" pitchFamily="34" charset="0"/>
                <a:cs typeface="Arial" panose="020B0604020202020204" pitchFamily="34" charset="0"/>
              </a:defRPr>
            </a:lvl3pPr>
            <a:lvl4pPr marL="1371600" indent="0" algn="ctr">
              <a:buNone/>
              <a:defRPr>
                <a:solidFill>
                  <a:schemeClr val="tx1"/>
                </a:solidFill>
                <a:latin typeface="Arial" panose="020B0604020202020204" pitchFamily="34" charset="0"/>
                <a:cs typeface="Arial" panose="020B0604020202020204" pitchFamily="34" charset="0"/>
              </a:defRPr>
            </a:lvl4pPr>
            <a:lvl5pPr marL="1828800"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5" name="Straight Connector 4">
            <a:extLst>
              <a:ext uri="{FF2B5EF4-FFF2-40B4-BE49-F238E27FC236}">
                <a16:creationId xmlns:a16="http://schemas.microsoft.com/office/drawing/2014/main" id="{5DF582A7-6447-3607-753A-46CCB69FB2C7}"/>
              </a:ext>
            </a:extLst>
          </p:cNvPr>
          <p:cNvCxnSpPr>
            <a:cxnSpLocks/>
          </p:cNvCxnSpPr>
          <p:nvPr userDrawn="1"/>
        </p:nvCxnSpPr>
        <p:spPr>
          <a:xfrm>
            <a:off x="622848" y="2334410"/>
            <a:ext cx="2283316"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7" name="Text Placeholder 16">
            <a:extLst>
              <a:ext uri="{FF2B5EF4-FFF2-40B4-BE49-F238E27FC236}">
                <a16:creationId xmlns:a16="http://schemas.microsoft.com/office/drawing/2014/main" id="{266F4267-22F7-0C6F-D9CB-A27ABA4BF45A}"/>
              </a:ext>
            </a:extLst>
          </p:cNvPr>
          <p:cNvSpPr>
            <a:spLocks noGrp="1"/>
          </p:cNvSpPr>
          <p:nvPr>
            <p:ph type="body" sz="quarter" idx="10" hasCustomPrompt="1"/>
          </p:nvPr>
        </p:nvSpPr>
        <p:spPr>
          <a:xfrm>
            <a:off x="546100" y="1585913"/>
            <a:ext cx="2436813" cy="584200"/>
          </a:xfrm>
          <a:prstGeom prst="rect">
            <a:avLst/>
          </a:prstGeom>
        </p:spPr>
        <p:txBody>
          <a:bodyPr anchor="b"/>
          <a:lstStyle>
            <a:lvl1pPr marL="0" indent="0" algn="ctr">
              <a:buNone/>
              <a:defRPr sz="3200" b="0" i="0">
                <a:solidFill>
                  <a:schemeClr val="tx2"/>
                </a:solidFill>
                <a:latin typeface="Arial" panose="020B0604020202020204" pitchFamily="34" charset="0"/>
              </a:defRPr>
            </a:lvl1pPr>
            <a:lvl2pPr>
              <a:defRPr sz="3200"/>
            </a:lvl2pPr>
            <a:lvl3pPr>
              <a:defRPr sz="3200"/>
            </a:lvl3pPr>
            <a:lvl4pPr>
              <a:defRPr sz="3200"/>
            </a:lvl4pPr>
            <a:lvl5pPr>
              <a:defRPr sz="3200"/>
            </a:lvl5pPr>
          </a:lstStyle>
          <a:p>
            <a:pPr lvl="0"/>
            <a:r>
              <a:rPr lang="en-US"/>
              <a:t>$0,000</a:t>
            </a:r>
          </a:p>
        </p:txBody>
      </p:sp>
      <p:cxnSp>
        <p:nvCxnSpPr>
          <p:cNvPr id="25" name="Straight Connector 24">
            <a:extLst>
              <a:ext uri="{FF2B5EF4-FFF2-40B4-BE49-F238E27FC236}">
                <a16:creationId xmlns:a16="http://schemas.microsoft.com/office/drawing/2014/main" id="{75594396-617D-0799-C34F-CC6C860554F5}"/>
              </a:ext>
            </a:extLst>
          </p:cNvPr>
          <p:cNvCxnSpPr>
            <a:cxnSpLocks/>
          </p:cNvCxnSpPr>
          <p:nvPr userDrawn="1"/>
        </p:nvCxnSpPr>
        <p:spPr>
          <a:xfrm>
            <a:off x="6082871" y="2334410"/>
            <a:ext cx="2283316"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Text Placeholder 16">
            <a:extLst>
              <a:ext uri="{FF2B5EF4-FFF2-40B4-BE49-F238E27FC236}">
                <a16:creationId xmlns:a16="http://schemas.microsoft.com/office/drawing/2014/main" id="{1B4CA5E4-8C6F-94C1-436D-610C28555F87}"/>
              </a:ext>
            </a:extLst>
          </p:cNvPr>
          <p:cNvSpPr>
            <a:spLocks noGrp="1"/>
          </p:cNvSpPr>
          <p:nvPr>
            <p:ph type="body" sz="quarter" idx="12" hasCustomPrompt="1"/>
          </p:nvPr>
        </p:nvSpPr>
        <p:spPr>
          <a:xfrm>
            <a:off x="6006123" y="1585913"/>
            <a:ext cx="2436813" cy="584200"/>
          </a:xfrm>
          <a:prstGeom prst="rect">
            <a:avLst/>
          </a:prstGeom>
        </p:spPr>
        <p:txBody>
          <a:bodyPr anchor="b"/>
          <a:lstStyle>
            <a:lvl1pPr marL="0" indent="0" algn="ctr">
              <a:buNone/>
              <a:defRPr sz="3200" b="0" i="0">
                <a:solidFill>
                  <a:schemeClr val="tx2"/>
                </a:solidFill>
                <a:latin typeface="Arial" panose="020B0604020202020204" pitchFamily="34" charset="0"/>
              </a:defRPr>
            </a:lvl1pPr>
            <a:lvl2pPr>
              <a:defRPr sz="3200"/>
            </a:lvl2pPr>
            <a:lvl3pPr>
              <a:defRPr sz="3200"/>
            </a:lvl3pPr>
            <a:lvl4pPr>
              <a:defRPr sz="3200"/>
            </a:lvl4pPr>
            <a:lvl5pPr>
              <a:defRPr sz="3200"/>
            </a:lvl5pPr>
          </a:lstStyle>
          <a:p>
            <a:pPr lvl="0"/>
            <a:r>
              <a:rPr lang="en-US"/>
              <a:t>$0,000</a:t>
            </a:r>
          </a:p>
        </p:txBody>
      </p:sp>
      <p:cxnSp>
        <p:nvCxnSpPr>
          <p:cNvPr id="31" name="Straight Connector 30">
            <a:extLst>
              <a:ext uri="{FF2B5EF4-FFF2-40B4-BE49-F238E27FC236}">
                <a16:creationId xmlns:a16="http://schemas.microsoft.com/office/drawing/2014/main" id="{2304CC8D-4D52-E612-8565-DA9C1A63C6D9}"/>
              </a:ext>
            </a:extLst>
          </p:cNvPr>
          <p:cNvCxnSpPr>
            <a:cxnSpLocks/>
          </p:cNvCxnSpPr>
          <p:nvPr userDrawn="1"/>
        </p:nvCxnSpPr>
        <p:spPr>
          <a:xfrm>
            <a:off x="3357255" y="2334410"/>
            <a:ext cx="2283316"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2" name="Text Placeholder 16">
            <a:extLst>
              <a:ext uri="{FF2B5EF4-FFF2-40B4-BE49-F238E27FC236}">
                <a16:creationId xmlns:a16="http://schemas.microsoft.com/office/drawing/2014/main" id="{474D4C94-064D-57DC-0ECF-FFFB1561A1EF}"/>
              </a:ext>
            </a:extLst>
          </p:cNvPr>
          <p:cNvSpPr>
            <a:spLocks noGrp="1"/>
          </p:cNvSpPr>
          <p:nvPr>
            <p:ph type="body" sz="quarter" idx="14" hasCustomPrompt="1"/>
          </p:nvPr>
        </p:nvSpPr>
        <p:spPr>
          <a:xfrm>
            <a:off x="3280507" y="1585913"/>
            <a:ext cx="2436813" cy="584200"/>
          </a:xfrm>
          <a:prstGeom prst="rect">
            <a:avLst/>
          </a:prstGeom>
        </p:spPr>
        <p:txBody>
          <a:bodyPr anchor="b"/>
          <a:lstStyle>
            <a:lvl1pPr marL="0" indent="0" algn="ctr">
              <a:buNone/>
              <a:defRPr sz="3200" b="0" i="0">
                <a:solidFill>
                  <a:schemeClr val="tx2"/>
                </a:solidFill>
                <a:latin typeface="Arial" panose="020B0604020202020204" pitchFamily="34" charset="0"/>
              </a:defRPr>
            </a:lvl1pPr>
            <a:lvl2pPr>
              <a:defRPr sz="3200"/>
            </a:lvl2pPr>
            <a:lvl3pPr>
              <a:defRPr sz="3200"/>
            </a:lvl3pPr>
            <a:lvl4pPr>
              <a:defRPr sz="3200"/>
            </a:lvl4pPr>
            <a:lvl5pPr>
              <a:defRPr sz="3200"/>
            </a:lvl5pPr>
          </a:lstStyle>
          <a:p>
            <a:pPr lvl="0"/>
            <a:r>
              <a:rPr lang="en-US"/>
              <a:t>$0,000</a:t>
            </a:r>
          </a:p>
        </p:txBody>
      </p:sp>
      <p:sp>
        <p:nvSpPr>
          <p:cNvPr id="2" name="Freeform 1">
            <a:extLst>
              <a:ext uri="{FF2B5EF4-FFF2-40B4-BE49-F238E27FC236}">
                <a16:creationId xmlns:a16="http://schemas.microsoft.com/office/drawing/2014/main" id="{86A1EFA8-67D8-7745-6A8B-7A9CBC212063}"/>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3" name="Picture 2">
            <a:extLst>
              <a:ext uri="{FF2B5EF4-FFF2-40B4-BE49-F238E27FC236}">
                <a16:creationId xmlns:a16="http://schemas.microsoft.com/office/drawing/2014/main" id="{639B3958-E5A5-9CB1-4D8B-9F9585A37C5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7" name="Text Placeholder 5">
            <a:extLst>
              <a:ext uri="{FF2B5EF4-FFF2-40B4-BE49-F238E27FC236}">
                <a16:creationId xmlns:a16="http://schemas.microsoft.com/office/drawing/2014/main" id="{3563270B-116D-DED0-25B5-C758317DD981}"/>
              </a:ext>
            </a:extLst>
          </p:cNvPr>
          <p:cNvSpPr>
            <a:spLocks noGrp="1"/>
          </p:cNvSpPr>
          <p:nvPr>
            <p:ph type="body" sz="quarter" idx="17" hasCustomPrompt="1"/>
          </p:nvPr>
        </p:nvSpPr>
        <p:spPr>
          <a:xfrm>
            <a:off x="3298925" y="2562125"/>
            <a:ext cx="2436813" cy="982662"/>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457200" indent="0" algn="ctr">
              <a:buNone/>
              <a:defRPr>
                <a:solidFill>
                  <a:schemeClr val="tx1"/>
                </a:solidFill>
                <a:latin typeface="Arial" panose="020B0604020202020204" pitchFamily="34" charset="0"/>
                <a:cs typeface="Arial" panose="020B0604020202020204" pitchFamily="34" charset="0"/>
              </a:defRPr>
            </a:lvl2pPr>
            <a:lvl3pPr marL="914400" indent="0" algn="ctr">
              <a:buNone/>
              <a:defRPr>
                <a:solidFill>
                  <a:schemeClr val="tx1"/>
                </a:solidFill>
                <a:latin typeface="Arial" panose="020B0604020202020204" pitchFamily="34" charset="0"/>
                <a:cs typeface="Arial" panose="020B0604020202020204" pitchFamily="34" charset="0"/>
              </a:defRPr>
            </a:lvl3pPr>
            <a:lvl4pPr marL="1371600" indent="0" algn="ctr">
              <a:buNone/>
              <a:defRPr>
                <a:solidFill>
                  <a:schemeClr val="tx1"/>
                </a:solidFill>
                <a:latin typeface="Arial" panose="020B0604020202020204" pitchFamily="34" charset="0"/>
                <a:cs typeface="Arial" panose="020B0604020202020204" pitchFamily="34" charset="0"/>
              </a:defRPr>
            </a:lvl4pPr>
            <a:lvl5pPr marL="1828800"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8" name="Text Placeholder 5">
            <a:extLst>
              <a:ext uri="{FF2B5EF4-FFF2-40B4-BE49-F238E27FC236}">
                <a16:creationId xmlns:a16="http://schemas.microsoft.com/office/drawing/2014/main" id="{1E8D8581-41F1-5196-5D3A-4710873C8583}"/>
              </a:ext>
            </a:extLst>
          </p:cNvPr>
          <p:cNvSpPr>
            <a:spLocks noGrp="1"/>
          </p:cNvSpPr>
          <p:nvPr>
            <p:ph type="body" sz="quarter" idx="18" hasCustomPrompt="1"/>
          </p:nvPr>
        </p:nvSpPr>
        <p:spPr>
          <a:xfrm>
            <a:off x="6003624" y="2562125"/>
            <a:ext cx="2436813" cy="982662"/>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457200" indent="0" algn="ctr">
              <a:buNone/>
              <a:defRPr>
                <a:solidFill>
                  <a:schemeClr val="tx1"/>
                </a:solidFill>
                <a:latin typeface="Arial" panose="020B0604020202020204" pitchFamily="34" charset="0"/>
                <a:cs typeface="Arial" panose="020B0604020202020204" pitchFamily="34" charset="0"/>
              </a:defRPr>
            </a:lvl2pPr>
            <a:lvl3pPr marL="914400" indent="0" algn="ctr">
              <a:buNone/>
              <a:defRPr>
                <a:solidFill>
                  <a:schemeClr val="tx1"/>
                </a:solidFill>
                <a:latin typeface="Arial" panose="020B0604020202020204" pitchFamily="34" charset="0"/>
                <a:cs typeface="Arial" panose="020B0604020202020204" pitchFamily="34" charset="0"/>
              </a:defRPr>
            </a:lvl3pPr>
            <a:lvl4pPr marL="1371600" indent="0" algn="ctr">
              <a:buNone/>
              <a:defRPr>
                <a:solidFill>
                  <a:schemeClr val="tx1"/>
                </a:solidFill>
                <a:latin typeface="Arial" panose="020B0604020202020204" pitchFamily="34" charset="0"/>
                <a:cs typeface="Arial" panose="020B0604020202020204" pitchFamily="34" charset="0"/>
              </a:defRPr>
            </a:lvl4pPr>
            <a:lvl5pPr marL="1828800"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Tree>
    <p:extLst>
      <p:ext uri="{BB962C8B-B14F-4D97-AF65-F5344CB8AC3E}">
        <p14:creationId xmlns:p14="http://schemas.microsoft.com/office/powerpoint/2010/main" val="29969857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7_Three content">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4" name="Chart Placeholder 33">
            <a:extLst>
              <a:ext uri="{FF2B5EF4-FFF2-40B4-BE49-F238E27FC236}">
                <a16:creationId xmlns:a16="http://schemas.microsoft.com/office/drawing/2014/main" id="{BFCEA124-EB7E-CF0A-9E07-6F3A8FE1A639}"/>
              </a:ext>
            </a:extLst>
          </p:cNvPr>
          <p:cNvSpPr>
            <a:spLocks noGrp="1"/>
          </p:cNvSpPr>
          <p:nvPr>
            <p:ph type="chart" sz="quarter" idx="16"/>
          </p:nvPr>
        </p:nvSpPr>
        <p:spPr>
          <a:xfrm>
            <a:off x="644265" y="1279306"/>
            <a:ext cx="2239963" cy="1719262"/>
          </a:xfrm>
          <a:prstGeom prst="rect">
            <a:avLst/>
          </a:prstGeom>
        </p:spPr>
        <p:txBody>
          <a:bodyPr/>
          <a:lstStyle>
            <a:lvl1pPr marL="0" indent="0">
              <a:buNone/>
              <a:defRPr b="1" i="0">
                <a:solidFill>
                  <a:schemeClr val="tx2"/>
                </a:solidFill>
                <a:latin typeface="Arial" panose="020B0604020202020204" pitchFamily="34" charset="0"/>
              </a:defRPr>
            </a:lvl1pPr>
          </a:lstStyle>
          <a:p>
            <a:endParaRPr lang="en-US"/>
          </a:p>
        </p:txBody>
      </p:sp>
      <p:sp>
        <p:nvSpPr>
          <p:cNvPr id="35" name="Chart Placeholder 33">
            <a:extLst>
              <a:ext uri="{FF2B5EF4-FFF2-40B4-BE49-F238E27FC236}">
                <a16:creationId xmlns:a16="http://schemas.microsoft.com/office/drawing/2014/main" id="{FA4D44BF-ADC0-6EE1-76ED-CFEE24F8D868}"/>
              </a:ext>
            </a:extLst>
          </p:cNvPr>
          <p:cNvSpPr>
            <a:spLocks noGrp="1"/>
          </p:cNvSpPr>
          <p:nvPr>
            <p:ph type="chart" sz="quarter" idx="17"/>
          </p:nvPr>
        </p:nvSpPr>
        <p:spPr>
          <a:xfrm>
            <a:off x="3378321" y="1279306"/>
            <a:ext cx="2239963" cy="1719262"/>
          </a:xfrm>
          <a:prstGeom prst="rect">
            <a:avLst/>
          </a:prstGeom>
        </p:spPr>
        <p:txBody>
          <a:bodyPr/>
          <a:lstStyle>
            <a:lvl1pPr marL="0" indent="0">
              <a:buNone/>
              <a:defRPr b="1" i="0">
                <a:solidFill>
                  <a:schemeClr val="tx2"/>
                </a:solidFill>
                <a:latin typeface="Arial" panose="020B0604020202020204" pitchFamily="34" charset="0"/>
              </a:defRPr>
            </a:lvl1pPr>
          </a:lstStyle>
          <a:p>
            <a:endParaRPr lang="en-US"/>
          </a:p>
        </p:txBody>
      </p:sp>
      <p:sp>
        <p:nvSpPr>
          <p:cNvPr id="36" name="Chart Placeholder 33">
            <a:extLst>
              <a:ext uri="{FF2B5EF4-FFF2-40B4-BE49-F238E27FC236}">
                <a16:creationId xmlns:a16="http://schemas.microsoft.com/office/drawing/2014/main" id="{6E776D9F-C4D1-3AB0-B558-3F286E912F25}"/>
              </a:ext>
            </a:extLst>
          </p:cNvPr>
          <p:cNvSpPr>
            <a:spLocks noGrp="1"/>
          </p:cNvSpPr>
          <p:nvPr>
            <p:ph type="chart" sz="quarter" idx="18"/>
          </p:nvPr>
        </p:nvSpPr>
        <p:spPr>
          <a:xfrm>
            <a:off x="6104547" y="1279306"/>
            <a:ext cx="2239963" cy="1719262"/>
          </a:xfrm>
          <a:prstGeom prst="rect">
            <a:avLst/>
          </a:prstGeom>
        </p:spPr>
        <p:txBody>
          <a:bodyPr/>
          <a:lstStyle>
            <a:lvl1pPr marL="0" indent="0">
              <a:buNone/>
              <a:defRPr b="1" i="0">
                <a:solidFill>
                  <a:schemeClr val="tx2"/>
                </a:solidFill>
                <a:latin typeface="Arial" panose="020B0604020202020204" pitchFamily="34" charset="0"/>
              </a:defRPr>
            </a:lvl1pPr>
          </a:lstStyle>
          <a:p>
            <a:endParaRPr lang="en-US"/>
          </a:p>
        </p:txBody>
      </p:sp>
      <p:sp>
        <p:nvSpPr>
          <p:cNvPr id="2" name="Text Placeholder 5">
            <a:extLst>
              <a:ext uri="{FF2B5EF4-FFF2-40B4-BE49-F238E27FC236}">
                <a16:creationId xmlns:a16="http://schemas.microsoft.com/office/drawing/2014/main" id="{7534708B-C505-BB86-41F4-27A3C788A3B3}"/>
              </a:ext>
            </a:extLst>
          </p:cNvPr>
          <p:cNvSpPr>
            <a:spLocks noGrp="1"/>
          </p:cNvSpPr>
          <p:nvPr>
            <p:ph type="body" sz="quarter" idx="19" hasCustomPrompt="1"/>
          </p:nvPr>
        </p:nvSpPr>
        <p:spPr>
          <a:xfrm>
            <a:off x="546100" y="3264769"/>
            <a:ext cx="2436813" cy="982662"/>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457200" indent="0" algn="ctr">
              <a:buNone/>
              <a:defRPr>
                <a:solidFill>
                  <a:schemeClr val="tx1"/>
                </a:solidFill>
                <a:latin typeface="Arial" panose="020B0604020202020204" pitchFamily="34" charset="0"/>
                <a:cs typeface="Arial" panose="020B0604020202020204" pitchFamily="34" charset="0"/>
              </a:defRPr>
            </a:lvl2pPr>
            <a:lvl3pPr marL="914400" indent="0" algn="ctr">
              <a:buNone/>
              <a:defRPr>
                <a:solidFill>
                  <a:schemeClr val="tx1"/>
                </a:solidFill>
                <a:latin typeface="Arial" panose="020B0604020202020204" pitchFamily="34" charset="0"/>
                <a:cs typeface="Arial" panose="020B0604020202020204" pitchFamily="34" charset="0"/>
              </a:defRPr>
            </a:lvl3pPr>
            <a:lvl4pPr marL="1371600" indent="0" algn="ctr">
              <a:buNone/>
              <a:defRPr>
                <a:solidFill>
                  <a:schemeClr val="tx1"/>
                </a:solidFill>
                <a:latin typeface="Arial" panose="020B0604020202020204" pitchFamily="34" charset="0"/>
                <a:cs typeface="Arial" panose="020B0604020202020204" pitchFamily="34" charset="0"/>
              </a:defRPr>
            </a:lvl4pPr>
            <a:lvl5pPr marL="1828800"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3" name="Text Placeholder 5">
            <a:extLst>
              <a:ext uri="{FF2B5EF4-FFF2-40B4-BE49-F238E27FC236}">
                <a16:creationId xmlns:a16="http://schemas.microsoft.com/office/drawing/2014/main" id="{CC4BAE7B-97AA-08AC-D03B-5ACAB8FAB17B}"/>
              </a:ext>
            </a:extLst>
          </p:cNvPr>
          <p:cNvSpPr>
            <a:spLocks noGrp="1"/>
          </p:cNvSpPr>
          <p:nvPr>
            <p:ph type="body" sz="quarter" idx="20" hasCustomPrompt="1"/>
          </p:nvPr>
        </p:nvSpPr>
        <p:spPr>
          <a:xfrm>
            <a:off x="3298925" y="3264769"/>
            <a:ext cx="2436813" cy="982662"/>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457200" indent="0" algn="ctr">
              <a:buNone/>
              <a:defRPr>
                <a:solidFill>
                  <a:schemeClr val="tx1"/>
                </a:solidFill>
                <a:latin typeface="Arial" panose="020B0604020202020204" pitchFamily="34" charset="0"/>
                <a:cs typeface="Arial" panose="020B0604020202020204" pitchFamily="34" charset="0"/>
              </a:defRPr>
            </a:lvl2pPr>
            <a:lvl3pPr marL="914400" indent="0" algn="ctr">
              <a:buNone/>
              <a:defRPr>
                <a:solidFill>
                  <a:schemeClr val="tx1"/>
                </a:solidFill>
                <a:latin typeface="Arial" panose="020B0604020202020204" pitchFamily="34" charset="0"/>
                <a:cs typeface="Arial" panose="020B0604020202020204" pitchFamily="34" charset="0"/>
              </a:defRPr>
            </a:lvl3pPr>
            <a:lvl4pPr marL="1371600" indent="0" algn="ctr">
              <a:buNone/>
              <a:defRPr>
                <a:solidFill>
                  <a:schemeClr val="tx1"/>
                </a:solidFill>
                <a:latin typeface="Arial" panose="020B0604020202020204" pitchFamily="34" charset="0"/>
                <a:cs typeface="Arial" panose="020B0604020202020204" pitchFamily="34" charset="0"/>
              </a:defRPr>
            </a:lvl4pPr>
            <a:lvl5pPr marL="1828800"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4" name="Text Placeholder 5">
            <a:extLst>
              <a:ext uri="{FF2B5EF4-FFF2-40B4-BE49-F238E27FC236}">
                <a16:creationId xmlns:a16="http://schemas.microsoft.com/office/drawing/2014/main" id="{65BD283C-747A-C4A6-158F-3C2E9CD52D13}"/>
              </a:ext>
            </a:extLst>
          </p:cNvPr>
          <p:cNvSpPr>
            <a:spLocks noGrp="1"/>
          </p:cNvSpPr>
          <p:nvPr>
            <p:ph type="body" sz="quarter" idx="21" hasCustomPrompt="1"/>
          </p:nvPr>
        </p:nvSpPr>
        <p:spPr>
          <a:xfrm>
            <a:off x="6003624" y="3264769"/>
            <a:ext cx="2436813" cy="982662"/>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457200" indent="0" algn="ctr">
              <a:buNone/>
              <a:defRPr>
                <a:solidFill>
                  <a:schemeClr val="tx1"/>
                </a:solidFill>
                <a:latin typeface="Arial" panose="020B0604020202020204" pitchFamily="34" charset="0"/>
                <a:cs typeface="Arial" panose="020B0604020202020204" pitchFamily="34" charset="0"/>
              </a:defRPr>
            </a:lvl2pPr>
            <a:lvl3pPr marL="914400" indent="0" algn="ctr">
              <a:buNone/>
              <a:defRPr>
                <a:solidFill>
                  <a:schemeClr val="tx1"/>
                </a:solidFill>
                <a:latin typeface="Arial" panose="020B0604020202020204" pitchFamily="34" charset="0"/>
                <a:cs typeface="Arial" panose="020B0604020202020204" pitchFamily="34" charset="0"/>
              </a:defRPr>
            </a:lvl3pPr>
            <a:lvl4pPr marL="1371600" indent="0" algn="ctr">
              <a:buNone/>
              <a:defRPr>
                <a:solidFill>
                  <a:schemeClr val="tx1"/>
                </a:solidFill>
                <a:latin typeface="Arial" panose="020B0604020202020204" pitchFamily="34" charset="0"/>
                <a:cs typeface="Arial" panose="020B0604020202020204" pitchFamily="34" charset="0"/>
              </a:defRPr>
            </a:lvl4pPr>
            <a:lvl5pPr marL="1828800"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Tree>
    <p:extLst>
      <p:ext uri="{BB962C8B-B14F-4D97-AF65-F5344CB8AC3E}">
        <p14:creationId xmlns:p14="http://schemas.microsoft.com/office/powerpoint/2010/main" val="44944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1_Four content">
    <p:bg>
      <p:bgPr>
        <a:solidFill>
          <a:schemeClr val="bg1"/>
        </a:solidFill>
        <a:effectLst/>
      </p:bgPr>
    </p:bg>
    <p:spTree>
      <p:nvGrpSpPr>
        <p:cNvPr id="1" name=""/>
        <p:cNvGrpSpPr/>
        <p:nvPr/>
      </p:nvGrpSpPr>
      <p:grpSpPr>
        <a:xfrm>
          <a:off x="0" y="0"/>
          <a:ext cx="0" cy="0"/>
          <a:chOff x="0" y="0"/>
          <a:chExt cx="0" cy="0"/>
        </a:xfrm>
      </p:grpSpPr>
      <p:sp>
        <p:nvSpPr>
          <p:cNvPr id="28" name="Rounded Rectangle 27">
            <a:extLst>
              <a:ext uri="{FF2B5EF4-FFF2-40B4-BE49-F238E27FC236}">
                <a16:creationId xmlns:a16="http://schemas.microsoft.com/office/drawing/2014/main" id="{7458080C-BCC7-0728-AF24-4EA2AE4553E1}"/>
              </a:ext>
            </a:extLst>
          </p:cNvPr>
          <p:cNvSpPr/>
          <p:nvPr userDrawn="1"/>
        </p:nvSpPr>
        <p:spPr>
          <a:xfrm>
            <a:off x="417769" y="1015089"/>
            <a:ext cx="1885833" cy="3656225"/>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2" name="Text Placeholder 5">
            <a:extLst>
              <a:ext uri="{FF2B5EF4-FFF2-40B4-BE49-F238E27FC236}">
                <a16:creationId xmlns:a16="http://schemas.microsoft.com/office/drawing/2014/main" id="{002F666F-2915-1040-9FCC-506D7B3DF495}"/>
              </a:ext>
            </a:extLst>
          </p:cNvPr>
          <p:cNvSpPr>
            <a:spLocks noGrp="1"/>
          </p:cNvSpPr>
          <p:nvPr>
            <p:ph type="body" sz="quarter" idx="57" hasCustomPrompt="1"/>
          </p:nvPr>
        </p:nvSpPr>
        <p:spPr>
          <a:xfrm>
            <a:off x="592392" y="2272365"/>
            <a:ext cx="1544139" cy="2290007"/>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2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9" name="Straight Connector 28">
            <a:extLst>
              <a:ext uri="{FF2B5EF4-FFF2-40B4-BE49-F238E27FC236}">
                <a16:creationId xmlns:a16="http://schemas.microsoft.com/office/drawing/2014/main" id="{A9505ABE-120D-B1AA-EEA0-E26BE40958A4}"/>
              </a:ext>
            </a:extLst>
          </p:cNvPr>
          <p:cNvCxnSpPr>
            <a:cxnSpLocks/>
          </p:cNvCxnSpPr>
          <p:nvPr userDrawn="1"/>
        </p:nvCxnSpPr>
        <p:spPr>
          <a:xfrm>
            <a:off x="592974" y="2178460"/>
            <a:ext cx="154355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0" name="Picture Placeholder 112">
            <a:extLst>
              <a:ext uri="{FF2B5EF4-FFF2-40B4-BE49-F238E27FC236}">
                <a16:creationId xmlns:a16="http://schemas.microsoft.com/office/drawing/2014/main" id="{2C3D88EC-F3F1-7B2C-1851-4423E4CA84E0}"/>
              </a:ext>
            </a:extLst>
          </p:cNvPr>
          <p:cNvSpPr>
            <a:spLocks noGrp="1"/>
          </p:cNvSpPr>
          <p:nvPr>
            <p:ph type="pic" sz="quarter" idx="45" hasCustomPrompt="1"/>
          </p:nvPr>
        </p:nvSpPr>
        <p:spPr>
          <a:xfrm>
            <a:off x="592973" y="1180072"/>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34" name="Text Placeholder 47">
            <a:extLst>
              <a:ext uri="{FF2B5EF4-FFF2-40B4-BE49-F238E27FC236}">
                <a16:creationId xmlns:a16="http://schemas.microsoft.com/office/drawing/2014/main" id="{D4A962C7-A5F5-20E8-5FA5-80CBECADA99B}"/>
              </a:ext>
            </a:extLst>
          </p:cNvPr>
          <p:cNvSpPr>
            <a:spLocks noGrp="1"/>
          </p:cNvSpPr>
          <p:nvPr>
            <p:ph type="body" sz="quarter" idx="46" hasCustomPrompt="1"/>
          </p:nvPr>
        </p:nvSpPr>
        <p:spPr>
          <a:xfrm>
            <a:off x="593198" y="1713686"/>
            <a:ext cx="1604879"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46" name="Rounded Rectangle 45">
            <a:extLst>
              <a:ext uri="{FF2B5EF4-FFF2-40B4-BE49-F238E27FC236}">
                <a16:creationId xmlns:a16="http://schemas.microsoft.com/office/drawing/2014/main" id="{667DF711-E3E6-1378-4D4F-0DBC0BD9F1BB}"/>
              </a:ext>
            </a:extLst>
          </p:cNvPr>
          <p:cNvSpPr/>
          <p:nvPr userDrawn="1"/>
        </p:nvSpPr>
        <p:spPr>
          <a:xfrm>
            <a:off x="2438400" y="1015089"/>
            <a:ext cx="1885833" cy="3656225"/>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7" name="Straight Connector 46">
            <a:extLst>
              <a:ext uri="{FF2B5EF4-FFF2-40B4-BE49-F238E27FC236}">
                <a16:creationId xmlns:a16="http://schemas.microsoft.com/office/drawing/2014/main" id="{DEE10BCC-3558-7374-0C94-69DB1F091F84}"/>
              </a:ext>
            </a:extLst>
          </p:cNvPr>
          <p:cNvCxnSpPr>
            <a:cxnSpLocks/>
          </p:cNvCxnSpPr>
          <p:nvPr userDrawn="1"/>
        </p:nvCxnSpPr>
        <p:spPr>
          <a:xfrm>
            <a:off x="2613605" y="2178460"/>
            <a:ext cx="154355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8" name="Picture Placeholder 112">
            <a:extLst>
              <a:ext uri="{FF2B5EF4-FFF2-40B4-BE49-F238E27FC236}">
                <a16:creationId xmlns:a16="http://schemas.microsoft.com/office/drawing/2014/main" id="{52134E76-6E05-10C6-7F24-4608BC57E7A7}"/>
              </a:ext>
            </a:extLst>
          </p:cNvPr>
          <p:cNvSpPr>
            <a:spLocks noGrp="1"/>
          </p:cNvSpPr>
          <p:nvPr>
            <p:ph type="pic" sz="quarter" idx="48" hasCustomPrompt="1"/>
          </p:nvPr>
        </p:nvSpPr>
        <p:spPr>
          <a:xfrm>
            <a:off x="2613604" y="1180072"/>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9" name="Text Placeholder 47">
            <a:extLst>
              <a:ext uri="{FF2B5EF4-FFF2-40B4-BE49-F238E27FC236}">
                <a16:creationId xmlns:a16="http://schemas.microsoft.com/office/drawing/2014/main" id="{9AC4F0B7-19B3-30F1-E4B5-737DADA8DA4B}"/>
              </a:ext>
            </a:extLst>
          </p:cNvPr>
          <p:cNvSpPr>
            <a:spLocks noGrp="1"/>
          </p:cNvSpPr>
          <p:nvPr>
            <p:ph type="body" sz="quarter" idx="49" hasCustomPrompt="1"/>
          </p:nvPr>
        </p:nvSpPr>
        <p:spPr>
          <a:xfrm>
            <a:off x="2613829" y="1713686"/>
            <a:ext cx="1604879"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56" name="Rounded Rectangle 55">
            <a:extLst>
              <a:ext uri="{FF2B5EF4-FFF2-40B4-BE49-F238E27FC236}">
                <a16:creationId xmlns:a16="http://schemas.microsoft.com/office/drawing/2014/main" id="{C888032A-2CC4-B74E-3156-13FEB3482DBF}"/>
              </a:ext>
            </a:extLst>
          </p:cNvPr>
          <p:cNvSpPr/>
          <p:nvPr userDrawn="1"/>
        </p:nvSpPr>
        <p:spPr>
          <a:xfrm>
            <a:off x="4495798" y="1015089"/>
            <a:ext cx="1885833" cy="3656225"/>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7" name="Straight Connector 56">
            <a:extLst>
              <a:ext uri="{FF2B5EF4-FFF2-40B4-BE49-F238E27FC236}">
                <a16:creationId xmlns:a16="http://schemas.microsoft.com/office/drawing/2014/main" id="{F4A79EFC-B0C1-552F-9D82-BD83D425EEA6}"/>
              </a:ext>
            </a:extLst>
          </p:cNvPr>
          <p:cNvCxnSpPr>
            <a:cxnSpLocks/>
          </p:cNvCxnSpPr>
          <p:nvPr userDrawn="1"/>
        </p:nvCxnSpPr>
        <p:spPr>
          <a:xfrm>
            <a:off x="4671003" y="2178460"/>
            <a:ext cx="154355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8" name="Picture Placeholder 112">
            <a:extLst>
              <a:ext uri="{FF2B5EF4-FFF2-40B4-BE49-F238E27FC236}">
                <a16:creationId xmlns:a16="http://schemas.microsoft.com/office/drawing/2014/main" id="{12ADB5AE-C442-6BDA-84B7-37BCA6E55422}"/>
              </a:ext>
            </a:extLst>
          </p:cNvPr>
          <p:cNvSpPr>
            <a:spLocks noGrp="1"/>
          </p:cNvSpPr>
          <p:nvPr>
            <p:ph type="pic" sz="quarter" idx="51" hasCustomPrompt="1"/>
          </p:nvPr>
        </p:nvSpPr>
        <p:spPr>
          <a:xfrm>
            <a:off x="4671002" y="1180072"/>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59" name="Text Placeholder 47">
            <a:extLst>
              <a:ext uri="{FF2B5EF4-FFF2-40B4-BE49-F238E27FC236}">
                <a16:creationId xmlns:a16="http://schemas.microsoft.com/office/drawing/2014/main" id="{1805FA32-CFE1-1236-0D79-8BAA74F3CDE8}"/>
              </a:ext>
            </a:extLst>
          </p:cNvPr>
          <p:cNvSpPr>
            <a:spLocks noGrp="1"/>
          </p:cNvSpPr>
          <p:nvPr>
            <p:ph type="body" sz="quarter" idx="52" hasCustomPrompt="1"/>
          </p:nvPr>
        </p:nvSpPr>
        <p:spPr>
          <a:xfrm>
            <a:off x="4671227" y="1713686"/>
            <a:ext cx="1604879"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66" name="Rounded Rectangle 65">
            <a:extLst>
              <a:ext uri="{FF2B5EF4-FFF2-40B4-BE49-F238E27FC236}">
                <a16:creationId xmlns:a16="http://schemas.microsoft.com/office/drawing/2014/main" id="{59AF7597-3401-7A98-900B-5F6F32C477BD}"/>
              </a:ext>
            </a:extLst>
          </p:cNvPr>
          <p:cNvSpPr/>
          <p:nvPr userDrawn="1"/>
        </p:nvSpPr>
        <p:spPr>
          <a:xfrm>
            <a:off x="6515100" y="1015089"/>
            <a:ext cx="1885833" cy="3656225"/>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7" name="Straight Connector 66">
            <a:extLst>
              <a:ext uri="{FF2B5EF4-FFF2-40B4-BE49-F238E27FC236}">
                <a16:creationId xmlns:a16="http://schemas.microsoft.com/office/drawing/2014/main" id="{A6F5C4AC-5592-27D6-121E-1D910BE3A45B}"/>
              </a:ext>
            </a:extLst>
          </p:cNvPr>
          <p:cNvCxnSpPr>
            <a:cxnSpLocks/>
          </p:cNvCxnSpPr>
          <p:nvPr userDrawn="1"/>
        </p:nvCxnSpPr>
        <p:spPr>
          <a:xfrm>
            <a:off x="6690305" y="2178460"/>
            <a:ext cx="154355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8" name="Picture Placeholder 112">
            <a:extLst>
              <a:ext uri="{FF2B5EF4-FFF2-40B4-BE49-F238E27FC236}">
                <a16:creationId xmlns:a16="http://schemas.microsoft.com/office/drawing/2014/main" id="{343534A1-9203-D47D-74B8-EC2E751070A2}"/>
              </a:ext>
            </a:extLst>
          </p:cNvPr>
          <p:cNvSpPr>
            <a:spLocks noGrp="1"/>
          </p:cNvSpPr>
          <p:nvPr>
            <p:ph type="pic" sz="quarter" idx="54" hasCustomPrompt="1"/>
          </p:nvPr>
        </p:nvSpPr>
        <p:spPr>
          <a:xfrm>
            <a:off x="6690304" y="1180072"/>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69" name="Text Placeholder 47">
            <a:extLst>
              <a:ext uri="{FF2B5EF4-FFF2-40B4-BE49-F238E27FC236}">
                <a16:creationId xmlns:a16="http://schemas.microsoft.com/office/drawing/2014/main" id="{DDE6E83A-1913-1BAD-946C-0D754202F7A2}"/>
              </a:ext>
            </a:extLst>
          </p:cNvPr>
          <p:cNvSpPr>
            <a:spLocks noGrp="1"/>
          </p:cNvSpPr>
          <p:nvPr>
            <p:ph type="body" sz="quarter" idx="55" hasCustomPrompt="1"/>
          </p:nvPr>
        </p:nvSpPr>
        <p:spPr>
          <a:xfrm>
            <a:off x="6690529" y="1713686"/>
            <a:ext cx="1604879"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5" name="Text Placeholder 5">
            <a:extLst>
              <a:ext uri="{FF2B5EF4-FFF2-40B4-BE49-F238E27FC236}">
                <a16:creationId xmlns:a16="http://schemas.microsoft.com/office/drawing/2014/main" id="{1DEF47E8-8C8A-56E4-2D64-948CA3C99F99}"/>
              </a:ext>
            </a:extLst>
          </p:cNvPr>
          <p:cNvSpPr>
            <a:spLocks noGrp="1"/>
          </p:cNvSpPr>
          <p:nvPr>
            <p:ph type="body" sz="quarter" idx="58" hasCustomPrompt="1"/>
          </p:nvPr>
        </p:nvSpPr>
        <p:spPr>
          <a:xfrm>
            <a:off x="2613604" y="2272365"/>
            <a:ext cx="1544139" cy="2290007"/>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2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 name="Text Placeholder 5">
            <a:extLst>
              <a:ext uri="{FF2B5EF4-FFF2-40B4-BE49-F238E27FC236}">
                <a16:creationId xmlns:a16="http://schemas.microsoft.com/office/drawing/2014/main" id="{B2B05B9A-C0ED-3198-3078-0454EB12E963}"/>
              </a:ext>
            </a:extLst>
          </p:cNvPr>
          <p:cNvSpPr>
            <a:spLocks noGrp="1"/>
          </p:cNvSpPr>
          <p:nvPr>
            <p:ph type="body" sz="quarter" idx="59" hasCustomPrompt="1"/>
          </p:nvPr>
        </p:nvSpPr>
        <p:spPr>
          <a:xfrm>
            <a:off x="4671002" y="2272365"/>
            <a:ext cx="1544139" cy="2290007"/>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2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 Placeholder 5">
            <a:extLst>
              <a:ext uri="{FF2B5EF4-FFF2-40B4-BE49-F238E27FC236}">
                <a16:creationId xmlns:a16="http://schemas.microsoft.com/office/drawing/2014/main" id="{9F943312-4FA6-5681-50F7-0F1BD60A3030}"/>
              </a:ext>
            </a:extLst>
          </p:cNvPr>
          <p:cNvSpPr>
            <a:spLocks noGrp="1"/>
          </p:cNvSpPr>
          <p:nvPr>
            <p:ph type="body" sz="quarter" idx="60" hasCustomPrompt="1"/>
          </p:nvPr>
        </p:nvSpPr>
        <p:spPr>
          <a:xfrm>
            <a:off x="6690304" y="2272365"/>
            <a:ext cx="1544139" cy="2290007"/>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2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2205333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2_Four content">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Rounded Rectangle 27">
            <a:extLst>
              <a:ext uri="{FF2B5EF4-FFF2-40B4-BE49-F238E27FC236}">
                <a16:creationId xmlns:a16="http://schemas.microsoft.com/office/drawing/2014/main" id="{7458080C-BCC7-0728-AF24-4EA2AE4553E1}"/>
              </a:ext>
            </a:extLst>
          </p:cNvPr>
          <p:cNvSpPr/>
          <p:nvPr userDrawn="1"/>
        </p:nvSpPr>
        <p:spPr>
          <a:xfrm>
            <a:off x="417769" y="1015089"/>
            <a:ext cx="1885833" cy="3656225"/>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29" name="Straight Connector 28">
            <a:extLst>
              <a:ext uri="{FF2B5EF4-FFF2-40B4-BE49-F238E27FC236}">
                <a16:creationId xmlns:a16="http://schemas.microsoft.com/office/drawing/2014/main" id="{A9505ABE-120D-B1AA-EEA0-E26BE40958A4}"/>
              </a:ext>
            </a:extLst>
          </p:cNvPr>
          <p:cNvCxnSpPr>
            <a:cxnSpLocks/>
          </p:cNvCxnSpPr>
          <p:nvPr userDrawn="1"/>
        </p:nvCxnSpPr>
        <p:spPr>
          <a:xfrm>
            <a:off x="592974" y="1659475"/>
            <a:ext cx="154355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Text Placeholder 47">
            <a:extLst>
              <a:ext uri="{FF2B5EF4-FFF2-40B4-BE49-F238E27FC236}">
                <a16:creationId xmlns:a16="http://schemas.microsoft.com/office/drawing/2014/main" id="{D4A962C7-A5F5-20E8-5FA5-80CBECADA99B}"/>
              </a:ext>
            </a:extLst>
          </p:cNvPr>
          <p:cNvSpPr>
            <a:spLocks noGrp="1"/>
          </p:cNvSpPr>
          <p:nvPr>
            <p:ph type="body" sz="quarter" idx="46" hasCustomPrompt="1"/>
          </p:nvPr>
        </p:nvSpPr>
        <p:spPr>
          <a:xfrm>
            <a:off x="593198" y="1194701"/>
            <a:ext cx="1604879"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46" name="Rounded Rectangle 45">
            <a:extLst>
              <a:ext uri="{FF2B5EF4-FFF2-40B4-BE49-F238E27FC236}">
                <a16:creationId xmlns:a16="http://schemas.microsoft.com/office/drawing/2014/main" id="{667DF711-E3E6-1378-4D4F-0DBC0BD9F1BB}"/>
              </a:ext>
            </a:extLst>
          </p:cNvPr>
          <p:cNvSpPr/>
          <p:nvPr userDrawn="1"/>
        </p:nvSpPr>
        <p:spPr>
          <a:xfrm>
            <a:off x="2448628" y="1015089"/>
            <a:ext cx="1885833" cy="3656225"/>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7" name="Straight Connector 46">
            <a:extLst>
              <a:ext uri="{FF2B5EF4-FFF2-40B4-BE49-F238E27FC236}">
                <a16:creationId xmlns:a16="http://schemas.microsoft.com/office/drawing/2014/main" id="{DEE10BCC-3558-7374-0C94-69DB1F091F84}"/>
              </a:ext>
            </a:extLst>
          </p:cNvPr>
          <p:cNvCxnSpPr>
            <a:cxnSpLocks/>
          </p:cNvCxnSpPr>
          <p:nvPr userDrawn="1"/>
        </p:nvCxnSpPr>
        <p:spPr>
          <a:xfrm>
            <a:off x="2623833" y="1659475"/>
            <a:ext cx="154355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9" name="Text Placeholder 47">
            <a:extLst>
              <a:ext uri="{FF2B5EF4-FFF2-40B4-BE49-F238E27FC236}">
                <a16:creationId xmlns:a16="http://schemas.microsoft.com/office/drawing/2014/main" id="{9AC4F0B7-19B3-30F1-E4B5-737DADA8DA4B}"/>
              </a:ext>
            </a:extLst>
          </p:cNvPr>
          <p:cNvSpPr>
            <a:spLocks noGrp="1"/>
          </p:cNvSpPr>
          <p:nvPr>
            <p:ph type="body" sz="quarter" idx="49" hasCustomPrompt="1"/>
          </p:nvPr>
        </p:nvSpPr>
        <p:spPr>
          <a:xfrm>
            <a:off x="2624057" y="1194701"/>
            <a:ext cx="1604879"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56" name="Rounded Rectangle 55">
            <a:extLst>
              <a:ext uri="{FF2B5EF4-FFF2-40B4-BE49-F238E27FC236}">
                <a16:creationId xmlns:a16="http://schemas.microsoft.com/office/drawing/2014/main" id="{C888032A-2CC4-B74E-3156-13FEB3482DBF}"/>
              </a:ext>
            </a:extLst>
          </p:cNvPr>
          <p:cNvSpPr/>
          <p:nvPr userDrawn="1"/>
        </p:nvSpPr>
        <p:spPr>
          <a:xfrm>
            <a:off x="4505848" y="1015089"/>
            <a:ext cx="1885833" cy="3656225"/>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7" name="Straight Connector 56">
            <a:extLst>
              <a:ext uri="{FF2B5EF4-FFF2-40B4-BE49-F238E27FC236}">
                <a16:creationId xmlns:a16="http://schemas.microsoft.com/office/drawing/2014/main" id="{F4A79EFC-B0C1-552F-9D82-BD83D425EEA6}"/>
              </a:ext>
            </a:extLst>
          </p:cNvPr>
          <p:cNvCxnSpPr>
            <a:cxnSpLocks/>
          </p:cNvCxnSpPr>
          <p:nvPr userDrawn="1"/>
        </p:nvCxnSpPr>
        <p:spPr>
          <a:xfrm>
            <a:off x="4681053" y="1659475"/>
            <a:ext cx="154355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9" name="Text Placeholder 47">
            <a:extLst>
              <a:ext uri="{FF2B5EF4-FFF2-40B4-BE49-F238E27FC236}">
                <a16:creationId xmlns:a16="http://schemas.microsoft.com/office/drawing/2014/main" id="{1805FA32-CFE1-1236-0D79-8BAA74F3CDE8}"/>
              </a:ext>
            </a:extLst>
          </p:cNvPr>
          <p:cNvSpPr>
            <a:spLocks noGrp="1"/>
          </p:cNvSpPr>
          <p:nvPr>
            <p:ph type="body" sz="quarter" idx="52" hasCustomPrompt="1"/>
          </p:nvPr>
        </p:nvSpPr>
        <p:spPr>
          <a:xfrm>
            <a:off x="4681277" y="1194701"/>
            <a:ext cx="1604879"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66" name="Rounded Rectangle 65">
            <a:extLst>
              <a:ext uri="{FF2B5EF4-FFF2-40B4-BE49-F238E27FC236}">
                <a16:creationId xmlns:a16="http://schemas.microsoft.com/office/drawing/2014/main" id="{59AF7597-3401-7A98-900B-5F6F32C477BD}"/>
              </a:ext>
            </a:extLst>
          </p:cNvPr>
          <p:cNvSpPr/>
          <p:nvPr userDrawn="1"/>
        </p:nvSpPr>
        <p:spPr>
          <a:xfrm>
            <a:off x="6511676" y="1015089"/>
            <a:ext cx="1885833" cy="3656225"/>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7" name="Straight Connector 66">
            <a:extLst>
              <a:ext uri="{FF2B5EF4-FFF2-40B4-BE49-F238E27FC236}">
                <a16:creationId xmlns:a16="http://schemas.microsoft.com/office/drawing/2014/main" id="{A6F5C4AC-5592-27D6-121E-1D910BE3A45B}"/>
              </a:ext>
            </a:extLst>
          </p:cNvPr>
          <p:cNvCxnSpPr>
            <a:cxnSpLocks/>
          </p:cNvCxnSpPr>
          <p:nvPr userDrawn="1"/>
        </p:nvCxnSpPr>
        <p:spPr>
          <a:xfrm>
            <a:off x="6686881" y="1659475"/>
            <a:ext cx="154355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9" name="Text Placeholder 47">
            <a:extLst>
              <a:ext uri="{FF2B5EF4-FFF2-40B4-BE49-F238E27FC236}">
                <a16:creationId xmlns:a16="http://schemas.microsoft.com/office/drawing/2014/main" id="{DDE6E83A-1913-1BAD-946C-0D754202F7A2}"/>
              </a:ext>
            </a:extLst>
          </p:cNvPr>
          <p:cNvSpPr>
            <a:spLocks noGrp="1"/>
          </p:cNvSpPr>
          <p:nvPr>
            <p:ph type="body" sz="quarter" idx="55" hasCustomPrompt="1"/>
          </p:nvPr>
        </p:nvSpPr>
        <p:spPr>
          <a:xfrm>
            <a:off x="6687105" y="1194701"/>
            <a:ext cx="1604879"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6" name="Freeform 5">
            <a:extLst>
              <a:ext uri="{FF2B5EF4-FFF2-40B4-BE49-F238E27FC236}">
                <a16:creationId xmlns:a16="http://schemas.microsoft.com/office/drawing/2014/main" id="{C5AEEC32-0F49-7A1C-2ADC-88FF0F07909B}"/>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7" name="Picture 6">
            <a:extLst>
              <a:ext uri="{FF2B5EF4-FFF2-40B4-BE49-F238E27FC236}">
                <a16:creationId xmlns:a16="http://schemas.microsoft.com/office/drawing/2014/main" id="{6B820487-019A-AB4A-DD1B-645415272DB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2" name="Text Placeholder 5">
            <a:extLst>
              <a:ext uri="{FF2B5EF4-FFF2-40B4-BE49-F238E27FC236}">
                <a16:creationId xmlns:a16="http://schemas.microsoft.com/office/drawing/2014/main" id="{AAAE68F7-D079-995A-D3EB-DCC8E3A78147}"/>
              </a:ext>
            </a:extLst>
          </p:cNvPr>
          <p:cNvSpPr>
            <a:spLocks noGrp="1"/>
          </p:cNvSpPr>
          <p:nvPr>
            <p:ph type="body" sz="quarter" idx="57" hasCustomPrompt="1"/>
          </p:nvPr>
        </p:nvSpPr>
        <p:spPr>
          <a:xfrm>
            <a:off x="592392" y="1738731"/>
            <a:ext cx="1544139" cy="2737013"/>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2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3" name="Text Placeholder 5">
            <a:extLst>
              <a:ext uri="{FF2B5EF4-FFF2-40B4-BE49-F238E27FC236}">
                <a16:creationId xmlns:a16="http://schemas.microsoft.com/office/drawing/2014/main" id="{739B9AAA-3680-9B51-4973-3CC0F6136BD2}"/>
              </a:ext>
            </a:extLst>
          </p:cNvPr>
          <p:cNvSpPr>
            <a:spLocks noGrp="1"/>
          </p:cNvSpPr>
          <p:nvPr>
            <p:ph type="body" sz="quarter" idx="58" hasCustomPrompt="1"/>
          </p:nvPr>
        </p:nvSpPr>
        <p:spPr>
          <a:xfrm>
            <a:off x="2613604" y="1738731"/>
            <a:ext cx="1544139" cy="2737013"/>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2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Text Placeholder 5">
            <a:extLst>
              <a:ext uri="{FF2B5EF4-FFF2-40B4-BE49-F238E27FC236}">
                <a16:creationId xmlns:a16="http://schemas.microsoft.com/office/drawing/2014/main" id="{7D89C3DD-A0DD-F0EC-555F-6A63229F3334}"/>
              </a:ext>
            </a:extLst>
          </p:cNvPr>
          <p:cNvSpPr>
            <a:spLocks noGrp="1"/>
          </p:cNvSpPr>
          <p:nvPr>
            <p:ph type="body" sz="quarter" idx="59" hasCustomPrompt="1"/>
          </p:nvPr>
        </p:nvSpPr>
        <p:spPr>
          <a:xfrm>
            <a:off x="4671002" y="1738731"/>
            <a:ext cx="1544139" cy="2737013"/>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2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5" name="Text Placeholder 5">
            <a:extLst>
              <a:ext uri="{FF2B5EF4-FFF2-40B4-BE49-F238E27FC236}">
                <a16:creationId xmlns:a16="http://schemas.microsoft.com/office/drawing/2014/main" id="{EA78D7E9-5433-C040-AB66-7F49886A7B4B}"/>
              </a:ext>
            </a:extLst>
          </p:cNvPr>
          <p:cNvSpPr>
            <a:spLocks noGrp="1"/>
          </p:cNvSpPr>
          <p:nvPr>
            <p:ph type="body" sz="quarter" idx="60" hasCustomPrompt="1"/>
          </p:nvPr>
        </p:nvSpPr>
        <p:spPr>
          <a:xfrm>
            <a:off x="6690304" y="1738731"/>
            <a:ext cx="1544139" cy="2737013"/>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2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12066887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3_Four content">
    <p:bg>
      <p:bgPr>
        <a:solidFill>
          <a:schemeClr val="bg1"/>
        </a:solidFill>
        <a:effectLst/>
      </p:bgPr>
    </p:bg>
    <p:spTree>
      <p:nvGrpSpPr>
        <p:cNvPr id="1" name=""/>
        <p:cNvGrpSpPr/>
        <p:nvPr/>
      </p:nvGrpSpPr>
      <p:grpSpPr>
        <a:xfrm>
          <a:off x="0" y="0"/>
          <a:ext cx="0" cy="0"/>
          <a:chOff x="0" y="0"/>
          <a:chExt cx="0" cy="0"/>
        </a:xfrm>
      </p:grpSpPr>
      <p:sp>
        <p:nvSpPr>
          <p:cNvPr id="41" name="Rounded Rectangle 40">
            <a:extLst>
              <a:ext uri="{FF2B5EF4-FFF2-40B4-BE49-F238E27FC236}">
                <a16:creationId xmlns:a16="http://schemas.microsoft.com/office/drawing/2014/main" id="{7DFA5DBC-D31B-D06F-35F0-79547DB2CFF0}"/>
              </a:ext>
            </a:extLst>
          </p:cNvPr>
          <p:cNvSpPr/>
          <p:nvPr userDrawn="1"/>
        </p:nvSpPr>
        <p:spPr>
          <a:xfrm>
            <a:off x="5407160" y="2812334"/>
            <a:ext cx="1505592" cy="1822910"/>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40080" bIns="182880" rtlCol="0" anchor="t"/>
          <a:lstStyle/>
          <a:p>
            <a:pPr lvl="0"/>
            <a:endParaRPr lang="en-US" sz="1300" b="0" i="0">
              <a:solidFill>
                <a:schemeClr val="bg1"/>
              </a:solidFill>
              <a:latin typeface="Arial" panose="020B0604020202020204" pitchFamily="34" charset="0"/>
              <a:ea typeface="Verdana" charset="0"/>
              <a:cs typeface="Arial" panose="020B0604020202020204" pitchFamily="34" charset="0"/>
            </a:endParaRPr>
          </a:p>
        </p:txBody>
      </p:sp>
      <p:sp>
        <p:nvSpPr>
          <p:cNvPr id="2" name="Text Placeholder 5">
            <a:extLst>
              <a:ext uri="{FF2B5EF4-FFF2-40B4-BE49-F238E27FC236}">
                <a16:creationId xmlns:a16="http://schemas.microsoft.com/office/drawing/2014/main" id="{5B89094E-143B-B096-380E-7CF52FD2D309}"/>
              </a:ext>
            </a:extLst>
          </p:cNvPr>
          <p:cNvSpPr>
            <a:spLocks noGrp="1"/>
          </p:cNvSpPr>
          <p:nvPr>
            <p:ph type="body" sz="quarter" idx="57" hasCustomPrompt="1"/>
          </p:nvPr>
        </p:nvSpPr>
        <p:spPr>
          <a:xfrm>
            <a:off x="5544348" y="3503614"/>
            <a:ext cx="1244600" cy="1039812"/>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2"/>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8" name="Content Placeholder 2">
            <a:extLst>
              <a:ext uri="{FF2B5EF4-FFF2-40B4-BE49-F238E27FC236}">
                <a16:creationId xmlns:a16="http://schemas.microsoft.com/office/drawing/2014/main" id="{7BB68A75-C1E7-A0A6-B880-04BE4CD03C8E}"/>
              </a:ext>
            </a:extLst>
          </p:cNvPr>
          <p:cNvSpPr>
            <a:spLocks noGrp="1"/>
          </p:cNvSpPr>
          <p:nvPr>
            <p:ph idx="14" hasCustomPrompt="1"/>
          </p:nvPr>
        </p:nvSpPr>
        <p:spPr>
          <a:xfrm>
            <a:off x="419100" y="834850"/>
            <a:ext cx="4556037"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1" name="Rounded Rectangle 20">
            <a:extLst>
              <a:ext uri="{FF2B5EF4-FFF2-40B4-BE49-F238E27FC236}">
                <a16:creationId xmlns:a16="http://schemas.microsoft.com/office/drawing/2014/main" id="{8D0B9895-59F3-1B72-2AE2-4BCCD04A7F9A}"/>
              </a:ext>
            </a:extLst>
          </p:cNvPr>
          <p:cNvSpPr/>
          <p:nvPr userDrawn="1"/>
        </p:nvSpPr>
        <p:spPr>
          <a:xfrm>
            <a:off x="5407160" y="834851"/>
            <a:ext cx="1505592" cy="1822910"/>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40080" bIns="182880" rtlCol="0" anchor="t"/>
          <a:lstStyle/>
          <a:p>
            <a:pPr lvl="0"/>
            <a:endParaRPr lang="en-US" sz="1300" b="0" i="0">
              <a:solidFill>
                <a:schemeClr val="bg1"/>
              </a:solidFill>
              <a:latin typeface="Arial" panose="020B0604020202020204" pitchFamily="34" charset="0"/>
              <a:ea typeface="Verdana" charset="0"/>
              <a:cs typeface="Arial" panose="020B0604020202020204" pitchFamily="34" charset="0"/>
            </a:endParaRPr>
          </a:p>
        </p:txBody>
      </p:sp>
      <p:sp>
        <p:nvSpPr>
          <p:cNvPr id="22" name="Picture Placeholder 112">
            <a:extLst>
              <a:ext uri="{FF2B5EF4-FFF2-40B4-BE49-F238E27FC236}">
                <a16:creationId xmlns:a16="http://schemas.microsoft.com/office/drawing/2014/main" id="{E39D19F8-947E-94AE-7B56-EF0653F9944F}"/>
              </a:ext>
            </a:extLst>
          </p:cNvPr>
          <p:cNvSpPr>
            <a:spLocks noGrp="1"/>
          </p:cNvSpPr>
          <p:nvPr>
            <p:ph type="pic" sz="quarter" idx="37" hasCustomPrompt="1"/>
          </p:nvPr>
        </p:nvSpPr>
        <p:spPr>
          <a:xfrm>
            <a:off x="5549149" y="999833"/>
            <a:ext cx="474981" cy="431800"/>
          </a:xfrm>
          <a:prstGeom prst="rect">
            <a:avLst/>
          </a:prstGeom>
        </p:spPr>
        <p:txBody>
          <a:bodyPr lIns="0" rIns="0" anchor="ctr"/>
          <a:lstStyle>
            <a:lvl1pPr marL="0" indent="0" algn="ctr">
              <a:buNone/>
              <a:defRPr sz="1000"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27" name="Rounded Rectangle 26">
            <a:extLst>
              <a:ext uri="{FF2B5EF4-FFF2-40B4-BE49-F238E27FC236}">
                <a16:creationId xmlns:a16="http://schemas.microsoft.com/office/drawing/2014/main" id="{38B2B11F-9C53-B97A-AEAD-6514A79C6C62}"/>
              </a:ext>
            </a:extLst>
          </p:cNvPr>
          <p:cNvSpPr/>
          <p:nvPr userDrawn="1"/>
        </p:nvSpPr>
        <p:spPr>
          <a:xfrm>
            <a:off x="7072409" y="834851"/>
            <a:ext cx="1505592" cy="1822910"/>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40080" bIns="182880" rtlCol="0" anchor="t"/>
          <a:lstStyle/>
          <a:p>
            <a:pPr lvl="0"/>
            <a:endParaRPr lang="en-US" sz="1300" b="0" i="0">
              <a:solidFill>
                <a:schemeClr val="bg1"/>
              </a:solidFill>
              <a:latin typeface="Arial" panose="020B0604020202020204" pitchFamily="34" charset="0"/>
              <a:ea typeface="Verdana" charset="0"/>
              <a:cs typeface="Arial" panose="020B0604020202020204" pitchFamily="34" charset="0"/>
            </a:endParaRPr>
          </a:p>
        </p:txBody>
      </p:sp>
      <p:sp>
        <p:nvSpPr>
          <p:cNvPr id="31" name="Picture Placeholder 112">
            <a:extLst>
              <a:ext uri="{FF2B5EF4-FFF2-40B4-BE49-F238E27FC236}">
                <a16:creationId xmlns:a16="http://schemas.microsoft.com/office/drawing/2014/main" id="{B7D888EC-54A3-7F17-8264-54DEAD71A282}"/>
              </a:ext>
            </a:extLst>
          </p:cNvPr>
          <p:cNvSpPr>
            <a:spLocks noGrp="1"/>
          </p:cNvSpPr>
          <p:nvPr>
            <p:ph type="pic" sz="quarter" idx="39" hasCustomPrompt="1"/>
          </p:nvPr>
        </p:nvSpPr>
        <p:spPr>
          <a:xfrm>
            <a:off x="7214398" y="999833"/>
            <a:ext cx="474981" cy="431800"/>
          </a:xfrm>
          <a:prstGeom prst="rect">
            <a:avLst/>
          </a:prstGeom>
        </p:spPr>
        <p:txBody>
          <a:bodyPr lIns="0" rIns="0" anchor="ctr"/>
          <a:lstStyle>
            <a:lvl1pPr marL="0" indent="0" algn="ctr">
              <a:buNone/>
              <a:defRPr sz="1000"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42" name="Picture Placeholder 112">
            <a:extLst>
              <a:ext uri="{FF2B5EF4-FFF2-40B4-BE49-F238E27FC236}">
                <a16:creationId xmlns:a16="http://schemas.microsoft.com/office/drawing/2014/main" id="{7E4E128D-F642-9B57-4AFD-E2C443193FC1}"/>
              </a:ext>
            </a:extLst>
          </p:cNvPr>
          <p:cNvSpPr>
            <a:spLocks noGrp="1"/>
          </p:cNvSpPr>
          <p:nvPr>
            <p:ph type="pic" sz="quarter" idx="41" hasCustomPrompt="1"/>
          </p:nvPr>
        </p:nvSpPr>
        <p:spPr>
          <a:xfrm>
            <a:off x="5549149" y="2977316"/>
            <a:ext cx="474981" cy="431800"/>
          </a:xfrm>
          <a:prstGeom prst="rect">
            <a:avLst/>
          </a:prstGeom>
        </p:spPr>
        <p:txBody>
          <a:bodyPr lIns="0" rIns="0" anchor="ctr"/>
          <a:lstStyle>
            <a:lvl1pPr marL="0" indent="0" algn="ctr">
              <a:buNone/>
              <a:defRPr sz="1000"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44" name="Rounded Rectangle 43">
            <a:extLst>
              <a:ext uri="{FF2B5EF4-FFF2-40B4-BE49-F238E27FC236}">
                <a16:creationId xmlns:a16="http://schemas.microsoft.com/office/drawing/2014/main" id="{A00445C1-D34F-3855-161F-1A73E9841925}"/>
              </a:ext>
            </a:extLst>
          </p:cNvPr>
          <p:cNvSpPr/>
          <p:nvPr userDrawn="1"/>
        </p:nvSpPr>
        <p:spPr>
          <a:xfrm>
            <a:off x="7072409" y="2812334"/>
            <a:ext cx="1505592" cy="1822910"/>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40080" bIns="182880" rtlCol="0" anchor="t"/>
          <a:lstStyle/>
          <a:p>
            <a:pPr lvl="0"/>
            <a:endParaRPr lang="en-US" sz="1300" b="0" i="0">
              <a:solidFill>
                <a:schemeClr val="tx2"/>
              </a:solidFill>
              <a:latin typeface="Arial" panose="020B0604020202020204" pitchFamily="34" charset="0"/>
              <a:ea typeface="Verdana" charset="0"/>
              <a:cs typeface="Arial" panose="020B0604020202020204" pitchFamily="34" charset="0"/>
            </a:endParaRPr>
          </a:p>
        </p:txBody>
      </p:sp>
      <p:sp>
        <p:nvSpPr>
          <p:cNvPr id="45" name="Picture Placeholder 112">
            <a:extLst>
              <a:ext uri="{FF2B5EF4-FFF2-40B4-BE49-F238E27FC236}">
                <a16:creationId xmlns:a16="http://schemas.microsoft.com/office/drawing/2014/main" id="{60742B05-7F97-DF8E-362F-2CACF8A1C2BE}"/>
              </a:ext>
            </a:extLst>
          </p:cNvPr>
          <p:cNvSpPr>
            <a:spLocks noGrp="1"/>
          </p:cNvSpPr>
          <p:nvPr>
            <p:ph type="pic" sz="quarter" idx="43" hasCustomPrompt="1"/>
          </p:nvPr>
        </p:nvSpPr>
        <p:spPr>
          <a:xfrm>
            <a:off x="7214398" y="2977316"/>
            <a:ext cx="474981" cy="431800"/>
          </a:xfrm>
          <a:prstGeom prst="rect">
            <a:avLst/>
          </a:prstGeom>
        </p:spPr>
        <p:txBody>
          <a:bodyPr lIns="0" rIns="0" anchor="ctr"/>
          <a:lstStyle>
            <a:lvl1pPr marL="0" indent="0" algn="ctr">
              <a:buNone/>
              <a:defRPr sz="1000"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3" name="Text Placeholder 5">
            <a:extLst>
              <a:ext uri="{FF2B5EF4-FFF2-40B4-BE49-F238E27FC236}">
                <a16:creationId xmlns:a16="http://schemas.microsoft.com/office/drawing/2014/main" id="{74819339-4F53-465B-2ACF-3CA610BEBEBA}"/>
              </a:ext>
            </a:extLst>
          </p:cNvPr>
          <p:cNvSpPr>
            <a:spLocks noGrp="1"/>
          </p:cNvSpPr>
          <p:nvPr>
            <p:ph type="body" sz="quarter" idx="58" hasCustomPrompt="1"/>
          </p:nvPr>
        </p:nvSpPr>
        <p:spPr>
          <a:xfrm>
            <a:off x="5544348" y="1511185"/>
            <a:ext cx="1244600" cy="1039812"/>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5" name="Text Placeholder 5">
            <a:extLst>
              <a:ext uri="{FF2B5EF4-FFF2-40B4-BE49-F238E27FC236}">
                <a16:creationId xmlns:a16="http://schemas.microsoft.com/office/drawing/2014/main" id="{5E0FCEFC-EDF4-2086-8055-CAE0A3EEC33C}"/>
              </a:ext>
            </a:extLst>
          </p:cNvPr>
          <p:cNvSpPr>
            <a:spLocks noGrp="1"/>
          </p:cNvSpPr>
          <p:nvPr>
            <p:ph type="body" sz="quarter" idx="59" hasCustomPrompt="1"/>
          </p:nvPr>
        </p:nvSpPr>
        <p:spPr>
          <a:xfrm>
            <a:off x="7204969" y="3503614"/>
            <a:ext cx="1244600" cy="1039812"/>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7" name="Text Placeholder 5">
            <a:extLst>
              <a:ext uri="{FF2B5EF4-FFF2-40B4-BE49-F238E27FC236}">
                <a16:creationId xmlns:a16="http://schemas.microsoft.com/office/drawing/2014/main" id="{C1C7E4EF-7524-A2E1-0C45-802F5FCC7346}"/>
              </a:ext>
            </a:extLst>
          </p:cNvPr>
          <p:cNvSpPr>
            <a:spLocks noGrp="1"/>
          </p:cNvSpPr>
          <p:nvPr>
            <p:ph type="body" sz="quarter" idx="60" hasCustomPrompt="1"/>
          </p:nvPr>
        </p:nvSpPr>
        <p:spPr>
          <a:xfrm>
            <a:off x="7204969" y="1511185"/>
            <a:ext cx="1244600" cy="1039812"/>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Tree>
    <p:extLst>
      <p:ext uri="{BB962C8B-B14F-4D97-AF65-F5344CB8AC3E}">
        <p14:creationId xmlns:p14="http://schemas.microsoft.com/office/powerpoint/2010/main" val="28144487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4_Four content">
    <p:bg>
      <p:bgRef idx="1001">
        <a:schemeClr val="bg2"/>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8" name="Content Placeholder 2">
            <a:extLst>
              <a:ext uri="{FF2B5EF4-FFF2-40B4-BE49-F238E27FC236}">
                <a16:creationId xmlns:a16="http://schemas.microsoft.com/office/drawing/2014/main" id="{7BB68A75-C1E7-A0A6-B880-04BE4CD03C8E}"/>
              </a:ext>
            </a:extLst>
          </p:cNvPr>
          <p:cNvSpPr>
            <a:spLocks noGrp="1"/>
          </p:cNvSpPr>
          <p:nvPr>
            <p:ph idx="14" hasCustomPrompt="1"/>
          </p:nvPr>
        </p:nvSpPr>
        <p:spPr>
          <a:xfrm>
            <a:off x="419100" y="834850"/>
            <a:ext cx="4556037"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3pPr>
            <a:lvl4pPr>
              <a:defRPr sz="1600">
                <a:solidFill>
                  <a:schemeClr val="tx1"/>
                </a:solidFill>
                <a:latin typeface="Arial" panose="020B0604020202020204" pitchFamily="34" charset="0"/>
                <a:cs typeface="Arial" panose="020B0604020202020204" pitchFamily="34" charset="0"/>
              </a:defRPr>
            </a:lvl4pPr>
            <a:lvl5pPr>
              <a:defRPr sz="1600">
                <a:solidFill>
                  <a:schemeClr val="tx1"/>
                </a:solidFill>
                <a:latin typeface="Arial" panose="020B0604020202020204" pitchFamily="34" charset="0"/>
                <a:cs typeface="Arial" panose="020B0604020202020204" pitchFamily="34" charset="0"/>
              </a:defRPr>
            </a:lvl5pPr>
            <a:lvl6pPr>
              <a:defRPr sz="1600">
                <a:solidFill>
                  <a:schemeClr val="tx1"/>
                </a:solidFill>
              </a:defRPr>
            </a:lvl6pPr>
            <a:lvl7pPr>
              <a:defRPr sz="1600">
                <a:solidFill>
                  <a:schemeClr val="tx1"/>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1" name="Rounded Rectangle 20">
            <a:extLst>
              <a:ext uri="{FF2B5EF4-FFF2-40B4-BE49-F238E27FC236}">
                <a16:creationId xmlns:a16="http://schemas.microsoft.com/office/drawing/2014/main" id="{8D0B9895-59F3-1B72-2AE2-4BCCD04A7F9A}"/>
              </a:ext>
            </a:extLst>
          </p:cNvPr>
          <p:cNvSpPr/>
          <p:nvPr userDrawn="1"/>
        </p:nvSpPr>
        <p:spPr>
          <a:xfrm>
            <a:off x="5407160" y="834851"/>
            <a:ext cx="1505592" cy="1822910"/>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640080" bIns="182880" rtlCol="0" anchor="t"/>
          <a:lstStyle/>
          <a:p>
            <a:pPr lvl="0"/>
            <a:endParaRPr lang="en-US" sz="1300" b="0" i="0">
              <a:solidFill>
                <a:schemeClr val="bg1"/>
              </a:solidFill>
              <a:latin typeface="Arial" panose="020B0604020202020204" pitchFamily="34" charset="0"/>
              <a:ea typeface="Verdana" charset="0"/>
              <a:cs typeface="Arial" panose="020B0604020202020204" pitchFamily="34" charset="0"/>
            </a:endParaRPr>
          </a:p>
        </p:txBody>
      </p:sp>
      <p:sp>
        <p:nvSpPr>
          <p:cNvPr id="22" name="Picture Placeholder 112">
            <a:extLst>
              <a:ext uri="{FF2B5EF4-FFF2-40B4-BE49-F238E27FC236}">
                <a16:creationId xmlns:a16="http://schemas.microsoft.com/office/drawing/2014/main" id="{E39D19F8-947E-94AE-7B56-EF0653F9944F}"/>
              </a:ext>
            </a:extLst>
          </p:cNvPr>
          <p:cNvSpPr>
            <a:spLocks noGrp="1"/>
          </p:cNvSpPr>
          <p:nvPr>
            <p:ph type="pic" sz="quarter" idx="37" hasCustomPrompt="1"/>
          </p:nvPr>
        </p:nvSpPr>
        <p:spPr>
          <a:xfrm>
            <a:off x="5549149" y="999833"/>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27" name="Rounded Rectangle 26">
            <a:extLst>
              <a:ext uri="{FF2B5EF4-FFF2-40B4-BE49-F238E27FC236}">
                <a16:creationId xmlns:a16="http://schemas.microsoft.com/office/drawing/2014/main" id="{38B2B11F-9C53-B97A-AEAD-6514A79C6C62}"/>
              </a:ext>
            </a:extLst>
          </p:cNvPr>
          <p:cNvSpPr/>
          <p:nvPr userDrawn="1"/>
        </p:nvSpPr>
        <p:spPr>
          <a:xfrm>
            <a:off x="7072409" y="834851"/>
            <a:ext cx="1505592" cy="1822910"/>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640080" bIns="182880" rtlCol="0" anchor="t"/>
          <a:lstStyle/>
          <a:p>
            <a:pPr lvl="0"/>
            <a:endParaRPr lang="en-US" sz="1300" b="0" i="0">
              <a:solidFill>
                <a:schemeClr val="bg1"/>
              </a:solidFill>
              <a:latin typeface="Arial" panose="020B0604020202020204" pitchFamily="34" charset="0"/>
              <a:ea typeface="Verdana" charset="0"/>
              <a:cs typeface="Arial" panose="020B0604020202020204" pitchFamily="34" charset="0"/>
            </a:endParaRPr>
          </a:p>
        </p:txBody>
      </p:sp>
      <p:sp>
        <p:nvSpPr>
          <p:cNvPr id="31" name="Picture Placeholder 112">
            <a:extLst>
              <a:ext uri="{FF2B5EF4-FFF2-40B4-BE49-F238E27FC236}">
                <a16:creationId xmlns:a16="http://schemas.microsoft.com/office/drawing/2014/main" id="{B7D888EC-54A3-7F17-8264-54DEAD71A282}"/>
              </a:ext>
            </a:extLst>
          </p:cNvPr>
          <p:cNvSpPr>
            <a:spLocks noGrp="1"/>
          </p:cNvSpPr>
          <p:nvPr>
            <p:ph type="pic" sz="quarter" idx="39" hasCustomPrompt="1"/>
          </p:nvPr>
        </p:nvSpPr>
        <p:spPr>
          <a:xfrm>
            <a:off x="7214398" y="999833"/>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1" name="Rounded Rectangle 40">
            <a:extLst>
              <a:ext uri="{FF2B5EF4-FFF2-40B4-BE49-F238E27FC236}">
                <a16:creationId xmlns:a16="http://schemas.microsoft.com/office/drawing/2014/main" id="{7DFA5DBC-D31B-D06F-35F0-79547DB2CFF0}"/>
              </a:ext>
            </a:extLst>
          </p:cNvPr>
          <p:cNvSpPr/>
          <p:nvPr userDrawn="1"/>
        </p:nvSpPr>
        <p:spPr>
          <a:xfrm>
            <a:off x="5407160" y="2812334"/>
            <a:ext cx="1505592" cy="1822910"/>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640080" bIns="182880" rtlCol="0" anchor="t"/>
          <a:lstStyle/>
          <a:p>
            <a:pPr lvl="0"/>
            <a:endParaRPr lang="en-US" sz="1300" b="0" i="0">
              <a:solidFill>
                <a:schemeClr val="bg1"/>
              </a:solidFill>
              <a:latin typeface="Arial" panose="020B0604020202020204" pitchFamily="34" charset="0"/>
              <a:ea typeface="Verdana" charset="0"/>
              <a:cs typeface="Arial" panose="020B0604020202020204" pitchFamily="34" charset="0"/>
            </a:endParaRPr>
          </a:p>
        </p:txBody>
      </p:sp>
      <p:sp>
        <p:nvSpPr>
          <p:cNvPr id="42" name="Picture Placeholder 112">
            <a:extLst>
              <a:ext uri="{FF2B5EF4-FFF2-40B4-BE49-F238E27FC236}">
                <a16:creationId xmlns:a16="http://schemas.microsoft.com/office/drawing/2014/main" id="{7E4E128D-F642-9B57-4AFD-E2C443193FC1}"/>
              </a:ext>
            </a:extLst>
          </p:cNvPr>
          <p:cNvSpPr>
            <a:spLocks noGrp="1"/>
          </p:cNvSpPr>
          <p:nvPr>
            <p:ph type="pic" sz="quarter" idx="41" hasCustomPrompt="1"/>
          </p:nvPr>
        </p:nvSpPr>
        <p:spPr>
          <a:xfrm>
            <a:off x="5549149" y="2977316"/>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4" name="Rounded Rectangle 43">
            <a:extLst>
              <a:ext uri="{FF2B5EF4-FFF2-40B4-BE49-F238E27FC236}">
                <a16:creationId xmlns:a16="http://schemas.microsoft.com/office/drawing/2014/main" id="{A00445C1-D34F-3855-161F-1A73E9841925}"/>
              </a:ext>
            </a:extLst>
          </p:cNvPr>
          <p:cNvSpPr/>
          <p:nvPr userDrawn="1"/>
        </p:nvSpPr>
        <p:spPr>
          <a:xfrm>
            <a:off x="7072409" y="2812334"/>
            <a:ext cx="1505592" cy="1822910"/>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640080" bIns="182880" rtlCol="0" anchor="t"/>
          <a:lstStyle/>
          <a:p>
            <a:pPr lvl="0"/>
            <a:endParaRPr lang="en-US" sz="1300" b="0" i="0">
              <a:solidFill>
                <a:schemeClr val="bg1"/>
              </a:solidFill>
              <a:latin typeface="Arial" panose="020B0604020202020204" pitchFamily="34" charset="0"/>
              <a:ea typeface="Verdana" charset="0"/>
              <a:cs typeface="Arial" panose="020B0604020202020204" pitchFamily="34" charset="0"/>
            </a:endParaRPr>
          </a:p>
        </p:txBody>
      </p:sp>
      <p:sp>
        <p:nvSpPr>
          <p:cNvPr id="45" name="Picture Placeholder 112">
            <a:extLst>
              <a:ext uri="{FF2B5EF4-FFF2-40B4-BE49-F238E27FC236}">
                <a16:creationId xmlns:a16="http://schemas.microsoft.com/office/drawing/2014/main" id="{60742B05-7F97-DF8E-362F-2CACF8A1C2BE}"/>
              </a:ext>
            </a:extLst>
          </p:cNvPr>
          <p:cNvSpPr>
            <a:spLocks noGrp="1"/>
          </p:cNvSpPr>
          <p:nvPr>
            <p:ph type="pic" sz="quarter" idx="43" hasCustomPrompt="1"/>
          </p:nvPr>
        </p:nvSpPr>
        <p:spPr>
          <a:xfrm>
            <a:off x="7214398" y="2977316"/>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3" name="Freeform 2">
            <a:extLst>
              <a:ext uri="{FF2B5EF4-FFF2-40B4-BE49-F238E27FC236}">
                <a16:creationId xmlns:a16="http://schemas.microsoft.com/office/drawing/2014/main" id="{4CAB9436-E2A2-0B68-4DD8-C8E8295B0AC5}"/>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02FC552F-9A7E-053C-093C-F94DADFCC5C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13" name="Text Placeholder 5">
            <a:extLst>
              <a:ext uri="{FF2B5EF4-FFF2-40B4-BE49-F238E27FC236}">
                <a16:creationId xmlns:a16="http://schemas.microsoft.com/office/drawing/2014/main" id="{CCDA9F4E-FF22-C8DC-FEC9-0AAAB1CF3143}"/>
              </a:ext>
            </a:extLst>
          </p:cNvPr>
          <p:cNvSpPr>
            <a:spLocks noGrp="1"/>
          </p:cNvSpPr>
          <p:nvPr>
            <p:ph type="body" sz="quarter" idx="57" hasCustomPrompt="1"/>
          </p:nvPr>
        </p:nvSpPr>
        <p:spPr>
          <a:xfrm>
            <a:off x="5544348" y="3503614"/>
            <a:ext cx="1244600" cy="1039812"/>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14" name="Text Placeholder 5">
            <a:extLst>
              <a:ext uri="{FF2B5EF4-FFF2-40B4-BE49-F238E27FC236}">
                <a16:creationId xmlns:a16="http://schemas.microsoft.com/office/drawing/2014/main" id="{EC10E98B-5823-380B-5FF7-3ADEED82E4F3}"/>
              </a:ext>
            </a:extLst>
          </p:cNvPr>
          <p:cNvSpPr>
            <a:spLocks noGrp="1"/>
          </p:cNvSpPr>
          <p:nvPr>
            <p:ph type="body" sz="quarter" idx="58" hasCustomPrompt="1"/>
          </p:nvPr>
        </p:nvSpPr>
        <p:spPr>
          <a:xfrm>
            <a:off x="5544348" y="1511185"/>
            <a:ext cx="1244600" cy="1039812"/>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15" name="Text Placeholder 5">
            <a:extLst>
              <a:ext uri="{FF2B5EF4-FFF2-40B4-BE49-F238E27FC236}">
                <a16:creationId xmlns:a16="http://schemas.microsoft.com/office/drawing/2014/main" id="{DB955EBA-65A7-728B-1774-1BE63530B030}"/>
              </a:ext>
            </a:extLst>
          </p:cNvPr>
          <p:cNvSpPr>
            <a:spLocks noGrp="1"/>
          </p:cNvSpPr>
          <p:nvPr>
            <p:ph type="body" sz="quarter" idx="59" hasCustomPrompt="1"/>
          </p:nvPr>
        </p:nvSpPr>
        <p:spPr>
          <a:xfrm>
            <a:off x="7204969" y="3503614"/>
            <a:ext cx="1244600" cy="1039812"/>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16" name="Text Placeholder 5">
            <a:extLst>
              <a:ext uri="{FF2B5EF4-FFF2-40B4-BE49-F238E27FC236}">
                <a16:creationId xmlns:a16="http://schemas.microsoft.com/office/drawing/2014/main" id="{450DC909-27FC-70F7-4925-94BBDCD7CB07}"/>
              </a:ext>
            </a:extLst>
          </p:cNvPr>
          <p:cNvSpPr>
            <a:spLocks noGrp="1"/>
          </p:cNvSpPr>
          <p:nvPr>
            <p:ph type="body" sz="quarter" idx="60" hasCustomPrompt="1"/>
          </p:nvPr>
        </p:nvSpPr>
        <p:spPr>
          <a:xfrm>
            <a:off x="7204969" y="1511185"/>
            <a:ext cx="1244600" cy="1039812"/>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Tree>
    <p:extLst>
      <p:ext uri="{BB962C8B-B14F-4D97-AF65-F5344CB8AC3E}">
        <p14:creationId xmlns:p14="http://schemas.microsoft.com/office/powerpoint/2010/main" val="73531832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5_Four content">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4F3AA90-3765-68E7-D43C-E1245F48195D}"/>
              </a:ext>
            </a:extLst>
          </p:cNvPr>
          <p:cNvSpPr/>
          <p:nvPr userDrawn="1"/>
        </p:nvSpPr>
        <p:spPr>
          <a:xfrm>
            <a:off x="0" y="0"/>
            <a:ext cx="5867400" cy="514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1" y="294640"/>
            <a:ext cx="5163552" cy="338554"/>
          </a:xfrm>
          <a:prstGeom prst="rect">
            <a:avLst/>
          </a:prstGeom>
        </p:spPr>
        <p:txBody>
          <a:bodyPr lIns="0" rIns="0"/>
          <a:lstStyle>
            <a:lvl1pPr algn="l">
              <a:defRPr sz="1800" b="0"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 name="Rounded Rectangle 4">
            <a:extLst>
              <a:ext uri="{FF2B5EF4-FFF2-40B4-BE49-F238E27FC236}">
                <a16:creationId xmlns:a16="http://schemas.microsoft.com/office/drawing/2014/main" id="{34AD4877-4C73-96C9-8DF8-F3831794D32F}"/>
              </a:ext>
            </a:extLst>
          </p:cNvPr>
          <p:cNvSpPr/>
          <p:nvPr/>
        </p:nvSpPr>
        <p:spPr>
          <a:xfrm>
            <a:off x="4829908" y="834851"/>
            <a:ext cx="3742592" cy="839406"/>
          </a:xfrm>
          <a:prstGeom prst="roundRect">
            <a:avLst>
              <a:gd name="adj" fmla="val 11134"/>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0" tIns="0" rIns="182880" bIns="0" rtlCol="0" anchor="ctr"/>
          <a:lstStyle/>
          <a:p>
            <a:pPr>
              <a:spcAft>
                <a:spcPts val="1800"/>
              </a:spcAft>
            </a:pPr>
            <a:endParaRPr lang="en-US" sz="12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53440984-A731-03F0-E254-C6B3E6E6C3EC}"/>
              </a:ext>
            </a:extLst>
          </p:cNvPr>
          <p:cNvCxnSpPr>
            <a:cxnSpLocks/>
          </p:cNvCxnSpPr>
          <p:nvPr userDrawn="1"/>
        </p:nvCxnSpPr>
        <p:spPr>
          <a:xfrm>
            <a:off x="5582652" y="938851"/>
            <a:ext cx="0" cy="604042"/>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0" name="Content Placeholder 2">
            <a:extLst>
              <a:ext uri="{FF2B5EF4-FFF2-40B4-BE49-F238E27FC236}">
                <a16:creationId xmlns:a16="http://schemas.microsoft.com/office/drawing/2014/main" id="{A5B9F124-6987-431F-4600-B0316399DC89}"/>
              </a:ext>
            </a:extLst>
          </p:cNvPr>
          <p:cNvSpPr>
            <a:spLocks noGrp="1"/>
          </p:cNvSpPr>
          <p:nvPr userDrawn="1">
            <p:ph idx="14" hasCustomPrompt="1"/>
          </p:nvPr>
        </p:nvSpPr>
        <p:spPr>
          <a:xfrm>
            <a:off x="419101" y="834850"/>
            <a:ext cx="4076700" cy="3984800"/>
          </a:xfrm>
          <a:prstGeom prst="rect">
            <a:avLst/>
          </a:prstGeom>
        </p:spPr>
        <p:txBody>
          <a:bodyPr lIns="0" rIns="0"/>
          <a:lstStyle>
            <a:lvl1pPr marL="174625" indent="-174625">
              <a:buClrTx/>
              <a:buFont typeface="Arial" panose="020B0604020202020204" pitchFamily="34" charset="0"/>
              <a:buChar char="•"/>
              <a:tabLst/>
              <a:defRPr sz="1600" b="0" i="0">
                <a:solidFill>
                  <a:schemeClr val="bg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bg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bg2"/>
                </a:solidFill>
                <a:latin typeface="Arial" panose="020B0604020202020204" pitchFamily="34" charset="0"/>
                <a:ea typeface="Inter Light" panose="02000503000000020004" pitchFamily="2" charset="0"/>
                <a:cs typeface="Gotham Book" pitchFamily="2" charset="0"/>
              </a:defRPr>
            </a:lvl3pPr>
            <a:lvl4pPr>
              <a:defRPr sz="1600">
                <a:solidFill>
                  <a:schemeClr val="bg2"/>
                </a:solidFill>
                <a:latin typeface="Arial" panose="020B0604020202020204" pitchFamily="34" charset="0"/>
                <a:cs typeface="Arial" panose="020B0604020202020204" pitchFamily="34" charset="0"/>
              </a:defRPr>
            </a:lvl4pPr>
            <a:lvl5pPr>
              <a:defRPr sz="1600">
                <a:solidFill>
                  <a:schemeClr val="bg2"/>
                </a:solidFill>
                <a:latin typeface="Arial" panose="020B0604020202020204" pitchFamily="34" charset="0"/>
                <a:cs typeface="Arial" panose="020B0604020202020204" pitchFamily="34" charset="0"/>
              </a:defRPr>
            </a:lvl5pPr>
            <a:lvl6pPr>
              <a:defRPr sz="1600">
                <a:solidFill>
                  <a:schemeClr val="bg2"/>
                </a:solidFill>
              </a:defRPr>
            </a:lvl6pPr>
            <a:lvl7pPr>
              <a:defRPr sz="1600">
                <a:solidFill>
                  <a:schemeClr val="bg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9" name="Picture Placeholder 112">
            <a:extLst>
              <a:ext uri="{FF2B5EF4-FFF2-40B4-BE49-F238E27FC236}">
                <a16:creationId xmlns:a16="http://schemas.microsoft.com/office/drawing/2014/main" id="{07D90A00-AC5D-F149-0735-28060772CCD4}"/>
              </a:ext>
            </a:extLst>
          </p:cNvPr>
          <p:cNvSpPr>
            <a:spLocks noGrp="1"/>
          </p:cNvSpPr>
          <p:nvPr>
            <p:ph type="pic" sz="quarter" idx="37" hasCustomPrompt="1"/>
          </p:nvPr>
        </p:nvSpPr>
        <p:spPr>
          <a:xfrm>
            <a:off x="4920614" y="961683"/>
            <a:ext cx="574727" cy="574726"/>
          </a:xfrm>
          <a:prstGeom prst="rect">
            <a:avLst/>
          </a:prstGeom>
        </p:spPr>
        <p:txBody>
          <a:bodyPr lIns="0" rIns="0" anchor="ctr"/>
          <a:lstStyle>
            <a:lvl1pPr marL="0" indent="0" algn="ctr">
              <a:buNone/>
              <a:defRPr sz="12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0" name="Text Placeholder 27">
            <a:extLst>
              <a:ext uri="{FF2B5EF4-FFF2-40B4-BE49-F238E27FC236}">
                <a16:creationId xmlns:a16="http://schemas.microsoft.com/office/drawing/2014/main" id="{63867D51-C97B-C5D7-C997-4B3A38632E5C}"/>
              </a:ext>
            </a:extLst>
          </p:cNvPr>
          <p:cNvSpPr>
            <a:spLocks noGrp="1"/>
          </p:cNvSpPr>
          <p:nvPr>
            <p:ph type="body" sz="quarter" idx="45" hasCustomPrompt="1"/>
          </p:nvPr>
        </p:nvSpPr>
        <p:spPr>
          <a:xfrm>
            <a:off x="5765800" y="1000125"/>
            <a:ext cx="2606675" cy="509588"/>
          </a:xfrm>
          <a:prstGeom prst="rect">
            <a:avLst/>
          </a:prstGeom>
        </p:spPr>
        <p:txBody>
          <a:bodyPr lIns="0" anchor="ctr"/>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Filler text goes here,</a:t>
            </a:r>
          </a:p>
          <a:p>
            <a:pPr lvl="0"/>
            <a:r>
              <a:rPr lang="en-US"/>
              <a:t>Lorem ipsum sot dolor</a:t>
            </a:r>
          </a:p>
        </p:txBody>
      </p:sp>
      <p:sp>
        <p:nvSpPr>
          <p:cNvPr id="37" name="Rounded Rectangle 36">
            <a:extLst>
              <a:ext uri="{FF2B5EF4-FFF2-40B4-BE49-F238E27FC236}">
                <a16:creationId xmlns:a16="http://schemas.microsoft.com/office/drawing/2014/main" id="{54ACCFBB-0BC4-D982-49C1-4F300E5F5DE9}"/>
              </a:ext>
            </a:extLst>
          </p:cNvPr>
          <p:cNvSpPr/>
          <p:nvPr userDrawn="1"/>
        </p:nvSpPr>
        <p:spPr>
          <a:xfrm>
            <a:off x="4829908" y="1818994"/>
            <a:ext cx="3742592" cy="839406"/>
          </a:xfrm>
          <a:prstGeom prst="roundRect">
            <a:avLst>
              <a:gd name="adj" fmla="val 11891"/>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0" tIns="0" rIns="182880" bIns="0" rtlCol="0" anchor="ctr"/>
          <a:lstStyle/>
          <a:p>
            <a:pPr>
              <a:spcAft>
                <a:spcPts val="1800"/>
              </a:spcAft>
            </a:pPr>
            <a:endParaRPr lang="en-US" sz="12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8" name="Straight Connector 37">
            <a:extLst>
              <a:ext uri="{FF2B5EF4-FFF2-40B4-BE49-F238E27FC236}">
                <a16:creationId xmlns:a16="http://schemas.microsoft.com/office/drawing/2014/main" id="{752C3859-D0EA-2665-2BB3-F592E3F0C495}"/>
              </a:ext>
            </a:extLst>
          </p:cNvPr>
          <p:cNvCxnSpPr>
            <a:cxnSpLocks/>
          </p:cNvCxnSpPr>
          <p:nvPr userDrawn="1"/>
        </p:nvCxnSpPr>
        <p:spPr>
          <a:xfrm>
            <a:off x="5582652" y="1922994"/>
            <a:ext cx="0" cy="604042"/>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9" name="Picture Placeholder 112">
            <a:extLst>
              <a:ext uri="{FF2B5EF4-FFF2-40B4-BE49-F238E27FC236}">
                <a16:creationId xmlns:a16="http://schemas.microsoft.com/office/drawing/2014/main" id="{626E9045-5659-6550-9D1D-178A7E2F407C}"/>
              </a:ext>
            </a:extLst>
          </p:cNvPr>
          <p:cNvSpPr>
            <a:spLocks noGrp="1"/>
          </p:cNvSpPr>
          <p:nvPr>
            <p:ph type="pic" sz="quarter" idx="46" hasCustomPrompt="1"/>
          </p:nvPr>
        </p:nvSpPr>
        <p:spPr>
          <a:xfrm>
            <a:off x="4920614" y="1945826"/>
            <a:ext cx="574727" cy="574726"/>
          </a:xfrm>
          <a:prstGeom prst="rect">
            <a:avLst/>
          </a:prstGeom>
        </p:spPr>
        <p:txBody>
          <a:bodyPr lIns="0" rIns="0" anchor="ctr"/>
          <a:lstStyle>
            <a:lvl1pPr marL="0" indent="0" algn="ctr">
              <a:buNone/>
              <a:defRPr sz="12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0" name="Text Placeholder 27">
            <a:extLst>
              <a:ext uri="{FF2B5EF4-FFF2-40B4-BE49-F238E27FC236}">
                <a16:creationId xmlns:a16="http://schemas.microsoft.com/office/drawing/2014/main" id="{A6BA47EF-5666-BCD4-2352-13C15B8E727B}"/>
              </a:ext>
            </a:extLst>
          </p:cNvPr>
          <p:cNvSpPr>
            <a:spLocks noGrp="1"/>
          </p:cNvSpPr>
          <p:nvPr>
            <p:ph type="body" sz="quarter" idx="47" hasCustomPrompt="1"/>
          </p:nvPr>
        </p:nvSpPr>
        <p:spPr>
          <a:xfrm>
            <a:off x="5765800" y="1984268"/>
            <a:ext cx="2606675" cy="509588"/>
          </a:xfrm>
          <a:prstGeom prst="rect">
            <a:avLst/>
          </a:prstGeom>
        </p:spPr>
        <p:txBody>
          <a:bodyPr lIns="0" anchor="ctr"/>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Filler text goes here,</a:t>
            </a:r>
          </a:p>
          <a:p>
            <a:pPr lvl="0"/>
            <a:r>
              <a:rPr lang="en-US"/>
              <a:t>Lorem ipsum sot dolor</a:t>
            </a:r>
          </a:p>
        </p:txBody>
      </p:sp>
      <p:sp>
        <p:nvSpPr>
          <p:cNvPr id="50" name="Rounded Rectangle 49">
            <a:extLst>
              <a:ext uri="{FF2B5EF4-FFF2-40B4-BE49-F238E27FC236}">
                <a16:creationId xmlns:a16="http://schemas.microsoft.com/office/drawing/2014/main" id="{0062EF50-D889-CC0D-A80F-7EB7FFE65106}"/>
              </a:ext>
            </a:extLst>
          </p:cNvPr>
          <p:cNvSpPr/>
          <p:nvPr userDrawn="1"/>
        </p:nvSpPr>
        <p:spPr>
          <a:xfrm>
            <a:off x="4829908" y="2818635"/>
            <a:ext cx="3742592" cy="839406"/>
          </a:xfrm>
          <a:prstGeom prst="roundRect">
            <a:avLst>
              <a:gd name="adj" fmla="val 12269"/>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0" tIns="0" rIns="182880" bIns="0" rtlCol="0" anchor="ctr"/>
          <a:lstStyle/>
          <a:p>
            <a:pPr>
              <a:spcAft>
                <a:spcPts val="1800"/>
              </a:spcAft>
            </a:pPr>
            <a:endParaRPr lang="en-US" sz="12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2" name="Straight Connector 51">
            <a:extLst>
              <a:ext uri="{FF2B5EF4-FFF2-40B4-BE49-F238E27FC236}">
                <a16:creationId xmlns:a16="http://schemas.microsoft.com/office/drawing/2014/main" id="{80BB235C-4AB0-3C68-F736-849480DA70E1}"/>
              </a:ext>
            </a:extLst>
          </p:cNvPr>
          <p:cNvCxnSpPr>
            <a:cxnSpLocks/>
          </p:cNvCxnSpPr>
          <p:nvPr userDrawn="1"/>
        </p:nvCxnSpPr>
        <p:spPr>
          <a:xfrm>
            <a:off x="5582652" y="2922635"/>
            <a:ext cx="0" cy="604042"/>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112">
            <a:extLst>
              <a:ext uri="{FF2B5EF4-FFF2-40B4-BE49-F238E27FC236}">
                <a16:creationId xmlns:a16="http://schemas.microsoft.com/office/drawing/2014/main" id="{8C443363-BF79-012D-2DA2-5750610633BE}"/>
              </a:ext>
            </a:extLst>
          </p:cNvPr>
          <p:cNvSpPr>
            <a:spLocks noGrp="1"/>
          </p:cNvSpPr>
          <p:nvPr>
            <p:ph type="pic" sz="quarter" idx="48" hasCustomPrompt="1"/>
          </p:nvPr>
        </p:nvSpPr>
        <p:spPr>
          <a:xfrm>
            <a:off x="4920614" y="2945467"/>
            <a:ext cx="574727" cy="574726"/>
          </a:xfrm>
          <a:prstGeom prst="rect">
            <a:avLst/>
          </a:prstGeom>
        </p:spPr>
        <p:txBody>
          <a:bodyPr lIns="0" rIns="0" anchor="ctr"/>
          <a:lstStyle>
            <a:lvl1pPr marL="0" indent="0" algn="ctr">
              <a:buNone/>
              <a:defRPr sz="12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4" name="Text Placeholder 27">
            <a:extLst>
              <a:ext uri="{FF2B5EF4-FFF2-40B4-BE49-F238E27FC236}">
                <a16:creationId xmlns:a16="http://schemas.microsoft.com/office/drawing/2014/main" id="{70E1B955-CC41-DE72-55E1-D63BD6B8895E}"/>
              </a:ext>
            </a:extLst>
          </p:cNvPr>
          <p:cNvSpPr>
            <a:spLocks noGrp="1"/>
          </p:cNvSpPr>
          <p:nvPr>
            <p:ph type="body" sz="quarter" idx="49" hasCustomPrompt="1"/>
          </p:nvPr>
        </p:nvSpPr>
        <p:spPr>
          <a:xfrm>
            <a:off x="5765800" y="2983909"/>
            <a:ext cx="2606675" cy="509588"/>
          </a:xfrm>
          <a:prstGeom prst="rect">
            <a:avLst/>
          </a:prstGeom>
        </p:spPr>
        <p:txBody>
          <a:bodyPr lIns="0" anchor="ctr"/>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Filler text goes here,</a:t>
            </a:r>
          </a:p>
          <a:p>
            <a:pPr lvl="0"/>
            <a:r>
              <a:rPr lang="en-US"/>
              <a:t>Lorem ipsum sot dolor</a:t>
            </a:r>
          </a:p>
        </p:txBody>
      </p:sp>
      <p:sp>
        <p:nvSpPr>
          <p:cNvPr id="59" name="Rounded Rectangle 58">
            <a:extLst>
              <a:ext uri="{FF2B5EF4-FFF2-40B4-BE49-F238E27FC236}">
                <a16:creationId xmlns:a16="http://schemas.microsoft.com/office/drawing/2014/main" id="{BC10B739-86D5-A16B-B089-81B5301A8431}"/>
              </a:ext>
            </a:extLst>
          </p:cNvPr>
          <p:cNvSpPr/>
          <p:nvPr userDrawn="1"/>
        </p:nvSpPr>
        <p:spPr>
          <a:xfrm>
            <a:off x="4829908" y="3797985"/>
            <a:ext cx="3742592" cy="839406"/>
          </a:xfrm>
          <a:prstGeom prst="roundRect">
            <a:avLst>
              <a:gd name="adj" fmla="val 12269"/>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0" tIns="0" rIns="182880" bIns="0" rtlCol="0" anchor="ctr"/>
          <a:lstStyle/>
          <a:p>
            <a:pPr>
              <a:spcAft>
                <a:spcPts val="1800"/>
              </a:spcAft>
            </a:pPr>
            <a:endParaRPr lang="en-US" sz="12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0" name="Straight Connector 59">
            <a:extLst>
              <a:ext uri="{FF2B5EF4-FFF2-40B4-BE49-F238E27FC236}">
                <a16:creationId xmlns:a16="http://schemas.microsoft.com/office/drawing/2014/main" id="{854C546F-4063-F45F-A570-616F50CCAC29}"/>
              </a:ext>
            </a:extLst>
          </p:cNvPr>
          <p:cNvCxnSpPr>
            <a:cxnSpLocks/>
          </p:cNvCxnSpPr>
          <p:nvPr userDrawn="1"/>
        </p:nvCxnSpPr>
        <p:spPr>
          <a:xfrm>
            <a:off x="5582652" y="3901985"/>
            <a:ext cx="0" cy="604042"/>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1" name="Picture Placeholder 112">
            <a:extLst>
              <a:ext uri="{FF2B5EF4-FFF2-40B4-BE49-F238E27FC236}">
                <a16:creationId xmlns:a16="http://schemas.microsoft.com/office/drawing/2014/main" id="{D07C5A6C-9D01-EF29-E5EA-73AA32F1E38E}"/>
              </a:ext>
            </a:extLst>
          </p:cNvPr>
          <p:cNvSpPr>
            <a:spLocks noGrp="1"/>
          </p:cNvSpPr>
          <p:nvPr>
            <p:ph type="pic" sz="quarter" idx="50" hasCustomPrompt="1"/>
          </p:nvPr>
        </p:nvSpPr>
        <p:spPr>
          <a:xfrm>
            <a:off x="4920614" y="3924817"/>
            <a:ext cx="574727" cy="574726"/>
          </a:xfrm>
          <a:prstGeom prst="rect">
            <a:avLst/>
          </a:prstGeom>
        </p:spPr>
        <p:txBody>
          <a:bodyPr lIns="0" rIns="0" anchor="ctr"/>
          <a:lstStyle>
            <a:lvl1pPr marL="0" indent="0" algn="ctr">
              <a:buNone/>
              <a:defRPr sz="12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62" name="Text Placeholder 27">
            <a:extLst>
              <a:ext uri="{FF2B5EF4-FFF2-40B4-BE49-F238E27FC236}">
                <a16:creationId xmlns:a16="http://schemas.microsoft.com/office/drawing/2014/main" id="{0AE36378-589A-F085-B0D0-DDF2DD96CA65}"/>
              </a:ext>
            </a:extLst>
          </p:cNvPr>
          <p:cNvSpPr>
            <a:spLocks noGrp="1"/>
          </p:cNvSpPr>
          <p:nvPr>
            <p:ph type="body" sz="quarter" idx="51" hasCustomPrompt="1"/>
          </p:nvPr>
        </p:nvSpPr>
        <p:spPr>
          <a:xfrm>
            <a:off x="5765800" y="3963259"/>
            <a:ext cx="2606675" cy="509588"/>
          </a:xfrm>
          <a:prstGeom prst="rect">
            <a:avLst/>
          </a:prstGeom>
        </p:spPr>
        <p:txBody>
          <a:bodyPr lIns="0" anchor="ctr"/>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Filler text goes here,</a:t>
            </a:r>
          </a:p>
          <a:p>
            <a:pPr lvl="0"/>
            <a:r>
              <a:rPr lang="en-US"/>
              <a:t>Lorem ipsum sot dolor</a:t>
            </a:r>
          </a:p>
        </p:txBody>
      </p:sp>
      <p:sp>
        <p:nvSpPr>
          <p:cNvPr id="3" name="Freeform 2">
            <a:extLst>
              <a:ext uri="{FF2B5EF4-FFF2-40B4-BE49-F238E27FC236}">
                <a16:creationId xmlns:a16="http://schemas.microsoft.com/office/drawing/2014/main" id="{2C439C35-F25B-44AD-F7A1-44074A3D911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52C8380-E0FA-F142-C48C-6C7CEDB75AB5}"/>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10545274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6_Four content">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4F3AA90-3765-68E7-D43C-E1245F48195D}"/>
              </a:ext>
            </a:extLst>
          </p:cNvPr>
          <p:cNvSpPr/>
          <p:nvPr userDrawn="1"/>
        </p:nvSpPr>
        <p:spPr>
          <a:xfrm>
            <a:off x="0" y="0"/>
            <a:ext cx="58674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1" y="294640"/>
            <a:ext cx="5163552"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 name="Rounded Rectangle 4">
            <a:extLst>
              <a:ext uri="{FF2B5EF4-FFF2-40B4-BE49-F238E27FC236}">
                <a16:creationId xmlns:a16="http://schemas.microsoft.com/office/drawing/2014/main" id="{34AD4877-4C73-96C9-8DF8-F3831794D32F}"/>
              </a:ext>
            </a:extLst>
          </p:cNvPr>
          <p:cNvSpPr/>
          <p:nvPr/>
        </p:nvSpPr>
        <p:spPr>
          <a:xfrm>
            <a:off x="4829908" y="834851"/>
            <a:ext cx="3742592" cy="839406"/>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0" tIns="0" rIns="182880" bIns="0" rtlCol="0" anchor="ctr"/>
          <a:lstStyle/>
          <a:p>
            <a:pPr>
              <a:spcAft>
                <a:spcPts val="1800"/>
              </a:spcAft>
            </a:pPr>
            <a:endParaRPr lang="en-US" sz="12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53440984-A731-03F0-E254-C6B3E6E6C3EC}"/>
              </a:ext>
            </a:extLst>
          </p:cNvPr>
          <p:cNvCxnSpPr>
            <a:cxnSpLocks/>
          </p:cNvCxnSpPr>
          <p:nvPr userDrawn="1"/>
        </p:nvCxnSpPr>
        <p:spPr>
          <a:xfrm>
            <a:off x="5582652" y="938851"/>
            <a:ext cx="0" cy="604042"/>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0" name="Content Placeholder 2">
            <a:extLst>
              <a:ext uri="{FF2B5EF4-FFF2-40B4-BE49-F238E27FC236}">
                <a16:creationId xmlns:a16="http://schemas.microsoft.com/office/drawing/2014/main" id="{A5B9F124-6987-431F-4600-B0316399DC89}"/>
              </a:ext>
            </a:extLst>
          </p:cNvPr>
          <p:cNvSpPr>
            <a:spLocks noGrp="1"/>
          </p:cNvSpPr>
          <p:nvPr userDrawn="1">
            <p:ph idx="14" hasCustomPrompt="1"/>
          </p:nvPr>
        </p:nvSpPr>
        <p:spPr>
          <a:xfrm>
            <a:off x="419101" y="834850"/>
            <a:ext cx="4076700"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9" name="Picture Placeholder 112">
            <a:extLst>
              <a:ext uri="{FF2B5EF4-FFF2-40B4-BE49-F238E27FC236}">
                <a16:creationId xmlns:a16="http://schemas.microsoft.com/office/drawing/2014/main" id="{07D90A00-AC5D-F149-0735-28060772CCD4}"/>
              </a:ext>
            </a:extLst>
          </p:cNvPr>
          <p:cNvSpPr>
            <a:spLocks noGrp="1"/>
          </p:cNvSpPr>
          <p:nvPr>
            <p:ph type="pic" sz="quarter" idx="37" hasCustomPrompt="1"/>
          </p:nvPr>
        </p:nvSpPr>
        <p:spPr>
          <a:xfrm>
            <a:off x="4946738" y="987807"/>
            <a:ext cx="522479" cy="522478"/>
          </a:xfrm>
          <a:prstGeom prst="rect">
            <a:avLst/>
          </a:prstGeom>
        </p:spPr>
        <p:txBody>
          <a:bodyPr lIns="0" rIns="0" anchor="ctr"/>
          <a:lstStyle>
            <a:lvl1pPr marL="0" indent="0" algn="ctr">
              <a:buNone/>
              <a:defRPr sz="10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0" name="Text Placeholder 27">
            <a:extLst>
              <a:ext uri="{FF2B5EF4-FFF2-40B4-BE49-F238E27FC236}">
                <a16:creationId xmlns:a16="http://schemas.microsoft.com/office/drawing/2014/main" id="{63867D51-C97B-C5D7-C997-4B3A38632E5C}"/>
              </a:ext>
            </a:extLst>
          </p:cNvPr>
          <p:cNvSpPr>
            <a:spLocks noGrp="1"/>
          </p:cNvSpPr>
          <p:nvPr>
            <p:ph type="body" sz="quarter" idx="45" hasCustomPrompt="1"/>
          </p:nvPr>
        </p:nvSpPr>
        <p:spPr>
          <a:xfrm>
            <a:off x="5765800" y="1000125"/>
            <a:ext cx="2606675" cy="509588"/>
          </a:xfrm>
          <a:prstGeom prst="rect">
            <a:avLst/>
          </a:prstGeom>
        </p:spPr>
        <p:txBody>
          <a:bodyPr lIns="0" anchor="ctr"/>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Filler text goes here,</a:t>
            </a:r>
          </a:p>
          <a:p>
            <a:pPr lvl="0"/>
            <a:r>
              <a:rPr lang="en-US"/>
              <a:t>Lorem ipsum sot dolor</a:t>
            </a:r>
          </a:p>
        </p:txBody>
      </p:sp>
      <p:sp>
        <p:nvSpPr>
          <p:cNvPr id="37" name="Rounded Rectangle 36">
            <a:extLst>
              <a:ext uri="{FF2B5EF4-FFF2-40B4-BE49-F238E27FC236}">
                <a16:creationId xmlns:a16="http://schemas.microsoft.com/office/drawing/2014/main" id="{54ACCFBB-0BC4-D982-49C1-4F300E5F5DE9}"/>
              </a:ext>
            </a:extLst>
          </p:cNvPr>
          <p:cNvSpPr/>
          <p:nvPr userDrawn="1"/>
        </p:nvSpPr>
        <p:spPr>
          <a:xfrm>
            <a:off x="4829908" y="1818994"/>
            <a:ext cx="3742592" cy="839406"/>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0" tIns="0" rIns="182880" bIns="0" rtlCol="0" anchor="ctr"/>
          <a:lstStyle/>
          <a:p>
            <a:pPr>
              <a:spcAft>
                <a:spcPts val="1800"/>
              </a:spcAft>
            </a:pPr>
            <a:endParaRPr lang="en-US" sz="12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8" name="Straight Connector 37">
            <a:extLst>
              <a:ext uri="{FF2B5EF4-FFF2-40B4-BE49-F238E27FC236}">
                <a16:creationId xmlns:a16="http://schemas.microsoft.com/office/drawing/2014/main" id="{752C3859-D0EA-2665-2BB3-F592E3F0C495}"/>
              </a:ext>
            </a:extLst>
          </p:cNvPr>
          <p:cNvCxnSpPr>
            <a:cxnSpLocks/>
          </p:cNvCxnSpPr>
          <p:nvPr userDrawn="1"/>
        </p:nvCxnSpPr>
        <p:spPr>
          <a:xfrm>
            <a:off x="5582652" y="1922994"/>
            <a:ext cx="0" cy="604042"/>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9" name="Picture Placeholder 112">
            <a:extLst>
              <a:ext uri="{FF2B5EF4-FFF2-40B4-BE49-F238E27FC236}">
                <a16:creationId xmlns:a16="http://schemas.microsoft.com/office/drawing/2014/main" id="{626E9045-5659-6550-9D1D-178A7E2F407C}"/>
              </a:ext>
            </a:extLst>
          </p:cNvPr>
          <p:cNvSpPr>
            <a:spLocks noGrp="1"/>
          </p:cNvSpPr>
          <p:nvPr>
            <p:ph type="pic" sz="quarter" idx="46" hasCustomPrompt="1"/>
          </p:nvPr>
        </p:nvSpPr>
        <p:spPr>
          <a:xfrm>
            <a:off x="4946738" y="1971950"/>
            <a:ext cx="522479" cy="522478"/>
          </a:xfrm>
          <a:prstGeom prst="rect">
            <a:avLst/>
          </a:prstGeom>
        </p:spPr>
        <p:txBody>
          <a:bodyPr lIns="0" rIns="0" anchor="ctr"/>
          <a:lstStyle>
            <a:lvl1pPr marL="0" indent="0" algn="ctr">
              <a:buNone/>
              <a:defRPr sz="10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0" name="Text Placeholder 27">
            <a:extLst>
              <a:ext uri="{FF2B5EF4-FFF2-40B4-BE49-F238E27FC236}">
                <a16:creationId xmlns:a16="http://schemas.microsoft.com/office/drawing/2014/main" id="{A6BA47EF-5666-BCD4-2352-13C15B8E727B}"/>
              </a:ext>
            </a:extLst>
          </p:cNvPr>
          <p:cNvSpPr>
            <a:spLocks noGrp="1"/>
          </p:cNvSpPr>
          <p:nvPr>
            <p:ph type="body" sz="quarter" idx="47" hasCustomPrompt="1"/>
          </p:nvPr>
        </p:nvSpPr>
        <p:spPr>
          <a:xfrm>
            <a:off x="5765800" y="1984268"/>
            <a:ext cx="2606675" cy="509588"/>
          </a:xfrm>
          <a:prstGeom prst="rect">
            <a:avLst/>
          </a:prstGeom>
        </p:spPr>
        <p:txBody>
          <a:bodyPr lIns="0" anchor="ctr"/>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Filler text goes here,</a:t>
            </a:r>
          </a:p>
          <a:p>
            <a:pPr lvl="0"/>
            <a:r>
              <a:rPr lang="en-US"/>
              <a:t>Lorem ipsum sot dolor</a:t>
            </a:r>
          </a:p>
        </p:txBody>
      </p:sp>
      <p:sp>
        <p:nvSpPr>
          <p:cNvPr id="50" name="Rounded Rectangle 49">
            <a:extLst>
              <a:ext uri="{FF2B5EF4-FFF2-40B4-BE49-F238E27FC236}">
                <a16:creationId xmlns:a16="http://schemas.microsoft.com/office/drawing/2014/main" id="{0062EF50-D889-CC0D-A80F-7EB7FFE65106}"/>
              </a:ext>
            </a:extLst>
          </p:cNvPr>
          <p:cNvSpPr/>
          <p:nvPr userDrawn="1"/>
        </p:nvSpPr>
        <p:spPr>
          <a:xfrm>
            <a:off x="4829908" y="2818635"/>
            <a:ext cx="3742592" cy="839406"/>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0" tIns="0" rIns="182880" bIns="0" rtlCol="0" anchor="ctr"/>
          <a:lstStyle/>
          <a:p>
            <a:pPr>
              <a:spcAft>
                <a:spcPts val="1800"/>
              </a:spcAft>
            </a:pPr>
            <a:endParaRPr lang="en-US" sz="12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2" name="Straight Connector 51">
            <a:extLst>
              <a:ext uri="{FF2B5EF4-FFF2-40B4-BE49-F238E27FC236}">
                <a16:creationId xmlns:a16="http://schemas.microsoft.com/office/drawing/2014/main" id="{80BB235C-4AB0-3C68-F736-849480DA70E1}"/>
              </a:ext>
            </a:extLst>
          </p:cNvPr>
          <p:cNvCxnSpPr>
            <a:cxnSpLocks/>
          </p:cNvCxnSpPr>
          <p:nvPr userDrawn="1"/>
        </p:nvCxnSpPr>
        <p:spPr>
          <a:xfrm>
            <a:off x="5582652" y="2922635"/>
            <a:ext cx="0" cy="604042"/>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112">
            <a:extLst>
              <a:ext uri="{FF2B5EF4-FFF2-40B4-BE49-F238E27FC236}">
                <a16:creationId xmlns:a16="http://schemas.microsoft.com/office/drawing/2014/main" id="{8C443363-BF79-012D-2DA2-5750610633BE}"/>
              </a:ext>
            </a:extLst>
          </p:cNvPr>
          <p:cNvSpPr>
            <a:spLocks noGrp="1"/>
          </p:cNvSpPr>
          <p:nvPr>
            <p:ph type="pic" sz="quarter" idx="48" hasCustomPrompt="1"/>
          </p:nvPr>
        </p:nvSpPr>
        <p:spPr>
          <a:xfrm>
            <a:off x="4946738" y="2971591"/>
            <a:ext cx="522479" cy="522478"/>
          </a:xfrm>
          <a:prstGeom prst="rect">
            <a:avLst/>
          </a:prstGeom>
        </p:spPr>
        <p:txBody>
          <a:bodyPr lIns="0" rIns="0" anchor="ctr"/>
          <a:lstStyle>
            <a:lvl1pPr marL="0" indent="0" algn="ctr">
              <a:buNone/>
              <a:defRPr sz="10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4" name="Text Placeholder 27">
            <a:extLst>
              <a:ext uri="{FF2B5EF4-FFF2-40B4-BE49-F238E27FC236}">
                <a16:creationId xmlns:a16="http://schemas.microsoft.com/office/drawing/2014/main" id="{70E1B955-CC41-DE72-55E1-D63BD6B8895E}"/>
              </a:ext>
            </a:extLst>
          </p:cNvPr>
          <p:cNvSpPr>
            <a:spLocks noGrp="1"/>
          </p:cNvSpPr>
          <p:nvPr>
            <p:ph type="body" sz="quarter" idx="49" hasCustomPrompt="1"/>
          </p:nvPr>
        </p:nvSpPr>
        <p:spPr>
          <a:xfrm>
            <a:off x="5765800" y="2983909"/>
            <a:ext cx="2606675" cy="509588"/>
          </a:xfrm>
          <a:prstGeom prst="rect">
            <a:avLst/>
          </a:prstGeom>
        </p:spPr>
        <p:txBody>
          <a:bodyPr lIns="0" anchor="ctr"/>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Filler text goes here,</a:t>
            </a:r>
          </a:p>
          <a:p>
            <a:pPr lvl="0"/>
            <a:r>
              <a:rPr lang="en-US"/>
              <a:t>Lorem ipsum sot dolor</a:t>
            </a:r>
          </a:p>
        </p:txBody>
      </p:sp>
      <p:sp>
        <p:nvSpPr>
          <p:cNvPr id="59" name="Rounded Rectangle 58">
            <a:extLst>
              <a:ext uri="{FF2B5EF4-FFF2-40B4-BE49-F238E27FC236}">
                <a16:creationId xmlns:a16="http://schemas.microsoft.com/office/drawing/2014/main" id="{BC10B739-86D5-A16B-B089-81B5301A8431}"/>
              </a:ext>
            </a:extLst>
          </p:cNvPr>
          <p:cNvSpPr/>
          <p:nvPr userDrawn="1"/>
        </p:nvSpPr>
        <p:spPr>
          <a:xfrm>
            <a:off x="4829908" y="3797985"/>
            <a:ext cx="3742592" cy="839406"/>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0" tIns="0" rIns="182880" bIns="0" rtlCol="0" anchor="ctr"/>
          <a:lstStyle/>
          <a:p>
            <a:pPr>
              <a:spcAft>
                <a:spcPts val="1800"/>
              </a:spcAft>
            </a:pPr>
            <a:endParaRPr lang="en-US" sz="12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0" name="Straight Connector 59">
            <a:extLst>
              <a:ext uri="{FF2B5EF4-FFF2-40B4-BE49-F238E27FC236}">
                <a16:creationId xmlns:a16="http://schemas.microsoft.com/office/drawing/2014/main" id="{854C546F-4063-F45F-A570-616F50CCAC29}"/>
              </a:ext>
            </a:extLst>
          </p:cNvPr>
          <p:cNvCxnSpPr>
            <a:cxnSpLocks/>
          </p:cNvCxnSpPr>
          <p:nvPr userDrawn="1"/>
        </p:nvCxnSpPr>
        <p:spPr>
          <a:xfrm>
            <a:off x="5582652" y="3901985"/>
            <a:ext cx="0" cy="604042"/>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1" name="Picture Placeholder 112">
            <a:extLst>
              <a:ext uri="{FF2B5EF4-FFF2-40B4-BE49-F238E27FC236}">
                <a16:creationId xmlns:a16="http://schemas.microsoft.com/office/drawing/2014/main" id="{D07C5A6C-9D01-EF29-E5EA-73AA32F1E38E}"/>
              </a:ext>
            </a:extLst>
          </p:cNvPr>
          <p:cNvSpPr>
            <a:spLocks noGrp="1"/>
          </p:cNvSpPr>
          <p:nvPr>
            <p:ph type="pic" sz="quarter" idx="50" hasCustomPrompt="1"/>
          </p:nvPr>
        </p:nvSpPr>
        <p:spPr>
          <a:xfrm>
            <a:off x="4946738" y="3950941"/>
            <a:ext cx="522479" cy="522478"/>
          </a:xfrm>
          <a:prstGeom prst="rect">
            <a:avLst/>
          </a:prstGeom>
        </p:spPr>
        <p:txBody>
          <a:bodyPr lIns="0" rIns="0" anchor="ctr"/>
          <a:lstStyle>
            <a:lvl1pPr marL="0" indent="0" algn="ctr">
              <a:buNone/>
              <a:defRPr sz="10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62" name="Text Placeholder 27">
            <a:extLst>
              <a:ext uri="{FF2B5EF4-FFF2-40B4-BE49-F238E27FC236}">
                <a16:creationId xmlns:a16="http://schemas.microsoft.com/office/drawing/2014/main" id="{0AE36378-589A-F085-B0D0-DDF2DD96CA65}"/>
              </a:ext>
            </a:extLst>
          </p:cNvPr>
          <p:cNvSpPr>
            <a:spLocks noGrp="1"/>
          </p:cNvSpPr>
          <p:nvPr>
            <p:ph type="body" sz="quarter" idx="51" hasCustomPrompt="1"/>
          </p:nvPr>
        </p:nvSpPr>
        <p:spPr>
          <a:xfrm>
            <a:off x="5765800" y="3963259"/>
            <a:ext cx="2606675" cy="509588"/>
          </a:xfrm>
          <a:prstGeom prst="rect">
            <a:avLst/>
          </a:prstGeom>
        </p:spPr>
        <p:txBody>
          <a:bodyPr lIns="0" anchor="ctr"/>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Filler text goes here,</a:t>
            </a:r>
          </a:p>
          <a:p>
            <a:pPr lvl="0"/>
            <a:r>
              <a:rPr lang="en-US"/>
              <a:t>Lorem ipsum sot dolor</a:t>
            </a:r>
          </a:p>
        </p:txBody>
      </p:sp>
      <p:sp>
        <p:nvSpPr>
          <p:cNvPr id="3" name="Freeform 2">
            <a:extLst>
              <a:ext uri="{FF2B5EF4-FFF2-40B4-BE49-F238E27FC236}">
                <a16:creationId xmlns:a16="http://schemas.microsoft.com/office/drawing/2014/main" id="{C4D0CB68-1280-B3EA-1C88-0A63A66F2145}"/>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3">
            <a:extLst>
              <a:ext uri="{FF2B5EF4-FFF2-40B4-BE49-F238E27FC236}">
                <a16:creationId xmlns:a16="http://schemas.microsoft.com/office/drawing/2014/main" id="{CDC593C3-B260-FFE0-7EFC-4D0E5BA28D7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2427843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1_Six content">
    <p:bg>
      <p:bgPr>
        <a:solidFill>
          <a:schemeClr val="bg1"/>
        </a:solidFill>
        <a:effectLst/>
      </p:bgPr>
    </p:bg>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106788C0-2AEB-D6D3-93C9-5CB4234E8F7E}"/>
              </a:ext>
            </a:extLst>
          </p:cNvPr>
          <p:cNvSpPr/>
          <p:nvPr userDrawn="1"/>
        </p:nvSpPr>
        <p:spPr>
          <a:xfrm>
            <a:off x="419100" y="1003933"/>
            <a:ext cx="2536751" cy="1822394"/>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2" name="Text Placeholder 5">
            <a:extLst>
              <a:ext uri="{FF2B5EF4-FFF2-40B4-BE49-F238E27FC236}">
                <a16:creationId xmlns:a16="http://schemas.microsoft.com/office/drawing/2014/main" id="{A55226C6-A38C-9215-44B6-05EF5B8C5F76}"/>
              </a:ext>
            </a:extLst>
          </p:cNvPr>
          <p:cNvSpPr>
            <a:spLocks noGrp="1"/>
          </p:cNvSpPr>
          <p:nvPr>
            <p:ph type="body" sz="quarter" idx="63" hasCustomPrompt="1"/>
          </p:nvPr>
        </p:nvSpPr>
        <p:spPr>
          <a:xfrm>
            <a:off x="529070" y="1894069"/>
            <a:ext cx="2299189" cy="819054"/>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799487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4" name="Straight Connector 3">
            <a:extLst>
              <a:ext uri="{FF2B5EF4-FFF2-40B4-BE49-F238E27FC236}">
                <a16:creationId xmlns:a16="http://schemas.microsoft.com/office/drawing/2014/main" id="{D2D92ABC-DE54-69EC-6F68-D2329EC24CCE}"/>
              </a:ext>
            </a:extLst>
          </p:cNvPr>
          <p:cNvCxnSpPr>
            <a:cxnSpLocks/>
          </p:cNvCxnSpPr>
          <p:nvPr userDrawn="1"/>
        </p:nvCxnSpPr>
        <p:spPr>
          <a:xfrm>
            <a:off x="539956" y="1795355"/>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2" name="Text Placeholder 47">
            <a:extLst>
              <a:ext uri="{FF2B5EF4-FFF2-40B4-BE49-F238E27FC236}">
                <a16:creationId xmlns:a16="http://schemas.microsoft.com/office/drawing/2014/main" id="{5878D9E2-80BF-E7DD-D108-5163BA817B11}"/>
              </a:ext>
            </a:extLst>
          </p:cNvPr>
          <p:cNvSpPr>
            <a:spLocks noGrp="1"/>
          </p:cNvSpPr>
          <p:nvPr>
            <p:ph type="body" sz="quarter" idx="46" hasCustomPrompt="1"/>
          </p:nvPr>
        </p:nvSpPr>
        <p:spPr>
          <a:xfrm>
            <a:off x="529071" y="1484530"/>
            <a:ext cx="2299189" cy="297516"/>
          </a:xfrm>
          <a:prstGeom prst="rect">
            <a:avLst/>
          </a:prstGeom>
        </p:spPr>
        <p:txBody>
          <a:bodyPr lIns="0"/>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44" name="Rounded Rectangle 43">
            <a:extLst>
              <a:ext uri="{FF2B5EF4-FFF2-40B4-BE49-F238E27FC236}">
                <a16:creationId xmlns:a16="http://schemas.microsoft.com/office/drawing/2014/main" id="{AB2A612A-3F4D-A84F-7EA1-8441AA768A3A}"/>
              </a:ext>
            </a:extLst>
          </p:cNvPr>
          <p:cNvSpPr/>
          <p:nvPr userDrawn="1"/>
        </p:nvSpPr>
        <p:spPr>
          <a:xfrm>
            <a:off x="3145925" y="1003933"/>
            <a:ext cx="2536751" cy="1822394"/>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5" name="Straight Connector 44">
            <a:extLst>
              <a:ext uri="{FF2B5EF4-FFF2-40B4-BE49-F238E27FC236}">
                <a16:creationId xmlns:a16="http://schemas.microsoft.com/office/drawing/2014/main" id="{FA5F0E31-A1FC-CBB0-5DCD-1FBC3EC4DD6D}"/>
              </a:ext>
            </a:extLst>
          </p:cNvPr>
          <p:cNvCxnSpPr>
            <a:cxnSpLocks/>
          </p:cNvCxnSpPr>
          <p:nvPr userDrawn="1"/>
        </p:nvCxnSpPr>
        <p:spPr>
          <a:xfrm>
            <a:off x="3266781" y="1795355"/>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8" name="Text Placeholder 47">
            <a:extLst>
              <a:ext uri="{FF2B5EF4-FFF2-40B4-BE49-F238E27FC236}">
                <a16:creationId xmlns:a16="http://schemas.microsoft.com/office/drawing/2014/main" id="{A89EDD4C-DB34-C842-196A-7B2292C759C9}"/>
              </a:ext>
            </a:extLst>
          </p:cNvPr>
          <p:cNvSpPr>
            <a:spLocks noGrp="1"/>
          </p:cNvSpPr>
          <p:nvPr>
            <p:ph type="body" sz="quarter" idx="49" hasCustomPrompt="1"/>
          </p:nvPr>
        </p:nvSpPr>
        <p:spPr>
          <a:xfrm>
            <a:off x="3255896" y="1484530"/>
            <a:ext cx="2299189" cy="297516"/>
          </a:xfrm>
          <a:prstGeom prst="rect">
            <a:avLst/>
          </a:prstGeom>
        </p:spPr>
        <p:txBody>
          <a:bodyPr lIns="0"/>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64" name="Rounded Rectangle 63">
            <a:extLst>
              <a:ext uri="{FF2B5EF4-FFF2-40B4-BE49-F238E27FC236}">
                <a16:creationId xmlns:a16="http://schemas.microsoft.com/office/drawing/2014/main" id="{0E68FE3D-4705-8F2D-548B-3920282A59FA}"/>
              </a:ext>
            </a:extLst>
          </p:cNvPr>
          <p:cNvSpPr/>
          <p:nvPr userDrawn="1"/>
        </p:nvSpPr>
        <p:spPr>
          <a:xfrm>
            <a:off x="5877220" y="1003933"/>
            <a:ext cx="2536751" cy="1822394"/>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5" name="Straight Connector 64">
            <a:extLst>
              <a:ext uri="{FF2B5EF4-FFF2-40B4-BE49-F238E27FC236}">
                <a16:creationId xmlns:a16="http://schemas.microsoft.com/office/drawing/2014/main" id="{BF4538C0-5366-63BA-EE5A-FC82ACBAB806}"/>
              </a:ext>
            </a:extLst>
          </p:cNvPr>
          <p:cNvCxnSpPr>
            <a:cxnSpLocks/>
          </p:cNvCxnSpPr>
          <p:nvPr userDrawn="1"/>
        </p:nvCxnSpPr>
        <p:spPr>
          <a:xfrm>
            <a:off x="5998076" y="1795355"/>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8" name="Text Placeholder 47">
            <a:extLst>
              <a:ext uri="{FF2B5EF4-FFF2-40B4-BE49-F238E27FC236}">
                <a16:creationId xmlns:a16="http://schemas.microsoft.com/office/drawing/2014/main" id="{9A62F000-B5A8-6D5E-F88E-7B49B0FFEB08}"/>
              </a:ext>
            </a:extLst>
          </p:cNvPr>
          <p:cNvSpPr>
            <a:spLocks noGrp="1"/>
          </p:cNvSpPr>
          <p:nvPr>
            <p:ph type="body" sz="quarter" idx="52" hasCustomPrompt="1"/>
          </p:nvPr>
        </p:nvSpPr>
        <p:spPr>
          <a:xfrm>
            <a:off x="5987191" y="1484530"/>
            <a:ext cx="2299189" cy="297516"/>
          </a:xfrm>
          <a:prstGeom prst="rect">
            <a:avLst/>
          </a:prstGeom>
        </p:spPr>
        <p:txBody>
          <a:bodyPr lIns="0"/>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88" name="Rounded Rectangle 87">
            <a:extLst>
              <a:ext uri="{FF2B5EF4-FFF2-40B4-BE49-F238E27FC236}">
                <a16:creationId xmlns:a16="http://schemas.microsoft.com/office/drawing/2014/main" id="{D064A084-D5AD-8936-4181-748180C00F7A}"/>
              </a:ext>
            </a:extLst>
          </p:cNvPr>
          <p:cNvSpPr/>
          <p:nvPr userDrawn="1"/>
        </p:nvSpPr>
        <p:spPr>
          <a:xfrm>
            <a:off x="419100" y="3011842"/>
            <a:ext cx="2536751" cy="1822394"/>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89" name="Straight Connector 88">
            <a:extLst>
              <a:ext uri="{FF2B5EF4-FFF2-40B4-BE49-F238E27FC236}">
                <a16:creationId xmlns:a16="http://schemas.microsoft.com/office/drawing/2014/main" id="{1FB99F3D-88E2-54A5-2CF7-677AC5625FF8}"/>
              </a:ext>
            </a:extLst>
          </p:cNvPr>
          <p:cNvCxnSpPr>
            <a:cxnSpLocks/>
          </p:cNvCxnSpPr>
          <p:nvPr userDrawn="1"/>
        </p:nvCxnSpPr>
        <p:spPr>
          <a:xfrm>
            <a:off x="539956" y="3803264"/>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Text Placeholder 47">
            <a:extLst>
              <a:ext uri="{FF2B5EF4-FFF2-40B4-BE49-F238E27FC236}">
                <a16:creationId xmlns:a16="http://schemas.microsoft.com/office/drawing/2014/main" id="{0F09D35B-2B32-DA3C-2570-13365D60C299}"/>
              </a:ext>
            </a:extLst>
          </p:cNvPr>
          <p:cNvSpPr>
            <a:spLocks noGrp="1"/>
          </p:cNvSpPr>
          <p:nvPr>
            <p:ph type="body" sz="quarter" idx="55" hasCustomPrompt="1"/>
          </p:nvPr>
        </p:nvSpPr>
        <p:spPr>
          <a:xfrm>
            <a:off x="529071" y="3492439"/>
            <a:ext cx="2299189" cy="297516"/>
          </a:xfrm>
          <a:prstGeom prst="rect">
            <a:avLst/>
          </a:prstGeom>
        </p:spPr>
        <p:txBody>
          <a:bodyPr lIns="0"/>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94" name="Rounded Rectangle 93">
            <a:extLst>
              <a:ext uri="{FF2B5EF4-FFF2-40B4-BE49-F238E27FC236}">
                <a16:creationId xmlns:a16="http://schemas.microsoft.com/office/drawing/2014/main" id="{1D62E33C-C030-9FCF-83F0-AE81ED470930}"/>
              </a:ext>
            </a:extLst>
          </p:cNvPr>
          <p:cNvSpPr/>
          <p:nvPr userDrawn="1"/>
        </p:nvSpPr>
        <p:spPr>
          <a:xfrm>
            <a:off x="3145925" y="3011842"/>
            <a:ext cx="2536751" cy="1822394"/>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95" name="Straight Connector 94">
            <a:extLst>
              <a:ext uri="{FF2B5EF4-FFF2-40B4-BE49-F238E27FC236}">
                <a16:creationId xmlns:a16="http://schemas.microsoft.com/office/drawing/2014/main" id="{3536EE91-578B-D873-089A-E4C79313BC51}"/>
              </a:ext>
            </a:extLst>
          </p:cNvPr>
          <p:cNvCxnSpPr>
            <a:cxnSpLocks/>
          </p:cNvCxnSpPr>
          <p:nvPr userDrawn="1"/>
        </p:nvCxnSpPr>
        <p:spPr>
          <a:xfrm>
            <a:off x="3266781" y="3803264"/>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8" name="Text Placeholder 47">
            <a:extLst>
              <a:ext uri="{FF2B5EF4-FFF2-40B4-BE49-F238E27FC236}">
                <a16:creationId xmlns:a16="http://schemas.microsoft.com/office/drawing/2014/main" id="{513DD4CA-DD07-1066-5191-A164A5B8DF57}"/>
              </a:ext>
            </a:extLst>
          </p:cNvPr>
          <p:cNvSpPr>
            <a:spLocks noGrp="1"/>
          </p:cNvSpPr>
          <p:nvPr>
            <p:ph type="body" sz="quarter" idx="58" hasCustomPrompt="1"/>
          </p:nvPr>
        </p:nvSpPr>
        <p:spPr>
          <a:xfrm>
            <a:off x="3255896" y="3492439"/>
            <a:ext cx="2299189" cy="297516"/>
          </a:xfrm>
          <a:prstGeom prst="rect">
            <a:avLst/>
          </a:prstGeom>
        </p:spPr>
        <p:txBody>
          <a:bodyPr lIns="0"/>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100" name="Rounded Rectangle 99">
            <a:extLst>
              <a:ext uri="{FF2B5EF4-FFF2-40B4-BE49-F238E27FC236}">
                <a16:creationId xmlns:a16="http://schemas.microsoft.com/office/drawing/2014/main" id="{CD15BB31-CBEE-340E-7CE6-DFB29BA6C288}"/>
              </a:ext>
            </a:extLst>
          </p:cNvPr>
          <p:cNvSpPr/>
          <p:nvPr userDrawn="1"/>
        </p:nvSpPr>
        <p:spPr>
          <a:xfrm>
            <a:off x="5877220" y="3011842"/>
            <a:ext cx="2536751" cy="1822394"/>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01" name="Straight Connector 100">
            <a:extLst>
              <a:ext uri="{FF2B5EF4-FFF2-40B4-BE49-F238E27FC236}">
                <a16:creationId xmlns:a16="http://schemas.microsoft.com/office/drawing/2014/main" id="{4FDC3357-6103-77A8-8C10-B72951A9CEED}"/>
              </a:ext>
            </a:extLst>
          </p:cNvPr>
          <p:cNvCxnSpPr>
            <a:cxnSpLocks/>
          </p:cNvCxnSpPr>
          <p:nvPr userDrawn="1"/>
        </p:nvCxnSpPr>
        <p:spPr>
          <a:xfrm>
            <a:off x="5998076" y="3803264"/>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4" name="Text Placeholder 47">
            <a:extLst>
              <a:ext uri="{FF2B5EF4-FFF2-40B4-BE49-F238E27FC236}">
                <a16:creationId xmlns:a16="http://schemas.microsoft.com/office/drawing/2014/main" id="{042C748C-00C3-91B3-0983-6CD70A0557BA}"/>
              </a:ext>
            </a:extLst>
          </p:cNvPr>
          <p:cNvSpPr>
            <a:spLocks noGrp="1"/>
          </p:cNvSpPr>
          <p:nvPr>
            <p:ph type="body" sz="quarter" idx="61" hasCustomPrompt="1"/>
          </p:nvPr>
        </p:nvSpPr>
        <p:spPr>
          <a:xfrm>
            <a:off x="5987191" y="3492439"/>
            <a:ext cx="2299189" cy="297516"/>
          </a:xfrm>
          <a:prstGeom prst="rect">
            <a:avLst/>
          </a:prstGeom>
        </p:spPr>
        <p:txBody>
          <a:bodyPr lIns="0"/>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106" name="Picture Placeholder 112">
            <a:extLst>
              <a:ext uri="{FF2B5EF4-FFF2-40B4-BE49-F238E27FC236}">
                <a16:creationId xmlns:a16="http://schemas.microsoft.com/office/drawing/2014/main" id="{A7F4E0F0-8440-03BE-3225-A993211B4F3A}"/>
              </a:ext>
            </a:extLst>
          </p:cNvPr>
          <p:cNvSpPr>
            <a:spLocks noGrp="1"/>
          </p:cNvSpPr>
          <p:nvPr>
            <p:ph type="pic" sz="quarter" idx="45" hasCustomPrompt="1"/>
          </p:nvPr>
        </p:nvSpPr>
        <p:spPr>
          <a:xfrm>
            <a:off x="539956" y="1092106"/>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7" name="Picture Placeholder 112">
            <a:extLst>
              <a:ext uri="{FF2B5EF4-FFF2-40B4-BE49-F238E27FC236}">
                <a16:creationId xmlns:a16="http://schemas.microsoft.com/office/drawing/2014/main" id="{AC87EA2F-8E58-766F-6DBF-FCF6527B2923}"/>
              </a:ext>
            </a:extLst>
          </p:cNvPr>
          <p:cNvSpPr>
            <a:spLocks noGrp="1"/>
          </p:cNvSpPr>
          <p:nvPr>
            <p:ph type="pic" sz="quarter" idx="48" hasCustomPrompt="1"/>
          </p:nvPr>
        </p:nvSpPr>
        <p:spPr>
          <a:xfrm>
            <a:off x="3266781" y="1092106"/>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8" name="Picture Placeholder 112">
            <a:extLst>
              <a:ext uri="{FF2B5EF4-FFF2-40B4-BE49-F238E27FC236}">
                <a16:creationId xmlns:a16="http://schemas.microsoft.com/office/drawing/2014/main" id="{9B5598C6-A835-8151-7B3B-C5A98C4E62FF}"/>
              </a:ext>
            </a:extLst>
          </p:cNvPr>
          <p:cNvSpPr>
            <a:spLocks noGrp="1"/>
          </p:cNvSpPr>
          <p:nvPr>
            <p:ph type="pic" sz="quarter" idx="51" hasCustomPrompt="1"/>
          </p:nvPr>
        </p:nvSpPr>
        <p:spPr>
          <a:xfrm>
            <a:off x="6009981" y="1092106"/>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9" name="Picture Placeholder 112">
            <a:extLst>
              <a:ext uri="{FF2B5EF4-FFF2-40B4-BE49-F238E27FC236}">
                <a16:creationId xmlns:a16="http://schemas.microsoft.com/office/drawing/2014/main" id="{20CE8154-EFD9-7BA2-A069-EDE7B24C480C}"/>
              </a:ext>
            </a:extLst>
          </p:cNvPr>
          <p:cNvSpPr>
            <a:spLocks noGrp="1"/>
          </p:cNvSpPr>
          <p:nvPr>
            <p:ph type="pic" sz="quarter" idx="54" hasCustomPrompt="1"/>
          </p:nvPr>
        </p:nvSpPr>
        <p:spPr>
          <a:xfrm>
            <a:off x="539956" y="3100015"/>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10" name="Picture Placeholder 112">
            <a:extLst>
              <a:ext uri="{FF2B5EF4-FFF2-40B4-BE49-F238E27FC236}">
                <a16:creationId xmlns:a16="http://schemas.microsoft.com/office/drawing/2014/main" id="{47128BE0-144A-2036-07B6-855BC722C296}"/>
              </a:ext>
            </a:extLst>
          </p:cNvPr>
          <p:cNvSpPr>
            <a:spLocks noGrp="1"/>
          </p:cNvSpPr>
          <p:nvPr>
            <p:ph type="pic" sz="quarter" idx="57" hasCustomPrompt="1"/>
          </p:nvPr>
        </p:nvSpPr>
        <p:spPr>
          <a:xfrm>
            <a:off x="3266781" y="3100015"/>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11" name="Picture Placeholder 112">
            <a:extLst>
              <a:ext uri="{FF2B5EF4-FFF2-40B4-BE49-F238E27FC236}">
                <a16:creationId xmlns:a16="http://schemas.microsoft.com/office/drawing/2014/main" id="{9C98EEBD-75DE-8E39-DA55-E90D26B4D656}"/>
              </a:ext>
            </a:extLst>
          </p:cNvPr>
          <p:cNvSpPr>
            <a:spLocks noGrp="1"/>
          </p:cNvSpPr>
          <p:nvPr>
            <p:ph type="pic" sz="quarter" idx="60" hasCustomPrompt="1"/>
          </p:nvPr>
        </p:nvSpPr>
        <p:spPr>
          <a:xfrm>
            <a:off x="6009981" y="3100015"/>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5" name="Text Placeholder 5">
            <a:extLst>
              <a:ext uri="{FF2B5EF4-FFF2-40B4-BE49-F238E27FC236}">
                <a16:creationId xmlns:a16="http://schemas.microsoft.com/office/drawing/2014/main" id="{50773547-6F7D-A48B-26FC-55CF88CEAE29}"/>
              </a:ext>
            </a:extLst>
          </p:cNvPr>
          <p:cNvSpPr>
            <a:spLocks noGrp="1"/>
          </p:cNvSpPr>
          <p:nvPr>
            <p:ph type="body" sz="quarter" idx="64" hasCustomPrompt="1"/>
          </p:nvPr>
        </p:nvSpPr>
        <p:spPr>
          <a:xfrm>
            <a:off x="3262645" y="1894069"/>
            <a:ext cx="2299189" cy="819054"/>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6" name="Text Placeholder 5">
            <a:extLst>
              <a:ext uri="{FF2B5EF4-FFF2-40B4-BE49-F238E27FC236}">
                <a16:creationId xmlns:a16="http://schemas.microsoft.com/office/drawing/2014/main" id="{90E0FC21-AF40-EB0D-3CD2-F2428061C8EA}"/>
              </a:ext>
            </a:extLst>
          </p:cNvPr>
          <p:cNvSpPr>
            <a:spLocks noGrp="1"/>
          </p:cNvSpPr>
          <p:nvPr>
            <p:ph type="body" sz="quarter" idx="65" hasCustomPrompt="1"/>
          </p:nvPr>
        </p:nvSpPr>
        <p:spPr>
          <a:xfrm>
            <a:off x="5996000" y="1894069"/>
            <a:ext cx="2299189" cy="819054"/>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7" name="Text Placeholder 5">
            <a:extLst>
              <a:ext uri="{FF2B5EF4-FFF2-40B4-BE49-F238E27FC236}">
                <a16:creationId xmlns:a16="http://schemas.microsoft.com/office/drawing/2014/main" id="{898CE864-F0AB-0BD0-9050-33DE7A9843B1}"/>
              </a:ext>
            </a:extLst>
          </p:cNvPr>
          <p:cNvSpPr>
            <a:spLocks noGrp="1"/>
          </p:cNvSpPr>
          <p:nvPr>
            <p:ph type="body" sz="quarter" idx="66" hasCustomPrompt="1"/>
          </p:nvPr>
        </p:nvSpPr>
        <p:spPr>
          <a:xfrm>
            <a:off x="543051" y="3902568"/>
            <a:ext cx="2299189" cy="819054"/>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8" name="Text Placeholder 5">
            <a:extLst>
              <a:ext uri="{FF2B5EF4-FFF2-40B4-BE49-F238E27FC236}">
                <a16:creationId xmlns:a16="http://schemas.microsoft.com/office/drawing/2014/main" id="{41178E8C-6100-16A9-DC3F-C18A929633B2}"/>
              </a:ext>
            </a:extLst>
          </p:cNvPr>
          <p:cNvSpPr>
            <a:spLocks noGrp="1"/>
          </p:cNvSpPr>
          <p:nvPr>
            <p:ph type="body" sz="quarter" idx="67" hasCustomPrompt="1"/>
          </p:nvPr>
        </p:nvSpPr>
        <p:spPr>
          <a:xfrm>
            <a:off x="3276626" y="3902568"/>
            <a:ext cx="2299189" cy="819054"/>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10" name="Text Placeholder 5">
            <a:extLst>
              <a:ext uri="{FF2B5EF4-FFF2-40B4-BE49-F238E27FC236}">
                <a16:creationId xmlns:a16="http://schemas.microsoft.com/office/drawing/2014/main" id="{9091297C-2E9B-BF2D-81F0-7A5C422CAFF8}"/>
              </a:ext>
            </a:extLst>
          </p:cNvPr>
          <p:cNvSpPr>
            <a:spLocks noGrp="1"/>
          </p:cNvSpPr>
          <p:nvPr>
            <p:ph type="body" sz="quarter" idx="68" hasCustomPrompt="1"/>
          </p:nvPr>
        </p:nvSpPr>
        <p:spPr>
          <a:xfrm>
            <a:off x="6009981" y="3902568"/>
            <a:ext cx="2299189" cy="819054"/>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Tree>
    <p:extLst>
      <p:ext uri="{BB962C8B-B14F-4D97-AF65-F5344CB8AC3E}">
        <p14:creationId xmlns:p14="http://schemas.microsoft.com/office/powerpoint/2010/main" val="1576870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2_Six content">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799487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Rounded Rectangle 2">
            <a:extLst>
              <a:ext uri="{FF2B5EF4-FFF2-40B4-BE49-F238E27FC236}">
                <a16:creationId xmlns:a16="http://schemas.microsoft.com/office/drawing/2014/main" id="{106788C0-2AEB-D6D3-93C9-5CB4234E8F7E}"/>
              </a:ext>
            </a:extLst>
          </p:cNvPr>
          <p:cNvSpPr/>
          <p:nvPr userDrawn="1"/>
        </p:nvSpPr>
        <p:spPr>
          <a:xfrm>
            <a:off x="419100" y="1003933"/>
            <a:ext cx="2536751" cy="1822394"/>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4" name="Rounded Rectangle 43">
            <a:extLst>
              <a:ext uri="{FF2B5EF4-FFF2-40B4-BE49-F238E27FC236}">
                <a16:creationId xmlns:a16="http://schemas.microsoft.com/office/drawing/2014/main" id="{AB2A612A-3F4D-A84F-7EA1-8441AA768A3A}"/>
              </a:ext>
            </a:extLst>
          </p:cNvPr>
          <p:cNvSpPr/>
          <p:nvPr userDrawn="1"/>
        </p:nvSpPr>
        <p:spPr>
          <a:xfrm>
            <a:off x="3148160" y="1003933"/>
            <a:ext cx="2536751" cy="1822394"/>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4" name="Rounded Rectangle 63">
            <a:extLst>
              <a:ext uri="{FF2B5EF4-FFF2-40B4-BE49-F238E27FC236}">
                <a16:creationId xmlns:a16="http://schemas.microsoft.com/office/drawing/2014/main" id="{0E68FE3D-4705-8F2D-548B-3920282A59FA}"/>
              </a:ext>
            </a:extLst>
          </p:cNvPr>
          <p:cNvSpPr/>
          <p:nvPr userDrawn="1"/>
        </p:nvSpPr>
        <p:spPr>
          <a:xfrm>
            <a:off x="5877220" y="1003933"/>
            <a:ext cx="2536751" cy="1822394"/>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88" name="Rounded Rectangle 87">
            <a:extLst>
              <a:ext uri="{FF2B5EF4-FFF2-40B4-BE49-F238E27FC236}">
                <a16:creationId xmlns:a16="http://schemas.microsoft.com/office/drawing/2014/main" id="{D064A084-D5AD-8936-4181-748180C00F7A}"/>
              </a:ext>
            </a:extLst>
          </p:cNvPr>
          <p:cNvSpPr/>
          <p:nvPr userDrawn="1"/>
        </p:nvSpPr>
        <p:spPr>
          <a:xfrm>
            <a:off x="419100" y="3011842"/>
            <a:ext cx="2536751" cy="1822394"/>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94" name="Rounded Rectangle 93">
            <a:extLst>
              <a:ext uri="{FF2B5EF4-FFF2-40B4-BE49-F238E27FC236}">
                <a16:creationId xmlns:a16="http://schemas.microsoft.com/office/drawing/2014/main" id="{1D62E33C-C030-9FCF-83F0-AE81ED470930}"/>
              </a:ext>
            </a:extLst>
          </p:cNvPr>
          <p:cNvSpPr/>
          <p:nvPr userDrawn="1"/>
        </p:nvSpPr>
        <p:spPr>
          <a:xfrm>
            <a:off x="3148160" y="3011842"/>
            <a:ext cx="2536751" cy="1822394"/>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00" name="Rounded Rectangle 99">
            <a:extLst>
              <a:ext uri="{FF2B5EF4-FFF2-40B4-BE49-F238E27FC236}">
                <a16:creationId xmlns:a16="http://schemas.microsoft.com/office/drawing/2014/main" id="{CD15BB31-CBEE-340E-7CE6-DFB29BA6C288}"/>
              </a:ext>
            </a:extLst>
          </p:cNvPr>
          <p:cNvSpPr/>
          <p:nvPr userDrawn="1"/>
        </p:nvSpPr>
        <p:spPr>
          <a:xfrm>
            <a:off x="5877220" y="3011842"/>
            <a:ext cx="2536751" cy="1822394"/>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BF306291-7680-E614-FF35-BF97EFECE18A}"/>
              </a:ext>
            </a:extLst>
          </p:cNvPr>
          <p:cNvCxnSpPr>
            <a:cxnSpLocks/>
          </p:cNvCxnSpPr>
          <p:nvPr userDrawn="1"/>
        </p:nvCxnSpPr>
        <p:spPr>
          <a:xfrm>
            <a:off x="539956" y="1388856"/>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3" name="Text Placeholder 47">
            <a:extLst>
              <a:ext uri="{FF2B5EF4-FFF2-40B4-BE49-F238E27FC236}">
                <a16:creationId xmlns:a16="http://schemas.microsoft.com/office/drawing/2014/main" id="{A91AAB3C-B0E5-65B6-5496-4CB6203A49FE}"/>
              </a:ext>
            </a:extLst>
          </p:cNvPr>
          <p:cNvSpPr>
            <a:spLocks noGrp="1"/>
          </p:cNvSpPr>
          <p:nvPr>
            <p:ph type="body" sz="quarter" idx="46" hasCustomPrompt="1"/>
          </p:nvPr>
        </p:nvSpPr>
        <p:spPr>
          <a:xfrm>
            <a:off x="529071" y="1078031"/>
            <a:ext cx="2299189" cy="297516"/>
          </a:xfrm>
          <a:prstGeom prst="rect">
            <a:avLst/>
          </a:prstGeom>
        </p:spPr>
        <p:txBody>
          <a:bodyPr lIns="0"/>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15" name="Straight Connector 14">
            <a:extLst>
              <a:ext uri="{FF2B5EF4-FFF2-40B4-BE49-F238E27FC236}">
                <a16:creationId xmlns:a16="http://schemas.microsoft.com/office/drawing/2014/main" id="{5E3039C3-C869-8473-95DD-B7BA7EF11E94}"/>
              </a:ext>
            </a:extLst>
          </p:cNvPr>
          <p:cNvCxnSpPr>
            <a:cxnSpLocks/>
          </p:cNvCxnSpPr>
          <p:nvPr userDrawn="1"/>
        </p:nvCxnSpPr>
        <p:spPr>
          <a:xfrm>
            <a:off x="3269016" y="1388856"/>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Text Placeholder 47">
            <a:extLst>
              <a:ext uri="{FF2B5EF4-FFF2-40B4-BE49-F238E27FC236}">
                <a16:creationId xmlns:a16="http://schemas.microsoft.com/office/drawing/2014/main" id="{45C48A3E-8021-56D7-BD21-801DAAD86505}"/>
              </a:ext>
            </a:extLst>
          </p:cNvPr>
          <p:cNvSpPr>
            <a:spLocks noGrp="1"/>
          </p:cNvSpPr>
          <p:nvPr>
            <p:ph type="body" sz="quarter" idx="49" hasCustomPrompt="1"/>
          </p:nvPr>
        </p:nvSpPr>
        <p:spPr>
          <a:xfrm>
            <a:off x="3258131" y="1078031"/>
            <a:ext cx="2299189" cy="297516"/>
          </a:xfrm>
          <a:prstGeom prst="rect">
            <a:avLst/>
          </a:prstGeom>
        </p:spPr>
        <p:txBody>
          <a:bodyPr lIns="0"/>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18" name="Straight Connector 17">
            <a:extLst>
              <a:ext uri="{FF2B5EF4-FFF2-40B4-BE49-F238E27FC236}">
                <a16:creationId xmlns:a16="http://schemas.microsoft.com/office/drawing/2014/main" id="{398C0849-E26A-BD36-8F24-AEC2F6122C01}"/>
              </a:ext>
            </a:extLst>
          </p:cNvPr>
          <p:cNvCxnSpPr>
            <a:cxnSpLocks/>
          </p:cNvCxnSpPr>
          <p:nvPr userDrawn="1"/>
        </p:nvCxnSpPr>
        <p:spPr>
          <a:xfrm>
            <a:off x="5998076" y="1388856"/>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9" name="Text Placeholder 47">
            <a:extLst>
              <a:ext uri="{FF2B5EF4-FFF2-40B4-BE49-F238E27FC236}">
                <a16:creationId xmlns:a16="http://schemas.microsoft.com/office/drawing/2014/main" id="{DAA76193-A150-A534-9566-132F4BB2E37C}"/>
              </a:ext>
            </a:extLst>
          </p:cNvPr>
          <p:cNvSpPr>
            <a:spLocks noGrp="1"/>
          </p:cNvSpPr>
          <p:nvPr>
            <p:ph type="body" sz="quarter" idx="52" hasCustomPrompt="1"/>
          </p:nvPr>
        </p:nvSpPr>
        <p:spPr>
          <a:xfrm>
            <a:off x="5987191" y="1078031"/>
            <a:ext cx="2299189" cy="297516"/>
          </a:xfrm>
          <a:prstGeom prst="rect">
            <a:avLst/>
          </a:prstGeom>
        </p:spPr>
        <p:txBody>
          <a:bodyPr lIns="0"/>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21" name="Straight Connector 20">
            <a:extLst>
              <a:ext uri="{FF2B5EF4-FFF2-40B4-BE49-F238E27FC236}">
                <a16:creationId xmlns:a16="http://schemas.microsoft.com/office/drawing/2014/main" id="{AF1B13CE-07FB-BE7B-F0A4-1CB22B73856D}"/>
              </a:ext>
            </a:extLst>
          </p:cNvPr>
          <p:cNvCxnSpPr>
            <a:cxnSpLocks/>
          </p:cNvCxnSpPr>
          <p:nvPr userDrawn="1"/>
        </p:nvCxnSpPr>
        <p:spPr>
          <a:xfrm>
            <a:off x="539956" y="3396765"/>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 name="Text Placeholder 47">
            <a:extLst>
              <a:ext uri="{FF2B5EF4-FFF2-40B4-BE49-F238E27FC236}">
                <a16:creationId xmlns:a16="http://schemas.microsoft.com/office/drawing/2014/main" id="{56597A50-9013-0477-4548-EC9DED7A5886}"/>
              </a:ext>
            </a:extLst>
          </p:cNvPr>
          <p:cNvSpPr>
            <a:spLocks noGrp="1"/>
          </p:cNvSpPr>
          <p:nvPr>
            <p:ph type="body" sz="quarter" idx="55" hasCustomPrompt="1"/>
          </p:nvPr>
        </p:nvSpPr>
        <p:spPr>
          <a:xfrm>
            <a:off x="529071" y="3085940"/>
            <a:ext cx="2299189" cy="297516"/>
          </a:xfrm>
          <a:prstGeom prst="rect">
            <a:avLst/>
          </a:prstGeom>
        </p:spPr>
        <p:txBody>
          <a:bodyPr lIns="0"/>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24" name="Straight Connector 23">
            <a:extLst>
              <a:ext uri="{FF2B5EF4-FFF2-40B4-BE49-F238E27FC236}">
                <a16:creationId xmlns:a16="http://schemas.microsoft.com/office/drawing/2014/main" id="{4EE3B67B-527B-75CB-0A17-FDCBA8399E17}"/>
              </a:ext>
            </a:extLst>
          </p:cNvPr>
          <p:cNvCxnSpPr>
            <a:cxnSpLocks/>
          </p:cNvCxnSpPr>
          <p:nvPr userDrawn="1"/>
        </p:nvCxnSpPr>
        <p:spPr>
          <a:xfrm>
            <a:off x="3269016" y="3396765"/>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 name="Text Placeholder 47">
            <a:extLst>
              <a:ext uri="{FF2B5EF4-FFF2-40B4-BE49-F238E27FC236}">
                <a16:creationId xmlns:a16="http://schemas.microsoft.com/office/drawing/2014/main" id="{EACCFB20-E5F6-B03E-B8FE-E19895B5C724}"/>
              </a:ext>
            </a:extLst>
          </p:cNvPr>
          <p:cNvSpPr>
            <a:spLocks noGrp="1"/>
          </p:cNvSpPr>
          <p:nvPr>
            <p:ph type="body" sz="quarter" idx="58" hasCustomPrompt="1"/>
          </p:nvPr>
        </p:nvSpPr>
        <p:spPr>
          <a:xfrm>
            <a:off x="3258131" y="3085940"/>
            <a:ext cx="2299189" cy="297516"/>
          </a:xfrm>
          <a:prstGeom prst="rect">
            <a:avLst/>
          </a:prstGeom>
        </p:spPr>
        <p:txBody>
          <a:bodyPr lIns="0"/>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28" name="Straight Connector 27">
            <a:extLst>
              <a:ext uri="{FF2B5EF4-FFF2-40B4-BE49-F238E27FC236}">
                <a16:creationId xmlns:a16="http://schemas.microsoft.com/office/drawing/2014/main" id="{A829FC5C-6CA9-693B-C3E5-BCF55A6967B6}"/>
              </a:ext>
            </a:extLst>
          </p:cNvPr>
          <p:cNvCxnSpPr>
            <a:cxnSpLocks/>
          </p:cNvCxnSpPr>
          <p:nvPr userDrawn="1"/>
        </p:nvCxnSpPr>
        <p:spPr>
          <a:xfrm>
            <a:off x="5998076" y="3396765"/>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Text Placeholder 47">
            <a:extLst>
              <a:ext uri="{FF2B5EF4-FFF2-40B4-BE49-F238E27FC236}">
                <a16:creationId xmlns:a16="http://schemas.microsoft.com/office/drawing/2014/main" id="{49F2DADD-3778-DB72-83DB-37F9A518331B}"/>
              </a:ext>
            </a:extLst>
          </p:cNvPr>
          <p:cNvSpPr>
            <a:spLocks noGrp="1"/>
          </p:cNvSpPr>
          <p:nvPr>
            <p:ph type="body" sz="quarter" idx="61" hasCustomPrompt="1"/>
          </p:nvPr>
        </p:nvSpPr>
        <p:spPr>
          <a:xfrm>
            <a:off x="5987191" y="3085940"/>
            <a:ext cx="2299189" cy="297516"/>
          </a:xfrm>
          <a:prstGeom prst="rect">
            <a:avLst/>
          </a:prstGeom>
        </p:spPr>
        <p:txBody>
          <a:bodyPr lIns="0"/>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5" name="Freeform 4">
            <a:extLst>
              <a:ext uri="{FF2B5EF4-FFF2-40B4-BE49-F238E27FC236}">
                <a16:creationId xmlns:a16="http://schemas.microsoft.com/office/drawing/2014/main" id="{DAA76C82-9520-1FE0-0AA1-D10D861ECD58}"/>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 name="Picture 5">
            <a:extLst>
              <a:ext uri="{FF2B5EF4-FFF2-40B4-BE49-F238E27FC236}">
                <a16:creationId xmlns:a16="http://schemas.microsoft.com/office/drawing/2014/main" id="{E9EA6E38-0508-585E-B9AA-169025FB9E83}"/>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2" name="Text Placeholder 5">
            <a:extLst>
              <a:ext uri="{FF2B5EF4-FFF2-40B4-BE49-F238E27FC236}">
                <a16:creationId xmlns:a16="http://schemas.microsoft.com/office/drawing/2014/main" id="{56A2EC87-A645-B5D1-7334-242DB5A800A6}"/>
              </a:ext>
            </a:extLst>
          </p:cNvPr>
          <p:cNvSpPr>
            <a:spLocks noGrp="1"/>
          </p:cNvSpPr>
          <p:nvPr>
            <p:ph type="body" sz="quarter" idx="63" hasCustomPrompt="1"/>
          </p:nvPr>
        </p:nvSpPr>
        <p:spPr>
          <a:xfrm>
            <a:off x="529070" y="1486058"/>
            <a:ext cx="2299189" cy="1228266"/>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4" name="Text Placeholder 5">
            <a:extLst>
              <a:ext uri="{FF2B5EF4-FFF2-40B4-BE49-F238E27FC236}">
                <a16:creationId xmlns:a16="http://schemas.microsoft.com/office/drawing/2014/main" id="{4FD66DCC-2B1F-9A9C-EE1D-427D03C29101}"/>
              </a:ext>
            </a:extLst>
          </p:cNvPr>
          <p:cNvSpPr>
            <a:spLocks noGrp="1"/>
          </p:cNvSpPr>
          <p:nvPr>
            <p:ph type="body" sz="quarter" idx="64" hasCustomPrompt="1"/>
          </p:nvPr>
        </p:nvSpPr>
        <p:spPr>
          <a:xfrm>
            <a:off x="3262645" y="1486058"/>
            <a:ext cx="2299189" cy="1228266"/>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7" name="Text Placeholder 5">
            <a:extLst>
              <a:ext uri="{FF2B5EF4-FFF2-40B4-BE49-F238E27FC236}">
                <a16:creationId xmlns:a16="http://schemas.microsoft.com/office/drawing/2014/main" id="{7C4EB8B6-50B4-FB1B-56E2-94BDC6FD679E}"/>
              </a:ext>
            </a:extLst>
          </p:cNvPr>
          <p:cNvSpPr>
            <a:spLocks noGrp="1"/>
          </p:cNvSpPr>
          <p:nvPr>
            <p:ph type="body" sz="quarter" idx="65" hasCustomPrompt="1"/>
          </p:nvPr>
        </p:nvSpPr>
        <p:spPr>
          <a:xfrm>
            <a:off x="5996000" y="1486058"/>
            <a:ext cx="2299189" cy="1228266"/>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8" name="Text Placeholder 5">
            <a:extLst>
              <a:ext uri="{FF2B5EF4-FFF2-40B4-BE49-F238E27FC236}">
                <a16:creationId xmlns:a16="http://schemas.microsoft.com/office/drawing/2014/main" id="{7A19ADDA-78E4-8B10-061A-92A25896A069}"/>
              </a:ext>
            </a:extLst>
          </p:cNvPr>
          <p:cNvSpPr>
            <a:spLocks noGrp="1"/>
          </p:cNvSpPr>
          <p:nvPr>
            <p:ph type="body" sz="quarter" idx="66" hasCustomPrompt="1"/>
          </p:nvPr>
        </p:nvSpPr>
        <p:spPr>
          <a:xfrm>
            <a:off x="543051" y="3494557"/>
            <a:ext cx="2299189" cy="1183322"/>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10" name="Text Placeholder 5">
            <a:extLst>
              <a:ext uri="{FF2B5EF4-FFF2-40B4-BE49-F238E27FC236}">
                <a16:creationId xmlns:a16="http://schemas.microsoft.com/office/drawing/2014/main" id="{A353576B-D523-DBAB-B322-B53C0681E051}"/>
              </a:ext>
            </a:extLst>
          </p:cNvPr>
          <p:cNvSpPr>
            <a:spLocks noGrp="1"/>
          </p:cNvSpPr>
          <p:nvPr>
            <p:ph type="body" sz="quarter" idx="67" hasCustomPrompt="1"/>
          </p:nvPr>
        </p:nvSpPr>
        <p:spPr>
          <a:xfrm>
            <a:off x="3276626" y="3494557"/>
            <a:ext cx="2299189" cy="1183322"/>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11" name="Text Placeholder 5">
            <a:extLst>
              <a:ext uri="{FF2B5EF4-FFF2-40B4-BE49-F238E27FC236}">
                <a16:creationId xmlns:a16="http://schemas.microsoft.com/office/drawing/2014/main" id="{445B849F-4138-6392-347E-FA43367EDADB}"/>
              </a:ext>
            </a:extLst>
          </p:cNvPr>
          <p:cNvSpPr>
            <a:spLocks noGrp="1"/>
          </p:cNvSpPr>
          <p:nvPr>
            <p:ph type="body" sz="quarter" idx="68" hasCustomPrompt="1"/>
          </p:nvPr>
        </p:nvSpPr>
        <p:spPr>
          <a:xfrm>
            <a:off x="6009981" y="3494557"/>
            <a:ext cx="2299189" cy="1183322"/>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Tree>
    <p:extLst>
      <p:ext uri="{BB962C8B-B14F-4D97-AF65-F5344CB8AC3E}">
        <p14:creationId xmlns:p14="http://schemas.microsoft.com/office/powerpoint/2010/main" val="597020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1_Eight content">
    <p:bg>
      <p:bgPr>
        <a:solidFill>
          <a:schemeClr val="bg1"/>
        </a:solidFill>
        <a:effectLst/>
      </p:bgPr>
    </p:bg>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9B9C075B-C6C2-C880-194C-D1D4F9253114}"/>
              </a:ext>
            </a:extLst>
          </p:cNvPr>
          <p:cNvSpPr/>
          <p:nvPr userDrawn="1"/>
        </p:nvSpPr>
        <p:spPr>
          <a:xfrm>
            <a:off x="419101" y="1003934"/>
            <a:ext cx="1885832" cy="1822394"/>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Text Placeholder 3">
            <a:extLst>
              <a:ext uri="{FF2B5EF4-FFF2-40B4-BE49-F238E27FC236}">
                <a16:creationId xmlns:a16="http://schemas.microsoft.com/office/drawing/2014/main" id="{B938EFE5-B6C3-0A01-4EEA-7723B3987993}"/>
              </a:ext>
            </a:extLst>
          </p:cNvPr>
          <p:cNvSpPr>
            <a:spLocks noGrp="1"/>
          </p:cNvSpPr>
          <p:nvPr>
            <p:ph type="body" sz="quarter" idx="69" hasCustomPrompt="1"/>
          </p:nvPr>
        </p:nvSpPr>
        <p:spPr>
          <a:xfrm>
            <a:off x="521013" y="1846737"/>
            <a:ext cx="1703900" cy="900112"/>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7978409"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5" name="Straight Connector 4">
            <a:extLst>
              <a:ext uri="{FF2B5EF4-FFF2-40B4-BE49-F238E27FC236}">
                <a16:creationId xmlns:a16="http://schemas.microsoft.com/office/drawing/2014/main" id="{AEECB6BA-FCD8-EDE5-E4DD-06CE935E3D0D}"/>
              </a:ext>
            </a:extLst>
          </p:cNvPr>
          <p:cNvCxnSpPr>
            <a:cxnSpLocks/>
          </p:cNvCxnSpPr>
          <p:nvPr userDrawn="1"/>
        </p:nvCxnSpPr>
        <p:spPr>
          <a:xfrm>
            <a:off x="527876" y="1752359"/>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2" name="Text Placeholder 47">
            <a:extLst>
              <a:ext uri="{FF2B5EF4-FFF2-40B4-BE49-F238E27FC236}">
                <a16:creationId xmlns:a16="http://schemas.microsoft.com/office/drawing/2014/main" id="{5878D9E2-80BF-E7DD-D108-5163BA817B11}"/>
              </a:ext>
            </a:extLst>
          </p:cNvPr>
          <p:cNvSpPr>
            <a:spLocks noGrp="1"/>
          </p:cNvSpPr>
          <p:nvPr>
            <p:ph type="body" sz="quarter" idx="46" hasCustomPrompt="1"/>
          </p:nvPr>
        </p:nvSpPr>
        <p:spPr>
          <a:xfrm>
            <a:off x="527876" y="1453604"/>
            <a:ext cx="1697037" cy="297516"/>
          </a:xfrm>
          <a:prstGeom prst="rect">
            <a:avLst/>
          </a:prstGeom>
        </p:spPr>
        <p:txBody>
          <a:bodyPr lIns="0" anchor="b"/>
          <a:lstStyle>
            <a:lvl1pPr marL="0" indent="0">
              <a:buNone/>
              <a:defRPr sz="12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36" name="Picture Placeholder 112">
            <a:extLst>
              <a:ext uri="{FF2B5EF4-FFF2-40B4-BE49-F238E27FC236}">
                <a16:creationId xmlns:a16="http://schemas.microsoft.com/office/drawing/2014/main" id="{DA95C24A-D70F-BB9D-330F-52036FBC5551}"/>
              </a:ext>
            </a:extLst>
          </p:cNvPr>
          <p:cNvSpPr>
            <a:spLocks noGrp="1"/>
          </p:cNvSpPr>
          <p:nvPr>
            <p:ph type="pic" sz="quarter" idx="45" hasCustomPrompt="1"/>
          </p:nvPr>
        </p:nvSpPr>
        <p:spPr>
          <a:xfrm>
            <a:off x="527876" y="1079021"/>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2" name="Rounded Rectangle 41">
            <a:extLst>
              <a:ext uri="{FF2B5EF4-FFF2-40B4-BE49-F238E27FC236}">
                <a16:creationId xmlns:a16="http://schemas.microsoft.com/office/drawing/2014/main" id="{C562087B-6AB8-2910-8B07-5DF84AB99D48}"/>
              </a:ext>
            </a:extLst>
          </p:cNvPr>
          <p:cNvSpPr/>
          <p:nvPr userDrawn="1"/>
        </p:nvSpPr>
        <p:spPr>
          <a:xfrm>
            <a:off x="2449960" y="1003934"/>
            <a:ext cx="1885832" cy="1822394"/>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3" name="Straight Connector 42">
            <a:extLst>
              <a:ext uri="{FF2B5EF4-FFF2-40B4-BE49-F238E27FC236}">
                <a16:creationId xmlns:a16="http://schemas.microsoft.com/office/drawing/2014/main" id="{4E011822-5808-67CA-D0A1-2F7DA422F4CC}"/>
              </a:ext>
            </a:extLst>
          </p:cNvPr>
          <p:cNvCxnSpPr>
            <a:cxnSpLocks/>
          </p:cNvCxnSpPr>
          <p:nvPr userDrawn="1"/>
        </p:nvCxnSpPr>
        <p:spPr>
          <a:xfrm>
            <a:off x="2541611" y="1752359"/>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Text Placeholder 47">
            <a:extLst>
              <a:ext uri="{FF2B5EF4-FFF2-40B4-BE49-F238E27FC236}">
                <a16:creationId xmlns:a16="http://schemas.microsoft.com/office/drawing/2014/main" id="{200FF55B-8E71-E8CB-0E6F-E7A6932D3B43}"/>
              </a:ext>
            </a:extLst>
          </p:cNvPr>
          <p:cNvSpPr>
            <a:spLocks noGrp="1"/>
          </p:cNvSpPr>
          <p:nvPr>
            <p:ph type="body" sz="quarter" idx="48" hasCustomPrompt="1"/>
          </p:nvPr>
        </p:nvSpPr>
        <p:spPr>
          <a:xfrm>
            <a:off x="2541611" y="1453604"/>
            <a:ext cx="1683968" cy="297516"/>
          </a:xfrm>
          <a:prstGeom prst="rect">
            <a:avLst/>
          </a:prstGeom>
        </p:spPr>
        <p:txBody>
          <a:bodyPr lIns="0" anchor="b"/>
          <a:lstStyle>
            <a:lvl1pPr marL="0" indent="0">
              <a:buNone/>
              <a:defRPr sz="12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52" name="Picture Placeholder 112">
            <a:extLst>
              <a:ext uri="{FF2B5EF4-FFF2-40B4-BE49-F238E27FC236}">
                <a16:creationId xmlns:a16="http://schemas.microsoft.com/office/drawing/2014/main" id="{37C821B6-D6DA-0666-AE74-164A2D5C8C7F}"/>
              </a:ext>
            </a:extLst>
          </p:cNvPr>
          <p:cNvSpPr>
            <a:spLocks noGrp="1"/>
          </p:cNvSpPr>
          <p:nvPr>
            <p:ph type="pic" sz="quarter" idx="50" hasCustomPrompt="1"/>
          </p:nvPr>
        </p:nvSpPr>
        <p:spPr>
          <a:xfrm>
            <a:off x="2541611" y="1079021"/>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58" name="Rounded Rectangle 57">
            <a:extLst>
              <a:ext uri="{FF2B5EF4-FFF2-40B4-BE49-F238E27FC236}">
                <a16:creationId xmlns:a16="http://schemas.microsoft.com/office/drawing/2014/main" id="{6712BC0E-3228-E3E9-29AA-B077E593EAFB}"/>
              </a:ext>
            </a:extLst>
          </p:cNvPr>
          <p:cNvSpPr/>
          <p:nvPr userDrawn="1"/>
        </p:nvSpPr>
        <p:spPr>
          <a:xfrm>
            <a:off x="4495800" y="1003934"/>
            <a:ext cx="1885832" cy="1822394"/>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9" name="Straight Connector 58">
            <a:extLst>
              <a:ext uri="{FF2B5EF4-FFF2-40B4-BE49-F238E27FC236}">
                <a16:creationId xmlns:a16="http://schemas.microsoft.com/office/drawing/2014/main" id="{0A6DE783-5106-20A0-4435-ED67FF6F9A4A}"/>
              </a:ext>
            </a:extLst>
          </p:cNvPr>
          <p:cNvCxnSpPr>
            <a:cxnSpLocks/>
          </p:cNvCxnSpPr>
          <p:nvPr userDrawn="1"/>
        </p:nvCxnSpPr>
        <p:spPr>
          <a:xfrm>
            <a:off x="4611424" y="1752359"/>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0" name="Text Placeholder 47">
            <a:extLst>
              <a:ext uri="{FF2B5EF4-FFF2-40B4-BE49-F238E27FC236}">
                <a16:creationId xmlns:a16="http://schemas.microsoft.com/office/drawing/2014/main" id="{198ABC04-3859-05AB-4CF2-A6A84E9A4259}"/>
              </a:ext>
            </a:extLst>
          </p:cNvPr>
          <p:cNvSpPr>
            <a:spLocks noGrp="1"/>
          </p:cNvSpPr>
          <p:nvPr>
            <p:ph type="body" sz="quarter" idx="51" hasCustomPrompt="1"/>
          </p:nvPr>
        </p:nvSpPr>
        <p:spPr>
          <a:xfrm>
            <a:off x="4611424" y="1453604"/>
            <a:ext cx="1697037" cy="297516"/>
          </a:xfrm>
          <a:prstGeom prst="rect">
            <a:avLst/>
          </a:prstGeom>
        </p:spPr>
        <p:txBody>
          <a:bodyPr lIns="0" anchor="b"/>
          <a:lstStyle>
            <a:lvl1pPr marL="0" indent="0">
              <a:buNone/>
              <a:defRPr sz="12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62" name="Picture Placeholder 112">
            <a:extLst>
              <a:ext uri="{FF2B5EF4-FFF2-40B4-BE49-F238E27FC236}">
                <a16:creationId xmlns:a16="http://schemas.microsoft.com/office/drawing/2014/main" id="{C61B6DA6-EA8B-16BE-729C-26745846D1BD}"/>
              </a:ext>
            </a:extLst>
          </p:cNvPr>
          <p:cNvSpPr>
            <a:spLocks noGrp="1"/>
          </p:cNvSpPr>
          <p:nvPr>
            <p:ph type="pic" sz="quarter" idx="53" hasCustomPrompt="1"/>
          </p:nvPr>
        </p:nvSpPr>
        <p:spPr>
          <a:xfrm>
            <a:off x="4611424" y="1079021"/>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74" name="Rounded Rectangle 73">
            <a:extLst>
              <a:ext uri="{FF2B5EF4-FFF2-40B4-BE49-F238E27FC236}">
                <a16:creationId xmlns:a16="http://schemas.microsoft.com/office/drawing/2014/main" id="{55CDDFC1-803A-CC55-45BB-C93864D1BFB3}"/>
              </a:ext>
            </a:extLst>
          </p:cNvPr>
          <p:cNvSpPr/>
          <p:nvPr userDrawn="1"/>
        </p:nvSpPr>
        <p:spPr>
          <a:xfrm>
            <a:off x="6511677" y="1003934"/>
            <a:ext cx="1885832" cy="1822394"/>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75" name="Straight Connector 74">
            <a:extLst>
              <a:ext uri="{FF2B5EF4-FFF2-40B4-BE49-F238E27FC236}">
                <a16:creationId xmlns:a16="http://schemas.microsoft.com/office/drawing/2014/main" id="{430C3703-096B-A3DE-2CD2-68BB005426FA}"/>
              </a:ext>
            </a:extLst>
          </p:cNvPr>
          <p:cNvCxnSpPr>
            <a:cxnSpLocks/>
          </p:cNvCxnSpPr>
          <p:nvPr userDrawn="1"/>
        </p:nvCxnSpPr>
        <p:spPr>
          <a:xfrm>
            <a:off x="6620452" y="1752359"/>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6" name="Text Placeholder 47">
            <a:extLst>
              <a:ext uri="{FF2B5EF4-FFF2-40B4-BE49-F238E27FC236}">
                <a16:creationId xmlns:a16="http://schemas.microsoft.com/office/drawing/2014/main" id="{9A7EA4B3-D805-596E-9348-0AB829BDE505}"/>
              </a:ext>
            </a:extLst>
          </p:cNvPr>
          <p:cNvSpPr>
            <a:spLocks noGrp="1"/>
          </p:cNvSpPr>
          <p:nvPr>
            <p:ph type="body" sz="quarter" idx="54" hasCustomPrompt="1"/>
          </p:nvPr>
        </p:nvSpPr>
        <p:spPr>
          <a:xfrm>
            <a:off x="6620452" y="1453604"/>
            <a:ext cx="1686008" cy="297516"/>
          </a:xfrm>
          <a:prstGeom prst="rect">
            <a:avLst/>
          </a:prstGeom>
        </p:spPr>
        <p:txBody>
          <a:bodyPr lIns="0" anchor="b"/>
          <a:lstStyle>
            <a:lvl1pPr marL="0" indent="0">
              <a:buNone/>
              <a:defRPr sz="12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78" name="Picture Placeholder 112">
            <a:extLst>
              <a:ext uri="{FF2B5EF4-FFF2-40B4-BE49-F238E27FC236}">
                <a16:creationId xmlns:a16="http://schemas.microsoft.com/office/drawing/2014/main" id="{93CC2F96-D921-F367-6126-6D0E3214E70A}"/>
              </a:ext>
            </a:extLst>
          </p:cNvPr>
          <p:cNvSpPr>
            <a:spLocks noGrp="1"/>
          </p:cNvSpPr>
          <p:nvPr>
            <p:ph type="pic" sz="quarter" idx="56" hasCustomPrompt="1"/>
          </p:nvPr>
        </p:nvSpPr>
        <p:spPr>
          <a:xfrm>
            <a:off x="6620452" y="1079021"/>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17" name="Rounded Rectangle 116">
            <a:extLst>
              <a:ext uri="{FF2B5EF4-FFF2-40B4-BE49-F238E27FC236}">
                <a16:creationId xmlns:a16="http://schemas.microsoft.com/office/drawing/2014/main" id="{2DFCA287-F2DE-A7B2-9F3D-75790A78B1C6}"/>
              </a:ext>
            </a:extLst>
          </p:cNvPr>
          <p:cNvSpPr/>
          <p:nvPr userDrawn="1"/>
        </p:nvSpPr>
        <p:spPr>
          <a:xfrm>
            <a:off x="419101" y="2997120"/>
            <a:ext cx="1885832" cy="1822394"/>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18" name="Straight Connector 117">
            <a:extLst>
              <a:ext uri="{FF2B5EF4-FFF2-40B4-BE49-F238E27FC236}">
                <a16:creationId xmlns:a16="http://schemas.microsoft.com/office/drawing/2014/main" id="{2A80022F-0472-FFA3-FC55-2727D21EB3E9}"/>
              </a:ext>
            </a:extLst>
          </p:cNvPr>
          <p:cNvCxnSpPr>
            <a:cxnSpLocks/>
          </p:cNvCxnSpPr>
          <p:nvPr userDrawn="1"/>
        </p:nvCxnSpPr>
        <p:spPr>
          <a:xfrm>
            <a:off x="527876" y="3745545"/>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19" name="Text Placeholder 47">
            <a:extLst>
              <a:ext uri="{FF2B5EF4-FFF2-40B4-BE49-F238E27FC236}">
                <a16:creationId xmlns:a16="http://schemas.microsoft.com/office/drawing/2014/main" id="{4A15C4BB-2F9F-1EAD-6F04-83253CF6B55C}"/>
              </a:ext>
            </a:extLst>
          </p:cNvPr>
          <p:cNvSpPr>
            <a:spLocks noGrp="1"/>
          </p:cNvSpPr>
          <p:nvPr>
            <p:ph type="body" sz="quarter" idx="57" hasCustomPrompt="1"/>
          </p:nvPr>
        </p:nvSpPr>
        <p:spPr>
          <a:xfrm>
            <a:off x="527876" y="3446790"/>
            <a:ext cx="1697037" cy="297516"/>
          </a:xfrm>
          <a:prstGeom prst="rect">
            <a:avLst/>
          </a:prstGeom>
        </p:spPr>
        <p:txBody>
          <a:bodyPr lIns="0" anchor="b"/>
          <a:lstStyle>
            <a:lvl1pPr marL="0" indent="0">
              <a:buNone/>
              <a:defRPr sz="12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21" name="Picture Placeholder 112">
            <a:extLst>
              <a:ext uri="{FF2B5EF4-FFF2-40B4-BE49-F238E27FC236}">
                <a16:creationId xmlns:a16="http://schemas.microsoft.com/office/drawing/2014/main" id="{50DF7120-2393-9004-AC2A-C3768AE0D5EF}"/>
              </a:ext>
            </a:extLst>
          </p:cNvPr>
          <p:cNvSpPr>
            <a:spLocks noGrp="1"/>
          </p:cNvSpPr>
          <p:nvPr>
            <p:ph type="pic" sz="quarter" idx="59" hasCustomPrompt="1"/>
          </p:nvPr>
        </p:nvSpPr>
        <p:spPr>
          <a:xfrm>
            <a:off x="527876" y="3072207"/>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22" name="Rounded Rectangle 121">
            <a:extLst>
              <a:ext uri="{FF2B5EF4-FFF2-40B4-BE49-F238E27FC236}">
                <a16:creationId xmlns:a16="http://schemas.microsoft.com/office/drawing/2014/main" id="{95C9AFD5-5415-25E5-1663-9CE2F18F571A}"/>
              </a:ext>
            </a:extLst>
          </p:cNvPr>
          <p:cNvSpPr/>
          <p:nvPr userDrawn="1"/>
        </p:nvSpPr>
        <p:spPr>
          <a:xfrm>
            <a:off x="2449960" y="2997120"/>
            <a:ext cx="1885832" cy="1822394"/>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3" name="Straight Connector 122">
            <a:extLst>
              <a:ext uri="{FF2B5EF4-FFF2-40B4-BE49-F238E27FC236}">
                <a16:creationId xmlns:a16="http://schemas.microsoft.com/office/drawing/2014/main" id="{5BB90F29-0D62-1ECA-7606-9F789997E028}"/>
              </a:ext>
            </a:extLst>
          </p:cNvPr>
          <p:cNvCxnSpPr>
            <a:cxnSpLocks/>
          </p:cNvCxnSpPr>
          <p:nvPr userDrawn="1"/>
        </p:nvCxnSpPr>
        <p:spPr>
          <a:xfrm>
            <a:off x="2541611" y="3745545"/>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24" name="Text Placeholder 47">
            <a:extLst>
              <a:ext uri="{FF2B5EF4-FFF2-40B4-BE49-F238E27FC236}">
                <a16:creationId xmlns:a16="http://schemas.microsoft.com/office/drawing/2014/main" id="{32946D0F-324B-3CFF-465C-C7DE1131CABB}"/>
              </a:ext>
            </a:extLst>
          </p:cNvPr>
          <p:cNvSpPr>
            <a:spLocks noGrp="1"/>
          </p:cNvSpPr>
          <p:nvPr>
            <p:ph type="body" sz="quarter" idx="60" hasCustomPrompt="1"/>
          </p:nvPr>
        </p:nvSpPr>
        <p:spPr>
          <a:xfrm>
            <a:off x="2541611" y="3446790"/>
            <a:ext cx="1683968" cy="297516"/>
          </a:xfrm>
          <a:prstGeom prst="rect">
            <a:avLst/>
          </a:prstGeom>
        </p:spPr>
        <p:txBody>
          <a:bodyPr lIns="0" anchor="b"/>
          <a:lstStyle>
            <a:lvl1pPr marL="0" indent="0">
              <a:buNone/>
              <a:defRPr sz="12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26" name="Picture Placeholder 112">
            <a:extLst>
              <a:ext uri="{FF2B5EF4-FFF2-40B4-BE49-F238E27FC236}">
                <a16:creationId xmlns:a16="http://schemas.microsoft.com/office/drawing/2014/main" id="{A1869A92-CBD1-7DB8-AA11-3C4047C335D5}"/>
              </a:ext>
            </a:extLst>
          </p:cNvPr>
          <p:cNvSpPr>
            <a:spLocks noGrp="1"/>
          </p:cNvSpPr>
          <p:nvPr>
            <p:ph type="pic" sz="quarter" idx="62" hasCustomPrompt="1"/>
          </p:nvPr>
        </p:nvSpPr>
        <p:spPr>
          <a:xfrm>
            <a:off x="2541611" y="3072207"/>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27" name="Rounded Rectangle 126">
            <a:extLst>
              <a:ext uri="{FF2B5EF4-FFF2-40B4-BE49-F238E27FC236}">
                <a16:creationId xmlns:a16="http://schemas.microsoft.com/office/drawing/2014/main" id="{2618B455-9E78-DEF1-97F7-2AA6F156943F}"/>
              </a:ext>
            </a:extLst>
          </p:cNvPr>
          <p:cNvSpPr/>
          <p:nvPr userDrawn="1"/>
        </p:nvSpPr>
        <p:spPr>
          <a:xfrm>
            <a:off x="4495800" y="2997120"/>
            <a:ext cx="1885832" cy="1822394"/>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8" name="Straight Connector 127">
            <a:extLst>
              <a:ext uri="{FF2B5EF4-FFF2-40B4-BE49-F238E27FC236}">
                <a16:creationId xmlns:a16="http://schemas.microsoft.com/office/drawing/2014/main" id="{E2D47FA8-7602-181D-0F6E-AC04C8C51A62}"/>
              </a:ext>
            </a:extLst>
          </p:cNvPr>
          <p:cNvCxnSpPr>
            <a:cxnSpLocks/>
          </p:cNvCxnSpPr>
          <p:nvPr userDrawn="1"/>
        </p:nvCxnSpPr>
        <p:spPr>
          <a:xfrm>
            <a:off x="4611424" y="3745545"/>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29" name="Text Placeholder 47">
            <a:extLst>
              <a:ext uri="{FF2B5EF4-FFF2-40B4-BE49-F238E27FC236}">
                <a16:creationId xmlns:a16="http://schemas.microsoft.com/office/drawing/2014/main" id="{F7FE5004-851F-335A-2603-13C32AA13B6C}"/>
              </a:ext>
            </a:extLst>
          </p:cNvPr>
          <p:cNvSpPr>
            <a:spLocks noGrp="1"/>
          </p:cNvSpPr>
          <p:nvPr>
            <p:ph type="body" sz="quarter" idx="63" hasCustomPrompt="1"/>
          </p:nvPr>
        </p:nvSpPr>
        <p:spPr>
          <a:xfrm>
            <a:off x="4611424" y="3446790"/>
            <a:ext cx="1697037" cy="297516"/>
          </a:xfrm>
          <a:prstGeom prst="rect">
            <a:avLst/>
          </a:prstGeom>
        </p:spPr>
        <p:txBody>
          <a:bodyPr lIns="0" anchor="b"/>
          <a:lstStyle>
            <a:lvl1pPr marL="0" indent="0">
              <a:buNone/>
              <a:defRPr sz="12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31" name="Picture Placeholder 112">
            <a:extLst>
              <a:ext uri="{FF2B5EF4-FFF2-40B4-BE49-F238E27FC236}">
                <a16:creationId xmlns:a16="http://schemas.microsoft.com/office/drawing/2014/main" id="{5F7D5B49-5144-9288-98C9-A05F1C289CD2}"/>
              </a:ext>
            </a:extLst>
          </p:cNvPr>
          <p:cNvSpPr>
            <a:spLocks noGrp="1"/>
          </p:cNvSpPr>
          <p:nvPr>
            <p:ph type="pic" sz="quarter" idx="65" hasCustomPrompt="1"/>
          </p:nvPr>
        </p:nvSpPr>
        <p:spPr>
          <a:xfrm>
            <a:off x="4611424" y="3072207"/>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32" name="Rounded Rectangle 131">
            <a:extLst>
              <a:ext uri="{FF2B5EF4-FFF2-40B4-BE49-F238E27FC236}">
                <a16:creationId xmlns:a16="http://schemas.microsoft.com/office/drawing/2014/main" id="{E06CEA26-CCDD-DF8E-B156-24A831F585D1}"/>
              </a:ext>
            </a:extLst>
          </p:cNvPr>
          <p:cNvSpPr/>
          <p:nvPr userDrawn="1"/>
        </p:nvSpPr>
        <p:spPr>
          <a:xfrm>
            <a:off x="6511677" y="2997120"/>
            <a:ext cx="1885832" cy="1822394"/>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33" name="Straight Connector 132">
            <a:extLst>
              <a:ext uri="{FF2B5EF4-FFF2-40B4-BE49-F238E27FC236}">
                <a16:creationId xmlns:a16="http://schemas.microsoft.com/office/drawing/2014/main" id="{91D64A06-2A38-7965-1A54-CB2BEA729A47}"/>
              </a:ext>
            </a:extLst>
          </p:cNvPr>
          <p:cNvCxnSpPr>
            <a:cxnSpLocks/>
          </p:cNvCxnSpPr>
          <p:nvPr userDrawn="1"/>
        </p:nvCxnSpPr>
        <p:spPr>
          <a:xfrm>
            <a:off x="6620452" y="3745545"/>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34" name="Text Placeholder 47">
            <a:extLst>
              <a:ext uri="{FF2B5EF4-FFF2-40B4-BE49-F238E27FC236}">
                <a16:creationId xmlns:a16="http://schemas.microsoft.com/office/drawing/2014/main" id="{D0662A18-5F52-416D-C9A5-D32108162744}"/>
              </a:ext>
            </a:extLst>
          </p:cNvPr>
          <p:cNvSpPr>
            <a:spLocks noGrp="1"/>
          </p:cNvSpPr>
          <p:nvPr>
            <p:ph type="body" sz="quarter" idx="66" hasCustomPrompt="1"/>
          </p:nvPr>
        </p:nvSpPr>
        <p:spPr>
          <a:xfrm>
            <a:off x="6620452" y="3446790"/>
            <a:ext cx="1686008" cy="297516"/>
          </a:xfrm>
          <a:prstGeom prst="rect">
            <a:avLst/>
          </a:prstGeom>
        </p:spPr>
        <p:txBody>
          <a:bodyPr lIns="0" anchor="b"/>
          <a:lstStyle>
            <a:lvl1pPr marL="0" indent="0">
              <a:buNone/>
              <a:defRPr sz="12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36" name="Picture Placeholder 112">
            <a:extLst>
              <a:ext uri="{FF2B5EF4-FFF2-40B4-BE49-F238E27FC236}">
                <a16:creationId xmlns:a16="http://schemas.microsoft.com/office/drawing/2014/main" id="{0C42A009-7B8F-53C9-3E5B-07BBDC2B1287}"/>
              </a:ext>
            </a:extLst>
          </p:cNvPr>
          <p:cNvSpPr>
            <a:spLocks noGrp="1"/>
          </p:cNvSpPr>
          <p:nvPr>
            <p:ph type="pic" sz="quarter" idx="68" hasCustomPrompt="1"/>
          </p:nvPr>
        </p:nvSpPr>
        <p:spPr>
          <a:xfrm>
            <a:off x="6620452" y="3072207"/>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 name="Text Placeholder 3">
            <a:extLst>
              <a:ext uri="{FF2B5EF4-FFF2-40B4-BE49-F238E27FC236}">
                <a16:creationId xmlns:a16="http://schemas.microsoft.com/office/drawing/2014/main" id="{69D2F4F2-ACD9-34F8-AA58-5AD66C171FAD}"/>
              </a:ext>
            </a:extLst>
          </p:cNvPr>
          <p:cNvSpPr>
            <a:spLocks noGrp="1"/>
          </p:cNvSpPr>
          <p:nvPr>
            <p:ph type="body" sz="quarter" idx="70" hasCustomPrompt="1"/>
          </p:nvPr>
        </p:nvSpPr>
        <p:spPr>
          <a:xfrm>
            <a:off x="2541611" y="1846737"/>
            <a:ext cx="1703900" cy="900112"/>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1" name="Text Placeholder 3">
            <a:extLst>
              <a:ext uri="{FF2B5EF4-FFF2-40B4-BE49-F238E27FC236}">
                <a16:creationId xmlns:a16="http://schemas.microsoft.com/office/drawing/2014/main" id="{2EAB0306-166B-562F-14C3-C2F066B3DF36}"/>
              </a:ext>
            </a:extLst>
          </p:cNvPr>
          <p:cNvSpPr>
            <a:spLocks noGrp="1"/>
          </p:cNvSpPr>
          <p:nvPr>
            <p:ph type="body" sz="quarter" idx="71" hasCustomPrompt="1"/>
          </p:nvPr>
        </p:nvSpPr>
        <p:spPr>
          <a:xfrm>
            <a:off x="4611424" y="1846737"/>
            <a:ext cx="1703900" cy="900112"/>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2" name="Text Placeholder 3">
            <a:extLst>
              <a:ext uri="{FF2B5EF4-FFF2-40B4-BE49-F238E27FC236}">
                <a16:creationId xmlns:a16="http://schemas.microsoft.com/office/drawing/2014/main" id="{28F70C1B-1B70-F014-F794-12D49DFFBF4C}"/>
              </a:ext>
            </a:extLst>
          </p:cNvPr>
          <p:cNvSpPr>
            <a:spLocks noGrp="1"/>
          </p:cNvSpPr>
          <p:nvPr>
            <p:ph type="body" sz="quarter" idx="72" hasCustomPrompt="1"/>
          </p:nvPr>
        </p:nvSpPr>
        <p:spPr>
          <a:xfrm>
            <a:off x="6620452" y="1846737"/>
            <a:ext cx="1703900" cy="900112"/>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3" name="Text Placeholder 3">
            <a:extLst>
              <a:ext uri="{FF2B5EF4-FFF2-40B4-BE49-F238E27FC236}">
                <a16:creationId xmlns:a16="http://schemas.microsoft.com/office/drawing/2014/main" id="{29DC99F1-EE68-F178-308A-EA9AE2DFF6F7}"/>
              </a:ext>
            </a:extLst>
          </p:cNvPr>
          <p:cNvSpPr>
            <a:spLocks noGrp="1"/>
          </p:cNvSpPr>
          <p:nvPr>
            <p:ph type="body" sz="quarter" idx="73" hasCustomPrompt="1"/>
          </p:nvPr>
        </p:nvSpPr>
        <p:spPr>
          <a:xfrm>
            <a:off x="521013" y="3831234"/>
            <a:ext cx="1703900" cy="900112"/>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4" name="Text Placeholder 3">
            <a:extLst>
              <a:ext uri="{FF2B5EF4-FFF2-40B4-BE49-F238E27FC236}">
                <a16:creationId xmlns:a16="http://schemas.microsoft.com/office/drawing/2014/main" id="{DE9E61E6-3D6C-1D8B-C1EB-10D24D6AEAEB}"/>
              </a:ext>
            </a:extLst>
          </p:cNvPr>
          <p:cNvSpPr>
            <a:spLocks noGrp="1"/>
          </p:cNvSpPr>
          <p:nvPr>
            <p:ph type="body" sz="quarter" idx="74" hasCustomPrompt="1"/>
          </p:nvPr>
        </p:nvSpPr>
        <p:spPr>
          <a:xfrm>
            <a:off x="2541611" y="3831234"/>
            <a:ext cx="1703900" cy="900112"/>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5" name="Text Placeholder 3">
            <a:extLst>
              <a:ext uri="{FF2B5EF4-FFF2-40B4-BE49-F238E27FC236}">
                <a16:creationId xmlns:a16="http://schemas.microsoft.com/office/drawing/2014/main" id="{6F4C2903-C955-2982-2346-AE7FB03AC688}"/>
              </a:ext>
            </a:extLst>
          </p:cNvPr>
          <p:cNvSpPr>
            <a:spLocks noGrp="1"/>
          </p:cNvSpPr>
          <p:nvPr>
            <p:ph type="body" sz="quarter" idx="75" hasCustomPrompt="1"/>
          </p:nvPr>
        </p:nvSpPr>
        <p:spPr>
          <a:xfrm>
            <a:off x="4611424" y="3831234"/>
            <a:ext cx="1703900" cy="900112"/>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6" name="Text Placeholder 3">
            <a:extLst>
              <a:ext uri="{FF2B5EF4-FFF2-40B4-BE49-F238E27FC236}">
                <a16:creationId xmlns:a16="http://schemas.microsoft.com/office/drawing/2014/main" id="{C67B57FA-7CB5-80C1-1D4B-5A870C4E40E1}"/>
              </a:ext>
            </a:extLst>
          </p:cNvPr>
          <p:cNvSpPr>
            <a:spLocks noGrp="1"/>
          </p:cNvSpPr>
          <p:nvPr>
            <p:ph type="body" sz="quarter" idx="76" hasCustomPrompt="1"/>
          </p:nvPr>
        </p:nvSpPr>
        <p:spPr>
          <a:xfrm>
            <a:off x="6620452" y="3831234"/>
            <a:ext cx="1703900" cy="900112"/>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Tree>
    <p:extLst>
      <p:ext uri="{BB962C8B-B14F-4D97-AF65-F5344CB8AC3E}">
        <p14:creationId xmlns:p14="http://schemas.microsoft.com/office/powerpoint/2010/main" val="4192994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2_Eight content">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7978409"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9B9C075B-C6C2-C880-194C-D1D4F9253114}"/>
              </a:ext>
            </a:extLst>
          </p:cNvPr>
          <p:cNvSpPr/>
          <p:nvPr userDrawn="1"/>
        </p:nvSpPr>
        <p:spPr>
          <a:xfrm>
            <a:off x="419101" y="1003934"/>
            <a:ext cx="1885832" cy="1822394"/>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2" name="Rounded Rectangle 41">
            <a:extLst>
              <a:ext uri="{FF2B5EF4-FFF2-40B4-BE49-F238E27FC236}">
                <a16:creationId xmlns:a16="http://schemas.microsoft.com/office/drawing/2014/main" id="{C562087B-6AB8-2910-8B07-5DF84AB99D48}"/>
              </a:ext>
            </a:extLst>
          </p:cNvPr>
          <p:cNvSpPr/>
          <p:nvPr userDrawn="1"/>
        </p:nvSpPr>
        <p:spPr>
          <a:xfrm>
            <a:off x="2449960" y="1003934"/>
            <a:ext cx="1885832" cy="1822394"/>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58" name="Rounded Rectangle 57">
            <a:extLst>
              <a:ext uri="{FF2B5EF4-FFF2-40B4-BE49-F238E27FC236}">
                <a16:creationId xmlns:a16="http://schemas.microsoft.com/office/drawing/2014/main" id="{6712BC0E-3228-E3E9-29AA-B077E593EAFB}"/>
              </a:ext>
            </a:extLst>
          </p:cNvPr>
          <p:cNvSpPr/>
          <p:nvPr userDrawn="1"/>
        </p:nvSpPr>
        <p:spPr>
          <a:xfrm>
            <a:off x="4495800" y="1003934"/>
            <a:ext cx="1885832" cy="1822394"/>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4" name="Rounded Rectangle 73">
            <a:extLst>
              <a:ext uri="{FF2B5EF4-FFF2-40B4-BE49-F238E27FC236}">
                <a16:creationId xmlns:a16="http://schemas.microsoft.com/office/drawing/2014/main" id="{55CDDFC1-803A-CC55-45BB-C93864D1BFB3}"/>
              </a:ext>
            </a:extLst>
          </p:cNvPr>
          <p:cNvSpPr/>
          <p:nvPr userDrawn="1"/>
        </p:nvSpPr>
        <p:spPr>
          <a:xfrm>
            <a:off x="6511677" y="1003934"/>
            <a:ext cx="1885832" cy="1822394"/>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17" name="Rounded Rectangle 116">
            <a:extLst>
              <a:ext uri="{FF2B5EF4-FFF2-40B4-BE49-F238E27FC236}">
                <a16:creationId xmlns:a16="http://schemas.microsoft.com/office/drawing/2014/main" id="{2DFCA287-F2DE-A7B2-9F3D-75790A78B1C6}"/>
              </a:ext>
            </a:extLst>
          </p:cNvPr>
          <p:cNvSpPr/>
          <p:nvPr userDrawn="1"/>
        </p:nvSpPr>
        <p:spPr>
          <a:xfrm>
            <a:off x="419101" y="2997120"/>
            <a:ext cx="1885832" cy="1822394"/>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22" name="Rounded Rectangle 121">
            <a:extLst>
              <a:ext uri="{FF2B5EF4-FFF2-40B4-BE49-F238E27FC236}">
                <a16:creationId xmlns:a16="http://schemas.microsoft.com/office/drawing/2014/main" id="{95C9AFD5-5415-25E5-1663-9CE2F18F571A}"/>
              </a:ext>
            </a:extLst>
          </p:cNvPr>
          <p:cNvSpPr/>
          <p:nvPr userDrawn="1"/>
        </p:nvSpPr>
        <p:spPr>
          <a:xfrm>
            <a:off x="2449960" y="2997120"/>
            <a:ext cx="1885832" cy="1822394"/>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27" name="Rounded Rectangle 126">
            <a:extLst>
              <a:ext uri="{FF2B5EF4-FFF2-40B4-BE49-F238E27FC236}">
                <a16:creationId xmlns:a16="http://schemas.microsoft.com/office/drawing/2014/main" id="{2618B455-9E78-DEF1-97F7-2AA6F156943F}"/>
              </a:ext>
            </a:extLst>
          </p:cNvPr>
          <p:cNvSpPr/>
          <p:nvPr userDrawn="1"/>
        </p:nvSpPr>
        <p:spPr>
          <a:xfrm>
            <a:off x="4495800" y="2997120"/>
            <a:ext cx="1885832" cy="1822394"/>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32" name="Rounded Rectangle 131">
            <a:extLst>
              <a:ext uri="{FF2B5EF4-FFF2-40B4-BE49-F238E27FC236}">
                <a16:creationId xmlns:a16="http://schemas.microsoft.com/office/drawing/2014/main" id="{E06CEA26-CCDD-DF8E-B156-24A831F585D1}"/>
              </a:ext>
            </a:extLst>
          </p:cNvPr>
          <p:cNvSpPr/>
          <p:nvPr userDrawn="1"/>
        </p:nvSpPr>
        <p:spPr>
          <a:xfrm>
            <a:off x="6511677" y="2997120"/>
            <a:ext cx="1885832" cy="1822394"/>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 name="Straight Connector 3">
            <a:extLst>
              <a:ext uri="{FF2B5EF4-FFF2-40B4-BE49-F238E27FC236}">
                <a16:creationId xmlns:a16="http://schemas.microsoft.com/office/drawing/2014/main" id="{A7063882-D507-01C0-6AE0-47D8A724ED92}"/>
              </a:ext>
            </a:extLst>
          </p:cNvPr>
          <p:cNvCxnSpPr>
            <a:cxnSpLocks/>
          </p:cNvCxnSpPr>
          <p:nvPr userDrawn="1"/>
        </p:nvCxnSpPr>
        <p:spPr>
          <a:xfrm>
            <a:off x="527876" y="1344524"/>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 name="Text Placeholder 47">
            <a:extLst>
              <a:ext uri="{FF2B5EF4-FFF2-40B4-BE49-F238E27FC236}">
                <a16:creationId xmlns:a16="http://schemas.microsoft.com/office/drawing/2014/main" id="{E3473647-A714-F4B2-438E-6EE3B4B88639}"/>
              </a:ext>
            </a:extLst>
          </p:cNvPr>
          <p:cNvSpPr>
            <a:spLocks noGrp="1"/>
          </p:cNvSpPr>
          <p:nvPr>
            <p:ph type="body" sz="quarter" idx="46" hasCustomPrompt="1"/>
          </p:nvPr>
        </p:nvSpPr>
        <p:spPr>
          <a:xfrm>
            <a:off x="527876" y="1045769"/>
            <a:ext cx="1697037" cy="297516"/>
          </a:xfrm>
          <a:prstGeom prst="rect">
            <a:avLst/>
          </a:prstGeom>
        </p:spPr>
        <p:txBody>
          <a:bodyPr lIns="0" anchor="b"/>
          <a:lstStyle>
            <a:lvl1pPr marL="0" indent="0">
              <a:buNone/>
              <a:defRPr sz="12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8" name="Straight Connector 7">
            <a:extLst>
              <a:ext uri="{FF2B5EF4-FFF2-40B4-BE49-F238E27FC236}">
                <a16:creationId xmlns:a16="http://schemas.microsoft.com/office/drawing/2014/main" id="{9C35A0EC-B660-4654-AFB5-2086812CAC42}"/>
              </a:ext>
            </a:extLst>
          </p:cNvPr>
          <p:cNvCxnSpPr>
            <a:cxnSpLocks/>
          </p:cNvCxnSpPr>
          <p:nvPr userDrawn="1"/>
        </p:nvCxnSpPr>
        <p:spPr>
          <a:xfrm>
            <a:off x="2541611" y="1344524"/>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Text Placeholder 47">
            <a:extLst>
              <a:ext uri="{FF2B5EF4-FFF2-40B4-BE49-F238E27FC236}">
                <a16:creationId xmlns:a16="http://schemas.microsoft.com/office/drawing/2014/main" id="{B1E518CF-EAD0-7DAB-7556-BDCE14BAFF6B}"/>
              </a:ext>
            </a:extLst>
          </p:cNvPr>
          <p:cNvSpPr>
            <a:spLocks noGrp="1"/>
          </p:cNvSpPr>
          <p:nvPr>
            <p:ph type="body" sz="quarter" idx="48" hasCustomPrompt="1"/>
          </p:nvPr>
        </p:nvSpPr>
        <p:spPr>
          <a:xfrm>
            <a:off x="2541611" y="1045769"/>
            <a:ext cx="1683968" cy="297516"/>
          </a:xfrm>
          <a:prstGeom prst="rect">
            <a:avLst/>
          </a:prstGeom>
        </p:spPr>
        <p:txBody>
          <a:bodyPr lIns="0" anchor="b"/>
          <a:lstStyle>
            <a:lvl1pPr marL="0" indent="0">
              <a:buNone/>
              <a:defRPr sz="12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12" name="Straight Connector 11">
            <a:extLst>
              <a:ext uri="{FF2B5EF4-FFF2-40B4-BE49-F238E27FC236}">
                <a16:creationId xmlns:a16="http://schemas.microsoft.com/office/drawing/2014/main" id="{DCF6D08C-E188-5D14-BC75-D28CEEE99FC1}"/>
              </a:ext>
            </a:extLst>
          </p:cNvPr>
          <p:cNvCxnSpPr>
            <a:cxnSpLocks/>
          </p:cNvCxnSpPr>
          <p:nvPr userDrawn="1"/>
        </p:nvCxnSpPr>
        <p:spPr>
          <a:xfrm>
            <a:off x="4611424" y="1344524"/>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3" name="Text Placeholder 47">
            <a:extLst>
              <a:ext uri="{FF2B5EF4-FFF2-40B4-BE49-F238E27FC236}">
                <a16:creationId xmlns:a16="http://schemas.microsoft.com/office/drawing/2014/main" id="{C2CB044E-8AF4-C215-CE5B-6B4DA3C12745}"/>
              </a:ext>
            </a:extLst>
          </p:cNvPr>
          <p:cNvSpPr>
            <a:spLocks noGrp="1"/>
          </p:cNvSpPr>
          <p:nvPr>
            <p:ph type="body" sz="quarter" idx="51" hasCustomPrompt="1"/>
          </p:nvPr>
        </p:nvSpPr>
        <p:spPr>
          <a:xfrm>
            <a:off x="4611424" y="1045769"/>
            <a:ext cx="1697037" cy="297516"/>
          </a:xfrm>
          <a:prstGeom prst="rect">
            <a:avLst/>
          </a:prstGeom>
        </p:spPr>
        <p:txBody>
          <a:bodyPr lIns="0" anchor="b"/>
          <a:lstStyle>
            <a:lvl1pPr marL="0" indent="0">
              <a:buNone/>
              <a:defRPr sz="12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15" name="Straight Connector 14">
            <a:extLst>
              <a:ext uri="{FF2B5EF4-FFF2-40B4-BE49-F238E27FC236}">
                <a16:creationId xmlns:a16="http://schemas.microsoft.com/office/drawing/2014/main" id="{5E606C37-B74D-F4B9-BCDF-9CFFD4D64104}"/>
              </a:ext>
            </a:extLst>
          </p:cNvPr>
          <p:cNvCxnSpPr>
            <a:cxnSpLocks/>
          </p:cNvCxnSpPr>
          <p:nvPr userDrawn="1"/>
        </p:nvCxnSpPr>
        <p:spPr>
          <a:xfrm>
            <a:off x="6620452" y="1344524"/>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Text Placeholder 47">
            <a:extLst>
              <a:ext uri="{FF2B5EF4-FFF2-40B4-BE49-F238E27FC236}">
                <a16:creationId xmlns:a16="http://schemas.microsoft.com/office/drawing/2014/main" id="{48725F30-E6F3-7421-B546-BC344AA512DD}"/>
              </a:ext>
            </a:extLst>
          </p:cNvPr>
          <p:cNvSpPr>
            <a:spLocks noGrp="1"/>
          </p:cNvSpPr>
          <p:nvPr>
            <p:ph type="body" sz="quarter" idx="54" hasCustomPrompt="1"/>
          </p:nvPr>
        </p:nvSpPr>
        <p:spPr>
          <a:xfrm>
            <a:off x="6620452" y="1045769"/>
            <a:ext cx="1686008" cy="297516"/>
          </a:xfrm>
          <a:prstGeom prst="rect">
            <a:avLst/>
          </a:prstGeom>
        </p:spPr>
        <p:txBody>
          <a:bodyPr lIns="0" anchor="b"/>
          <a:lstStyle>
            <a:lvl1pPr marL="0" indent="0">
              <a:buNone/>
              <a:defRPr sz="12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18" name="Straight Connector 17">
            <a:extLst>
              <a:ext uri="{FF2B5EF4-FFF2-40B4-BE49-F238E27FC236}">
                <a16:creationId xmlns:a16="http://schemas.microsoft.com/office/drawing/2014/main" id="{D5D75A8D-0164-5310-A074-EAA704D55876}"/>
              </a:ext>
            </a:extLst>
          </p:cNvPr>
          <p:cNvCxnSpPr>
            <a:cxnSpLocks/>
          </p:cNvCxnSpPr>
          <p:nvPr userDrawn="1"/>
        </p:nvCxnSpPr>
        <p:spPr>
          <a:xfrm>
            <a:off x="527876" y="3337710"/>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9" name="Text Placeholder 47">
            <a:extLst>
              <a:ext uri="{FF2B5EF4-FFF2-40B4-BE49-F238E27FC236}">
                <a16:creationId xmlns:a16="http://schemas.microsoft.com/office/drawing/2014/main" id="{FA0E7359-4E1E-A973-A31D-9DE228182C8F}"/>
              </a:ext>
            </a:extLst>
          </p:cNvPr>
          <p:cNvSpPr>
            <a:spLocks noGrp="1"/>
          </p:cNvSpPr>
          <p:nvPr>
            <p:ph type="body" sz="quarter" idx="57" hasCustomPrompt="1"/>
          </p:nvPr>
        </p:nvSpPr>
        <p:spPr>
          <a:xfrm>
            <a:off x="527876" y="3038955"/>
            <a:ext cx="1697037" cy="297516"/>
          </a:xfrm>
          <a:prstGeom prst="rect">
            <a:avLst/>
          </a:prstGeom>
        </p:spPr>
        <p:txBody>
          <a:bodyPr lIns="0" anchor="b"/>
          <a:lstStyle>
            <a:lvl1pPr marL="0" indent="0">
              <a:buNone/>
              <a:defRPr sz="12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21" name="Straight Connector 20">
            <a:extLst>
              <a:ext uri="{FF2B5EF4-FFF2-40B4-BE49-F238E27FC236}">
                <a16:creationId xmlns:a16="http://schemas.microsoft.com/office/drawing/2014/main" id="{0F998994-62C7-6A3C-5CB1-ACBBC90CBBF4}"/>
              </a:ext>
            </a:extLst>
          </p:cNvPr>
          <p:cNvCxnSpPr>
            <a:cxnSpLocks/>
          </p:cNvCxnSpPr>
          <p:nvPr userDrawn="1"/>
        </p:nvCxnSpPr>
        <p:spPr>
          <a:xfrm>
            <a:off x="2541611" y="3337710"/>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 name="Text Placeholder 47">
            <a:extLst>
              <a:ext uri="{FF2B5EF4-FFF2-40B4-BE49-F238E27FC236}">
                <a16:creationId xmlns:a16="http://schemas.microsoft.com/office/drawing/2014/main" id="{19A68699-9995-D6E7-68AA-A60F6AFD03FD}"/>
              </a:ext>
            </a:extLst>
          </p:cNvPr>
          <p:cNvSpPr>
            <a:spLocks noGrp="1"/>
          </p:cNvSpPr>
          <p:nvPr>
            <p:ph type="body" sz="quarter" idx="60" hasCustomPrompt="1"/>
          </p:nvPr>
        </p:nvSpPr>
        <p:spPr>
          <a:xfrm>
            <a:off x="2541611" y="3038955"/>
            <a:ext cx="1690817" cy="297516"/>
          </a:xfrm>
          <a:prstGeom prst="rect">
            <a:avLst/>
          </a:prstGeom>
        </p:spPr>
        <p:txBody>
          <a:bodyPr lIns="0" anchor="b"/>
          <a:lstStyle>
            <a:lvl1pPr marL="0" indent="0">
              <a:buNone/>
              <a:defRPr sz="12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24" name="Straight Connector 23">
            <a:extLst>
              <a:ext uri="{FF2B5EF4-FFF2-40B4-BE49-F238E27FC236}">
                <a16:creationId xmlns:a16="http://schemas.microsoft.com/office/drawing/2014/main" id="{95DF9157-47AD-5D36-E86C-BA4ECFDED960}"/>
              </a:ext>
            </a:extLst>
          </p:cNvPr>
          <p:cNvCxnSpPr>
            <a:cxnSpLocks/>
          </p:cNvCxnSpPr>
          <p:nvPr userDrawn="1"/>
        </p:nvCxnSpPr>
        <p:spPr>
          <a:xfrm>
            <a:off x="4611424" y="3337710"/>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 name="Text Placeholder 47">
            <a:extLst>
              <a:ext uri="{FF2B5EF4-FFF2-40B4-BE49-F238E27FC236}">
                <a16:creationId xmlns:a16="http://schemas.microsoft.com/office/drawing/2014/main" id="{CCB565D1-241B-18A6-7618-FF175FA2FBD1}"/>
              </a:ext>
            </a:extLst>
          </p:cNvPr>
          <p:cNvSpPr>
            <a:spLocks noGrp="1"/>
          </p:cNvSpPr>
          <p:nvPr>
            <p:ph type="body" sz="quarter" idx="63" hasCustomPrompt="1"/>
          </p:nvPr>
        </p:nvSpPr>
        <p:spPr>
          <a:xfrm>
            <a:off x="4611424" y="3038955"/>
            <a:ext cx="1686008" cy="297516"/>
          </a:xfrm>
          <a:prstGeom prst="rect">
            <a:avLst/>
          </a:prstGeom>
        </p:spPr>
        <p:txBody>
          <a:bodyPr lIns="0" anchor="b"/>
          <a:lstStyle>
            <a:lvl1pPr marL="0" indent="0">
              <a:buNone/>
              <a:defRPr sz="12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27" name="Straight Connector 26">
            <a:extLst>
              <a:ext uri="{FF2B5EF4-FFF2-40B4-BE49-F238E27FC236}">
                <a16:creationId xmlns:a16="http://schemas.microsoft.com/office/drawing/2014/main" id="{3CFF38B5-CF7D-7C54-AA1D-851D3686FB9D}"/>
              </a:ext>
            </a:extLst>
          </p:cNvPr>
          <p:cNvCxnSpPr>
            <a:cxnSpLocks/>
          </p:cNvCxnSpPr>
          <p:nvPr userDrawn="1"/>
        </p:nvCxnSpPr>
        <p:spPr>
          <a:xfrm>
            <a:off x="6620452" y="3337710"/>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8" name="Text Placeholder 47">
            <a:extLst>
              <a:ext uri="{FF2B5EF4-FFF2-40B4-BE49-F238E27FC236}">
                <a16:creationId xmlns:a16="http://schemas.microsoft.com/office/drawing/2014/main" id="{F4885EAD-3995-DBA5-3725-070B1ECC8B6A}"/>
              </a:ext>
            </a:extLst>
          </p:cNvPr>
          <p:cNvSpPr>
            <a:spLocks noGrp="1"/>
          </p:cNvSpPr>
          <p:nvPr>
            <p:ph type="body" sz="quarter" idx="66" hasCustomPrompt="1"/>
          </p:nvPr>
        </p:nvSpPr>
        <p:spPr>
          <a:xfrm>
            <a:off x="6620452" y="3038955"/>
            <a:ext cx="1686008" cy="297516"/>
          </a:xfrm>
          <a:prstGeom prst="rect">
            <a:avLst/>
          </a:prstGeom>
        </p:spPr>
        <p:txBody>
          <a:bodyPr lIns="0" anchor="b"/>
          <a:lstStyle>
            <a:lvl1pPr marL="0" indent="0">
              <a:buNone/>
              <a:defRPr sz="12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5" name="Freeform 4">
            <a:extLst>
              <a:ext uri="{FF2B5EF4-FFF2-40B4-BE49-F238E27FC236}">
                <a16:creationId xmlns:a16="http://schemas.microsoft.com/office/drawing/2014/main" id="{694B59DC-0C76-48ED-A009-A96CFC64C778}"/>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30" name="Picture 29">
            <a:extLst>
              <a:ext uri="{FF2B5EF4-FFF2-40B4-BE49-F238E27FC236}">
                <a16:creationId xmlns:a16="http://schemas.microsoft.com/office/drawing/2014/main" id="{86368CCB-8CAA-6258-E764-DA7F0F04339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3" name="Text Placeholder 3">
            <a:extLst>
              <a:ext uri="{FF2B5EF4-FFF2-40B4-BE49-F238E27FC236}">
                <a16:creationId xmlns:a16="http://schemas.microsoft.com/office/drawing/2014/main" id="{42BCEF45-98C3-7E45-DC63-7A8965A215C0}"/>
              </a:ext>
            </a:extLst>
          </p:cNvPr>
          <p:cNvSpPr>
            <a:spLocks noGrp="1"/>
          </p:cNvSpPr>
          <p:nvPr>
            <p:ph type="body" sz="quarter" idx="69" hasCustomPrompt="1"/>
          </p:nvPr>
        </p:nvSpPr>
        <p:spPr>
          <a:xfrm>
            <a:off x="521013" y="1427854"/>
            <a:ext cx="1703900" cy="1340619"/>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1" name="Text Placeholder 3">
            <a:extLst>
              <a:ext uri="{FF2B5EF4-FFF2-40B4-BE49-F238E27FC236}">
                <a16:creationId xmlns:a16="http://schemas.microsoft.com/office/drawing/2014/main" id="{64DEFD69-0897-746A-4322-1FA132E70558}"/>
              </a:ext>
            </a:extLst>
          </p:cNvPr>
          <p:cNvSpPr>
            <a:spLocks noGrp="1"/>
          </p:cNvSpPr>
          <p:nvPr>
            <p:ph type="body" sz="quarter" idx="70" hasCustomPrompt="1"/>
          </p:nvPr>
        </p:nvSpPr>
        <p:spPr>
          <a:xfrm>
            <a:off x="2541611" y="1427854"/>
            <a:ext cx="1703900" cy="1340619"/>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2" name="Text Placeholder 3">
            <a:extLst>
              <a:ext uri="{FF2B5EF4-FFF2-40B4-BE49-F238E27FC236}">
                <a16:creationId xmlns:a16="http://schemas.microsoft.com/office/drawing/2014/main" id="{E87F2322-1A2F-6E4B-6083-E31BCEAF1778}"/>
              </a:ext>
            </a:extLst>
          </p:cNvPr>
          <p:cNvSpPr>
            <a:spLocks noGrp="1"/>
          </p:cNvSpPr>
          <p:nvPr>
            <p:ph type="body" sz="quarter" idx="71" hasCustomPrompt="1"/>
          </p:nvPr>
        </p:nvSpPr>
        <p:spPr>
          <a:xfrm>
            <a:off x="4611424" y="1427854"/>
            <a:ext cx="1703900" cy="1340619"/>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3" name="Text Placeholder 3">
            <a:extLst>
              <a:ext uri="{FF2B5EF4-FFF2-40B4-BE49-F238E27FC236}">
                <a16:creationId xmlns:a16="http://schemas.microsoft.com/office/drawing/2014/main" id="{C9FD44EC-8E85-F61F-E382-1E6BE367C9A2}"/>
              </a:ext>
            </a:extLst>
          </p:cNvPr>
          <p:cNvSpPr>
            <a:spLocks noGrp="1"/>
          </p:cNvSpPr>
          <p:nvPr>
            <p:ph type="body" sz="quarter" idx="72" hasCustomPrompt="1"/>
          </p:nvPr>
        </p:nvSpPr>
        <p:spPr>
          <a:xfrm>
            <a:off x="6620452" y="1427854"/>
            <a:ext cx="1703900" cy="1340619"/>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4" name="Text Placeholder 3">
            <a:extLst>
              <a:ext uri="{FF2B5EF4-FFF2-40B4-BE49-F238E27FC236}">
                <a16:creationId xmlns:a16="http://schemas.microsoft.com/office/drawing/2014/main" id="{DAD41B89-8874-EDC8-F2FB-C76C6C1925F8}"/>
              </a:ext>
            </a:extLst>
          </p:cNvPr>
          <p:cNvSpPr>
            <a:spLocks noGrp="1"/>
          </p:cNvSpPr>
          <p:nvPr>
            <p:ph type="body" sz="quarter" idx="73" hasCustomPrompt="1"/>
          </p:nvPr>
        </p:nvSpPr>
        <p:spPr>
          <a:xfrm>
            <a:off x="521013" y="3412351"/>
            <a:ext cx="1703900" cy="1340619"/>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5" name="Text Placeholder 3">
            <a:extLst>
              <a:ext uri="{FF2B5EF4-FFF2-40B4-BE49-F238E27FC236}">
                <a16:creationId xmlns:a16="http://schemas.microsoft.com/office/drawing/2014/main" id="{28E874BE-FE39-0C72-F32C-78A06D817607}"/>
              </a:ext>
            </a:extLst>
          </p:cNvPr>
          <p:cNvSpPr>
            <a:spLocks noGrp="1"/>
          </p:cNvSpPr>
          <p:nvPr>
            <p:ph type="body" sz="quarter" idx="74" hasCustomPrompt="1"/>
          </p:nvPr>
        </p:nvSpPr>
        <p:spPr>
          <a:xfrm>
            <a:off x="2541611" y="3412351"/>
            <a:ext cx="1703900" cy="1340619"/>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6" name="Text Placeholder 3">
            <a:extLst>
              <a:ext uri="{FF2B5EF4-FFF2-40B4-BE49-F238E27FC236}">
                <a16:creationId xmlns:a16="http://schemas.microsoft.com/office/drawing/2014/main" id="{DC7D6787-477B-A90A-DB89-FA2874ED6518}"/>
              </a:ext>
            </a:extLst>
          </p:cNvPr>
          <p:cNvSpPr>
            <a:spLocks noGrp="1"/>
          </p:cNvSpPr>
          <p:nvPr>
            <p:ph type="body" sz="quarter" idx="75" hasCustomPrompt="1"/>
          </p:nvPr>
        </p:nvSpPr>
        <p:spPr>
          <a:xfrm>
            <a:off x="4611424" y="3412351"/>
            <a:ext cx="1703900" cy="1340619"/>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7" name="Text Placeholder 3">
            <a:extLst>
              <a:ext uri="{FF2B5EF4-FFF2-40B4-BE49-F238E27FC236}">
                <a16:creationId xmlns:a16="http://schemas.microsoft.com/office/drawing/2014/main" id="{499976EF-B11C-647B-D714-03CAAF037745}"/>
              </a:ext>
            </a:extLst>
          </p:cNvPr>
          <p:cNvSpPr>
            <a:spLocks noGrp="1"/>
          </p:cNvSpPr>
          <p:nvPr>
            <p:ph type="body" sz="quarter" idx="76" hasCustomPrompt="1"/>
          </p:nvPr>
        </p:nvSpPr>
        <p:spPr>
          <a:xfrm>
            <a:off x="6620452" y="3412351"/>
            <a:ext cx="1703900" cy="1340619"/>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Tree>
    <p:extLst>
      <p:ext uri="{BB962C8B-B14F-4D97-AF65-F5344CB8AC3E}">
        <p14:creationId xmlns:p14="http://schemas.microsoft.com/office/powerpoint/2010/main" val="1339979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Table ">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2" name="Table Placeholder 20">
            <a:extLst>
              <a:ext uri="{FF2B5EF4-FFF2-40B4-BE49-F238E27FC236}">
                <a16:creationId xmlns:a16="http://schemas.microsoft.com/office/drawing/2014/main" id="{CD0101AF-8BD3-1D90-7CFD-DE869D81B344}"/>
              </a:ext>
            </a:extLst>
          </p:cNvPr>
          <p:cNvSpPr>
            <a:spLocks noGrp="1"/>
          </p:cNvSpPr>
          <p:nvPr>
            <p:ph type="tbl" sz="quarter" idx="10"/>
          </p:nvPr>
        </p:nvSpPr>
        <p:spPr>
          <a:xfrm>
            <a:off x="419100" y="942975"/>
            <a:ext cx="8153400" cy="3876675"/>
          </a:xfrm>
          <a:prstGeom prst="rect">
            <a:avLst/>
          </a:prstGeom>
        </p:spPr>
        <p:txBody>
          <a:bodyPr/>
          <a:lstStyle>
            <a:lvl1pPr>
              <a:defRPr b="1" i="0">
                <a:solidFill>
                  <a:schemeClr val="tx2"/>
                </a:solidFill>
                <a:latin typeface="Arial" panose="020B0604020202020204" pitchFamily="34" charset="0"/>
              </a:defRPr>
            </a:lvl1pPr>
          </a:lstStyle>
          <a:p>
            <a:endParaRPr lang="en-US"/>
          </a:p>
        </p:txBody>
      </p:sp>
    </p:spTree>
    <p:extLst>
      <p:ext uri="{BB962C8B-B14F-4D97-AF65-F5344CB8AC3E}">
        <p14:creationId xmlns:p14="http://schemas.microsoft.com/office/powerpoint/2010/main" val="40240252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Table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2" name="Table Placeholder 20">
            <a:extLst>
              <a:ext uri="{FF2B5EF4-FFF2-40B4-BE49-F238E27FC236}">
                <a16:creationId xmlns:a16="http://schemas.microsoft.com/office/drawing/2014/main" id="{CD0101AF-8BD3-1D90-7CFD-DE869D81B344}"/>
              </a:ext>
            </a:extLst>
          </p:cNvPr>
          <p:cNvSpPr>
            <a:spLocks noGrp="1"/>
          </p:cNvSpPr>
          <p:nvPr>
            <p:ph type="tbl" sz="quarter" idx="10"/>
          </p:nvPr>
        </p:nvSpPr>
        <p:spPr>
          <a:xfrm>
            <a:off x="419100" y="942975"/>
            <a:ext cx="8153400" cy="3876675"/>
          </a:xfrm>
          <a:prstGeom prst="rect">
            <a:avLst/>
          </a:prstGeom>
        </p:spPr>
        <p:txBody>
          <a:bodyPr/>
          <a:lstStyle>
            <a:lvl1pPr>
              <a:defRPr b="1" i="0">
                <a:solidFill>
                  <a:schemeClr val="tx2"/>
                </a:solidFill>
                <a:latin typeface="Arial" panose="020B0604020202020204" pitchFamily="34" charset="0"/>
              </a:defRPr>
            </a:lvl1pPr>
          </a:lstStyle>
          <a:p>
            <a:endParaRPr lang="en-US"/>
          </a:p>
        </p:txBody>
      </p:sp>
      <p:sp>
        <p:nvSpPr>
          <p:cNvPr id="2" name="Freeform 1">
            <a:extLst>
              <a:ext uri="{FF2B5EF4-FFF2-40B4-BE49-F238E27FC236}">
                <a16:creationId xmlns:a16="http://schemas.microsoft.com/office/drawing/2014/main" id="{F9F8E1A3-F6DA-CE2F-C8DF-5626CDD217F3}"/>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3" name="Picture 2">
            <a:extLst>
              <a:ext uri="{FF2B5EF4-FFF2-40B4-BE49-F238E27FC236}">
                <a16:creationId xmlns:a16="http://schemas.microsoft.com/office/drawing/2014/main" id="{F3C7B395-BB6E-FAFF-6683-836432DAC65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4103727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Table - Ink">
    <p:bg>
      <p:bgRef idx="1001">
        <a:schemeClr val="bg2"/>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2" name="Table Placeholder 20">
            <a:extLst>
              <a:ext uri="{FF2B5EF4-FFF2-40B4-BE49-F238E27FC236}">
                <a16:creationId xmlns:a16="http://schemas.microsoft.com/office/drawing/2014/main" id="{CD0101AF-8BD3-1D90-7CFD-DE869D81B344}"/>
              </a:ext>
            </a:extLst>
          </p:cNvPr>
          <p:cNvSpPr>
            <a:spLocks noGrp="1"/>
          </p:cNvSpPr>
          <p:nvPr>
            <p:ph type="tbl" sz="quarter" idx="10"/>
          </p:nvPr>
        </p:nvSpPr>
        <p:spPr>
          <a:xfrm>
            <a:off x="419100" y="942975"/>
            <a:ext cx="8153400" cy="3876675"/>
          </a:xfrm>
          <a:prstGeom prst="rect">
            <a:avLst/>
          </a:prstGeom>
        </p:spPr>
        <p:txBody>
          <a:bodyPr/>
          <a:lstStyle>
            <a:lvl1pPr>
              <a:defRPr b="1" i="0">
                <a:solidFill>
                  <a:schemeClr val="tx1"/>
                </a:solidFill>
                <a:latin typeface="Arial" panose="020B0604020202020204" pitchFamily="34" charset="0"/>
              </a:defRPr>
            </a:lvl1pPr>
          </a:lstStyle>
          <a:p>
            <a:endParaRPr lang="en-US"/>
          </a:p>
        </p:txBody>
      </p:sp>
      <p:sp>
        <p:nvSpPr>
          <p:cNvPr id="3" name="Freeform 2">
            <a:extLst>
              <a:ext uri="{FF2B5EF4-FFF2-40B4-BE49-F238E27FC236}">
                <a16:creationId xmlns:a16="http://schemas.microsoft.com/office/drawing/2014/main" id="{93F7FE69-76BD-60F7-E67F-E8B77256EC59}"/>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4C04CF8C-6E6F-61A4-C400-15DACB661FA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236714501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Ending Slide - Thank You">
    <p:bg>
      <p:bgRef idx="1001">
        <a:schemeClr val="bg2"/>
      </p:bgRef>
    </p:bg>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28692FD2-2E87-0924-7477-7FA1765DD693}"/>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220" y="-1248"/>
            <a:ext cx="9141780" cy="5144748"/>
          </a:xfrm>
          <a:prstGeom prst="rect">
            <a:avLst/>
          </a:prstGeom>
        </p:spPr>
      </p:pic>
      <p:cxnSp>
        <p:nvCxnSpPr>
          <p:cNvPr id="6" name="Straight Connector 5">
            <a:extLst>
              <a:ext uri="{FF2B5EF4-FFF2-40B4-BE49-F238E27FC236}">
                <a16:creationId xmlns:a16="http://schemas.microsoft.com/office/drawing/2014/main" id="{CACFF759-9D92-8198-76C0-696218E90C5C}"/>
              </a:ext>
            </a:extLst>
          </p:cNvPr>
          <p:cNvCxnSpPr>
            <a:cxnSpLocks/>
          </p:cNvCxnSpPr>
          <p:nvPr userDrawn="1"/>
        </p:nvCxnSpPr>
        <p:spPr>
          <a:xfrm flipH="1">
            <a:off x="4760151" y="-73744"/>
            <a:ext cx="1063784" cy="2522240"/>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8BB5A453-5E00-C619-7549-BB03C57FC230}"/>
              </a:ext>
            </a:extLst>
          </p:cNvPr>
          <p:cNvCxnSpPr>
            <a:cxnSpLocks/>
          </p:cNvCxnSpPr>
          <p:nvPr userDrawn="1"/>
        </p:nvCxnSpPr>
        <p:spPr>
          <a:xfrm flipH="1">
            <a:off x="5540439" y="1187376"/>
            <a:ext cx="1694011" cy="4016512"/>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441B9F33-7C1B-9E58-BFB5-43C701F8A827}"/>
              </a:ext>
            </a:extLst>
          </p:cNvPr>
          <p:cNvCxnSpPr>
            <a:cxnSpLocks/>
          </p:cNvCxnSpPr>
          <p:nvPr userDrawn="1"/>
        </p:nvCxnSpPr>
        <p:spPr>
          <a:xfrm flipH="1">
            <a:off x="-61287" y="308220"/>
            <a:ext cx="954407" cy="2262906"/>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96AC00C3-5F36-E6F7-F41A-B5CFA1684204}"/>
              </a:ext>
            </a:extLst>
          </p:cNvPr>
          <p:cNvSpPr txBox="1"/>
          <p:nvPr userDrawn="1"/>
        </p:nvSpPr>
        <p:spPr>
          <a:xfrm>
            <a:off x="709779" y="2768778"/>
            <a:ext cx="6176996" cy="1015663"/>
          </a:xfrm>
          <a:prstGeom prst="rect">
            <a:avLst/>
          </a:prstGeom>
          <a:noFill/>
        </p:spPr>
        <p:txBody>
          <a:bodyPr wrap="square" rtlCol="0">
            <a:spAutoFit/>
          </a:bodyPr>
          <a:lstStyle/>
          <a:p>
            <a:pPr marL="0" indent="0" algn="l">
              <a:buClrTx/>
              <a:buFont typeface="Arial" panose="020B0604020202020204" pitchFamily="34" charset="0"/>
              <a:buNone/>
            </a:pPr>
            <a:r>
              <a:rPr lang="en-US" sz="6000" b="0" i="0">
                <a:solidFill>
                  <a:schemeClr val="tx1"/>
                </a:solidFill>
                <a:latin typeface="Arial" panose="020B0604020202020204" pitchFamily="34" charset="0"/>
                <a:ea typeface="Inter Light" panose="02000503000000020004" pitchFamily="2" charset="0"/>
                <a:cs typeface="Arial" panose="020B0604020202020204" pitchFamily="34" charset="0"/>
              </a:rPr>
              <a:t>Thank you!</a:t>
            </a:r>
          </a:p>
        </p:txBody>
      </p:sp>
      <p:sp>
        <p:nvSpPr>
          <p:cNvPr id="2" name="Rectangle 1">
            <a:extLst>
              <a:ext uri="{FF2B5EF4-FFF2-40B4-BE49-F238E27FC236}">
                <a16:creationId xmlns:a16="http://schemas.microsoft.com/office/drawing/2014/main" id="{7060AA15-50E3-A18E-2152-89755FD346D1}"/>
              </a:ext>
            </a:extLst>
          </p:cNvPr>
          <p:cNvSpPr/>
          <p:nvPr userDrawn="1"/>
        </p:nvSpPr>
        <p:spPr>
          <a:xfrm>
            <a:off x="-271849" y="-406382"/>
            <a:ext cx="9675341" cy="392778"/>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3" name="Rectangle 2">
            <a:extLst>
              <a:ext uri="{FF2B5EF4-FFF2-40B4-BE49-F238E27FC236}">
                <a16:creationId xmlns:a16="http://schemas.microsoft.com/office/drawing/2014/main" id="{04045E87-68E1-16F1-2567-FB620F27EBA8}"/>
              </a:ext>
            </a:extLst>
          </p:cNvPr>
          <p:cNvSpPr/>
          <p:nvPr userDrawn="1"/>
        </p:nvSpPr>
        <p:spPr>
          <a:xfrm>
            <a:off x="-370703" y="5157119"/>
            <a:ext cx="9675341" cy="392778"/>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CEB89E12-AFED-9EDA-6E92-89700DFA3816}"/>
              </a:ext>
            </a:extLst>
          </p:cNvPr>
          <p:cNvSpPr/>
          <p:nvPr userDrawn="1"/>
        </p:nvSpPr>
        <p:spPr>
          <a:xfrm>
            <a:off x="-630195" y="-197005"/>
            <a:ext cx="617838" cy="534113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270108018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1000"/>
                                        <p:tgtEl>
                                          <p:spTgt spid="8"/>
                                        </p:tgtEl>
                                      </p:cBhvr>
                                    </p:animEffect>
                                  </p:childTnLst>
                                </p:cTn>
                              </p:par>
                              <p:par>
                                <p:cTn id="8" presetID="22" presetClass="entr" presetSubtype="1"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up)">
                                      <p:cBhvr>
                                        <p:cTn id="10" dur="1000"/>
                                        <p:tgtEl>
                                          <p:spTgt spid="6"/>
                                        </p:tgtEl>
                                      </p:cBhvr>
                                    </p:animEffect>
                                  </p:childTnLst>
                                </p:cTn>
                              </p:par>
                              <p:par>
                                <p:cTn id="11" presetID="22" presetClass="entr" presetSubtype="4"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down)">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Ending Slide - Be the Next">
    <p:bg>
      <p:bgRef idx="1001">
        <a:schemeClr val="bg2"/>
      </p:bgRef>
    </p:bg>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AF4F917E-005E-B273-07D3-218AAF9963D3}"/>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220" y="-1248"/>
            <a:ext cx="9141780" cy="5144748"/>
          </a:xfrm>
          <a:prstGeom prst="rect">
            <a:avLst/>
          </a:prstGeom>
        </p:spPr>
      </p:pic>
      <p:cxnSp>
        <p:nvCxnSpPr>
          <p:cNvPr id="6" name="Straight Connector 5">
            <a:extLst>
              <a:ext uri="{FF2B5EF4-FFF2-40B4-BE49-F238E27FC236}">
                <a16:creationId xmlns:a16="http://schemas.microsoft.com/office/drawing/2014/main" id="{8B699EAD-A292-EE4F-14E8-9C6592182692}"/>
              </a:ext>
            </a:extLst>
          </p:cNvPr>
          <p:cNvCxnSpPr>
            <a:cxnSpLocks/>
          </p:cNvCxnSpPr>
          <p:nvPr userDrawn="1"/>
        </p:nvCxnSpPr>
        <p:spPr>
          <a:xfrm flipH="1">
            <a:off x="4760151" y="-73744"/>
            <a:ext cx="1063784" cy="2522240"/>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1212776D-94CC-B0DC-D768-3480A0C805E1}"/>
              </a:ext>
            </a:extLst>
          </p:cNvPr>
          <p:cNvCxnSpPr>
            <a:cxnSpLocks/>
          </p:cNvCxnSpPr>
          <p:nvPr userDrawn="1"/>
        </p:nvCxnSpPr>
        <p:spPr>
          <a:xfrm flipH="1">
            <a:off x="5540439" y="1187376"/>
            <a:ext cx="1694011" cy="4016512"/>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D7E1A063-C5E5-643E-104F-3CA5CF13C623}"/>
              </a:ext>
            </a:extLst>
          </p:cNvPr>
          <p:cNvCxnSpPr>
            <a:cxnSpLocks/>
          </p:cNvCxnSpPr>
          <p:nvPr userDrawn="1"/>
        </p:nvCxnSpPr>
        <p:spPr>
          <a:xfrm flipH="1">
            <a:off x="-61287" y="308220"/>
            <a:ext cx="954407" cy="2262906"/>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07D30373-652E-1FEF-E425-9F94FF396272}"/>
              </a:ext>
            </a:extLst>
          </p:cNvPr>
          <p:cNvSpPr txBox="1"/>
          <p:nvPr userDrawn="1"/>
        </p:nvSpPr>
        <p:spPr>
          <a:xfrm>
            <a:off x="709779" y="2768778"/>
            <a:ext cx="6176996" cy="1015663"/>
          </a:xfrm>
          <a:prstGeom prst="rect">
            <a:avLst/>
          </a:prstGeom>
          <a:noFill/>
        </p:spPr>
        <p:txBody>
          <a:bodyPr wrap="square" rtlCol="0">
            <a:spAutoFit/>
          </a:bodyPr>
          <a:lstStyle/>
          <a:p>
            <a:pPr marL="0" indent="0" algn="l">
              <a:buClrTx/>
              <a:buFont typeface="Arial" panose="020B0604020202020204" pitchFamily="34" charset="0"/>
              <a:buNone/>
            </a:pPr>
            <a:r>
              <a:rPr lang="en-US" sz="6000" b="0" i="0">
                <a:solidFill>
                  <a:schemeClr val="tx1"/>
                </a:solidFill>
                <a:latin typeface="Arial" panose="020B0604020202020204" pitchFamily="34" charset="0"/>
                <a:ea typeface="Inter Light" panose="02000503000000020004" pitchFamily="2" charset="0"/>
                <a:cs typeface="Arial" panose="020B0604020202020204" pitchFamily="34" charset="0"/>
              </a:rPr>
              <a:t>Be the next.</a:t>
            </a:r>
          </a:p>
        </p:txBody>
      </p:sp>
      <p:sp>
        <p:nvSpPr>
          <p:cNvPr id="2" name="Rectangle 1">
            <a:extLst>
              <a:ext uri="{FF2B5EF4-FFF2-40B4-BE49-F238E27FC236}">
                <a16:creationId xmlns:a16="http://schemas.microsoft.com/office/drawing/2014/main" id="{61DEB3FA-7161-5F34-A5AB-95E3E7CAF49A}"/>
              </a:ext>
            </a:extLst>
          </p:cNvPr>
          <p:cNvSpPr/>
          <p:nvPr userDrawn="1"/>
        </p:nvSpPr>
        <p:spPr>
          <a:xfrm>
            <a:off x="-271849" y="-406382"/>
            <a:ext cx="9675341" cy="392778"/>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3" name="Rectangle 2">
            <a:extLst>
              <a:ext uri="{FF2B5EF4-FFF2-40B4-BE49-F238E27FC236}">
                <a16:creationId xmlns:a16="http://schemas.microsoft.com/office/drawing/2014/main" id="{83A28DEA-EBBC-6AFE-2636-D9031872EF07}"/>
              </a:ext>
            </a:extLst>
          </p:cNvPr>
          <p:cNvSpPr/>
          <p:nvPr userDrawn="1"/>
        </p:nvSpPr>
        <p:spPr>
          <a:xfrm>
            <a:off x="-370703" y="5157119"/>
            <a:ext cx="9675341" cy="392778"/>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0C6FC1D6-6C3F-A626-802D-B649BF2DFDBA}"/>
              </a:ext>
            </a:extLst>
          </p:cNvPr>
          <p:cNvSpPr/>
          <p:nvPr userDrawn="1"/>
        </p:nvSpPr>
        <p:spPr>
          <a:xfrm>
            <a:off x="-630195" y="-197005"/>
            <a:ext cx="617838" cy="534113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59902786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1000"/>
                                        <p:tgtEl>
                                          <p:spTgt spid="8"/>
                                        </p:tgtEl>
                                      </p:cBhvr>
                                    </p:animEffect>
                                  </p:childTnLst>
                                </p:cTn>
                              </p:par>
                              <p:par>
                                <p:cTn id="8" presetID="22" presetClass="entr" presetSubtype="1"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up)">
                                      <p:cBhvr>
                                        <p:cTn id="10" dur="1000"/>
                                        <p:tgtEl>
                                          <p:spTgt spid="6"/>
                                        </p:tgtEl>
                                      </p:cBhvr>
                                    </p:animEffect>
                                  </p:childTnLst>
                                </p:cTn>
                              </p:par>
                              <p:par>
                                <p:cTn id="11" presetID="22" presetClass="entr" presetSubtype="4"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down)">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Ending Slide - Q&amp;A">
    <p:bg>
      <p:bgRef idx="1001">
        <a:schemeClr val="bg2"/>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A424D45-0707-96F7-B2F0-03225F66E468}"/>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5572316" y="0"/>
            <a:ext cx="3572799" cy="5143500"/>
          </a:xfrm>
          <a:prstGeom prst="rect">
            <a:avLst/>
          </a:prstGeom>
        </p:spPr>
      </p:pic>
      <p:sp>
        <p:nvSpPr>
          <p:cNvPr id="5" name="TextBox 4">
            <a:extLst>
              <a:ext uri="{FF2B5EF4-FFF2-40B4-BE49-F238E27FC236}">
                <a16:creationId xmlns:a16="http://schemas.microsoft.com/office/drawing/2014/main" id="{53F2DCC4-E206-496E-7D98-EDF0D6EC499C}"/>
              </a:ext>
            </a:extLst>
          </p:cNvPr>
          <p:cNvSpPr txBox="1"/>
          <p:nvPr userDrawn="1"/>
        </p:nvSpPr>
        <p:spPr>
          <a:xfrm>
            <a:off x="700046" y="2805198"/>
            <a:ext cx="3149578" cy="1477328"/>
          </a:xfrm>
          <a:prstGeom prst="rect">
            <a:avLst/>
          </a:prstGeom>
          <a:noFill/>
        </p:spPr>
        <p:txBody>
          <a:bodyPr wrap="square">
            <a:spAutoFit/>
          </a:bodyPr>
          <a:lstStyle/>
          <a:p>
            <a:pPr lvl="0"/>
            <a:r>
              <a:rPr lang="en-US" sz="9000" b="0" i="0">
                <a:latin typeface="Arial" panose="020B0604020202020204" pitchFamily="34" charset="0"/>
                <a:ea typeface="Inter Light" panose="02000503000000020004" pitchFamily="2" charset="0"/>
                <a:cs typeface="Arial" panose="020B0604020202020204" pitchFamily="34" charset="0"/>
              </a:rPr>
              <a:t>Q&amp;A</a:t>
            </a:r>
          </a:p>
        </p:txBody>
      </p:sp>
    </p:spTree>
    <p:extLst>
      <p:ext uri="{BB962C8B-B14F-4D97-AF65-F5344CB8AC3E}">
        <p14:creationId xmlns:p14="http://schemas.microsoft.com/office/powerpoint/2010/main" val="49466529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Anaplan Logo - Dark">
    <p:bg>
      <p:bgRef idx="1001">
        <a:schemeClr val="bg2"/>
      </p:bgRef>
    </p:bg>
    <p:spTree>
      <p:nvGrpSpPr>
        <p:cNvPr id="1" name=""/>
        <p:cNvGrpSpPr/>
        <p:nvPr/>
      </p:nvGrpSpPr>
      <p:grpSpPr>
        <a:xfrm>
          <a:off x="0" y="0"/>
          <a:ext cx="0" cy="0"/>
          <a:chOff x="0" y="0"/>
          <a:chExt cx="0" cy="0"/>
        </a:xfrm>
      </p:grpSpPr>
      <p:pic>
        <p:nvPicPr>
          <p:cNvPr id="2" name="Picture 1" descr="A blue background with lines&#10;&#10;Description automatically generated">
            <a:extLst>
              <a:ext uri="{FF2B5EF4-FFF2-40B4-BE49-F238E27FC236}">
                <a16:creationId xmlns:a16="http://schemas.microsoft.com/office/drawing/2014/main" id="{B8C86DCE-65CC-971D-1E64-1734DD6D4A2C}"/>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220" y="-1248"/>
            <a:ext cx="9141780" cy="5144748"/>
          </a:xfrm>
          <a:prstGeom prst="rect">
            <a:avLst/>
          </a:prstGeom>
        </p:spPr>
      </p:pic>
      <p:cxnSp>
        <p:nvCxnSpPr>
          <p:cNvPr id="3" name="Straight Connector 2">
            <a:extLst>
              <a:ext uri="{FF2B5EF4-FFF2-40B4-BE49-F238E27FC236}">
                <a16:creationId xmlns:a16="http://schemas.microsoft.com/office/drawing/2014/main" id="{C11B6847-D893-5F31-DC44-630E5F93C3F8}"/>
              </a:ext>
            </a:extLst>
          </p:cNvPr>
          <p:cNvCxnSpPr>
            <a:cxnSpLocks/>
          </p:cNvCxnSpPr>
          <p:nvPr userDrawn="1"/>
        </p:nvCxnSpPr>
        <p:spPr>
          <a:xfrm flipH="1">
            <a:off x="7084709" y="-933059"/>
            <a:ext cx="1063784" cy="2522240"/>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CC7B8A0B-10DA-B549-25E2-74C2FEF0D892}"/>
              </a:ext>
            </a:extLst>
          </p:cNvPr>
          <p:cNvCxnSpPr>
            <a:cxnSpLocks/>
          </p:cNvCxnSpPr>
          <p:nvPr userDrawn="1"/>
        </p:nvCxnSpPr>
        <p:spPr>
          <a:xfrm flipH="1">
            <a:off x="7955756" y="195858"/>
            <a:ext cx="1694011" cy="4016512"/>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997069BB-7F20-DAFF-41F5-71B588F38097}"/>
              </a:ext>
            </a:extLst>
          </p:cNvPr>
          <p:cNvCxnSpPr>
            <a:cxnSpLocks/>
          </p:cNvCxnSpPr>
          <p:nvPr userDrawn="1"/>
        </p:nvCxnSpPr>
        <p:spPr>
          <a:xfrm flipH="1">
            <a:off x="-75183" y="502924"/>
            <a:ext cx="1345697" cy="3190658"/>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pic>
        <p:nvPicPr>
          <p:cNvPr id="8" name="Picture 7" descr="A black and white logo&#10;&#10;Description automatically generated">
            <a:extLst>
              <a:ext uri="{FF2B5EF4-FFF2-40B4-BE49-F238E27FC236}">
                <a16:creationId xmlns:a16="http://schemas.microsoft.com/office/drawing/2014/main" id="{F280F2BC-6C1D-6608-57B0-BC2F3D7B8AF7}"/>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593173" y="1448669"/>
            <a:ext cx="5957654" cy="2244913"/>
          </a:xfrm>
          <a:prstGeom prst="rect">
            <a:avLst/>
          </a:prstGeom>
        </p:spPr>
      </p:pic>
      <p:cxnSp>
        <p:nvCxnSpPr>
          <p:cNvPr id="9" name="Straight Connector 8">
            <a:extLst>
              <a:ext uri="{FF2B5EF4-FFF2-40B4-BE49-F238E27FC236}">
                <a16:creationId xmlns:a16="http://schemas.microsoft.com/office/drawing/2014/main" id="{5FF074E1-05F7-FF12-6DEA-E33755EFA35A}"/>
              </a:ext>
            </a:extLst>
          </p:cNvPr>
          <p:cNvCxnSpPr>
            <a:cxnSpLocks/>
          </p:cNvCxnSpPr>
          <p:nvPr userDrawn="1"/>
        </p:nvCxnSpPr>
        <p:spPr>
          <a:xfrm flipH="1">
            <a:off x="1077268" y="3605553"/>
            <a:ext cx="954407" cy="2262906"/>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DBF4FED3-9DFB-C427-3875-33BF59AE32C0}"/>
              </a:ext>
            </a:extLst>
          </p:cNvPr>
          <p:cNvSpPr/>
          <p:nvPr userDrawn="1"/>
        </p:nvSpPr>
        <p:spPr>
          <a:xfrm>
            <a:off x="-271849" y="-1267678"/>
            <a:ext cx="9675341" cy="125407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11" name="Rectangle 10">
            <a:extLst>
              <a:ext uri="{FF2B5EF4-FFF2-40B4-BE49-F238E27FC236}">
                <a16:creationId xmlns:a16="http://schemas.microsoft.com/office/drawing/2014/main" id="{395522D0-72F5-84DF-3B86-2B542769FC48}"/>
              </a:ext>
            </a:extLst>
          </p:cNvPr>
          <p:cNvSpPr/>
          <p:nvPr userDrawn="1"/>
        </p:nvSpPr>
        <p:spPr>
          <a:xfrm>
            <a:off x="-370703" y="5157118"/>
            <a:ext cx="9675341" cy="904047"/>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12" name="Rectangle 11">
            <a:extLst>
              <a:ext uri="{FF2B5EF4-FFF2-40B4-BE49-F238E27FC236}">
                <a16:creationId xmlns:a16="http://schemas.microsoft.com/office/drawing/2014/main" id="{5137ED53-E137-D319-2FA1-64FC8666DB9D}"/>
              </a:ext>
            </a:extLst>
          </p:cNvPr>
          <p:cNvSpPr/>
          <p:nvPr userDrawn="1"/>
        </p:nvSpPr>
        <p:spPr>
          <a:xfrm>
            <a:off x="-630195" y="-197005"/>
            <a:ext cx="617838" cy="534113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13" name="Rectangle 12">
            <a:extLst>
              <a:ext uri="{FF2B5EF4-FFF2-40B4-BE49-F238E27FC236}">
                <a16:creationId xmlns:a16="http://schemas.microsoft.com/office/drawing/2014/main" id="{4780B9E4-FCC4-2242-0687-E15A46AE4FAF}"/>
              </a:ext>
            </a:extLst>
          </p:cNvPr>
          <p:cNvSpPr/>
          <p:nvPr userDrawn="1"/>
        </p:nvSpPr>
        <p:spPr>
          <a:xfrm>
            <a:off x="9153885" y="-223131"/>
            <a:ext cx="617838" cy="534113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106630871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22" presetClass="entr" presetSubtype="4" fill="hold"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down)">
                                      <p:cBhvr>
                                        <p:cTn id="12" dur="1000"/>
                                        <p:tgtEl>
                                          <p:spTgt spid="7"/>
                                        </p:tgtEl>
                                      </p:cBhvr>
                                    </p:animEffect>
                                  </p:childTnLst>
                                </p:cTn>
                              </p:par>
                              <p:par>
                                <p:cTn id="13" presetID="22" presetClass="entr" presetSubtype="1" fill="hold"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up)">
                                      <p:cBhvr>
                                        <p:cTn id="15" dur="1000"/>
                                        <p:tgtEl>
                                          <p:spTgt spid="3"/>
                                        </p:tgtEl>
                                      </p:cBhvr>
                                    </p:animEffect>
                                  </p:childTnLst>
                                </p:cTn>
                              </p:par>
                              <p:par>
                                <p:cTn id="16" presetID="22" presetClass="entr" presetSubtype="1" fill="hold"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wipe(up)">
                                      <p:cBhvr>
                                        <p:cTn id="18" dur="500"/>
                                        <p:tgtEl>
                                          <p:spTgt spid="6"/>
                                        </p:tgtEl>
                                      </p:cBhvr>
                                    </p:animEffect>
                                  </p:childTnLst>
                                </p:cTn>
                              </p:par>
                              <p:par>
                                <p:cTn id="19" presetID="22" presetClass="entr" presetSubtype="4" fill="hold"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wipe(down)">
                                      <p:cBhvr>
                                        <p:cTn id="21"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Anaplan Logo - Light">
    <p:bg>
      <p:bgRef idx="1001">
        <a:schemeClr val="bg2"/>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8B8074B-3BAD-F41D-EA8C-D43BFB17AE70}"/>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2221" y="0"/>
            <a:ext cx="9141777" cy="5144748"/>
          </a:xfrm>
          <a:prstGeom prst="rect">
            <a:avLst/>
          </a:prstGeom>
        </p:spPr>
      </p:pic>
      <p:cxnSp>
        <p:nvCxnSpPr>
          <p:cNvPr id="5" name="Straight Connector 4">
            <a:extLst>
              <a:ext uri="{FF2B5EF4-FFF2-40B4-BE49-F238E27FC236}">
                <a16:creationId xmlns:a16="http://schemas.microsoft.com/office/drawing/2014/main" id="{A2321664-CA14-C7F0-6956-B162FB4451FE}"/>
              </a:ext>
            </a:extLst>
          </p:cNvPr>
          <p:cNvCxnSpPr>
            <a:cxnSpLocks/>
          </p:cNvCxnSpPr>
          <p:nvPr userDrawn="1"/>
        </p:nvCxnSpPr>
        <p:spPr>
          <a:xfrm flipH="1">
            <a:off x="7084709" y="-933059"/>
            <a:ext cx="1063784" cy="2522240"/>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36552E98-6069-71B9-27CB-42B1884992E0}"/>
              </a:ext>
            </a:extLst>
          </p:cNvPr>
          <p:cNvCxnSpPr>
            <a:cxnSpLocks/>
          </p:cNvCxnSpPr>
          <p:nvPr userDrawn="1"/>
        </p:nvCxnSpPr>
        <p:spPr>
          <a:xfrm flipH="1">
            <a:off x="7955756" y="195858"/>
            <a:ext cx="1694011" cy="4016512"/>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DE2D587B-03A5-A98D-AA96-DD7D153534F6}"/>
              </a:ext>
            </a:extLst>
          </p:cNvPr>
          <p:cNvCxnSpPr>
            <a:cxnSpLocks/>
          </p:cNvCxnSpPr>
          <p:nvPr userDrawn="1"/>
        </p:nvCxnSpPr>
        <p:spPr>
          <a:xfrm flipH="1">
            <a:off x="-75183" y="502924"/>
            <a:ext cx="1345697" cy="3190658"/>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pic>
        <p:nvPicPr>
          <p:cNvPr id="16" name="Picture 15">
            <a:extLst>
              <a:ext uri="{FF2B5EF4-FFF2-40B4-BE49-F238E27FC236}">
                <a16:creationId xmlns:a16="http://schemas.microsoft.com/office/drawing/2014/main" id="{F333DC50-4503-AC8B-F90C-C799891DF20D}"/>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593173" y="1448669"/>
            <a:ext cx="5957653" cy="2244913"/>
          </a:xfrm>
          <a:prstGeom prst="rect">
            <a:avLst/>
          </a:prstGeom>
        </p:spPr>
      </p:pic>
      <p:cxnSp>
        <p:nvCxnSpPr>
          <p:cNvPr id="17" name="Straight Connector 16">
            <a:extLst>
              <a:ext uri="{FF2B5EF4-FFF2-40B4-BE49-F238E27FC236}">
                <a16:creationId xmlns:a16="http://schemas.microsoft.com/office/drawing/2014/main" id="{6193E4AE-FBF1-D57A-72EE-70314714C89D}"/>
              </a:ext>
            </a:extLst>
          </p:cNvPr>
          <p:cNvCxnSpPr>
            <a:cxnSpLocks/>
          </p:cNvCxnSpPr>
          <p:nvPr userDrawn="1"/>
        </p:nvCxnSpPr>
        <p:spPr>
          <a:xfrm flipH="1">
            <a:off x="1077268" y="3605553"/>
            <a:ext cx="954407" cy="2262906"/>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DBF4FED3-9DFB-C427-3875-33BF59AE32C0}"/>
              </a:ext>
            </a:extLst>
          </p:cNvPr>
          <p:cNvSpPr/>
          <p:nvPr userDrawn="1"/>
        </p:nvSpPr>
        <p:spPr>
          <a:xfrm>
            <a:off x="-271849" y="-1267678"/>
            <a:ext cx="9675341" cy="125407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11" name="Rectangle 10">
            <a:extLst>
              <a:ext uri="{FF2B5EF4-FFF2-40B4-BE49-F238E27FC236}">
                <a16:creationId xmlns:a16="http://schemas.microsoft.com/office/drawing/2014/main" id="{395522D0-72F5-84DF-3B86-2B542769FC48}"/>
              </a:ext>
            </a:extLst>
          </p:cNvPr>
          <p:cNvSpPr/>
          <p:nvPr userDrawn="1"/>
        </p:nvSpPr>
        <p:spPr>
          <a:xfrm>
            <a:off x="-370703" y="5157118"/>
            <a:ext cx="9675341" cy="904047"/>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12" name="Rectangle 11">
            <a:extLst>
              <a:ext uri="{FF2B5EF4-FFF2-40B4-BE49-F238E27FC236}">
                <a16:creationId xmlns:a16="http://schemas.microsoft.com/office/drawing/2014/main" id="{5137ED53-E137-D319-2FA1-64FC8666DB9D}"/>
              </a:ext>
            </a:extLst>
          </p:cNvPr>
          <p:cNvSpPr/>
          <p:nvPr userDrawn="1"/>
        </p:nvSpPr>
        <p:spPr>
          <a:xfrm>
            <a:off x="-630195" y="-197005"/>
            <a:ext cx="617838" cy="534113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13" name="Rectangle 12">
            <a:extLst>
              <a:ext uri="{FF2B5EF4-FFF2-40B4-BE49-F238E27FC236}">
                <a16:creationId xmlns:a16="http://schemas.microsoft.com/office/drawing/2014/main" id="{4780B9E4-FCC4-2242-0687-E15A46AE4FAF}"/>
              </a:ext>
            </a:extLst>
          </p:cNvPr>
          <p:cNvSpPr/>
          <p:nvPr userDrawn="1"/>
        </p:nvSpPr>
        <p:spPr>
          <a:xfrm>
            <a:off x="9153885" y="-223131"/>
            <a:ext cx="617838" cy="534113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192552162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par>
                                <p:cTn id="10" presetID="22" presetClass="entr" presetSubtype="4" fill="hold" nodeType="with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down)">
                                      <p:cBhvr>
                                        <p:cTn id="12" dur="1000"/>
                                        <p:tgtEl>
                                          <p:spTgt spid="15"/>
                                        </p:tgtEl>
                                      </p:cBhvr>
                                    </p:animEffect>
                                  </p:childTnLst>
                                </p:cTn>
                              </p:par>
                              <p:par>
                                <p:cTn id="13" presetID="22" presetClass="entr" presetSubtype="1"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up)">
                                      <p:cBhvr>
                                        <p:cTn id="15" dur="1000"/>
                                        <p:tgtEl>
                                          <p:spTgt spid="5"/>
                                        </p:tgtEl>
                                      </p:cBhvr>
                                    </p:animEffect>
                                  </p:childTnLst>
                                </p:cTn>
                              </p:par>
                              <p:par>
                                <p:cTn id="16" presetID="22" presetClass="entr" presetSubtype="1" fill="hold"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wipe(up)">
                                      <p:cBhvr>
                                        <p:cTn id="18" dur="500"/>
                                        <p:tgtEl>
                                          <p:spTgt spid="14"/>
                                        </p:tgtEl>
                                      </p:cBhvr>
                                    </p:animEffect>
                                  </p:childTnLst>
                                </p:cTn>
                              </p:par>
                              <p:par>
                                <p:cTn id="19" presetID="22" presetClass="entr" presetSubtype="4"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wipe(down)">
                                      <p:cBhvr>
                                        <p:cTn id="21"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Masters/_rels/slideMaster1.xml.rels><?xml version="1.0" encoding="UTF-8" standalone="yes"?>
<Relationships xmlns="http://schemas.openxmlformats.org/package/2006/relationships"><Relationship Id="rId117" Type="http://schemas.openxmlformats.org/officeDocument/2006/relationships/slideLayout" Target="../slideLayouts/slideLayout117.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63" Type="http://schemas.openxmlformats.org/officeDocument/2006/relationships/slideLayout" Target="../slideLayouts/slideLayout63.xml"/><Relationship Id="rId84" Type="http://schemas.openxmlformats.org/officeDocument/2006/relationships/slideLayout" Target="../slideLayouts/slideLayout84.xml"/><Relationship Id="rId138" Type="http://schemas.openxmlformats.org/officeDocument/2006/relationships/image" Target="../media/image1.png"/><Relationship Id="rId16" Type="http://schemas.openxmlformats.org/officeDocument/2006/relationships/slideLayout" Target="../slideLayouts/slideLayout16.xml"/><Relationship Id="rId107" Type="http://schemas.openxmlformats.org/officeDocument/2006/relationships/slideLayout" Target="../slideLayouts/slideLayout107.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102" Type="http://schemas.openxmlformats.org/officeDocument/2006/relationships/slideLayout" Target="../slideLayouts/slideLayout102.xml"/><Relationship Id="rId123" Type="http://schemas.openxmlformats.org/officeDocument/2006/relationships/slideLayout" Target="../slideLayouts/slideLayout123.xml"/><Relationship Id="rId128" Type="http://schemas.openxmlformats.org/officeDocument/2006/relationships/slideLayout" Target="../slideLayouts/slideLayout128.xml"/><Relationship Id="rId5" Type="http://schemas.openxmlformats.org/officeDocument/2006/relationships/slideLayout" Target="../slideLayouts/slideLayout5.xml"/><Relationship Id="rId90" Type="http://schemas.openxmlformats.org/officeDocument/2006/relationships/slideLayout" Target="../slideLayouts/slideLayout90.xml"/><Relationship Id="rId95" Type="http://schemas.openxmlformats.org/officeDocument/2006/relationships/slideLayout" Target="../slideLayouts/slideLayout95.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113" Type="http://schemas.openxmlformats.org/officeDocument/2006/relationships/slideLayout" Target="../slideLayouts/slideLayout113.xml"/><Relationship Id="rId118" Type="http://schemas.openxmlformats.org/officeDocument/2006/relationships/slideLayout" Target="../slideLayouts/slideLayout118.xml"/><Relationship Id="rId134" Type="http://schemas.openxmlformats.org/officeDocument/2006/relationships/slideLayout" Target="../slideLayouts/slideLayout134.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59" Type="http://schemas.openxmlformats.org/officeDocument/2006/relationships/slideLayout" Target="../slideLayouts/slideLayout59.xml"/><Relationship Id="rId103" Type="http://schemas.openxmlformats.org/officeDocument/2006/relationships/slideLayout" Target="../slideLayouts/slideLayout103.xml"/><Relationship Id="rId108" Type="http://schemas.openxmlformats.org/officeDocument/2006/relationships/slideLayout" Target="../slideLayouts/slideLayout108.xml"/><Relationship Id="rId124" Type="http://schemas.openxmlformats.org/officeDocument/2006/relationships/slideLayout" Target="../slideLayouts/slideLayout124.xml"/><Relationship Id="rId129" Type="http://schemas.openxmlformats.org/officeDocument/2006/relationships/slideLayout" Target="../slideLayouts/slideLayout129.xml"/><Relationship Id="rId54" Type="http://schemas.openxmlformats.org/officeDocument/2006/relationships/slideLayout" Target="../slideLayouts/slideLayout54.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91" Type="http://schemas.openxmlformats.org/officeDocument/2006/relationships/slideLayout" Target="../slideLayouts/slideLayout91.xml"/><Relationship Id="rId96" Type="http://schemas.openxmlformats.org/officeDocument/2006/relationships/slideLayout" Target="../slideLayouts/slideLayout96.xml"/><Relationship Id="rId1" Type="http://schemas.openxmlformats.org/officeDocument/2006/relationships/slideLayout" Target="../slideLayouts/slideLayout1.xml"/><Relationship Id="rId6" Type="http://schemas.openxmlformats.org/officeDocument/2006/relationships/slideLayout" Target="../slideLayouts/slideLayout6.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49" Type="http://schemas.openxmlformats.org/officeDocument/2006/relationships/slideLayout" Target="../slideLayouts/slideLayout49.xml"/><Relationship Id="rId114" Type="http://schemas.openxmlformats.org/officeDocument/2006/relationships/slideLayout" Target="../slideLayouts/slideLayout114.xml"/><Relationship Id="rId119" Type="http://schemas.openxmlformats.org/officeDocument/2006/relationships/slideLayout" Target="../slideLayouts/slideLayout119.xml"/><Relationship Id="rId44" Type="http://schemas.openxmlformats.org/officeDocument/2006/relationships/slideLayout" Target="../slideLayouts/slideLayout44.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130" Type="http://schemas.openxmlformats.org/officeDocument/2006/relationships/slideLayout" Target="../slideLayouts/slideLayout130.xml"/><Relationship Id="rId135" Type="http://schemas.openxmlformats.org/officeDocument/2006/relationships/slideLayout" Target="../slideLayouts/slideLayout135.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109" Type="http://schemas.openxmlformats.org/officeDocument/2006/relationships/slideLayout" Target="../slideLayouts/slideLayout10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97" Type="http://schemas.openxmlformats.org/officeDocument/2006/relationships/slideLayout" Target="../slideLayouts/slideLayout97.xml"/><Relationship Id="rId104" Type="http://schemas.openxmlformats.org/officeDocument/2006/relationships/slideLayout" Target="../slideLayouts/slideLayout104.xml"/><Relationship Id="rId120" Type="http://schemas.openxmlformats.org/officeDocument/2006/relationships/slideLayout" Target="../slideLayouts/slideLayout120.xml"/><Relationship Id="rId125" Type="http://schemas.openxmlformats.org/officeDocument/2006/relationships/slideLayout" Target="../slideLayouts/slideLayout125.xml"/><Relationship Id="rId7" Type="http://schemas.openxmlformats.org/officeDocument/2006/relationships/slideLayout" Target="../slideLayouts/slideLayout7.xml"/><Relationship Id="rId71" Type="http://schemas.openxmlformats.org/officeDocument/2006/relationships/slideLayout" Target="../slideLayouts/slideLayout71.xml"/><Relationship Id="rId92" Type="http://schemas.openxmlformats.org/officeDocument/2006/relationships/slideLayout" Target="../slideLayouts/slideLayout92.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slideLayout" Target="../slideLayouts/slideLayout87.xml"/><Relationship Id="rId110" Type="http://schemas.openxmlformats.org/officeDocument/2006/relationships/slideLayout" Target="../slideLayouts/slideLayout110.xml"/><Relationship Id="rId115" Type="http://schemas.openxmlformats.org/officeDocument/2006/relationships/slideLayout" Target="../slideLayouts/slideLayout115.xml"/><Relationship Id="rId131" Type="http://schemas.openxmlformats.org/officeDocument/2006/relationships/slideLayout" Target="../slideLayouts/slideLayout131.xml"/><Relationship Id="rId136" Type="http://schemas.openxmlformats.org/officeDocument/2006/relationships/slideLayout" Target="../slideLayouts/slideLayout136.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56" Type="http://schemas.openxmlformats.org/officeDocument/2006/relationships/slideLayout" Target="../slideLayouts/slideLayout56.xml"/><Relationship Id="rId77" Type="http://schemas.openxmlformats.org/officeDocument/2006/relationships/slideLayout" Target="../slideLayouts/slideLayout77.xml"/><Relationship Id="rId100" Type="http://schemas.openxmlformats.org/officeDocument/2006/relationships/slideLayout" Target="../slideLayouts/slideLayout100.xml"/><Relationship Id="rId105" Type="http://schemas.openxmlformats.org/officeDocument/2006/relationships/slideLayout" Target="../slideLayouts/slideLayout105.xml"/><Relationship Id="rId126" Type="http://schemas.openxmlformats.org/officeDocument/2006/relationships/slideLayout" Target="../slideLayouts/slideLayout12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93" Type="http://schemas.openxmlformats.org/officeDocument/2006/relationships/slideLayout" Target="../slideLayouts/slideLayout93.xml"/><Relationship Id="rId98" Type="http://schemas.openxmlformats.org/officeDocument/2006/relationships/slideLayout" Target="../slideLayouts/slideLayout98.xml"/><Relationship Id="rId121" Type="http://schemas.openxmlformats.org/officeDocument/2006/relationships/slideLayout" Target="../slideLayouts/slideLayout121.xml"/><Relationship Id="rId3" Type="http://schemas.openxmlformats.org/officeDocument/2006/relationships/slideLayout" Target="../slideLayouts/slideLayout3.xml"/><Relationship Id="rId25" Type="http://schemas.openxmlformats.org/officeDocument/2006/relationships/slideLayout" Target="../slideLayouts/slideLayout25.xml"/><Relationship Id="rId46" Type="http://schemas.openxmlformats.org/officeDocument/2006/relationships/slideLayout" Target="../slideLayouts/slideLayout46.xml"/><Relationship Id="rId67" Type="http://schemas.openxmlformats.org/officeDocument/2006/relationships/slideLayout" Target="../slideLayouts/slideLayout67.xml"/><Relationship Id="rId116" Type="http://schemas.openxmlformats.org/officeDocument/2006/relationships/slideLayout" Target="../slideLayouts/slideLayout116.xml"/><Relationship Id="rId137"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62" Type="http://schemas.openxmlformats.org/officeDocument/2006/relationships/slideLayout" Target="../slideLayouts/slideLayout62.xml"/><Relationship Id="rId83" Type="http://schemas.openxmlformats.org/officeDocument/2006/relationships/slideLayout" Target="../slideLayouts/slideLayout83.xml"/><Relationship Id="rId88" Type="http://schemas.openxmlformats.org/officeDocument/2006/relationships/slideLayout" Target="../slideLayouts/slideLayout88.xml"/><Relationship Id="rId111" Type="http://schemas.openxmlformats.org/officeDocument/2006/relationships/slideLayout" Target="../slideLayouts/slideLayout111.xml"/><Relationship Id="rId132" Type="http://schemas.openxmlformats.org/officeDocument/2006/relationships/slideLayout" Target="../slideLayouts/slideLayout132.xml"/><Relationship Id="rId15" Type="http://schemas.openxmlformats.org/officeDocument/2006/relationships/slideLayout" Target="../slideLayouts/slideLayout15.xml"/><Relationship Id="rId36" Type="http://schemas.openxmlformats.org/officeDocument/2006/relationships/slideLayout" Target="../slideLayouts/slideLayout36.xml"/><Relationship Id="rId57" Type="http://schemas.openxmlformats.org/officeDocument/2006/relationships/slideLayout" Target="../slideLayouts/slideLayout57.xml"/><Relationship Id="rId106" Type="http://schemas.openxmlformats.org/officeDocument/2006/relationships/slideLayout" Target="../slideLayouts/slideLayout106.xml"/><Relationship Id="rId127" Type="http://schemas.openxmlformats.org/officeDocument/2006/relationships/slideLayout" Target="../slideLayouts/slideLayout12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52" Type="http://schemas.openxmlformats.org/officeDocument/2006/relationships/slideLayout" Target="../slideLayouts/slideLayout52.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94" Type="http://schemas.openxmlformats.org/officeDocument/2006/relationships/slideLayout" Target="../slideLayouts/slideLayout94.xml"/><Relationship Id="rId99" Type="http://schemas.openxmlformats.org/officeDocument/2006/relationships/slideLayout" Target="../slideLayouts/slideLayout99.xml"/><Relationship Id="rId101" Type="http://schemas.openxmlformats.org/officeDocument/2006/relationships/slideLayout" Target="../slideLayouts/slideLayout101.xml"/><Relationship Id="rId122" Type="http://schemas.openxmlformats.org/officeDocument/2006/relationships/slideLayout" Target="../slideLayouts/slideLayout122.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47" Type="http://schemas.openxmlformats.org/officeDocument/2006/relationships/slideLayout" Target="../slideLayouts/slideLayout47.xml"/><Relationship Id="rId68" Type="http://schemas.openxmlformats.org/officeDocument/2006/relationships/slideLayout" Target="../slideLayouts/slideLayout68.xml"/><Relationship Id="rId89" Type="http://schemas.openxmlformats.org/officeDocument/2006/relationships/slideLayout" Target="../slideLayouts/slideLayout89.xml"/><Relationship Id="rId112" Type="http://schemas.openxmlformats.org/officeDocument/2006/relationships/slideLayout" Target="../slideLayouts/slideLayout112.xml"/><Relationship Id="rId133" Type="http://schemas.openxmlformats.org/officeDocument/2006/relationships/slideLayout" Target="../slideLayouts/slideLayout13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06ED9E3A-CC5C-AE48-7459-49CB00D337B5}"/>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FB7BBE03-F504-5A87-2B80-2DE3E3B6666F}"/>
              </a:ext>
            </a:extLst>
          </p:cNvPr>
          <p:cNvPicPr>
            <a:picLocks noChangeAspect="1"/>
          </p:cNvPicPr>
          <p:nvPr userDrawn="1"/>
        </p:nvPicPr>
        <p:blipFill>
          <a:blip r:embed="rId138"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5" name="TextBox 4">
            <a:extLst>
              <a:ext uri="{FF2B5EF4-FFF2-40B4-BE49-F238E27FC236}">
                <a16:creationId xmlns:a16="http://schemas.microsoft.com/office/drawing/2014/main" id="{7E6927F4-12AB-AEDD-EB6B-85E198356F4B}"/>
              </a:ext>
            </a:extLst>
          </p:cNvPr>
          <p:cNvSpPr txBox="1"/>
          <p:nvPr userDrawn="1"/>
        </p:nvSpPr>
        <p:spPr>
          <a:xfrm>
            <a:off x="8731482" y="4436579"/>
            <a:ext cx="390522" cy="215444"/>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800" b="0" i="0" smtClean="0">
                <a:solidFill>
                  <a:schemeClr val="tx2"/>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700" b="0" i="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
        <p:nvSpPr>
          <p:cNvPr id="6" name="TextBox 5">
            <a:extLst>
              <a:ext uri="{FF2B5EF4-FFF2-40B4-BE49-F238E27FC236}">
                <a16:creationId xmlns:a16="http://schemas.microsoft.com/office/drawing/2014/main" id="{C8EC6EB3-4ADD-FE87-F511-7D3D938F3F03}"/>
              </a:ext>
            </a:extLst>
          </p:cNvPr>
          <p:cNvSpPr txBox="1"/>
          <p:nvPr userDrawn="1"/>
        </p:nvSpPr>
        <p:spPr>
          <a:xfrm rot="16200000">
            <a:off x="7569182" y="1557925"/>
            <a:ext cx="2715127" cy="184666"/>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600" b="0" i="0">
                <a:solidFill>
                  <a:schemeClr val="tx2"/>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7" name="Straight Connector 6">
            <a:extLst>
              <a:ext uri="{FF2B5EF4-FFF2-40B4-BE49-F238E27FC236}">
                <a16:creationId xmlns:a16="http://schemas.microsoft.com/office/drawing/2014/main" id="{129D398C-E846-0425-2C12-2C30E6043F1E}"/>
              </a:ext>
            </a:extLst>
          </p:cNvPr>
          <p:cNvCxnSpPr>
            <a:cxnSpLocks/>
          </p:cNvCxnSpPr>
          <p:nvPr userDrawn="1"/>
        </p:nvCxnSpPr>
        <p:spPr>
          <a:xfrm>
            <a:off x="8926742" y="1267866"/>
            <a:ext cx="0" cy="3095524"/>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61400438"/>
      </p:ext>
    </p:extLst>
  </p:cSld>
  <p:clrMap bg1="lt1" tx1="dk1" bg2="lt2" tx2="dk2" accent1="accent1" accent2="accent2" accent3="accent3" accent4="accent4" accent5="accent5" accent6="accent6" hlink="hlink" folHlink="folHlink"/>
  <p:sldLayoutIdLst>
    <p:sldLayoutId id="2147484463" r:id="rId1"/>
    <p:sldLayoutId id="2147484464" r:id="rId2"/>
    <p:sldLayoutId id="2147484474" r:id="rId3"/>
    <p:sldLayoutId id="2147484465" r:id="rId4"/>
    <p:sldLayoutId id="2147484462" r:id="rId5"/>
    <p:sldLayoutId id="2147484461" r:id="rId6"/>
    <p:sldLayoutId id="2147484562" r:id="rId7"/>
    <p:sldLayoutId id="2147484473" r:id="rId8"/>
    <p:sldLayoutId id="2147484532" r:id="rId9"/>
    <p:sldLayoutId id="2147484451" r:id="rId10"/>
    <p:sldLayoutId id="2147484452" r:id="rId11"/>
    <p:sldLayoutId id="2147484533" r:id="rId12"/>
    <p:sldLayoutId id="2147484453" r:id="rId13"/>
    <p:sldLayoutId id="2147484454" r:id="rId14"/>
    <p:sldLayoutId id="2147484534" r:id="rId15"/>
    <p:sldLayoutId id="2147484520" r:id="rId16"/>
    <p:sldLayoutId id="2147484400" r:id="rId17"/>
    <p:sldLayoutId id="2147484401" r:id="rId18"/>
    <p:sldLayoutId id="2147484466" r:id="rId19"/>
    <p:sldLayoutId id="2147484467" r:id="rId20"/>
    <p:sldLayoutId id="2147484468" r:id="rId21"/>
    <p:sldLayoutId id="2147484469" r:id="rId22"/>
    <p:sldLayoutId id="2147484370" r:id="rId23"/>
    <p:sldLayoutId id="2147484433" r:id="rId24"/>
    <p:sldLayoutId id="2147484524" r:id="rId25"/>
    <p:sldLayoutId id="2147484371" r:id="rId26"/>
    <p:sldLayoutId id="2147484431" r:id="rId27"/>
    <p:sldLayoutId id="2147484525" r:id="rId28"/>
    <p:sldLayoutId id="2147484372" r:id="rId29"/>
    <p:sldLayoutId id="2147484393" r:id="rId30"/>
    <p:sldLayoutId id="2147484527" r:id="rId31"/>
    <p:sldLayoutId id="2147484373" r:id="rId32"/>
    <p:sldLayoutId id="2147484430" r:id="rId33"/>
    <p:sldLayoutId id="2147484528" r:id="rId34"/>
    <p:sldLayoutId id="2147484374" r:id="rId35"/>
    <p:sldLayoutId id="2147484521" r:id="rId36"/>
    <p:sldLayoutId id="2147484529" r:id="rId37"/>
    <p:sldLayoutId id="2147484540" r:id="rId38"/>
    <p:sldLayoutId id="2147484541" r:id="rId39"/>
    <p:sldLayoutId id="2147484485" r:id="rId40"/>
    <p:sldLayoutId id="2147484486" r:id="rId41"/>
    <p:sldLayoutId id="2147484488" r:id="rId42"/>
    <p:sldLayoutId id="2147484489" r:id="rId43"/>
    <p:sldLayoutId id="2147484535" r:id="rId44"/>
    <p:sldLayoutId id="2147484536" r:id="rId45"/>
    <p:sldLayoutId id="2147484379" r:id="rId46"/>
    <p:sldLayoutId id="2147484530" r:id="rId47"/>
    <p:sldLayoutId id="2147484380" r:id="rId48"/>
    <p:sldLayoutId id="2147484531" r:id="rId49"/>
    <p:sldLayoutId id="2147484513" r:id="rId50"/>
    <p:sldLayoutId id="2147484376" r:id="rId51"/>
    <p:sldLayoutId id="2147484522" r:id="rId52"/>
    <p:sldLayoutId id="2147484512" r:id="rId53"/>
    <p:sldLayoutId id="2147484523" r:id="rId54"/>
    <p:sldLayoutId id="2147484514" r:id="rId55"/>
    <p:sldLayoutId id="2147484383" r:id="rId56"/>
    <p:sldLayoutId id="2147484558" r:id="rId57"/>
    <p:sldLayoutId id="2147484475" r:id="rId58"/>
    <p:sldLayoutId id="2147484476" r:id="rId59"/>
    <p:sldLayoutId id="2147484477" r:id="rId60"/>
    <p:sldLayoutId id="2147484559" r:id="rId61"/>
    <p:sldLayoutId id="2147484480" r:id="rId62"/>
    <p:sldLayoutId id="2147484481" r:id="rId63"/>
    <p:sldLayoutId id="2147484560" r:id="rId64"/>
    <p:sldLayoutId id="2147484482" r:id="rId65"/>
    <p:sldLayoutId id="2147484483" r:id="rId66"/>
    <p:sldLayoutId id="2147484561" r:id="rId67"/>
    <p:sldLayoutId id="2147484384" r:id="rId68"/>
    <p:sldLayoutId id="2147484542" r:id="rId69"/>
    <p:sldLayoutId id="2147484555" r:id="rId70"/>
    <p:sldLayoutId id="2147484385" r:id="rId71"/>
    <p:sldLayoutId id="2147484556" r:id="rId72"/>
    <p:sldLayoutId id="2147484386" r:id="rId73"/>
    <p:sldLayoutId id="2147484557" r:id="rId74"/>
    <p:sldLayoutId id="2147484478" r:id="rId75"/>
    <p:sldLayoutId id="2147484479" r:id="rId76"/>
    <p:sldLayoutId id="2147484387" r:id="rId77"/>
    <p:sldLayoutId id="2147484429" r:id="rId78"/>
    <p:sldLayoutId id="2147484434" r:id="rId79"/>
    <p:sldLayoutId id="2147484445" r:id="rId80"/>
    <p:sldLayoutId id="2147484446" r:id="rId81"/>
    <p:sldLayoutId id="2147484447" r:id="rId82"/>
    <p:sldLayoutId id="2147484449" r:id="rId83"/>
    <p:sldLayoutId id="2147484448" r:id="rId84"/>
    <p:sldLayoutId id="2147484547" r:id="rId85"/>
    <p:sldLayoutId id="2147484548" r:id="rId86"/>
    <p:sldLayoutId id="2147484549" r:id="rId87"/>
    <p:sldLayoutId id="2147484550" r:id="rId88"/>
    <p:sldLayoutId id="2147484551" r:id="rId89"/>
    <p:sldLayoutId id="2147484552" r:id="rId90"/>
    <p:sldLayoutId id="2147484553" r:id="rId91"/>
    <p:sldLayoutId id="2147484554" r:id="rId92"/>
    <p:sldLayoutId id="2147484435" r:id="rId93"/>
    <p:sldLayoutId id="2147484436" r:id="rId94"/>
    <p:sldLayoutId id="2147484437" r:id="rId95"/>
    <p:sldLayoutId id="2147484438" r:id="rId96"/>
    <p:sldLayoutId id="2147484439" r:id="rId97"/>
    <p:sldLayoutId id="2147484443" r:id="rId98"/>
    <p:sldLayoutId id="2147484441" r:id="rId99"/>
    <p:sldLayoutId id="2147484444" r:id="rId100"/>
    <p:sldLayoutId id="2147484440" r:id="rId101"/>
    <p:sldLayoutId id="2147484442" r:id="rId102"/>
    <p:sldLayoutId id="2147484455" r:id="rId103"/>
    <p:sldLayoutId id="2147484543" r:id="rId104"/>
    <p:sldLayoutId id="2147484544" r:id="rId105"/>
    <p:sldLayoutId id="2147484490" r:id="rId106"/>
    <p:sldLayoutId id="2147484491" r:id="rId107"/>
    <p:sldLayoutId id="2147484492" r:id="rId108"/>
    <p:sldLayoutId id="2147484493" r:id="rId109"/>
    <p:sldLayoutId id="2147484494" r:id="rId110"/>
    <p:sldLayoutId id="2147484495" r:id="rId111"/>
    <p:sldLayoutId id="2147484496" r:id="rId112"/>
    <p:sldLayoutId id="2147484497" r:id="rId113"/>
    <p:sldLayoutId id="2147484498" r:id="rId114"/>
    <p:sldLayoutId id="2147484499" r:id="rId115"/>
    <p:sldLayoutId id="2147484500" r:id="rId116"/>
    <p:sldLayoutId id="2147484501" r:id="rId117"/>
    <p:sldLayoutId id="2147484518" r:id="rId118"/>
    <p:sldLayoutId id="2147484502" r:id="rId119"/>
    <p:sldLayoutId id="2147484503" r:id="rId120"/>
    <p:sldLayoutId id="2147484506" r:id="rId121"/>
    <p:sldLayoutId id="2147484519" r:id="rId122"/>
    <p:sldLayoutId id="2147484505" r:id="rId123"/>
    <p:sldLayoutId id="2147484507" r:id="rId124"/>
    <p:sldLayoutId id="2147484508" r:id="rId125"/>
    <p:sldLayoutId id="2147484509" r:id="rId126"/>
    <p:sldLayoutId id="2147484510" r:id="rId127"/>
    <p:sldLayoutId id="2147484511" r:id="rId128"/>
    <p:sldLayoutId id="2147484515" r:id="rId129"/>
    <p:sldLayoutId id="2147484516" r:id="rId130"/>
    <p:sldLayoutId id="2147484517" r:id="rId131"/>
    <p:sldLayoutId id="2147484537" r:id="rId132"/>
    <p:sldLayoutId id="2147484538" r:id="rId133"/>
    <p:sldLayoutId id="2147484539" r:id="rId134"/>
    <p:sldLayoutId id="2147484545" r:id="rId135"/>
    <p:sldLayoutId id="2147484546" r:id="rId136"/>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spcBef>
          <a:spcPct val="0"/>
        </a:spcBef>
        <a:buNone/>
        <a:defRPr sz="1600" b="1" i="0" kern="1200">
          <a:solidFill>
            <a:schemeClr val="bg2"/>
          </a:solidFill>
          <a:latin typeface="Arial" panose="020B0604020202020204" pitchFamily="34" charset="0"/>
          <a:ea typeface="Verdana" charset="0"/>
          <a:cs typeface="Arial" panose="020B0604020202020204" pitchFamily="34" charset="0"/>
        </a:defRPr>
      </a:lvl1pPr>
    </p:titleStyle>
    <p:bodyStyle>
      <a:lvl1pPr marL="285750" indent="-285750" algn="l" defTabSz="914400" rtl="0" eaLnBrk="1" latinLnBrk="0" hangingPunct="1">
        <a:spcBef>
          <a:spcPct val="20000"/>
        </a:spcBef>
        <a:buClr>
          <a:schemeClr val="accent1"/>
        </a:buClr>
        <a:buFont typeface="Arial" panose="020B0604020202020204" pitchFamily="34" charset="0"/>
        <a:buChar char="•"/>
        <a:defRPr sz="1600"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1pPr>
      <a:lvl2pPr marL="742950" indent="-285750" algn="l" defTabSz="914400" rtl="0" eaLnBrk="1" latinLnBrk="0" hangingPunct="1">
        <a:spcBef>
          <a:spcPct val="20000"/>
        </a:spcBef>
        <a:buClr>
          <a:schemeClr val="tx2"/>
        </a:buClr>
        <a:buFont typeface="Arial"/>
        <a:buChar char="•"/>
        <a:defRPr sz="1600"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2pPr>
      <a:lvl3pPr marL="1257300" indent="-342900" algn="l" defTabSz="914400" rtl="0" eaLnBrk="1" latinLnBrk="0" hangingPunct="1">
        <a:spcBef>
          <a:spcPct val="20000"/>
        </a:spcBef>
        <a:buClr>
          <a:schemeClr val="tx2"/>
        </a:buClr>
        <a:buFont typeface="Arial"/>
        <a:buChar char="•"/>
        <a:defRPr sz="1600"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1600" kern="1200">
          <a:solidFill>
            <a:schemeClr val="tx1">
              <a:lumMod val="75000"/>
              <a:lumOff val="25000"/>
            </a:schemeClr>
          </a:solidFill>
          <a:latin typeface="Trebuchet MS"/>
          <a:ea typeface="+mn-ea"/>
          <a:cs typeface="Trebuchet MS"/>
        </a:defRPr>
      </a:lvl4pPr>
      <a:lvl5pPr marL="2057400" indent="-228600" algn="l" defTabSz="914400" rtl="0" eaLnBrk="1" latinLnBrk="0" hangingPunct="1">
        <a:spcBef>
          <a:spcPct val="20000"/>
        </a:spcBef>
        <a:buFont typeface="Arial" pitchFamily="34" charset="0"/>
        <a:buChar char="»"/>
        <a:defRPr sz="1600" kern="1200">
          <a:solidFill>
            <a:schemeClr val="tx1">
              <a:lumMod val="75000"/>
              <a:lumOff val="25000"/>
            </a:schemeClr>
          </a:solidFill>
          <a:latin typeface="Trebuchet MS"/>
          <a:ea typeface="+mn-ea"/>
          <a:cs typeface="Trebuchet M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32" userDrawn="1">
          <p15:clr>
            <a:srgbClr val="F26B43"/>
          </p15:clr>
        </p15:guide>
        <p15:guide id="3" pos="264" userDrawn="1">
          <p15:clr>
            <a:srgbClr val="F26B43"/>
          </p15:clr>
        </p15:guide>
        <p15:guide id="4" pos="5400" userDrawn="1">
          <p15:clr>
            <a:srgbClr val="F26B43"/>
          </p15:clr>
        </p15:guide>
        <p15:guide id="5" orient="horz" pos="3036" userDrawn="1">
          <p15:clr>
            <a:srgbClr val="F26B43"/>
          </p15:clr>
        </p15:guide>
        <p15:guide id="6" pos="1536" userDrawn="1">
          <p15:clr>
            <a:srgbClr val="F26B43"/>
          </p15:clr>
        </p15:guide>
        <p15:guide id="7" pos="4104" userDrawn="1">
          <p15:clr>
            <a:srgbClr val="F26B43"/>
          </p15:clr>
        </p15:guide>
        <p15:guide id="8" pos="1968" userDrawn="1">
          <p15:clr>
            <a:srgbClr val="F26B43"/>
          </p15:clr>
        </p15:guide>
        <p15:guide id="9" pos="369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3.xml"/></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3.xml"/></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3.xml"/></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3.xml"/></Relationships>
</file>

<file path=ppt/slides/_rels/slide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3.xml"/></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3.xml"/></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3.xml"/></Relationships>
</file>

<file path=ppt/slides/_rels/slide1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3.xml"/></Relationships>
</file>

<file path=ppt/slides/_rels/slide1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62.xml"/></Relationships>
</file>

<file path=ppt/slides/_rels/slide1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2.xml"/></Relationships>
</file>

<file path=ppt/slides/_rels/slide1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6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3.xml"/></Relationships>
</file>

<file path=ppt/slides/_rels/slide2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2" Type="http://schemas.openxmlformats.org/officeDocument/2006/relationships/image" Target="../media/image27.svg"/><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6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2FABFE-AD7B-9188-C889-4270CACA8954}"/>
              </a:ext>
            </a:extLst>
          </p:cNvPr>
          <p:cNvSpPr>
            <a:spLocks noGrp="1"/>
          </p:cNvSpPr>
          <p:nvPr>
            <p:ph type="title"/>
          </p:nvPr>
        </p:nvSpPr>
        <p:spPr>
          <a:xfrm>
            <a:off x="763588" y="866775"/>
            <a:ext cx="4494212" cy="1847850"/>
          </a:xfrm>
        </p:spPr>
        <p:txBody>
          <a:bodyPr lIns="0" tIns="45720" rIns="0" bIns="45720" anchor="b"/>
          <a:lstStyle/>
          <a:p>
            <a:r>
              <a:rPr lang="en-US">
                <a:latin typeface="Arial"/>
                <a:ea typeface="Inter Medium"/>
                <a:cs typeface="Arial"/>
              </a:rPr>
              <a:t>Territory and Quota Planning Post-Gen Exercises</a:t>
            </a:r>
            <a:endParaRPr lang="en-US"/>
          </a:p>
        </p:txBody>
      </p:sp>
      <p:sp>
        <p:nvSpPr>
          <p:cNvPr id="15" name="Text Placeholder 14">
            <a:extLst>
              <a:ext uri="{FF2B5EF4-FFF2-40B4-BE49-F238E27FC236}">
                <a16:creationId xmlns:a16="http://schemas.microsoft.com/office/drawing/2014/main" id="{4ABE029C-943E-1AB0-A6A6-0E1D6F88768A}"/>
              </a:ext>
            </a:extLst>
          </p:cNvPr>
          <p:cNvSpPr>
            <a:spLocks noGrp="1"/>
          </p:cNvSpPr>
          <p:nvPr>
            <p:ph type="body" sz="quarter" idx="10"/>
          </p:nvPr>
        </p:nvSpPr>
        <p:spPr>
          <a:xfrm>
            <a:off x="763588" y="2871574"/>
            <a:ext cx="3732212" cy="563971"/>
          </a:xfrm>
        </p:spPr>
        <p:txBody>
          <a:bodyPr lIns="0" tIns="45720" rIns="91440" bIns="45720" anchor="t"/>
          <a:lstStyle/>
          <a:p>
            <a:r>
              <a:rPr lang="en-US">
                <a:latin typeface="Arial"/>
                <a:cs typeface="Arial"/>
              </a:rPr>
              <a:t>Updated March 2026</a:t>
            </a:r>
            <a:endParaRPr lang="en-US"/>
          </a:p>
        </p:txBody>
      </p:sp>
    </p:spTree>
    <p:extLst>
      <p:ext uri="{BB962C8B-B14F-4D97-AF65-F5344CB8AC3E}">
        <p14:creationId xmlns:p14="http://schemas.microsoft.com/office/powerpoint/2010/main" val="16829089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D9D4C5-0762-5881-60A2-F0B897351182}"/>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A9C98D65-3196-BA4F-F7A4-1BDB221E392B}"/>
              </a:ext>
            </a:extLst>
          </p:cNvPr>
          <p:cNvSpPr>
            <a:spLocks noGrp="1"/>
          </p:cNvSpPr>
          <p:nvPr>
            <p:ph type="title"/>
          </p:nvPr>
        </p:nvSpPr>
        <p:spPr/>
        <p:txBody>
          <a:bodyPr lIns="0" tIns="45720" rIns="0" bIns="45720" anchor="t"/>
          <a:lstStyle/>
          <a:p>
            <a:r>
              <a:rPr lang="en-US">
                <a:latin typeface="Arial"/>
                <a:cs typeface="Arial"/>
              </a:rPr>
              <a:t>Key Objectives</a:t>
            </a:r>
            <a:endParaRPr lang="en-US"/>
          </a:p>
        </p:txBody>
      </p:sp>
      <p:sp>
        <p:nvSpPr>
          <p:cNvPr id="24" name="Text Placeholder 23">
            <a:extLst>
              <a:ext uri="{FF2B5EF4-FFF2-40B4-BE49-F238E27FC236}">
                <a16:creationId xmlns:a16="http://schemas.microsoft.com/office/drawing/2014/main" id="{F49F1737-687B-9D71-51BF-4376C1AF05DC}"/>
              </a:ext>
            </a:extLst>
          </p:cNvPr>
          <p:cNvSpPr>
            <a:spLocks noGrp="1"/>
          </p:cNvSpPr>
          <p:nvPr>
            <p:ph type="body" sz="quarter" idx="30"/>
          </p:nvPr>
        </p:nvSpPr>
        <p:spPr/>
        <p:txBody>
          <a:bodyPr lIns="0" tIns="45720" rIns="91440" bIns="45720" anchor="ctr"/>
          <a:lstStyle/>
          <a:p>
            <a:r>
              <a:rPr lang="en-US" b="1">
                <a:latin typeface="Arial"/>
                <a:ea typeface="Verdana"/>
                <a:cs typeface="Arial"/>
              </a:rPr>
              <a:t>Load Core Datasets to Data Hub</a:t>
            </a:r>
          </a:p>
        </p:txBody>
      </p:sp>
      <p:sp>
        <p:nvSpPr>
          <p:cNvPr id="20" name="Text Placeholder 19">
            <a:extLst>
              <a:ext uri="{FF2B5EF4-FFF2-40B4-BE49-F238E27FC236}">
                <a16:creationId xmlns:a16="http://schemas.microsoft.com/office/drawing/2014/main" id="{6D6BDED5-924A-EA19-99F1-E05761C44750}"/>
              </a:ext>
            </a:extLst>
          </p:cNvPr>
          <p:cNvSpPr>
            <a:spLocks noGrp="1"/>
          </p:cNvSpPr>
          <p:nvPr>
            <p:ph type="body" sz="quarter" idx="31"/>
          </p:nvPr>
        </p:nvSpPr>
        <p:spPr/>
        <p:txBody>
          <a:bodyPr lIns="0" tIns="45720" rIns="91440" bIns="45720" anchor="ctr"/>
          <a:lstStyle/>
          <a:p>
            <a:r>
              <a:rPr lang="en-US" b="1">
                <a:latin typeface="Arial"/>
                <a:ea typeface="Verdana"/>
                <a:cs typeface="Arial"/>
              </a:rPr>
              <a:t>Initialize Spoke Model </a:t>
            </a:r>
            <a:endParaRPr lang="en-US" b="1"/>
          </a:p>
        </p:txBody>
      </p:sp>
      <p:sp>
        <p:nvSpPr>
          <p:cNvPr id="21" name="Text Placeholder 20">
            <a:extLst>
              <a:ext uri="{FF2B5EF4-FFF2-40B4-BE49-F238E27FC236}">
                <a16:creationId xmlns:a16="http://schemas.microsoft.com/office/drawing/2014/main" id="{8ACD3AA3-EA26-307F-8682-09C9651ECA01}"/>
              </a:ext>
            </a:extLst>
          </p:cNvPr>
          <p:cNvSpPr>
            <a:spLocks noGrp="1"/>
          </p:cNvSpPr>
          <p:nvPr>
            <p:ph type="body" sz="quarter" idx="32"/>
          </p:nvPr>
        </p:nvSpPr>
        <p:spPr/>
        <p:txBody>
          <a:bodyPr lIns="0" tIns="45720" rIns="91440" bIns="45720" anchor="ctr"/>
          <a:lstStyle/>
          <a:p>
            <a:r>
              <a:rPr lang="en-US" b="1">
                <a:latin typeface="Arial"/>
                <a:ea typeface="Verdana"/>
                <a:cs typeface="Arial"/>
              </a:rPr>
              <a:t>Initialize Target Setting</a:t>
            </a:r>
            <a:endParaRPr lang="en-US"/>
          </a:p>
        </p:txBody>
      </p:sp>
      <p:sp>
        <p:nvSpPr>
          <p:cNvPr id="22" name="Text Placeholder 21">
            <a:extLst>
              <a:ext uri="{FF2B5EF4-FFF2-40B4-BE49-F238E27FC236}">
                <a16:creationId xmlns:a16="http://schemas.microsoft.com/office/drawing/2014/main" id="{C093FD61-148D-09FC-2A2C-E7C1E657D96B}"/>
              </a:ext>
            </a:extLst>
          </p:cNvPr>
          <p:cNvSpPr>
            <a:spLocks noGrp="1"/>
          </p:cNvSpPr>
          <p:nvPr>
            <p:ph type="body" sz="quarter" idx="33"/>
          </p:nvPr>
        </p:nvSpPr>
        <p:spPr/>
        <p:txBody>
          <a:bodyPr lIns="0" tIns="45720" rIns="91440" bIns="45720" anchor="ctr"/>
          <a:lstStyle/>
          <a:p>
            <a:r>
              <a:rPr lang="en-US" b="1">
                <a:latin typeface="Arial"/>
                <a:ea typeface="Verdana"/>
                <a:cs typeface="Arial"/>
              </a:rPr>
              <a:t>Cascade Targets throughout SDH</a:t>
            </a:r>
            <a:endParaRPr lang="en-US"/>
          </a:p>
        </p:txBody>
      </p:sp>
    </p:spTree>
    <p:extLst>
      <p:ext uri="{BB962C8B-B14F-4D97-AF65-F5344CB8AC3E}">
        <p14:creationId xmlns:p14="http://schemas.microsoft.com/office/powerpoint/2010/main" val="18840985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AD1577-939E-3C29-32EC-DF72A30EF6CA}"/>
              </a:ext>
            </a:extLst>
          </p:cNvPr>
          <p:cNvSpPr>
            <a:spLocks noGrp="1"/>
          </p:cNvSpPr>
          <p:nvPr>
            <p:ph type="title"/>
          </p:nvPr>
        </p:nvSpPr>
        <p:spPr/>
        <p:txBody>
          <a:bodyPr lIns="0" tIns="45720" rIns="0" bIns="45720" anchor="t"/>
          <a:lstStyle/>
          <a:p>
            <a:r>
              <a:rPr lang="en-US">
                <a:latin typeface="Arial"/>
                <a:cs typeface="Arial"/>
              </a:rPr>
              <a:t>Load Core Datasets to Data Hub</a:t>
            </a:r>
            <a:endParaRPr lang="en-US"/>
          </a:p>
        </p:txBody>
      </p:sp>
    </p:spTree>
    <p:extLst>
      <p:ext uri="{BB962C8B-B14F-4D97-AF65-F5344CB8AC3E}">
        <p14:creationId xmlns:p14="http://schemas.microsoft.com/office/powerpoint/2010/main" val="2594912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C62173-CFD7-DF82-54E8-B91129A8477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DE7A7A4-1F62-169B-7F0D-E1EC69BD58EB}"/>
              </a:ext>
            </a:extLst>
          </p:cNvPr>
          <p:cNvSpPr>
            <a:spLocks noGrp="1"/>
          </p:cNvSpPr>
          <p:nvPr>
            <p:ph type="title"/>
          </p:nvPr>
        </p:nvSpPr>
        <p:spPr>
          <a:xfrm>
            <a:off x="419101" y="294640"/>
            <a:ext cx="5854284" cy="338554"/>
          </a:xfrm>
        </p:spPr>
        <p:txBody>
          <a:bodyPr lIns="0" tIns="45720" rIns="0" bIns="45720" anchor="t"/>
          <a:lstStyle/>
          <a:p>
            <a:r>
              <a:rPr lang="en-US">
                <a:latin typeface="Arial"/>
                <a:cs typeface="Arial"/>
              </a:rPr>
              <a:t>Core data objects can be loaded directly into the data schemas defined during configuration process</a:t>
            </a:r>
            <a:endParaRPr lang="en-US"/>
          </a:p>
        </p:txBody>
      </p:sp>
      <p:sp>
        <p:nvSpPr>
          <p:cNvPr id="7" name="Content Placeholder 6">
            <a:extLst>
              <a:ext uri="{FF2B5EF4-FFF2-40B4-BE49-F238E27FC236}">
                <a16:creationId xmlns:a16="http://schemas.microsoft.com/office/drawing/2014/main" id="{E6931313-EED9-97EE-5608-8A8E7AA1C5B3}"/>
              </a:ext>
            </a:extLst>
          </p:cNvPr>
          <p:cNvSpPr>
            <a:spLocks noGrp="1"/>
          </p:cNvSpPr>
          <p:nvPr>
            <p:ph idx="1"/>
          </p:nvPr>
        </p:nvSpPr>
        <p:spPr/>
        <p:txBody>
          <a:bodyPr lIns="0" tIns="45720" rIns="0" bIns="45720" anchor="t"/>
          <a:lstStyle/>
          <a:p>
            <a:pPr>
              <a:buAutoNum type="arabicPeriod"/>
            </a:pPr>
            <a:endParaRPr lang="en-US"/>
          </a:p>
          <a:p>
            <a:pPr marL="342900" indent="-342900">
              <a:buAutoNum type="arabicPeriod"/>
            </a:pPr>
            <a:r>
              <a:rPr lang="en-US" b="1">
                <a:latin typeface="Arial"/>
                <a:cs typeface="Arial"/>
              </a:rPr>
              <a:t>Accounts</a:t>
            </a:r>
            <a:endParaRPr lang="en-US" b="1"/>
          </a:p>
          <a:p>
            <a:pPr marL="342900" indent="-342900">
              <a:buAutoNum type="arabicPeriod"/>
            </a:pPr>
            <a:r>
              <a:rPr lang="en-US" b="1">
                <a:latin typeface="Arial"/>
                <a:cs typeface="Arial"/>
              </a:rPr>
              <a:t>Employees</a:t>
            </a:r>
          </a:p>
          <a:p>
            <a:pPr marL="342900" indent="-342900">
              <a:buAutoNum type="arabicPeriod"/>
            </a:pPr>
            <a:r>
              <a:rPr lang="en-US" b="1">
                <a:latin typeface="Arial"/>
                <a:cs typeface="Arial"/>
              </a:rPr>
              <a:t>Territories</a:t>
            </a:r>
            <a:endParaRPr lang="en-US" b="1"/>
          </a:p>
          <a:p>
            <a:pPr marL="342900" indent="-342900">
              <a:buAutoNum type="arabicPeriod"/>
            </a:pPr>
            <a:r>
              <a:rPr lang="en-US" b="1">
                <a:latin typeface="Arial"/>
                <a:cs typeface="Arial"/>
              </a:rPr>
              <a:t>Opportunities / Opportunity Lines</a:t>
            </a:r>
            <a:endParaRPr lang="en-US" b="1"/>
          </a:p>
          <a:p>
            <a:pPr marL="342900" indent="-342900">
              <a:buAutoNum type="arabicPeriod"/>
            </a:pPr>
            <a:endParaRPr lang="en-US"/>
          </a:p>
          <a:p>
            <a:pPr marL="0" indent="0">
              <a:buNone/>
            </a:pPr>
            <a:r>
              <a:rPr lang="en-US">
                <a:latin typeface="Arial"/>
                <a:cs typeface="Arial"/>
              </a:rPr>
              <a:t>The Data Hub does generate pre-defined import actions. However, it is just as easy to import your own files directly to corresponding lists / modules</a:t>
            </a:r>
            <a:endParaRPr lang="en-US"/>
          </a:p>
          <a:p>
            <a:pPr>
              <a:buAutoNum type="arabicPeriod"/>
            </a:pPr>
            <a:endParaRPr lang="en-US"/>
          </a:p>
        </p:txBody>
      </p:sp>
    </p:spTree>
    <p:extLst>
      <p:ext uri="{BB962C8B-B14F-4D97-AF65-F5344CB8AC3E}">
        <p14:creationId xmlns:p14="http://schemas.microsoft.com/office/powerpoint/2010/main" val="8603298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6E5A5B8-ADF9-AA13-2D92-D9C63A581E99}"/>
              </a:ext>
            </a:extLst>
          </p:cNvPr>
          <p:cNvSpPr>
            <a:spLocks noGrp="1"/>
          </p:cNvSpPr>
          <p:nvPr>
            <p:ph type="title"/>
          </p:nvPr>
        </p:nvSpPr>
        <p:spPr>
          <a:xfrm>
            <a:off x="419101" y="294640"/>
            <a:ext cx="5854284" cy="338554"/>
          </a:xfrm>
        </p:spPr>
        <p:txBody>
          <a:bodyPr lIns="0" tIns="45720" rIns="0" bIns="45720" anchor="t"/>
          <a:lstStyle/>
          <a:p>
            <a:r>
              <a:rPr lang="en-US">
                <a:latin typeface="Arial"/>
                <a:cs typeface="Arial"/>
              </a:rPr>
              <a:t>WORKING TIME</a:t>
            </a:r>
            <a:endParaRPr lang="en-US"/>
          </a:p>
        </p:txBody>
      </p:sp>
      <p:sp>
        <p:nvSpPr>
          <p:cNvPr id="7" name="Content Placeholder 6">
            <a:extLst>
              <a:ext uri="{FF2B5EF4-FFF2-40B4-BE49-F238E27FC236}">
                <a16:creationId xmlns:a16="http://schemas.microsoft.com/office/drawing/2014/main" id="{88B4F85B-8E7D-7F6E-50E1-D4256735F3AA}"/>
              </a:ext>
            </a:extLst>
          </p:cNvPr>
          <p:cNvSpPr>
            <a:spLocks noGrp="1"/>
          </p:cNvSpPr>
          <p:nvPr>
            <p:ph idx="1"/>
          </p:nvPr>
        </p:nvSpPr>
        <p:spPr>
          <a:xfrm>
            <a:off x="419100" y="834850"/>
            <a:ext cx="5452258" cy="3984800"/>
          </a:xfrm>
        </p:spPr>
        <p:txBody>
          <a:bodyPr lIns="0" tIns="45720" rIns="0" bIns="45720" anchor="t"/>
          <a:lstStyle/>
          <a:p>
            <a:r>
              <a:rPr lang="en-US">
                <a:latin typeface="Arial"/>
                <a:cs typeface="Arial"/>
              </a:rPr>
              <a:t>Load the core datasets to the Data Hub in their respective lists / modules using "TQ Exercise Data Hub" model</a:t>
            </a:r>
            <a:endParaRPr lang="en-US"/>
          </a:p>
          <a:p>
            <a:endParaRPr lang="en-US"/>
          </a:p>
          <a:p>
            <a:pPr marL="342900" indent="-342900">
              <a:buAutoNum type="arabicPeriod"/>
            </a:pPr>
            <a:r>
              <a:rPr lang="en-US" b="1">
                <a:latin typeface="Arial"/>
                <a:cs typeface="Arial"/>
              </a:rPr>
              <a:t>Accounts</a:t>
            </a:r>
            <a:endParaRPr lang="en-US">
              <a:latin typeface="Arial"/>
              <a:cs typeface="Arial"/>
            </a:endParaRPr>
          </a:p>
          <a:p>
            <a:pPr marL="342900" indent="-342900">
              <a:buAutoNum type="arabicPeriod"/>
            </a:pPr>
            <a:r>
              <a:rPr lang="en-US" b="1">
                <a:latin typeface="Arial"/>
                <a:cs typeface="Arial"/>
              </a:rPr>
              <a:t>Employees</a:t>
            </a:r>
            <a:endParaRPr lang="en-US">
              <a:latin typeface="Arial"/>
              <a:cs typeface="Arial"/>
            </a:endParaRPr>
          </a:p>
          <a:p>
            <a:pPr marL="342900" indent="-342900">
              <a:buAutoNum type="arabicPeriod"/>
            </a:pPr>
            <a:r>
              <a:rPr lang="en-US" b="1">
                <a:latin typeface="Arial"/>
                <a:cs typeface="Arial"/>
              </a:rPr>
              <a:t>Territories</a:t>
            </a:r>
            <a:endParaRPr lang="en-US">
              <a:latin typeface="Arial"/>
              <a:cs typeface="Arial"/>
            </a:endParaRPr>
          </a:p>
          <a:p>
            <a:pPr marL="342900" indent="-342900">
              <a:buAutoNum type="arabicPeriod"/>
            </a:pPr>
            <a:r>
              <a:rPr lang="en-US" b="1">
                <a:latin typeface="Arial"/>
                <a:cs typeface="Arial"/>
              </a:rPr>
              <a:t>Opportunities / Opportunity Lines</a:t>
            </a:r>
          </a:p>
          <a:p>
            <a:pPr marL="800100" lvl="1">
              <a:buFont typeface="Courier New" panose="020B0604020202020204" pitchFamily="34" charset="0"/>
              <a:buChar char="o"/>
            </a:pPr>
            <a:r>
              <a:rPr lang="en-US">
                <a:latin typeface="Arial"/>
                <a:cs typeface="Arial"/>
              </a:rPr>
              <a:t>For this exercise, can use the same opportunity line file to load headers (with no data) and then lines (with data)</a:t>
            </a:r>
          </a:p>
        </p:txBody>
      </p:sp>
    </p:spTree>
    <p:extLst>
      <p:ext uri="{BB962C8B-B14F-4D97-AF65-F5344CB8AC3E}">
        <p14:creationId xmlns:p14="http://schemas.microsoft.com/office/powerpoint/2010/main" val="4903959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E4D6F4-91BB-A8A0-E9F9-5FC37800B2F3}"/>
              </a:ext>
            </a:extLst>
          </p:cNvPr>
          <p:cNvSpPr>
            <a:spLocks noGrp="1"/>
          </p:cNvSpPr>
          <p:nvPr>
            <p:ph type="title"/>
          </p:nvPr>
        </p:nvSpPr>
        <p:spPr/>
        <p:txBody>
          <a:bodyPr lIns="0" tIns="45720" rIns="0" bIns="45720" anchor="t"/>
          <a:lstStyle/>
          <a:p>
            <a:pPr marL="342900" indent="-342900">
              <a:buAutoNum type="arabicPeriod"/>
            </a:pPr>
            <a:r>
              <a:rPr lang="en-US">
                <a:latin typeface="Arial"/>
                <a:cs typeface="Arial"/>
              </a:rPr>
              <a:t>Load </a:t>
            </a:r>
            <a:r>
              <a:rPr lang="en-US" b="1">
                <a:latin typeface="Arial"/>
                <a:cs typeface="Arial"/>
              </a:rPr>
              <a:t>"Account Flat"</a:t>
            </a:r>
            <a:r>
              <a:rPr lang="en-US">
                <a:latin typeface="Arial"/>
                <a:cs typeface="Arial"/>
              </a:rPr>
              <a:t> list</a:t>
            </a:r>
            <a:endParaRPr lang="en-US"/>
          </a:p>
        </p:txBody>
      </p:sp>
      <p:pic>
        <p:nvPicPr>
          <p:cNvPr id="7" name="Picture 6" descr="A screenshot of a computer&#10;&#10;AI-generated content may be incorrect.">
            <a:extLst>
              <a:ext uri="{FF2B5EF4-FFF2-40B4-BE49-F238E27FC236}">
                <a16:creationId xmlns:a16="http://schemas.microsoft.com/office/drawing/2014/main" id="{4BA25449-44E7-CD35-8BC7-47C457683790}"/>
              </a:ext>
            </a:extLst>
          </p:cNvPr>
          <p:cNvPicPr>
            <a:picLocks noChangeAspect="1"/>
          </p:cNvPicPr>
          <p:nvPr/>
        </p:nvPicPr>
        <p:blipFill>
          <a:blip r:embed="rId2"/>
          <a:stretch>
            <a:fillRect/>
          </a:stretch>
        </p:blipFill>
        <p:spPr>
          <a:xfrm>
            <a:off x="469446" y="850908"/>
            <a:ext cx="7558768" cy="3788665"/>
          </a:xfrm>
          <a:prstGeom prst="rect">
            <a:avLst/>
          </a:prstGeom>
          <a:ln>
            <a:solidFill>
              <a:schemeClr val="tx1"/>
            </a:solidFill>
          </a:ln>
        </p:spPr>
      </p:pic>
    </p:spTree>
    <p:extLst>
      <p:ext uri="{BB962C8B-B14F-4D97-AF65-F5344CB8AC3E}">
        <p14:creationId xmlns:p14="http://schemas.microsoft.com/office/powerpoint/2010/main" val="22352204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BAB61E-8F96-183F-52A7-0C69D2ED22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0BA6FB-3AF4-6F59-5BDA-3D203EA541AC}"/>
              </a:ext>
            </a:extLst>
          </p:cNvPr>
          <p:cNvSpPr>
            <a:spLocks noGrp="1"/>
          </p:cNvSpPr>
          <p:nvPr>
            <p:ph type="title"/>
          </p:nvPr>
        </p:nvSpPr>
        <p:spPr/>
        <p:txBody>
          <a:bodyPr lIns="0" tIns="45720" rIns="0" bIns="45720" anchor="t"/>
          <a:lstStyle/>
          <a:p>
            <a:r>
              <a:rPr lang="en-US">
                <a:latin typeface="Arial"/>
                <a:cs typeface="Arial"/>
              </a:rPr>
              <a:t>2. Load </a:t>
            </a:r>
            <a:r>
              <a:rPr lang="en-US" b="1">
                <a:latin typeface="Arial"/>
                <a:cs typeface="Arial"/>
              </a:rPr>
              <a:t>"SYS by Account Flat"</a:t>
            </a:r>
            <a:r>
              <a:rPr lang="en-US">
                <a:latin typeface="Arial"/>
                <a:cs typeface="Arial"/>
              </a:rPr>
              <a:t> module</a:t>
            </a:r>
            <a:endParaRPr lang="en-US"/>
          </a:p>
        </p:txBody>
      </p:sp>
      <p:pic>
        <p:nvPicPr>
          <p:cNvPr id="4" name="Picture 3" descr="A screenshot of a computer&#10;&#10;AI-generated content may be incorrect.">
            <a:extLst>
              <a:ext uri="{FF2B5EF4-FFF2-40B4-BE49-F238E27FC236}">
                <a16:creationId xmlns:a16="http://schemas.microsoft.com/office/drawing/2014/main" id="{0887E50A-44CC-75B4-2096-E8C714D6BBDD}"/>
              </a:ext>
            </a:extLst>
          </p:cNvPr>
          <p:cNvPicPr>
            <a:picLocks noChangeAspect="1"/>
          </p:cNvPicPr>
          <p:nvPr/>
        </p:nvPicPr>
        <p:blipFill>
          <a:blip r:embed="rId2"/>
          <a:stretch>
            <a:fillRect/>
          </a:stretch>
        </p:blipFill>
        <p:spPr>
          <a:xfrm>
            <a:off x="517071" y="895722"/>
            <a:ext cx="7722054" cy="3535753"/>
          </a:xfrm>
          <a:prstGeom prst="rect">
            <a:avLst/>
          </a:prstGeom>
          <a:ln>
            <a:solidFill>
              <a:schemeClr val="tx1"/>
            </a:solidFill>
          </a:ln>
        </p:spPr>
      </p:pic>
    </p:spTree>
    <p:extLst>
      <p:ext uri="{BB962C8B-B14F-4D97-AF65-F5344CB8AC3E}">
        <p14:creationId xmlns:p14="http://schemas.microsoft.com/office/powerpoint/2010/main" val="11232748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FB20-47DD-6109-1FAD-6B6EECFC49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D7B434-E4AB-7325-1F5C-AC1743206405}"/>
              </a:ext>
            </a:extLst>
          </p:cNvPr>
          <p:cNvSpPr>
            <a:spLocks noGrp="1"/>
          </p:cNvSpPr>
          <p:nvPr>
            <p:ph type="title"/>
          </p:nvPr>
        </p:nvSpPr>
        <p:spPr/>
        <p:txBody>
          <a:bodyPr lIns="0" tIns="45720" rIns="0" bIns="45720" anchor="t"/>
          <a:lstStyle/>
          <a:p>
            <a:r>
              <a:rPr lang="en-US">
                <a:latin typeface="Arial"/>
                <a:cs typeface="Arial"/>
              </a:rPr>
              <a:t>3. Load </a:t>
            </a:r>
            <a:r>
              <a:rPr lang="en-US" b="1">
                <a:latin typeface="Arial"/>
                <a:cs typeface="Arial"/>
              </a:rPr>
              <a:t>"Employee Flat"</a:t>
            </a:r>
            <a:r>
              <a:rPr lang="en-US">
                <a:latin typeface="Arial"/>
                <a:cs typeface="Arial"/>
              </a:rPr>
              <a:t> list</a:t>
            </a:r>
            <a:endParaRPr lang="en-US"/>
          </a:p>
        </p:txBody>
      </p:sp>
      <p:pic>
        <p:nvPicPr>
          <p:cNvPr id="4" name="Picture 3" descr="A screenshot of a document&#10;&#10;AI-generated content may be incorrect.">
            <a:extLst>
              <a:ext uri="{FF2B5EF4-FFF2-40B4-BE49-F238E27FC236}">
                <a16:creationId xmlns:a16="http://schemas.microsoft.com/office/drawing/2014/main" id="{D582BD8E-5360-DC2E-E066-981B727E9052}"/>
              </a:ext>
            </a:extLst>
          </p:cNvPr>
          <p:cNvPicPr>
            <a:picLocks noChangeAspect="1"/>
          </p:cNvPicPr>
          <p:nvPr/>
        </p:nvPicPr>
        <p:blipFill>
          <a:blip r:embed="rId2"/>
          <a:stretch>
            <a:fillRect/>
          </a:stretch>
        </p:blipFill>
        <p:spPr>
          <a:xfrm>
            <a:off x="374196" y="958001"/>
            <a:ext cx="8245929" cy="3452017"/>
          </a:xfrm>
          <a:prstGeom prst="rect">
            <a:avLst/>
          </a:prstGeom>
          <a:ln>
            <a:solidFill>
              <a:schemeClr val="tx1"/>
            </a:solidFill>
          </a:ln>
        </p:spPr>
      </p:pic>
    </p:spTree>
    <p:extLst>
      <p:ext uri="{BB962C8B-B14F-4D97-AF65-F5344CB8AC3E}">
        <p14:creationId xmlns:p14="http://schemas.microsoft.com/office/powerpoint/2010/main" val="2161079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189CD1-7D94-CD28-1A64-9CEA40F22A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21374F-D65B-0787-E546-066F25272F14}"/>
              </a:ext>
            </a:extLst>
          </p:cNvPr>
          <p:cNvSpPr>
            <a:spLocks noGrp="1"/>
          </p:cNvSpPr>
          <p:nvPr>
            <p:ph type="title"/>
          </p:nvPr>
        </p:nvSpPr>
        <p:spPr/>
        <p:txBody>
          <a:bodyPr lIns="0" tIns="45720" rIns="0" bIns="45720" anchor="t"/>
          <a:lstStyle/>
          <a:p>
            <a:r>
              <a:rPr lang="en-US">
                <a:latin typeface="Arial"/>
                <a:cs typeface="Arial"/>
              </a:rPr>
              <a:t>4. Load </a:t>
            </a:r>
            <a:r>
              <a:rPr lang="en-US" b="1">
                <a:latin typeface="Arial"/>
                <a:cs typeface="Arial"/>
              </a:rPr>
              <a:t>"SYS by Employee Flat"</a:t>
            </a:r>
            <a:r>
              <a:rPr lang="en-US">
                <a:latin typeface="Arial"/>
                <a:cs typeface="Arial"/>
              </a:rPr>
              <a:t> module</a:t>
            </a:r>
            <a:endParaRPr lang="en-US"/>
          </a:p>
        </p:txBody>
      </p:sp>
      <p:pic>
        <p:nvPicPr>
          <p:cNvPr id="4" name="Picture 3" descr="A screenshot of a computer&#10;&#10;AI-generated content may be incorrect.">
            <a:extLst>
              <a:ext uri="{FF2B5EF4-FFF2-40B4-BE49-F238E27FC236}">
                <a16:creationId xmlns:a16="http://schemas.microsoft.com/office/drawing/2014/main" id="{673F73E4-88C0-C109-9630-7FD896317A48}"/>
              </a:ext>
            </a:extLst>
          </p:cNvPr>
          <p:cNvPicPr>
            <a:picLocks noChangeAspect="1"/>
          </p:cNvPicPr>
          <p:nvPr/>
        </p:nvPicPr>
        <p:blipFill>
          <a:blip r:embed="rId2"/>
          <a:stretch>
            <a:fillRect/>
          </a:stretch>
        </p:blipFill>
        <p:spPr>
          <a:xfrm>
            <a:off x="510268" y="894542"/>
            <a:ext cx="7973786" cy="3585738"/>
          </a:xfrm>
          <a:prstGeom prst="rect">
            <a:avLst/>
          </a:prstGeom>
          <a:ln>
            <a:solidFill>
              <a:schemeClr val="tx1"/>
            </a:solidFill>
          </a:ln>
        </p:spPr>
      </p:pic>
    </p:spTree>
    <p:extLst>
      <p:ext uri="{BB962C8B-B14F-4D97-AF65-F5344CB8AC3E}">
        <p14:creationId xmlns:p14="http://schemas.microsoft.com/office/powerpoint/2010/main" val="12307718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66DF11-1B44-3AE8-E622-474068538E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709734-C085-EC05-396E-22F26F080E7B}"/>
              </a:ext>
            </a:extLst>
          </p:cNvPr>
          <p:cNvSpPr>
            <a:spLocks noGrp="1"/>
          </p:cNvSpPr>
          <p:nvPr>
            <p:ph type="title"/>
          </p:nvPr>
        </p:nvSpPr>
        <p:spPr/>
        <p:txBody>
          <a:bodyPr lIns="0" tIns="45720" rIns="0" bIns="45720" anchor="t"/>
          <a:lstStyle/>
          <a:p>
            <a:r>
              <a:rPr lang="en-US">
                <a:latin typeface="Arial"/>
                <a:cs typeface="Arial"/>
              </a:rPr>
              <a:t>5. Load </a:t>
            </a:r>
            <a:r>
              <a:rPr lang="en-US" b="1">
                <a:latin typeface="Arial"/>
                <a:cs typeface="Arial"/>
              </a:rPr>
              <a:t>"Territory Flat"</a:t>
            </a:r>
            <a:r>
              <a:rPr lang="en-US">
                <a:latin typeface="Arial"/>
                <a:cs typeface="Arial"/>
              </a:rPr>
              <a:t> list</a:t>
            </a:r>
            <a:endParaRPr lang="en-US"/>
          </a:p>
        </p:txBody>
      </p:sp>
      <p:pic>
        <p:nvPicPr>
          <p:cNvPr id="4" name="Picture 3" descr="A screenshot of a computer&#10;&#10;AI-generated content may be incorrect.">
            <a:extLst>
              <a:ext uri="{FF2B5EF4-FFF2-40B4-BE49-F238E27FC236}">
                <a16:creationId xmlns:a16="http://schemas.microsoft.com/office/drawing/2014/main" id="{C10C96F0-82CD-0817-A175-A73151568FA5}"/>
              </a:ext>
            </a:extLst>
          </p:cNvPr>
          <p:cNvPicPr>
            <a:picLocks noChangeAspect="1"/>
          </p:cNvPicPr>
          <p:nvPr/>
        </p:nvPicPr>
        <p:blipFill>
          <a:blip r:embed="rId2"/>
          <a:stretch>
            <a:fillRect/>
          </a:stretch>
        </p:blipFill>
        <p:spPr>
          <a:xfrm>
            <a:off x="231321" y="937451"/>
            <a:ext cx="8252733" cy="3404671"/>
          </a:xfrm>
          <a:prstGeom prst="rect">
            <a:avLst/>
          </a:prstGeom>
          <a:ln>
            <a:solidFill>
              <a:schemeClr val="tx1"/>
            </a:solidFill>
          </a:ln>
        </p:spPr>
      </p:pic>
    </p:spTree>
    <p:extLst>
      <p:ext uri="{BB962C8B-B14F-4D97-AF65-F5344CB8AC3E}">
        <p14:creationId xmlns:p14="http://schemas.microsoft.com/office/powerpoint/2010/main" val="957080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AB31D9-B7B2-AF6D-F000-FBA636E9E4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E1B461-068A-1E2B-7A6E-BB77DB6C16D0}"/>
              </a:ext>
            </a:extLst>
          </p:cNvPr>
          <p:cNvSpPr>
            <a:spLocks noGrp="1"/>
          </p:cNvSpPr>
          <p:nvPr>
            <p:ph type="title"/>
          </p:nvPr>
        </p:nvSpPr>
        <p:spPr/>
        <p:txBody>
          <a:bodyPr lIns="0" tIns="45720" rIns="0" bIns="45720" anchor="t"/>
          <a:lstStyle/>
          <a:p>
            <a:r>
              <a:rPr lang="en-US">
                <a:latin typeface="Arial"/>
                <a:cs typeface="Arial"/>
              </a:rPr>
              <a:t>6. Load </a:t>
            </a:r>
            <a:r>
              <a:rPr lang="en-US" b="1">
                <a:latin typeface="Arial"/>
                <a:cs typeface="Arial"/>
              </a:rPr>
              <a:t>"SYS by Territory Flat"</a:t>
            </a:r>
            <a:r>
              <a:rPr lang="en-US">
                <a:latin typeface="Arial"/>
                <a:cs typeface="Arial"/>
              </a:rPr>
              <a:t> module</a:t>
            </a:r>
            <a:endParaRPr lang="en-US"/>
          </a:p>
        </p:txBody>
      </p:sp>
      <p:pic>
        <p:nvPicPr>
          <p:cNvPr id="4" name="Picture 3" descr="A screenshot of a computer&#10;&#10;AI-generated content may be incorrect.">
            <a:extLst>
              <a:ext uri="{FF2B5EF4-FFF2-40B4-BE49-F238E27FC236}">
                <a16:creationId xmlns:a16="http://schemas.microsoft.com/office/drawing/2014/main" id="{566FFE6A-3AE2-FB23-9A06-BC8535C749A5}"/>
              </a:ext>
            </a:extLst>
          </p:cNvPr>
          <p:cNvPicPr>
            <a:picLocks noChangeAspect="1"/>
          </p:cNvPicPr>
          <p:nvPr/>
        </p:nvPicPr>
        <p:blipFill>
          <a:blip r:embed="rId2"/>
          <a:srcRect t="10267" b="205"/>
          <a:stretch>
            <a:fillRect/>
          </a:stretch>
        </p:blipFill>
        <p:spPr>
          <a:xfrm>
            <a:off x="619125" y="1092733"/>
            <a:ext cx="7558768" cy="2965001"/>
          </a:xfrm>
          <a:prstGeom prst="rect">
            <a:avLst/>
          </a:prstGeom>
          <a:ln>
            <a:solidFill>
              <a:schemeClr val="tx1"/>
            </a:solidFill>
          </a:ln>
        </p:spPr>
      </p:pic>
    </p:spTree>
    <p:extLst>
      <p:ext uri="{BB962C8B-B14F-4D97-AF65-F5344CB8AC3E}">
        <p14:creationId xmlns:p14="http://schemas.microsoft.com/office/powerpoint/2010/main" val="42143188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74FCC0-16D2-AFC4-1E0E-FE243DC0BE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DDD88A-8694-CF1B-624B-8AE29D39CFBD}"/>
              </a:ext>
            </a:extLst>
          </p:cNvPr>
          <p:cNvSpPr>
            <a:spLocks noGrp="1"/>
          </p:cNvSpPr>
          <p:nvPr>
            <p:ph type="title"/>
          </p:nvPr>
        </p:nvSpPr>
        <p:spPr/>
        <p:txBody>
          <a:bodyPr lIns="0" tIns="45720" rIns="0" bIns="45720" anchor="t"/>
          <a:lstStyle/>
          <a:p>
            <a:r>
              <a:rPr lang="en-US">
                <a:latin typeface="Arial"/>
                <a:cs typeface="Arial"/>
              </a:rPr>
              <a:t>7. Load </a:t>
            </a:r>
            <a:r>
              <a:rPr lang="en-US" b="1">
                <a:latin typeface="Arial"/>
                <a:cs typeface="Arial"/>
              </a:rPr>
              <a:t>"Opportunity"</a:t>
            </a:r>
            <a:r>
              <a:rPr lang="en-US">
                <a:latin typeface="Arial"/>
                <a:cs typeface="Arial"/>
              </a:rPr>
              <a:t> list</a:t>
            </a:r>
            <a:endParaRPr lang="en-US"/>
          </a:p>
        </p:txBody>
      </p:sp>
      <p:pic>
        <p:nvPicPr>
          <p:cNvPr id="3" name="Picture 2" descr="A screenshot of a document&#10;&#10;AI-generated content may be incorrect.">
            <a:extLst>
              <a:ext uri="{FF2B5EF4-FFF2-40B4-BE49-F238E27FC236}">
                <a16:creationId xmlns:a16="http://schemas.microsoft.com/office/drawing/2014/main" id="{AAE925F1-D541-1452-3F8F-1624F665B1B7}"/>
              </a:ext>
            </a:extLst>
          </p:cNvPr>
          <p:cNvPicPr>
            <a:picLocks noChangeAspect="1"/>
          </p:cNvPicPr>
          <p:nvPr/>
        </p:nvPicPr>
        <p:blipFill>
          <a:blip r:embed="rId2"/>
          <a:stretch>
            <a:fillRect/>
          </a:stretch>
        </p:blipFill>
        <p:spPr>
          <a:xfrm>
            <a:off x="528095" y="857038"/>
            <a:ext cx="7834614" cy="3697090"/>
          </a:xfrm>
          <a:prstGeom prst="rect">
            <a:avLst/>
          </a:prstGeom>
          <a:ln>
            <a:solidFill>
              <a:schemeClr val="tx1"/>
            </a:solidFill>
          </a:ln>
        </p:spPr>
      </p:pic>
    </p:spTree>
    <p:extLst>
      <p:ext uri="{BB962C8B-B14F-4D97-AF65-F5344CB8AC3E}">
        <p14:creationId xmlns:p14="http://schemas.microsoft.com/office/powerpoint/2010/main" val="17968021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E7F7A3-9480-70E1-CCFE-1DE3317DE1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40DE54-7314-A05C-EA1F-44EB1CAC313E}"/>
              </a:ext>
            </a:extLst>
          </p:cNvPr>
          <p:cNvSpPr>
            <a:spLocks noGrp="1"/>
          </p:cNvSpPr>
          <p:nvPr>
            <p:ph type="title"/>
          </p:nvPr>
        </p:nvSpPr>
        <p:spPr/>
        <p:txBody>
          <a:bodyPr lIns="0" tIns="45720" rIns="0" bIns="45720" anchor="t"/>
          <a:lstStyle/>
          <a:p>
            <a:r>
              <a:rPr lang="en-US">
                <a:latin typeface="Arial"/>
                <a:cs typeface="Arial"/>
              </a:rPr>
              <a:t>8. Load </a:t>
            </a:r>
            <a:r>
              <a:rPr lang="en-US" b="1">
                <a:latin typeface="Arial"/>
                <a:cs typeface="Arial"/>
              </a:rPr>
              <a:t>"Opportunity Line"</a:t>
            </a:r>
            <a:r>
              <a:rPr lang="en-US">
                <a:latin typeface="Arial"/>
                <a:cs typeface="Arial"/>
              </a:rPr>
              <a:t> list</a:t>
            </a:r>
            <a:endParaRPr lang="en-US"/>
          </a:p>
        </p:txBody>
      </p:sp>
      <p:pic>
        <p:nvPicPr>
          <p:cNvPr id="4" name="Picture 3" descr="A screenshot of a document&#10;&#10;AI-generated content may be incorrect.">
            <a:extLst>
              <a:ext uri="{FF2B5EF4-FFF2-40B4-BE49-F238E27FC236}">
                <a16:creationId xmlns:a16="http://schemas.microsoft.com/office/drawing/2014/main" id="{96CA8633-1F1C-08D9-F87D-EAA8D83ACEC2}"/>
              </a:ext>
            </a:extLst>
          </p:cNvPr>
          <p:cNvPicPr>
            <a:picLocks noChangeAspect="1"/>
          </p:cNvPicPr>
          <p:nvPr/>
        </p:nvPicPr>
        <p:blipFill>
          <a:blip r:embed="rId2"/>
          <a:stretch>
            <a:fillRect/>
          </a:stretch>
        </p:blipFill>
        <p:spPr>
          <a:xfrm>
            <a:off x="496660" y="985268"/>
            <a:ext cx="7769679" cy="3172963"/>
          </a:xfrm>
          <a:prstGeom prst="rect">
            <a:avLst/>
          </a:prstGeom>
          <a:ln>
            <a:solidFill>
              <a:schemeClr val="tx1"/>
            </a:solidFill>
          </a:ln>
        </p:spPr>
      </p:pic>
    </p:spTree>
    <p:extLst>
      <p:ext uri="{BB962C8B-B14F-4D97-AF65-F5344CB8AC3E}">
        <p14:creationId xmlns:p14="http://schemas.microsoft.com/office/powerpoint/2010/main" val="29336945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8C0F8F-1688-8BFF-8923-AEA56C7144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E311C5-28D3-074C-3C34-A4E030762446}"/>
              </a:ext>
            </a:extLst>
          </p:cNvPr>
          <p:cNvSpPr>
            <a:spLocks noGrp="1"/>
          </p:cNvSpPr>
          <p:nvPr>
            <p:ph type="title"/>
          </p:nvPr>
        </p:nvSpPr>
        <p:spPr/>
        <p:txBody>
          <a:bodyPr lIns="0" tIns="45720" rIns="0" bIns="45720" anchor="t"/>
          <a:lstStyle/>
          <a:p>
            <a:r>
              <a:rPr lang="en-US">
                <a:latin typeface="Arial"/>
                <a:cs typeface="Arial"/>
              </a:rPr>
              <a:t>9. Load </a:t>
            </a:r>
            <a:r>
              <a:rPr lang="en-US" b="1">
                <a:latin typeface="Arial"/>
                <a:cs typeface="Arial"/>
              </a:rPr>
              <a:t>"DAT by Opportunity Line"</a:t>
            </a:r>
            <a:r>
              <a:rPr lang="en-US">
                <a:latin typeface="Arial"/>
                <a:cs typeface="Arial"/>
              </a:rPr>
              <a:t> module</a:t>
            </a:r>
            <a:endParaRPr lang="en-US"/>
          </a:p>
        </p:txBody>
      </p:sp>
      <p:pic>
        <p:nvPicPr>
          <p:cNvPr id="4" name="Picture 3" descr="A screenshot of a computer&#10;&#10;AI-generated content may be incorrect.">
            <a:extLst>
              <a:ext uri="{FF2B5EF4-FFF2-40B4-BE49-F238E27FC236}">
                <a16:creationId xmlns:a16="http://schemas.microsoft.com/office/drawing/2014/main" id="{82D1ED7B-742A-7ECF-1B8E-6D5D04A6C7EA}"/>
              </a:ext>
            </a:extLst>
          </p:cNvPr>
          <p:cNvPicPr>
            <a:picLocks noChangeAspect="1"/>
          </p:cNvPicPr>
          <p:nvPr/>
        </p:nvPicPr>
        <p:blipFill>
          <a:blip r:embed="rId2"/>
          <a:stretch>
            <a:fillRect/>
          </a:stretch>
        </p:blipFill>
        <p:spPr>
          <a:xfrm>
            <a:off x="224518" y="789330"/>
            <a:ext cx="8545286" cy="3762144"/>
          </a:xfrm>
          <a:prstGeom prst="rect">
            <a:avLst/>
          </a:prstGeom>
          <a:ln>
            <a:solidFill>
              <a:schemeClr val="tx1"/>
            </a:solidFill>
          </a:ln>
        </p:spPr>
      </p:pic>
    </p:spTree>
    <p:extLst>
      <p:ext uri="{BB962C8B-B14F-4D97-AF65-F5344CB8AC3E}">
        <p14:creationId xmlns:p14="http://schemas.microsoft.com/office/powerpoint/2010/main" val="1932518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30BCC3-34DD-9D16-C33D-B1E7E474EE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70A597-02B4-0EA7-51FB-4214A576E905}"/>
              </a:ext>
            </a:extLst>
          </p:cNvPr>
          <p:cNvSpPr>
            <a:spLocks noGrp="1"/>
          </p:cNvSpPr>
          <p:nvPr>
            <p:ph type="title"/>
          </p:nvPr>
        </p:nvSpPr>
        <p:spPr/>
        <p:txBody>
          <a:bodyPr lIns="0" tIns="45720" rIns="0" bIns="45720" anchor="t"/>
          <a:lstStyle/>
          <a:p>
            <a:r>
              <a:rPr lang="en-US">
                <a:latin typeface="Arial"/>
                <a:cs typeface="Arial"/>
              </a:rPr>
              <a:t>Initialize Spoke Model</a:t>
            </a:r>
            <a:endParaRPr lang="en-US"/>
          </a:p>
        </p:txBody>
      </p:sp>
    </p:spTree>
    <p:extLst>
      <p:ext uri="{BB962C8B-B14F-4D97-AF65-F5344CB8AC3E}">
        <p14:creationId xmlns:p14="http://schemas.microsoft.com/office/powerpoint/2010/main" val="19665779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693325-56B1-BB30-556E-17D22F5D741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F0566DB-92A0-0F7F-CF96-2039B55E9E6F}"/>
              </a:ext>
            </a:extLst>
          </p:cNvPr>
          <p:cNvSpPr>
            <a:spLocks noGrp="1"/>
          </p:cNvSpPr>
          <p:nvPr>
            <p:ph type="title"/>
          </p:nvPr>
        </p:nvSpPr>
        <p:spPr/>
        <p:txBody>
          <a:bodyPr lIns="0" tIns="45720" rIns="0" bIns="45720" anchor="t"/>
          <a:lstStyle/>
          <a:p>
            <a:r>
              <a:rPr lang="en-US" dirty="0">
                <a:latin typeface="Arial"/>
                <a:cs typeface="Arial"/>
              </a:rPr>
              <a:t>Data Hub – TQ Spoke model actions are pre-configured </a:t>
            </a:r>
            <a:r>
              <a:rPr lang="en-US">
                <a:latin typeface="Arial"/>
                <a:cs typeface="Arial"/>
              </a:rPr>
              <a:t>after generation. Use the "TQ Exercise Spoke" model</a:t>
            </a:r>
            <a:endParaRPr lang="en-US"/>
          </a:p>
        </p:txBody>
      </p:sp>
      <p:sp>
        <p:nvSpPr>
          <p:cNvPr id="3" name="Content Placeholder 2">
            <a:extLst>
              <a:ext uri="{FF2B5EF4-FFF2-40B4-BE49-F238E27FC236}">
                <a16:creationId xmlns:a16="http://schemas.microsoft.com/office/drawing/2014/main" id="{4BF00E74-29C6-3B13-46B1-FEBBF3D9F94A}"/>
              </a:ext>
            </a:extLst>
          </p:cNvPr>
          <p:cNvSpPr>
            <a:spLocks noGrp="1"/>
          </p:cNvSpPr>
          <p:nvPr>
            <p:ph idx="1"/>
          </p:nvPr>
        </p:nvSpPr>
        <p:spPr>
          <a:xfrm>
            <a:off x="419101" y="1072975"/>
            <a:ext cx="4076698" cy="3746675"/>
          </a:xfrm>
        </p:spPr>
        <p:txBody>
          <a:bodyPr lIns="0" tIns="45720" rIns="0" bIns="45720" anchor="t"/>
          <a:lstStyle/>
          <a:p>
            <a:r>
              <a:rPr lang="en-US">
                <a:latin typeface="Arial"/>
                <a:cs typeface="Arial"/>
              </a:rPr>
              <a:t>Run the following processes to move data: </a:t>
            </a:r>
            <a:endParaRPr lang="en-US"/>
          </a:p>
          <a:p>
            <a:pPr lvl="1">
              <a:buFont typeface="Arial" panose="020B0604020202020204" pitchFamily="34" charset="0"/>
              <a:buChar char="•"/>
            </a:pPr>
            <a:r>
              <a:rPr lang="en-US">
                <a:latin typeface="Arial"/>
                <a:cs typeface="Arial"/>
              </a:rPr>
              <a:t>1.8 – Initialize Accounts</a:t>
            </a:r>
          </a:p>
          <a:p>
            <a:pPr lvl="1">
              <a:buFont typeface="Arial" panose="020B0604020202020204" pitchFamily="34" charset="0"/>
              <a:buChar char="•"/>
            </a:pPr>
            <a:r>
              <a:rPr lang="en-US">
                <a:latin typeface="Arial"/>
                <a:cs typeface="Arial"/>
              </a:rPr>
              <a:t>1.9 - Initialize Territory Flat</a:t>
            </a:r>
          </a:p>
          <a:p>
            <a:pPr lvl="1">
              <a:buFont typeface="Arial" panose="020B0604020202020204" pitchFamily="34" charset="0"/>
              <a:buChar char="•"/>
            </a:pPr>
            <a:r>
              <a:rPr lang="en-US">
                <a:latin typeface="Arial"/>
                <a:cs typeface="Arial"/>
              </a:rPr>
              <a:t>1.10 – Initialize Employees</a:t>
            </a:r>
          </a:p>
          <a:p>
            <a:pPr lvl="1">
              <a:buFont typeface="Arial" panose="020B0604020202020204" pitchFamily="34" charset="0"/>
              <a:buChar char="•"/>
            </a:pPr>
            <a:r>
              <a:rPr lang="en-US">
                <a:latin typeface="Arial"/>
                <a:cs typeface="Arial"/>
              </a:rPr>
              <a:t>1.4 – Create Terr hierarchy</a:t>
            </a:r>
          </a:p>
          <a:p>
            <a:pPr lvl="1">
              <a:buFont typeface="Arial" panose="020B0604020202020204" pitchFamily="34" charset="0"/>
              <a:buChar char="•"/>
            </a:pPr>
            <a:r>
              <a:rPr lang="en-US">
                <a:latin typeface="Arial"/>
                <a:cs typeface="Arial"/>
              </a:rPr>
              <a:t>1.2 – Import Opportunities</a:t>
            </a:r>
          </a:p>
          <a:p>
            <a:pPr lvl="1">
              <a:buFont typeface="Arial" panose="020B0604020202020204" pitchFamily="34" charset="0"/>
              <a:buChar char="•"/>
            </a:pPr>
            <a:r>
              <a:rPr lang="en-US">
                <a:latin typeface="Arial"/>
                <a:cs typeface="Arial"/>
              </a:rPr>
              <a:t>2.5 – Account to Territory</a:t>
            </a:r>
          </a:p>
          <a:p>
            <a:pPr lvl="1">
              <a:buFont typeface="Arial" panose="020B0604020202020204" pitchFamily="34" charset="0"/>
              <a:buChar char="•"/>
            </a:pPr>
            <a:r>
              <a:rPr lang="en-US">
                <a:latin typeface="Arial"/>
                <a:cs typeface="Arial"/>
              </a:rPr>
              <a:t>2.6 – Employee to Territory</a:t>
            </a:r>
            <a:endParaRPr lang="en-US">
              <a:cs typeface="Arial"/>
            </a:endParaRPr>
          </a:p>
          <a:p>
            <a:pPr lvl="1">
              <a:buFont typeface="Arial" panose="020B0604020202020204" pitchFamily="34" charset="0"/>
              <a:buChar char="•"/>
            </a:pPr>
            <a:endParaRPr lang="en-US">
              <a:cs typeface="Arial" panose="020B0604020202020204" pitchFamily="34" charset="0"/>
            </a:endParaRPr>
          </a:p>
          <a:p>
            <a:pPr marL="457200" lvl="1" indent="0">
              <a:buNone/>
            </a:pPr>
            <a:r>
              <a:rPr lang="en-US">
                <a:latin typeface="Arial"/>
                <a:cs typeface="Arial"/>
              </a:rPr>
              <a:t>*</a:t>
            </a:r>
            <a:r>
              <a:rPr lang="en-US" b="1">
                <a:latin typeface="Arial"/>
                <a:cs typeface="Arial"/>
              </a:rPr>
              <a:t>Note</a:t>
            </a:r>
            <a:r>
              <a:rPr lang="en-US">
                <a:latin typeface="Arial"/>
                <a:cs typeface="Arial"/>
              </a:rPr>
              <a:t>, there will be import errors due to non-complete data setup. Review for awareness, but no need to fix/address</a:t>
            </a:r>
            <a:endParaRPr lang="en-US">
              <a:cs typeface="Arial" panose="020B0604020202020204" pitchFamily="34" charset="0"/>
            </a:endParaRPr>
          </a:p>
          <a:p>
            <a:pPr lvl="1">
              <a:buFont typeface="Courier New" panose="020B0604020202020204" pitchFamily="34" charset="0"/>
              <a:buChar char="o"/>
            </a:pPr>
            <a:endParaRPr lang="en-US">
              <a:cs typeface="Arial" panose="020B0604020202020204" pitchFamily="34" charset="0"/>
            </a:endParaRPr>
          </a:p>
          <a:p>
            <a:endParaRPr lang="en-US"/>
          </a:p>
        </p:txBody>
      </p:sp>
      <p:pic>
        <p:nvPicPr>
          <p:cNvPr id="10" name="Picture Placeholder 9" descr="A group of gears with a few holes&#10;&#10;AI-generated content may be incorrect.">
            <a:extLst>
              <a:ext uri="{FF2B5EF4-FFF2-40B4-BE49-F238E27FC236}">
                <a16:creationId xmlns:a16="http://schemas.microsoft.com/office/drawing/2014/main" id="{543AEE25-CEEA-0C1E-D9E3-00CA79BA8319}"/>
              </a:ext>
            </a:extLst>
          </p:cNvPr>
          <p:cNvPicPr>
            <a:picLocks noGrp="1" noChangeAspect="1"/>
          </p:cNvPicPr>
          <p:nvPr>
            <p:ph type="pic" sz="quarter" idx="14"/>
          </p:nvPr>
        </p:nvPicPr>
        <p:blipFill>
          <a:blip r:embed="rId2"/>
          <a:srcRect t="3717" b="3717"/>
          <a:stretch/>
        </p:blipFill>
        <p:spPr>
          <a:xfrm>
            <a:off x="5205906" y="1462449"/>
            <a:ext cx="3320842" cy="2048484"/>
          </a:xfrm>
          <a:prstGeom prst="roundRect">
            <a:avLst>
              <a:gd name="adj" fmla="val 4169"/>
            </a:avLst>
          </a:prstGeom>
        </p:spPr>
      </p:pic>
    </p:spTree>
    <p:extLst>
      <p:ext uri="{BB962C8B-B14F-4D97-AF65-F5344CB8AC3E}">
        <p14:creationId xmlns:p14="http://schemas.microsoft.com/office/powerpoint/2010/main" val="38260647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089B81-6E94-C901-5FB5-3F0B2526C80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B52A5D3-7658-873A-CA75-6298F7FB2ACA}"/>
              </a:ext>
            </a:extLst>
          </p:cNvPr>
          <p:cNvSpPr>
            <a:spLocks noGrp="1"/>
          </p:cNvSpPr>
          <p:nvPr>
            <p:ph type="title"/>
          </p:nvPr>
        </p:nvSpPr>
        <p:spPr/>
        <p:txBody>
          <a:bodyPr lIns="0" tIns="45720" rIns="0" bIns="45720" anchor="t"/>
          <a:lstStyle/>
          <a:p>
            <a:r>
              <a:rPr lang="en-US">
                <a:latin typeface="Arial"/>
                <a:cs typeface="Arial"/>
              </a:rPr>
              <a:t>Data Validations – Account to T6 Territory</a:t>
            </a:r>
            <a:endParaRPr lang="en-US"/>
          </a:p>
        </p:txBody>
      </p:sp>
      <p:pic>
        <p:nvPicPr>
          <p:cNvPr id="2" name="Picture 1" descr="A screenshot of a computer&#10;&#10;AI-generated content may be incorrect.">
            <a:extLst>
              <a:ext uri="{FF2B5EF4-FFF2-40B4-BE49-F238E27FC236}">
                <a16:creationId xmlns:a16="http://schemas.microsoft.com/office/drawing/2014/main" id="{4602DB70-74FD-FAAA-CDDA-C38043E017D9}"/>
              </a:ext>
            </a:extLst>
          </p:cNvPr>
          <p:cNvPicPr>
            <a:picLocks noChangeAspect="1"/>
          </p:cNvPicPr>
          <p:nvPr/>
        </p:nvPicPr>
        <p:blipFill>
          <a:blip r:embed="rId2"/>
          <a:stretch>
            <a:fillRect/>
          </a:stretch>
        </p:blipFill>
        <p:spPr>
          <a:xfrm>
            <a:off x="947148" y="1108982"/>
            <a:ext cx="4705169" cy="3333750"/>
          </a:xfrm>
          <a:prstGeom prst="rect">
            <a:avLst/>
          </a:prstGeom>
          <a:ln>
            <a:solidFill>
              <a:schemeClr val="tx1"/>
            </a:solidFill>
          </a:ln>
        </p:spPr>
      </p:pic>
    </p:spTree>
    <p:extLst>
      <p:ext uri="{BB962C8B-B14F-4D97-AF65-F5344CB8AC3E}">
        <p14:creationId xmlns:p14="http://schemas.microsoft.com/office/powerpoint/2010/main" val="81177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27F26A-7661-82A1-4029-6BABB79F897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C500A35-7626-8109-835E-EAB273931D9A}"/>
              </a:ext>
            </a:extLst>
          </p:cNvPr>
          <p:cNvSpPr>
            <a:spLocks noGrp="1"/>
          </p:cNvSpPr>
          <p:nvPr>
            <p:ph type="title"/>
          </p:nvPr>
        </p:nvSpPr>
        <p:spPr/>
        <p:txBody>
          <a:bodyPr lIns="0" tIns="45720" rIns="0" bIns="45720" anchor="t"/>
          <a:lstStyle/>
          <a:p>
            <a:r>
              <a:rPr lang="en-US">
                <a:latin typeface="Arial"/>
                <a:cs typeface="Arial"/>
              </a:rPr>
              <a:t>Data Validations – Employee to T6 Territory</a:t>
            </a:r>
            <a:endParaRPr lang="en-US"/>
          </a:p>
        </p:txBody>
      </p:sp>
      <p:pic>
        <p:nvPicPr>
          <p:cNvPr id="2" name="Picture 1" descr="A screenshot of a computer&#10;&#10;AI-generated content may be incorrect.">
            <a:extLst>
              <a:ext uri="{FF2B5EF4-FFF2-40B4-BE49-F238E27FC236}">
                <a16:creationId xmlns:a16="http://schemas.microsoft.com/office/drawing/2014/main" id="{4F292157-6279-209B-5750-B51CA3A3B9FC}"/>
              </a:ext>
            </a:extLst>
          </p:cNvPr>
          <p:cNvPicPr>
            <a:picLocks noChangeAspect="1"/>
          </p:cNvPicPr>
          <p:nvPr/>
        </p:nvPicPr>
        <p:blipFill>
          <a:blip r:embed="rId2"/>
          <a:stretch>
            <a:fillRect/>
          </a:stretch>
        </p:blipFill>
        <p:spPr>
          <a:xfrm>
            <a:off x="896891" y="857250"/>
            <a:ext cx="5064217" cy="3857625"/>
          </a:xfrm>
          <a:prstGeom prst="rect">
            <a:avLst/>
          </a:prstGeom>
          <a:ln>
            <a:solidFill>
              <a:schemeClr val="tx1"/>
            </a:solidFill>
          </a:ln>
        </p:spPr>
      </p:pic>
    </p:spTree>
    <p:extLst>
      <p:ext uri="{BB962C8B-B14F-4D97-AF65-F5344CB8AC3E}">
        <p14:creationId xmlns:p14="http://schemas.microsoft.com/office/powerpoint/2010/main" val="23896147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89CFED-1625-47D5-3C6E-11B5171E0E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DB9A4C-C74D-C2C7-0235-9C9395C13062}"/>
              </a:ext>
            </a:extLst>
          </p:cNvPr>
          <p:cNvSpPr>
            <a:spLocks noGrp="1"/>
          </p:cNvSpPr>
          <p:nvPr>
            <p:ph type="title"/>
          </p:nvPr>
        </p:nvSpPr>
        <p:spPr/>
        <p:txBody>
          <a:bodyPr lIns="0" tIns="45720" rIns="0" bIns="45720" anchor="t"/>
          <a:lstStyle/>
          <a:p>
            <a:r>
              <a:rPr lang="en-US">
                <a:latin typeface="Arial"/>
                <a:cs typeface="Arial"/>
              </a:rPr>
              <a:t>Initialize Target Setting</a:t>
            </a:r>
            <a:endParaRPr lang="en-US"/>
          </a:p>
        </p:txBody>
      </p:sp>
    </p:spTree>
    <p:extLst>
      <p:ext uri="{BB962C8B-B14F-4D97-AF65-F5344CB8AC3E}">
        <p14:creationId xmlns:p14="http://schemas.microsoft.com/office/powerpoint/2010/main" val="32879270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20964-276D-823F-E9D3-FEF7E2886547}"/>
              </a:ext>
            </a:extLst>
          </p:cNvPr>
          <p:cNvSpPr>
            <a:spLocks noGrp="1"/>
          </p:cNvSpPr>
          <p:nvPr>
            <p:ph type="title"/>
          </p:nvPr>
        </p:nvSpPr>
        <p:spPr/>
        <p:txBody>
          <a:bodyPr/>
          <a:lstStyle/>
          <a:p>
            <a:r>
              <a:rPr lang="en-US"/>
              <a:t>Load Targets	</a:t>
            </a:r>
          </a:p>
        </p:txBody>
      </p:sp>
      <p:sp>
        <p:nvSpPr>
          <p:cNvPr id="3" name="Content Placeholder 2">
            <a:extLst>
              <a:ext uri="{FF2B5EF4-FFF2-40B4-BE49-F238E27FC236}">
                <a16:creationId xmlns:a16="http://schemas.microsoft.com/office/drawing/2014/main" id="{2B1570E1-5317-3159-408E-3F4D03A07E68}"/>
              </a:ext>
            </a:extLst>
          </p:cNvPr>
          <p:cNvSpPr>
            <a:spLocks noGrp="1"/>
          </p:cNvSpPr>
          <p:nvPr>
            <p:ph idx="1"/>
          </p:nvPr>
        </p:nvSpPr>
        <p:spPr/>
        <p:txBody>
          <a:bodyPr/>
          <a:lstStyle/>
          <a:p>
            <a:r>
              <a:rPr lang="en-US"/>
              <a:t>Load the provided “</a:t>
            </a:r>
            <a:r>
              <a:rPr lang="en-US" b="1" err="1"/>
              <a:t>DE_Area</a:t>
            </a:r>
            <a:r>
              <a:rPr lang="en-US" b="1"/>
              <a:t> Targets”</a:t>
            </a:r>
            <a:r>
              <a:rPr lang="en-US"/>
              <a:t> file to load targets to the table on page </a:t>
            </a:r>
            <a:r>
              <a:rPr lang="en-US" b="1"/>
              <a:t>”4.1 Target Setup”</a:t>
            </a:r>
          </a:p>
          <a:p>
            <a:endParaRPr lang="en-US" b="1"/>
          </a:p>
          <a:p>
            <a:pPr marL="0" indent="0">
              <a:buNone/>
            </a:pPr>
            <a:endParaRPr lang="en-US"/>
          </a:p>
        </p:txBody>
      </p:sp>
      <p:pic>
        <p:nvPicPr>
          <p:cNvPr id="4" name="Picture 3">
            <a:extLst>
              <a:ext uri="{FF2B5EF4-FFF2-40B4-BE49-F238E27FC236}">
                <a16:creationId xmlns:a16="http://schemas.microsoft.com/office/drawing/2014/main" id="{BD524AEA-34C7-E572-714D-29FD0EDEA362}"/>
              </a:ext>
            </a:extLst>
          </p:cNvPr>
          <p:cNvPicPr>
            <a:picLocks noChangeAspect="1"/>
          </p:cNvPicPr>
          <p:nvPr/>
        </p:nvPicPr>
        <p:blipFill>
          <a:blip r:embed="rId2"/>
          <a:stretch>
            <a:fillRect/>
          </a:stretch>
        </p:blipFill>
        <p:spPr>
          <a:xfrm>
            <a:off x="571500" y="1594786"/>
            <a:ext cx="7772400" cy="3155711"/>
          </a:xfrm>
          <a:prstGeom prst="rect">
            <a:avLst/>
          </a:prstGeom>
          <a:ln>
            <a:solidFill>
              <a:schemeClr val="tx1"/>
            </a:solidFill>
          </a:ln>
        </p:spPr>
      </p:pic>
    </p:spTree>
    <p:extLst>
      <p:ext uri="{BB962C8B-B14F-4D97-AF65-F5344CB8AC3E}">
        <p14:creationId xmlns:p14="http://schemas.microsoft.com/office/powerpoint/2010/main" val="27393628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2942BA-A9DC-E6B5-1D2F-694494903A45}"/>
              </a:ext>
            </a:extLst>
          </p:cNvPr>
          <p:cNvSpPr>
            <a:spLocks noGrp="1"/>
          </p:cNvSpPr>
          <p:nvPr>
            <p:ph type="title"/>
          </p:nvPr>
        </p:nvSpPr>
        <p:spPr/>
        <p:txBody>
          <a:bodyPr lIns="0" tIns="45720" rIns="0" bIns="45720" anchor="t"/>
          <a:lstStyle/>
          <a:p>
            <a:r>
              <a:rPr lang="en-US">
                <a:latin typeface="Arial"/>
                <a:cs typeface="Arial"/>
              </a:rPr>
              <a:t>Validate Loaded Targets</a:t>
            </a:r>
            <a:endParaRPr lang="en-US"/>
          </a:p>
        </p:txBody>
      </p:sp>
      <p:pic>
        <p:nvPicPr>
          <p:cNvPr id="4" name="Picture 3" descr="A screenshot of a graph&#10;&#10;AI-generated content may be incorrect.">
            <a:extLst>
              <a:ext uri="{FF2B5EF4-FFF2-40B4-BE49-F238E27FC236}">
                <a16:creationId xmlns:a16="http://schemas.microsoft.com/office/drawing/2014/main" id="{3E769534-9D82-D1C8-C934-FBDA220ADE15}"/>
              </a:ext>
            </a:extLst>
          </p:cNvPr>
          <p:cNvPicPr>
            <a:picLocks noChangeAspect="1"/>
          </p:cNvPicPr>
          <p:nvPr/>
        </p:nvPicPr>
        <p:blipFill>
          <a:blip r:embed="rId2"/>
          <a:stretch>
            <a:fillRect/>
          </a:stretch>
        </p:blipFill>
        <p:spPr>
          <a:xfrm>
            <a:off x="284621" y="1098879"/>
            <a:ext cx="8723376" cy="3622803"/>
          </a:xfrm>
          <a:prstGeom prst="rect">
            <a:avLst/>
          </a:prstGeom>
          <a:ln>
            <a:solidFill>
              <a:schemeClr val="tx1"/>
            </a:solidFill>
          </a:ln>
        </p:spPr>
      </p:pic>
      <p:sp>
        <p:nvSpPr>
          <p:cNvPr id="3" name="TextBox 2">
            <a:extLst>
              <a:ext uri="{FF2B5EF4-FFF2-40B4-BE49-F238E27FC236}">
                <a16:creationId xmlns:a16="http://schemas.microsoft.com/office/drawing/2014/main" id="{0445C7D0-2ACE-75B8-2F96-0AF87FE3B0A8}"/>
              </a:ext>
            </a:extLst>
          </p:cNvPr>
          <p:cNvSpPr txBox="1"/>
          <p:nvPr/>
        </p:nvSpPr>
        <p:spPr>
          <a:xfrm>
            <a:off x="287772" y="840388"/>
            <a:ext cx="7636772" cy="261610"/>
          </a:xfrm>
          <a:prstGeom prst="rect">
            <a:avLst/>
          </a:prstGeom>
          <a:noFill/>
        </p:spPr>
        <p:txBody>
          <a:bodyPr rot="0" spcFirstLastPara="0" vertOverflow="overflow" horzOverflow="overflow" vert="horz" wrap="square" lIns="0" tIns="45720" rIns="91440" bIns="45720" numCol="1" spcCol="0" rtlCol="0" fromWordArt="0" anchor="t" anchorCtr="0" forceAA="0" compatLnSpc="1">
            <a:prstTxWarp prst="textNoShape">
              <a:avLst/>
            </a:prstTxWarp>
            <a:spAutoFit/>
          </a:bodyPr>
          <a:lstStyle/>
          <a:p>
            <a:r>
              <a:rPr lang="en-US" sz="1100">
                <a:solidFill>
                  <a:schemeClr val="tx2"/>
                </a:solidFill>
                <a:latin typeface="Arial"/>
                <a:ea typeface="Inter Light" panose="02000503000000020004" pitchFamily="2" charset="0"/>
                <a:cs typeface="Arial"/>
              </a:rPr>
              <a:t>*Note, data is only being loaded to the "Revenue" Planning Measure</a:t>
            </a:r>
            <a:endParaRPr lang="en-US" sz="110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42080193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84E33D-D654-EDC8-ADB3-92854B1748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01CD8A-EF74-D1A5-9574-F6693D36A4A3}"/>
              </a:ext>
            </a:extLst>
          </p:cNvPr>
          <p:cNvSpPr>
            <a:spLocks noGrp="1"/>
          </p:cNvSpPr>
          <p:nvPr>
            <p:ph type="title"/>
          </p:nvPr>
        </p:nvSpPr>
        <p:spPr/>
        <p:txBody>
          <a:bodyPr lIns="0" tIns="45720" rIns="0" bIns="45720" anchor="t"/>
          <a:lstStyle/>
          <a:p>
            <a:r>
              <a:rPr lang="en-US">
                <a:latin typeface="Arial"/>
                <a:cs typeface="Arial"/>
              </a:rPr>
              <a:t>Cascade Targets</a:t>
            </a:r>
            <a:endParaRPr lang="en-US"/>
          </a:p>
        </p:txBody>
      </p:sp>
    </p:spTree>
    <p:extLst>
      <p:ext uri="{BB962C8B-B14F-4D97-AF65-F5344CB8AC3E}">
        <p14:creationId xmlns:p14="http://schemas.microsoft.com/office/powerpoint/2010/main" val="37750568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descr="Hierarchy with solid fill">
            <a:extLst>
              <a:ext uri="{FF2B5EF4-FFF2-40B4-BE49-F238E27FC236}">
                <a16:creationId xmlns:a16="http://schemas.microsoft.com/office/drawing/2014/main" id="{2E334A94-8302-1ACA-4AB1-8129FECCB411}"/>
              </a:ext>
            </a:extLst>
          </p:cNvPr>
          <p:cNvPicPr>
            <a:picLocks noGrp="1" noChangeAspect="1"/>
          </p:cNvPicPr>
          <p:nvPr>
            <p:ph type="pic" sz="quarter" idx="13"/>
          </p:nvPr>
        </p:nvPicPr>
        <p:blipFill>
          <a:blip>
            <a:extLst>
              <a:ext uri="{96DAC541-7B7A-43D3-8B79-37D633B846F1}">
                <asvg:svgBlip xmlns:asvg="http://schemas.microsoft.com/office/drawing/2016/SVG/main" r:embed="rId2"/>
              </a:ext>
            </a:extLst>
          </a:blip>
          <a:srcRect l="7829" r="7829"/>
          <a:stretch/>
        </p:blipFill>
        <p:spPr>
          <a:xfrm>
            <a:off x="4810415" y="358697"/>
            <a:ext cx="3762727" cy="4460197"/>
          </a:xfrm>
          <a:custGeom>
            <a:avLst/>
            <a:gdLst>
              <a:gd name="connsiteX0" fmla="*/ 121309 w 3762727"/>
              <a:gd name="connsiteY0" fmla="*/ 0 h 4460197"/>
              <a:gd name="connsiteX1" fmla="*/ 3641264 w 3762727"/>
              <a:gd name="connsiteY1" fmla="*/ 0 h 4460197"/>
              <a:gd name="connsiteX2" fmla="*/ 3753185 w 3762727"/>
              <a:gd name="connsiteY2" fmla="*/ 74186 h 4460197"/>
              <a:gd name="connsiteX3" fmla="*/ 3762727 w 3762727"/>
              <a:gd name="connsiteY3" fmla="*/ 121451 h 4460197"/>
              <a:gd name="connsiteX4" fmla="*/ 3762727 w 3762727"/>
              <a:gd name="connsiteY4" fmla="*/ 4338746 h 4460197"/>
              <a:gd name="connsiteX5" fmla="*/ 3753185 w 3762727"/>
              <a:gd name="connsiteY5" fmla="*/ 4386011 h 4460197"/>
              <a:gd name="connsiteX6" fmla="*/ 3641264 w 3762727"/>
              <a:gd name="connsiteY6" fmla="*/ 4460197 h 4460197"/>
              <a:gd name="connsiteX7" fmla="*/ 121309 w 3762727"/>
              <a:gd name="connsiteY7" fmla="*/ 4460197 h 4460197"/>
              <a:gd name="connsiteX8" fmla="*/ 9389 w 3762727"/>
              <a:gd name="connsiteY8" fmla="*/ 4386011 h 4460197"/>
              <a:gd name="connsiteX9" fmla="*/ 0 w 3762727"/>
              <a:gd name="connsiteY9" fmla="*/ 4339509 h 4460197"/>
              <a:gd name="connsiteX10" fmla="*/ 0 w 3762727"/>
              <a:gd name="connsiteY10" fmla="*/ 120688 h 4460197"/>
              <a:gd name="connsiteX11" fmla="*/ 9389 w 3762727"/>
              <a:gd name="connsiteY11" fmla="*/ 74186 h 4460197"/>
              <a:gd name="connsiteX12" fmla="*/ 121309 w 3762727"/>
              <a:gd name="connsiteY12" fmla="*/ 0 h 4460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62727" h="4460197">
                <a:moveTo>
                  <a:pt x="121309" y="0"/>
                </a:moveTo>
                <a:lnTo>
                  <a:pt x="3641264" y="0"/>
                </a:lnTo>
                <a:cubicBezTo>
                  <a:pt x="3691577" y="0"/>
                  <a:pt x="3734745" y="30590"/>
                  <a:pt x="3753185" y="74186"/>
                </a:cubicBezTo>
                <a:lnTo>
                  <a:pt x="3762727" y="121451"/>
                </a:lnTo>
                <a:lnTo>
                  <a:pt x="3762727" y="4338746"/>
                </a:lnTo>
                <a:lnTo>
                  <a:pt x="3753185" y="4386011"/>
                </a:lnTo>
                <a:cubicBezTo>
                  <a:pt x="3734745" y="4429607"/>
                  <a:pt x="3691577" y="4460197"/>
                  <a:pt x="3641264" y="4460197"/>
                </a:cubicBezTo>
                <a:lnTo>
                  <a:pt x="121309" y="4460197"/>
                </a:lnTo>
                <a:cubicBezTo>
                  <a:pt x="70996" y="4460197"/>
                  <a:pt x="27828" y="4429607"/>
                  <a:pt x="9389" y="4386011"/>
                </a:cubicBezTo>
                <a:lnTo>
                  <a:pt x="0" y="4339509"/>
                </a:lnTo>
                <a:lnTo>
                  <a:pt x="0" y="120688"/>
                </a:lnTo>
                <a:lnTo>
                  <a:pt x="9389" y="74186"/>
                </a:lnTo>
                <a:cubicBezTo>
                  <a:pt x="27828" y="30590"/>
                  <a:pt x="70996" y="0"/>
                  <a:pt x="121309" y="0"/>
                </a:cubicBezTo>
                <a:close/>
              </a:path>
            </a:pathLst>
          </a:custGeom>
          <a:noFill/>
        </p:spPr>
      </p:pic>
      <p:sp>
        <p:nvSpPr>
          <p:cNvPr id="3" name="Title 2">
            <a:extLst>
              <a:ext uri="{FF2B5EF4-FFF2-40B4-BE49-F238E27FC236}">
                <a16:creationId xmlns:a16="http://schemas.microsoft.com/office/drawing/2014/main" id="{8CC7CF57-5DFB-CFDF-6561-41CDB203191D}"/>
              </a:ext>
            </a:extLst>
          </p:cNvPr>
          <p:cNvSpPr>
            <a:spLocks noGrp="1"/>
          </p:cNvSpPr>
          <p:nvPr>
            <p:ph type="title"/>
          </p:nvPr>
        </p:nvSpPr>
        <p:spPr/>
        <p:txBody>
          <a:bodyPr/>
          <a:lstStyle/>
          <a:p>
            <a:r>
              <a:rPr lang="en-US"/>
              <a:t>Practice Target Cascading</a:t>
            </a:r>
          </a:p>
        </p:txBody>
      </p:sp>
      <p:sp>
        <p:nvSpPr>
          <p:cNvPr id="4" name="Text Placeholder 3">
            <a:extLst>
              <a:ext uri="{FF2B5EF4-FFF2-40B4-BE49-F238E27FC236}">
                <a16:creationId xmlns:a16="http://schemas.microsoft.com/office/drawing/2014/main" id="{91179989-7747-9ADF-AD63-11668CCC0F74}"/>
              </a:ext>
            </a:extLst>
          </p:cNvPr>
          <p:cNvSpPr>
            <a:spLocks noGrp="1"/>
          </p:cNvSpPr>
          <p:nvPr>
            <p:ph type="body" sz="quarter" idx="30"/>
          </p:nvPr>
        </p:nvSpPr>
        <p:spPr/>
        <p:txBody>
          <a:bodyPr/>
          <a:lstStyle/>
          <a:p>
            <a:r>
              <a:rPr lang="en-US"/>
              <a:t>Set allocation method and initial targets (</a:t>
            </a:r>
            <a:r>
              <a:rPr lang="en-US" b="1"/>
              <a:t>4.2)</a:t>
            </a:r>
            <a:endParaRPr lang="en-US"/>
          </a:p>
        </p:txBody>
      </p:sp>
      <p:sp>
        <p:nvSpPr>
          <p:cNvPr id="5" name="Text Placeholder 4">
            <a:extLst>
              <a:ext uri="{FF2B5EF4-FFF2-40B4-BE49-F238E27FC236}">
                <a16:creationId xmlns:a16="http://schemas.microsoft.com/office/drawing/2014/main" id="{7EA0E294-E007-BD57-45BF-9FC29475276C}"/>
              </a:ext>
            </a:extLst>
          </p:cNvPr>
          <p:cNvSpPr>
            <a:spLocks noGrp="1"/>
          </p:cNvSpPr>
          <p:nvPr>
            <p:ph type="body" sz="quarter" idx="31"/>
          </p:nvPr>
        </p:nvSpPr>
        <p:spPr/>
        <p:txBody>
          <a:bodyPr/>
          <a:lstStyle/>
          <a:p>
            <a:r>
              <a:rPr lang="en-US"/>
              <a:t>Review initial allocation / overallocation pages </a:t>
            </a:r>
            <a:r>
              <a:rPr lang="en-US" b="1"/>
              <a:t>(4.3)</a:t>
            </a:r>
            <a:endParaRPr lang="en-US"/>
          </a:p>
        </p:txBody>
      </p:sp>
      <p:sp>
        <p:nvSpPr>
          <p:cNvPr id="6" name="Text Placeholder 5">
            <a:extLst>
              <a:ext uri="{FF2B5EF4-FFF2-40B4-BE49-F238E27FC236}">
                <a16:creationId xmlns:a16="http://schemas.microsoft.com/office/drawing/2014/main" id="{0F77DD0E-BBAE-99CC-ACFD-DD30D00B97B7}"/>
              </a:ext>
            </a:extLst>
          </p:cNvPr>
          <p:cNvSpPr>
            <a:spLocks noGrp="1"/>
          </p:cNvSpPr>
          <p:nvPr>
            <p:ph type="body" sz="quarter" idx="32"/>
          </p:nvPr>
        </p:nvSpPr>
        <p:spPr/>
        <p:txBody>
          <a:bodyPr/>
          <a:lstStyle/>
          <a:p>
            <a:r>
              <a:rPr lang="en-US"/>
              <a:t>Review overallocation / override functionality (</a:t>
            </a:r>
            <a:r>
              <a:rPr lang="en-US" b="1"/>
              <a:t>4.5)</a:t>
            </a:r>
            <a:endParaRPr lang="en-US"/>
          </a:p>
        </p:txBody>
      </p:sp>
      <p:sp>
        <p:nvSpPr>
          <p:cNvPr id="7" name="Text Placeholder 6">
            <a:extLst>
              <a:ext uri="{FF2B5EF4-FFF2-40B4-BE49-F238E27FC236}">
                <a16:creationId xmlns:a16="http://schemas.microsoft.com/office/drawing/2014/main" id="{45F95912-85CC-3AEE-C659-6ACC4CF64845}"/>
              </a:ext>
            </a:extLst>
          </p:cNvPr>
          <p:cNvSpPr>
            <a:spLocks noGrp="1"/>
          </p:cNvSpPr>
          <p:nvPr>
            <p:ph type="body" sz="quarter" idx="33"/>
          </p:nvPr>
        </p:nvSpPr>
        <p:spPr/>
        <p:txBody>
          <a:bodyPr lIns="0" tIns="45720" rIns="91440" bIns="45720" anchor="ctr"/>
          <a:lstStyle/>
          <a:p>
            <a:r>
              <a:rPr lang="en-US">
                <a:latin typeface="Arial"/>
                <a:ea typeface="Verdana"/>
                <a:cs typeface="Arial"/>
              </a:rPr>
              <a:t>Review bottoms-up account setting </a:t>
            </a:r>
            <a:r>
              <a:rPr lang="en-US" b="1">
                <a:latin typeface="Arial"/>
                <a:ea typeface="Verdana"/>
                <a:cs typeface="Arial"/>
              </a:rPr>
              <a:t>(4.7, 4.8)</a:t>
            </a:r>
          </a:p>
          <a:p>
            <a:r>
              <a:rPr lang="en-US" sz="1050">
                <a:latin typeface="Arial"/>
                <a:ea typeface="Verdana"/>
                <a:cs typeface="Arial"/>
              </a:rPr>
              <a:t>*Note, will need to visit and update "Seasonality Assumptions" page in section 13</a:t>
            </a:r>
            <a:endParaRPr lang="en-US" sz="1050"/>
          </a:p>
        </p:txBody>
      </p:sp>
    </p:spTree>
    <p:extLst>
      <p:ext uri="{BB962C8B-B14F-4D97-AF65-F5344CB8AC3E}">
        <p14:creationId xmlns:p14="http://schemas.microsoft.com/office/powerpoint/2010/main" val="3402286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13D968-C684-AEB9-8A72-031A716D76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098C13-A832-4DAC-8451-1CD6FE112C97}"/>
              </a:ext>
            </a:extLst>
          </p:cNvPr>
          <p:cNvSpPr>
            <a:spLocks noGrp="1"/>
          </p:cNvSpPr>
          <p:nvPr>
            <p:ph type="title"/>
          </p:nvPr>
        </p:nvSpPr>
        <p:spPr/>
        <p:txBody>
          <a:bodyPr lIns="0" tIns="45720" rIns="0" bIns="45720" anchor="t"/>
          <a:lstStyle/>
          <a:p>
            <a:r>
              <a:rPr lang="en-US" dirty="0">
                <a:latin typeface="Arial"/>
                <a:cs typeface="Arial"/>
              </a:rPr>
              <a:t>Additional T&amp;Q Hands-On</a:t>
            </a:r>
            <a:endParaRPr lang="en-US" dirty="0"/>
          </a:p>
        </p:txBody>
      </p:sp>
    </p:spTree>
    <p:extLst>
      <p:ext uri="{BB962C8B-B14F-4D97-AF65-F5344CB8AC3E}">
        <p14:creationId xmlns:p14="http://schemas.microsoft.com/office/powerpoint/2010/main" val="308883680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AEFCF7-0288-90B4-DB0A-64EB9A504C49}"/>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1881560-37A6-743F-4028-CC5101A24642}"/>
              </a:ext>
            </a:extLst>
          </p:cNvPr>
          <p:cNvSpPr>
            <a:spLocks noGrp="1"/>
          </p:cNvSpPr>
          <p:nvPr>
            <p:ph type="title"/>
          </p:nvPr>
        </p:nvSpPr>
        <p:spPr/>
        <p:txBody>
          <a:bodyPr lIns="0" tIns="45720" rIns="0" bIns="45720" anchor="t"/>
          <a:lstStyle/>
          <a:p>
            <a:r>
              <a:rPr lang="en-US" dirty="0">
                <a:latin typeface="Arial"/>
                <a:cs typeface="Arial"/>
              </a:rPr>
              <a:t>Practice functional use of additional T&amp;Q pages in your "TQ Demo" model</a:t>
            </a:r>
            <a:endParaRPr lang="en-US" dirty="0"/>
          </a:p>
        </p:txBody>
      </p:sp>
      <p:sp>
        <p:nvSpPr>
          <p:cNvPr id="3" name="Content Placeholder 2">
            <a:extLst>
              <a:ext uri="{FF2B5EF4-FFF2-40B4-BE49-F238E27FC236}">
                <a16:creationId xmlns:a16="http://schemas.microsoft.com/office/drawing/2014/main" id="{140DD6FB-00CE-C0D7-047F-2818A4FB13F9}"/>
              </a:ext>
            </a:extLst>
          </p:cNvPr>
          <p:cNvSpPr>
            <a:spLocks noGrp="1"/>
          </p:cNvSpPr>
          <p:nvPr>
            <p:ph idx="1"/>
          </p:nvPr>
        </p:nvSpPr>
        <p:spPr>
          <a:xfrm>
            <a:off x="419101" y="1639866"/>
            <a:ext cx="4076698" cy="3746675"/>
          </a:xfrm>
        </p:spPr>
        <p:txBody>
          <a:bodyPr lIns="0" tIns="45720" rIns="0" bIns="45720" anchor="t"/>
          <a:lstStyle/>
          <a:p>
            <a:r>
              <a:rPr lang="en-US" b="1">
                <a:latin typeface="Arial"/>
                <a:cs typeface="Arial"/>
              </a:rPr>
              <a:t>Resource Alignment</a:t>
            </a:r>
            <a:endParaRPr lang="en-US" b="1"/>
          </a:p>
          <a:p>
            <a:pPr lvl="1">
              <a:buFont typeface="Courier New" panose="020B0604020202020204" pitchFamily="34" charset="0"/>
              <a:buChar char="o"/>
            </a:pPr>
            <a:r>
              <a:rPr lang="en-US">
                <a:latin typeface="Arial"/>
                <a:cs typeface="Arial"/>
              </a:rPr>
              <a:t>Pages 6.1-6.3</a:t>
            </a:r>
            <a:endParaRPr lang="en-US" dirty="0">
              <a:latin typeface="Arial"/>
              <a:cs typeface="Arial"/>
            </a:endParaRPr>
          </a:p>
          <a:p>
            <a:r>
              <a:rPr lang="en-US" b="1">
                <a:latin typeface="Arial"/>
                <a:cs typeface="Arial"/>
              </a:rPr>
              <a:t>Account Assignments</a:t>
            </a:r>
            <a:endParaRPr lang="en-US" b="1" dirty="0">
              <a:latin typeface="Arial"/>
              <a:cs typeface="Arial"/>
            </a:endParaRPr>
          </a:p>
          <a:p>
            <a:pPr lvl="1">
              <a:buFont typeface="Courier New" panose="020B0604020202020204" pitchFamily="34" charset="0"/>
              <a:buChar char="o"/>
            </a:pPr>
            <a:r>
              <a:rPr lang="en-US">
                <a:latin typeface="Arial"/>
                <a:cs typeface="Arial"/>
              </a:rPr>
              <a:t>Pages 7.1-7.3.1</a:t>
            </a:r>
            <a:endParaRPr lang="en-US" dirty="0">
              <a:latin typeface="Arial"/>
              <a:cs typeface="Arial"/>
            </a:endParaRPr>
          </a:p>
          <a:p>
            <a:r>
              <a:rPr lang="en-US" b="1">
                <a:latin typeface="Arial"/>
                <a:cs typeface="Arial"/>
              </a:rPr>
              <a:t>Rules-based Assignments</a:t>
            </a:r>
            <a:endParaRPr lang="en-US" b="1" dirty="0">
              <a:latin typeface="Arial"/>
              <a:cs typeface="Arial"/>
            </a:endParaRPr>
          </a:p>
          <a:p>
            <a:pPr lvl="1">
              <a:buFont typeface="Courier New" panose="020B0604020202020204" pitchFamily="34" charset="0"/>
              <a:buChar char="o"/>
            </a:pPr>
            <a:r>
              <a:rPr lang="en-US">
                <a:latin typeface="Arial"/>
                <a:cs typeface="Arial"/>
              </a:rPr>
              <a:t>Pages 11.1-11.5</a:t>
            </a:r>
            <a:endParaRPr lang="en-US" dirty="0">
              <a:latin typeface="Arial"/>
              <a:cs typeface="Arial"/>
            </a:endParaRPr>
          </a:p>
          <a:p>
            <a:pPr lvl="1">
              <a:buFont typeface="Courier New" panose="020B0604020202020204" pitchFamily="34" charset="0"/>
              <a:buChar char="o"/>
            </a:pPr>
            <a:endParaRPr lang="en-US" dirty="0">
              <a:cs typeface="Arial" panose="020B0604020202020204" pitchFamily="34" charset="0"/>
            </a:endParaRPr>
          </a:p>
          <a:p>
            <a:pPr lvl="1">
              <a:buFont typeface="Arial" panose="020B0604020202020204" pitchFamily="34" charset="0"/>
              <a:buChar char="•"/>
            </a:pPr>
            <a:endParaRPr lang="en-US" dirty="0">
              <a:cs typeface="Arial" panose="020B0604020202020204" pitchFamily="34" charset="0"/>
            </a:endParaRPr>
          </a:p>
          <a:p>
            <a:pPr lvl="1">
              <a:buFont typeface="Arial" panose="020B0604020202020204" pitchFamily="34" charset="0"/>
              <a:buChar char="•"/>
            </a:pPr>
            <a:endParaRPr lang="en-US">
              <a:cs typeface="Arial" panose="020B0604020202020204" pitchFamily="34" charset="0"/>
            </a:endParaRPr>
          </a:p>
          <a:p>
            <a:pPr lvl="1">
              <a:buFont typeface="Courier New" panose="020B0604020202020204" pitchFamily="34" charset="0"/>
              <a:buChar char="o"/>
            </a:pPr>
            <a:endParaRPr lang="en-US">
              <a:cs typeface="Arial" panose="020B0604020202020204" pitchFamily="34" charset="0"/>
            </a:endParaRPr>
          </a:p>
          <a:p>
            <a:endParaRPr lang="en-US"/>
          </a:p>
        </p:txBody>
      </p:sp>
      <p:pic>
        <p:nvPicPr>
          <p:cNvPr id="6" name="Picture Placeholder 5">
            <a:extLst>
              <a:ext uri="{FF2B5EF4-FFF2-40B4-BE49-F238E27FC236}">
                <a16:creationId xmlns:a16="http://schemas.microsoft.com/office/drawing/2014/main" id="{497DF8B2-9F3A-EB0E-C7F2-6B5E2F71A818}"/>
              </a:ext>
            </a:extLst>
          </p:cNvPr>
          <p:cNvPicPr>
            <a:picLocks noGrp="1" noChangeAspect="1"/>
          </p:cNvPicPr>
          <p:nvPr>
            <p:ph type="pic" sz="quarter" idx="14"/>
          </p:nvPr>
        </p:nvPicPr>
        <p:blipFill>
          <a:blip r:embed="rId2"/>
          <a:srcRect t="3717" b="3717"/>
          <a:stretch/>
        </p:blipFill>
        <p:spPr>
          <a:xfrm>
            <a:off x="4125440" y="1545689"/>
            <a:ext cx="3320842" cy="2048484"/>
          </a:xfrm>
          <a:prstGeom prst="roundRect">
            <a:avLst>
              <a:gd name="adj" fmla="val 4169"/>
            </a:avLst>
          </a:prstGeom>
        </p:spPr>
      </p:pic>
    </p:spTree>
    <p:extLst>
      <p:ext uri="{BB962C8B-B14F-4D97-AF65-F5344CB8AC3E}">
        <p14:creationId xmlns:p14="http://schemas.microsoft.com/office/powerpoint/2010/main" val="272742643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6817707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0893AB-317C-FA34-F6A7-29A66A300664}"/>
            </a:ext>
          </a:extLst>
        </p:cNvPr>
        <p:cNvGrpSpPr/>
        <p:nvPr/>
      </p:nvGrpSpPr>
      <p:grpSpPr>
        <a:xfrm>
          <a:off x="0" y="0"/>
          <a:ext cx="0" cy="0"/>
          <a:chOff x="0" y="0"/>
          <a:chExt cx="0" cy="0"/>
        </a:xfrm>
      </p:grpSpPr>
    </p:spTree>
    <p:extLst>
      <p:ext uri="{BB962C8B-B14F-4D97-AF65-F5344CB8AC3E}">
        <p14:creationId xmlns:p14="http://schemas.microsoft.com/office/powerpoint/2010/main" val="26747602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1_Anaplan">
  <a:themeElements>
    <a:clrScheme name="Custom 7">
      <a:dk1>
        <a:srgbClr val="0A2F46"/>
      </a:dk1>
      <a:lt1>
        <a:srgbClr val="FFFFFF"/>
      </a:lt1>
      <a:dk2>
        <a:srgbClr val="0A2F46"/>
      </a:dk2>
      <a:lt2>
        <a:srgbClr val="F2F1EE"/>
      </a:lt2>
      <a:accent1>
        <a:srgbClr val="FF6100"/>
      </a:accent1>
      <a:accent2>
        <a:srgbClr val="B33014"/>
      </a:accent2>
      <a:accent3>
        <a:srgbClr val="5C59C6"/>
      </a:accent3>
      <a:accent4>
        <a:srgbClr val="FFC099"/>
      </a:accent4>
      <a:accent5>
        <a:srgbClr val="E1ADA1"/>
      </a:accent5>
      <a:accent6>
        <a:srgbClr val="BCBDF6"/>
      </a:accent6>
      <a:hlink>
        <a:srgbClr val="5859E9"/>
      </a:hlink>
      <a:folHlink>
        <a:srgbClr val="5859E9"/>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spPr>
      <a:bodyPr rtlCol="0" anchor="ctr"/>
      <a:lstStyle>
        <a:defPPr algn="ctr">
          <a:defRPr sz="1600" dirty="0" smtClean="0">
            <a:solidFill>
              <a:schemeClr val="bg1"/>
            </a:solidFill>
            <a:latin typeface="Arial" panose="020B0604020202020204" pitchFamily="34" charset="0"/>
            <a:ea typeface="Verdana" charset="0"/>
            <a:cs typeface="Arial" panose="020B0604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25400" cap="rnd">
          <a:solidFill>
            <a:schemeClr val="tx2"/>
          </a:solidFill>
          <a:headEnd type="none"/>
          <a:tailEnd type="none" w="med" len="med"/>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rtlCol="0">
        <a:spAutoFit/>
      </a:bodyPr>
      <a:lstStyle>
        <a:defPPr marL="180975" indent="-180975" algn="l">
          <a:buClrTx/>
          <a:buFont typeface="Arial" panose="020B0604020202020204" pitchFamily="34" charset="0"/>
          <a:buChar char="•"/>
          <a:defRPr sz="1600" dirty="0" smtClean="0">
            <a:solidFill>
              <a:schemeClr val="tx2"/>
            </a:solidFill>
            <a:latin typeface="Arial" panose="020B0604020202020204" pitchFamily="34" charset="0"/>
            <a:ea typeface="Inter Light" panose="02000503000000020004" pitchFamily="2" charset="0"/>
            <a:cs typeface="Arial" panose="020B0604020202020204" pitchFamily="34" charset="0"/>
          </a:defRPr>
        </a:defPPr>
      </a:lstStyle>
    </a:txDef>
  </a:objectDefaults>
  <a:extraClrSchemeLst/>
  <a:extLst>
    <a:ext uri="{05A4C25C-085E-4340-85A3-A5531E510DB2}">
      <thm15:themeFamily xmlns:thm15="http://schemas.microsoft.com/office/thememl/2012/main" name="Anaplan" id="{4CAA6598-02B8-994A-A258-05814F96B992}" vid="{EA4A7944-4E0C-C543-AAFA-15667AF016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A178E26A7DE7A4B8C551D41D40720EA" ma:contentTypeVersion="14" ma:contentTypeDescription="Create a new document." ma:contentTypeScope="" ma:versionID="4114e12e7c6499c91d768b3b0d5b0906">
  <xsd:schema xmlns:xsd="http://www.w3.org/2001/XMLSchema" xmlns:xs="http://www.w3.org/2001/XMLSchema" xmlns:p="http://schemas.microsoft.com/office/2006/metadata/properties" xmlns:ns2="c4a93292-96be-422c-9bb6-49a5d66e42ec" xmlns:ns3="1312f2c0-dda1-4b36-bf7c-5f95f823505b" targetNamespace="http://schemas.microsoft.com/office/2006/metadata/properties" ma:root="true" ma:fieldsID="fa6bb022fae5ea71495521fd550ff9f5" ns2:_="" ns3:_="">
    <xsd:import namespace="c4a93292-96be-422c-9bb6-49a5d66e42ec"/>
    <xsd:import namespace="1312f2c0-dda1-4b36-bf7c-5f95f823505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4a93292-96be-422c-9bb6-49a5d66e42e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f01811cc-c25a-4941-9f36-8ea868950899"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1312f2c0-dda1-4b36-bf7c-5f95f823505b"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323cce13-5f3b-4cca-a285-1a02e43f832e}" ma:internalName="TaxCatchAll" ma:showField="CatchAllData" ma:web="1312f2c0-dda1-4b36-bf7c-5f95f823505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1312f2c0-dda1-4b36-bf7c-5f95f823505b" xsi:nil="true"/>
    <lcf76f155ced4ddcb4097134ff3c332f xmlns="c4a93292-96be-422c-9bb6-49a5d66e42ec">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D260C69D-186B-4AF3-8950-D472B680E5C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4a93292-96be-422c-9bb6-49a5d66e42ec"/>
    <ds:schemaRef ds:uri="1312f2c0-dda1-4b36-bf7c-5f95f823505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DF0ED3D-6654-403B-9884-CF65CF102955}">
  <ds:schemaRefs>
    <ds:schemaRef ds:uri="http://schemas.microsoft.com/sharepoint/v3/contenttype/forms"/>
  </ds:schemaRefs>
</ds:datastoreItem>
</file>

<file path=customXml/itemProps3.xml><?xml version="1.0" encoding="utf-8"?>
<ds:datastoreItem xmlns:ds="http://schemas.openxmlformats.org/officeDocument/2006/customXml" ds:itemID="{A9FEF226-2A2D-4391-9647-CAE00A0A4519}">
  <ds:schemaRefs>
    <ds:schemaRef ds:uri="1312f2c0-dda1-4b36-bf7c-5f95f823505b"/>
    <ds:schemaRef ds:uri="c4a93292-96be-422c-9bb6-49a5d66e42ec"/>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On-screen Show (16:9)</PresentationFormat>
  <Slides>27</Slides>
  <Notes>0</Notes>
  <HiddenSlides>0</HiddenSlide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1_Anaplan</vt:lpstr>
      <vt:lpstr>Territory and Quota Planning Post-Gen Exercises</vt:lpstr>
      <vt:lpstr>Key Objectives</vt:lpstr>
      <vt:lpstr>Load Core Datasets to Data Hub</vt:lpstr>
      <vt:lpstr>Core data objects can be loaded directly into the data schemas defined during configuration process</vt:lpstr>
      <vt:lpstr>WORKING TIME</vt:lpstr>
      <vt:lpstr>Load "Account Flat" list</vt:lpstr>
      <vt:lpstr>2. Load "SYS by Account Flat" module</vt:lpstr>
      <vt:lpstr>3. Load "Employee Flat" list</vt:lpstr>
      <vt:lpstr>4. Load "SYS by Employee Flat" module</vt:lpstr>
      <vt:lpstr>5. Load "Territory Flat" list</vt:lpstr>
      <vt:lpstr>6. Load "SYS by Territory Flat" module</vt:lpstr>
      <vt:lpstr>7. Load "Opportunity" list</vt:lpstr>
      <vt:lpstr>8. Load "Opportunity Line" list</vt:lpstr>
      <vt:lpstr>9. Load "DAT by Opportunity Line" module</vt:lpstr>
      <vt:lpstr>Initialize Spoke Model</vt:lpstr>
      <vt:lpstr>Data Hub – TQ Spoke model actions are pre-configured after generation. Use the "TQ Exercise Spoke" model</vt:lpstr>
      <vt:lpstr>Data Validations – Account to T6 Territory</vt:lpstr>
      <vt:lpstr>Data Validations – Employee to T6 Territory</vt:lpstr>
      <vt:lpstr>Initialize Target Setting</vt:lpstr>
      <vt:lpstr>Load Targets </vt:lpstr>
      <vt:lpstr>Validate Loaded Targets</vt:lpstr>
      <vt:lpstr>Cascade Targets</vt:lpstr>
      <vt:lpstr>Practice Target Cascading</vt:lpstr>
      <vt:lpstr>Additional T&amp;Q Hands-On</vt:lpstr>
      <vt:lpstr>Practice functional use of additional T&amp;Q pages in your "TQ Demo" model</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revision>37</cp:revision>
  <cp:lastPrinted>2019-08-13T18:16:27Z</cp:lastPrinted>
  <dcterms:created xsi:type="dcterms:W3CDTF">2017-07-06T21:11:50Z</dcterms:created>
  <dcterms:modified xsi:type="dcterms:W3CDTF">2026-03-19T23:41:57Z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0x0101005A178E26A7DE7A4B8C551D41D40720EA</vt:lpwstr>
  </property>
  <property fmtid="{D5CDD505-2E9C-101B-9397-08002B2CF9AE}" pid="3" name="MediaServiceImageTags">
    <vt:lpwstr/>
  </property>
</Properties>
</file>