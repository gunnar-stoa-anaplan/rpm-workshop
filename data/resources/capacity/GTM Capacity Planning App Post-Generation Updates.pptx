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3.xml" ContentType="application/vnd.openxmlformats-officedocument.theme+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theme/theme4.xml" ContentType="application/vnd.openxmlformats-officedocument.theme+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theme/theme5.xml" ContentType="application/vnd.openxmlformats-officedocument.theme+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theme/theme6.xml" ContentType="application/vnd.openxmlformats-officedocument.theme+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7.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theme/theme9.xml" ContentType="application/vnd.openxmlformats-officedocument.theme+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theme/theme10.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theme/theme11.xml" ContentType="application/vnd.openxmlformats-officedocument.them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E_9C80C196.xml" ContentType="application/vnd.ms-powerpoint.comments+xml"/>
  <Override PartName="/ppt/comments/modernComment_7FFFFFEB_96144E42.xml" ContentType="application/vnd.ms-powerpoint.comments+xml"/>
  <Override PartName="/ppt/comments/modernComment_7FFFFFE4_97495.xml" ContentType="application/vnd.ms-powerpoint.comment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602" r:id="rId4"/>
    <p:sldMasterId id="2147484623" r:id="rId5"/>
    <p:sldMasterId id="2147483715" r:id="rId6"/>
    <p:sldMasterId id="2147483792" r:id="rId7"/>
    <p:sldMasterId id="2147483835" r:id="rId8"/>
    <p:sldMasterId id="2147483874" r:id="rId9"/>
    <p:sldMasterId id="2147483926" r:id="rId10"/>
    <p:sldMasterId id="2147484358" r:id="rId11"/>
    <p:sldMasterId id="2147483660" r:id="rId12"/>
    <p:sldMasterId id="2147484655" r:id="rId13"/>
    <p:sldMasterId id="2147484799" r:id="rId14"/>
  </p:sldMasterIdLst>
  <p:notesMasterIdLst>
    <p:notesMasterId r:id="rId64"/>
  </p:notesMasterIdLst>
  <p:sldIdLst>
    <p:sldId id="2147478371" r:id="rId15"/>
    <p:sldId id="2147478372" r:id="rId16"/>
    <p:sldId id="2147478373" r:id="rId17"/>
    <p:sldId id="2147483590" r:id="rId18"/>
    <p:sldId id="2147483591" r:id="rId19"/>
    <p:sldId id="2147483592" r:id="rId20"/>
    <p:sldId id="265" r:id="rId21"/>
    <p:sldId id="267" r:id="rId22"/>
    <p:sldId id="2147483593" r:id="rId23"/>
    <p:sldId id="2147483594" r:id="rId24"/>
    <p:sldId id="2147483595" r:id="rId25"/>
    <p:sldId id="2147483596" r:id="rId26"/>
    <p:sldId id="2147483597" r:id="rId27"/>
    <p:sldId id="261" r:id="rId28"/>
    <p:sldId id="2147483598" r:id="rId29"/>
    <p:sldId id="263" r:id="rId30"/>
    <p:sldId id="2147483605" r:id="rId31"/>
    <p:sldId id="2147483606" r:id="rId32"/>
    <p:sldId id="2147483607" r:id="rId33"/>
    <p:sldId id="2147483608" r:id="rId34"/>
    <p:sldId id="2147483609" r:id="rId35"/>
    <p:sldId id="2147483610" r:id="rId36"/>
    <p:sldId id="2147483611" r:id="rId37"/>
    <p:sldId id="2147483612" r:id="rId38"/>
    <p:sldId id="269" r:id="rId39"/>
    <p:sldId id="268" r:id="rId40"/>
    <p:sldId id="270" r:id="rId41"/>
    <p:sldId id="2147483627" r:id="rId42"/>
    <p:sldId id="2147483628" r:id="rId43"/>
    <p:sldId id="2147483640" r:id="rId44"/>
    <p:sldId id="271" r:id="rId45"/>
    <p:sldId id="264" r:id="rId46"/>
    <p:sldId id="2147483626" r:id="rId47"/>
    <p:sldId id="2147483620" r:id="rId48"/>
    <p:sldId id="2147483621" r:id="rId49"/>
    <p:sldId id="2147483625" r:id="rId50"/>
    <p:sldId id="2147483629" r:id="rId51"/>
    <p:sldId id="2147483630" r:id="rId52"/>
    <p:sldId id="2147483631" r:id="rId53"/>
    <p:sldId id="2147483632" r:id="rId54"/>
    <p:sldId id="2147483634" r:id="rId55"/>
    <p:sldId id="2147483635" r:id="rId56"/>
    <p:sldId id="2147483636" r:id="rId57"/>
    <p:sldId id="2147483637" r:id="rId58"/>
    <p:sldId id="2147483638" r:id="rId59"/>
    <p:sldId id="2147483639" r:id="rId60"/>
    <p:sldId id="266" r:id="rId61"/>
    <p:sldId id="2147483642" r:id="rId62"/>
    <p:sldId id="214748364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2EA037-F011-764C-19C1-0092FBCB8DE0}" name="Timothy Brennan" initials="TB" userId="S::timothy.brennan@anaplan.com::b2470105-2531-497a-8b10-e0568dfb5b16" providerId="AD"/>
  <p188:author id="{2E9CF359-413B-BA26-5FD2-F5BA4E727159}" name="Chris Schulze" initials="CS" userId="S::chris.schulze@anaplan.com::2e58afd4-a6a0-4144-8397-35ced18d076a" providerId="AD"/>
  <p188:author id="{2B2EE461-3CB4-235B-5E4A-3A7F79BFDDFC}" name="Lisa Moore" initials="LM" userId="S::lisa.moore@anaplan.com::a088c166-9ee6-4a89-abf2-037fb7cf42c8" providerId="AD"/>
  <p188:author id="{A11A8B7C-8A4E-1B0E-8A5C-2B4C3658252F}" name="Paul Taylor" initials="PT" userId="S::paul.taylor@anaplan.com::e9873f2f-2883-43b7-932b-39c00a2e05de" providerId="AD"/>
  <p188:author id="{7C14EEAD-990C-9DCE-D8F3-853C7749A6AB}" name="Scott Asplund" initials="SA" userId="S::scott.asplund@anaplan.com::6373835c-d467-44a1-84d9-f85b24f7a093" providerId="AD"/>
  <p188:author id="{BC648AC6-C026-B4FE-BC9B-3A11E0BE3CF0}" name="Guillaume Arnaud" initials="GA" userId="S::guillaume.arnaud@anaplan.com::5025ff07-367f-49c9-8057-55eefeaee3bd" providerId="AD"/>
  <p188:author id="{991F82DF-B7AA-8D83-1E74-42FD4FA11178}" name="Elizabeth Schera" initials="ES" userId="S::elizabeth.schera@anaplan.com::15d9bf91-ee17-4dc8-b27f-de53aa84949f" providerId="AD"/>
  <p188:author id="{2143D3FD-788A-BFA8-F366-9946F8E0C72E}" name="Frankie Wolf" initials="FW" userId="S::frankie.wolf@anaplan.com::089cac59-dae3-4e93-b4a0-0ce686ed55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21C"/>
    <a:srgbClr val="FF6101"/>
    <a:srgbClr val="0C31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6E3136-F255-A65D-8A34-DB374B90C46C}" v="57" dt="2025-11-12T21:42:21.459"/>
    <p1510:client id="{61715D32-E7A8-AFFE-6D98-3D817350DC92}" v="93" dt="2025-11-11T18:27:36.836"/>
    <p1510:client id="{6F7CE6E1-C0DF-0C46-F830-4FDCA818E648}" v="1" dt="2025-11-12T21:24:14.540"/>
    <p1510:client id="{768F4A9A-4E87-6CF8-976F-F8F400EA97B9}" v="66" vWet="74" dt="2025-11-11T16:47:32.601"/>
    <p1510:client id="{B08D33E9-9508-61D4-57E9-8CAFCA2B56D6}" v="14" dt="2025-11-12T21:19:52.787"/>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2.xml"/><Relationship Id="rId21" Type="http://schemas.openxmlformats.org/officeDocument/2006/relationships/slide" Target="slides/slide7.xml"/><Relationship Id="rId42" Type="http://schemas.openxmlformats.org/officeDocument/2006/relationships/slide" Target="slides/slide28.xml"/><Relationship Id="rId47" Type="http://schemas.openxmlformats.org/officeDocument/2006/relationships/slide" Target="slides/slide33.xml"/><Relationship Id="rId63" Type="http://schemas.openxmlformats.org/officeDocument/2006/relationships/slide" Target="slides/slide49.xml"/><Relationship Id="rId68" Type="http://schemas.openxmlformats.org/officeDocument/2006/relationships/tableStyles" Target="tableStyles.xml"/><Relationship Id="rId7" Type="http://schemas.openxmlformats.org/officeDocument/2006/relationships/slideMaster" Target="slideMasters/slideMaster4.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slide" Target="slides/slide39.xml"/><Relationship Id="rId58" Type="http://schemas.openxmlformats.org/officeDocument/2006/relationships/slide" Target="slides/slide44.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47.xml"/><Relationship Id="rId19" Type="http://schemas.openxmlformats.org/officeDocument/2006/relationships/slide" Target="slides/slide5.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slide" Target="slides/slide42.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37.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openxmlformats.org/officeDocument/2006/relationships/slide" Target="slides/slide45.xml"/><Relationship Id="rId67" Type="http://schemas.openxmlformats.org/officeDocument/2006/relationships/theme" Target="theme/theme1.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slide" Target="slides/slide40.xml"/><Relationship Id="rId62" Type="http://schemas.openxmlformats.org/officeDocument/2006/relationships/slide" Target="slides/slide4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slide" Target="slides/slide43.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openxmlformats.org/officeDocument/2006/relationships/slide" Target="slides/slide4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4.xml"/><Relationship Id="rId39" Type="http://schemas.openxmlformats.org/officeDocument/2006/relationships/slide" Target="slides/slide25.xml"/><Relationship Id="rId34" Type="http://schemas.openxmlformats.org/officeDocument/2006/relationships/slide" Target="slides/slide20.xml"/><Relationship Id="rId50" Type="http://schemas.openxmlformats.org/officeDocument/2006/relationships/slide" Target="slides/slide36.xml"/><Relationship Id="rId55"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Mavetz" userId="S::jon.mavetz@anaplan.com::9836c04f-3c15-4b85-b3b5-888e74618551" providerId="AD" clId="Web-{768F4A9A-4E87-6CF8-976F-F8F400EA97B9}"/>
    <pc:docChg chg="addSld modSld">
      <pc:chgData name="Jon Mavetz" userId="S::jon.mavetz@anaplan.com::9836c04f-3c15-4b85-b3b5-888e74618551" providerId="AD" clId="Web-{768F4A9A-4E87-6CF8-976F-F8F400EA97B9}" dt="2025-11-11T16:45:01.660" v="42" actId="20577"/>
      <pc:docMkLst>
        <pc:docMk/>
      </pc:docMkLst>
      <pc:sldChg chg="modSp add replId">
        <pc:chgData name="Jon Mavetz" userId="S::jon.mavetz@anaplan.com::9836c04f-3c15-4b85-b3b5-888e74618551" providerId="AD" clId="Web-{768F4A9A-4E87-6CF8-976F-F8F400EA97B9}" dt="2025-11-11T16:45:01.660" v="42" actId="20577"/>
        <pc:sldMkLst>
          <pc:docMk/>
          <pc:sldMk cId="3249124199" sldId="2147483640"/>
        </pc:sldMkLst>
        <pc:spChg chg="mod">
          <ac:chgData name="Jon Mavetz" userId="S::jon.mavetz@anaplan.com::9836c04f-3c15-4b85-b3b5-888e74618551" providerId="AD" clId="Web-{768F4A9A-4E87-6CF8-976F-F8F400EA97B9}" dt="2025-11-11T16:31:12.201" v="6" actId="20577"/>
          <ac:spMkLst>
            <pc:docMk/>
            <pc:sldMk cId="3249124199" sldId="2147483640"/>
            <ac:spMk id="4" creationId="{DDCF744A-5DD2-33F6-8D51-E8758F960EE9}"/>
          </ac:spMkLst>
        </pc:spChg>
        <pc:spChg chg="mod">
          <ac:chgData name="Jon Mavetz" userId="S::jon.mavetz@anaplan.com::9836c04f-3c15-4b85-b3b5-888e74618551" providerId="AD" clId="Web-{768F4A9A-4E87-6CF8-976F-F8F400EA97B9}" dt="2025-11-11T16:45:01.660" v="42" actId="20577"/>
          <ac:spMkLst>
            <pc:docMk/>
            <pc:sldMk cId="3249124199" sldId="2147483640"/>
            <ac:spMk id="8" creationId="{4D94A72A-948B-84F5-E4C9-80363372152A}"/>
          </ac:spMkLst>
        </pc:spChg>
        <pc:spChg chg="mod">
          <ac:chgData name="Jon Mavetz" userId="S::jon.mavetz@anaplan.com::9836c04f-3c15-4b85-b3b5-888e74618551" providerId="AD" clId="Web-{768F4A9A-4E87-6CF8-976F-F8F400EA97B9}" dt="2025-11-11T16:32:29.580" v="8" actId="20577"/>
          <ac:spMkLst>
            <pc:docMk/>
            <pc:sldMk cId="3249124199" sldId="2147483640"/>
            <ac:spMk id="9" creationId="{C24033D9-67DD-8F15-00EB-DBF5CF93872C}"/>
          </ac:spMkLst>
        </pc:spChg>
      </pc:sldChg>
    </pc:docChg>
  </pc:docChgLst>
  <pc:docChgLst>
    <pc:chgData name="Jon Mavetz" userId="S::jon.mavetz@anaplan.com::9836c04f-3c15-4b85-b3b5-888e74618551" providerId="AD" clId="Web-{4C6E3136-F255-A65D-8A34-DB374B90C46C}"/>
    <pc:docChg chg="addSld modSld sldOrd">
      <pc:chgData name="Jon Mavetz" userId="S::jon.mavetz@anaplan.com::9836c04f-3c15-4b85-b3b5-888e74618551" providerId="AD" clId="Web-{4C6E3136-F255-A65D-8A34-DB374B90C46C}" dt="2025-11-12T21:42:21.459" v="45" actId="20577"/>
      <pc:docMkLst>
        <pc:docMk/>
      </pc:docMkLst>
      <pc:sldChg chg="modSp">
        <pc:chgData name="Jon Mavetz" userId="S::jon.mavetz@anaplan.com::9836c04f-3c15-4b85-b3b5-888e74618551" providerId="AD" clId="Web-{4C6E3136-F255-A65D-8A34-DB374B90C46C}" dt="2025-11-12T21:23:54.711" v="10" actId="1076"/>
        <pc:sldMkLst>
          <pc:docMk/>
          <pc:sldMk cId="867252448" sldId="2147478373"/>
        </pc:sldMkLst>
        <pc:spChg chg="mod">
          <ac:chgData name="Jon Mavetz" userId="S::jon.mavetz@anaplan.com::9836c04f-3c15-4b85-b3b5-888e74618551" providerId="AD" clId="Web-{4C6E3136-F255-A65D-8A34-DB374B90C46C}" dt="2025-11-12T21:19:09.107" v="2" actId="20577"/>
          <ac:spMkLst>
            <pc:docMk/>
            <pc:sldMk cId="867252448" sldId="2147478373"/>
            <ac:spMk id="25" creationId="{65EC1F17-1610-077B-E57E-8EC0C0068D64}"/>
          </ac:spMkLst>
        </pc:spChg>
        <pc:spChg chg="mod">
          <ac:chgData name="Jon Mavetz" userId="S::jon.mavetz@anaplan.com::9836c04f-3c15-4b85-b3b5-888e74618551" providerId="AD" clId="Web-{4C6E3136-F255-A65D-8A34-DB374B90C46C}" dt="2025-11-12T21:21:43.676" v="4" actId="20577"/>
          <ac:spMkLst>
            <pc:docMk/>
            <pc:sldMk cId="867252448" sldId="2147478373"/>
            <ac:spMk id="26" creationId="{03D40795-455B-033B-A36B-7D6BC4CCB674}"/>
          </ac:spMkLst>
        </pc:spChg>
        <pc:grpChg chg="mod">
          <ac:chgData name="Jon Mavetz" userId="S::jon.mavetz@anaplan.com::9836c04f-3c15-4b85-b3b5-888e74618551" providerId="AD" clId="Web-{4C6E3136-F255-A65D-8A34-DB374B90C46C}" dt="2025-11-12T21:23:53.320" v="7" actId="1076"/>
          <ac:grpSpMkLst>
            <pc:docMk/>
            <pc:sldMk cId="867252448" sldId="2147478373"/>
            <ac:grpSpMk id="2" creationId="{0E13A77A-C37C-521B-9DD1-F7F4FEDD4680}"/>
          </ac:grpSpMkLst>
        </pc:grpChg>
        <pc:grpChg chg="mod">
          <ac:chgData name="Jon Mavetz" userId="S::jon.mavetz@anaplan.com::9836c04f-3c15-4b85-b3b5-888e74618551" providerId="AD" clId="Web-{4C6E3136-F255-A65D-8A34-DB374B90C46C}" dt="2025-11-12T21:23:54.711" v="10" actId="1076"/>
          <ac:grpSpMkLst>
            <pc:docMk/>
            <pc:sldMk cId="867252448" sldId="2147478373"/>
            <ac:grpSpMk id="23" creationId="{AB2A0147-4697-F0A3-4FD8-ECCEE142F9B1}"/>
          </ac:grpSpMkLst>
        </pc:grpChg>
        <pc:grpChg chg="mod">
          <ac:chgData name="Jon Mavetz" userId="S::jon.mavetz@anaplan.com::9836c04f-3c15-4b85-b3b5-888e74618551" providerId="AD" clId="Web-{4C6E3136-F255-A65D-8A34-DB374B90C46C}" dt="2025-11-12T21:22:28.255" v="5" actId="1076"/>
          <ac:grpSpMkLst>
            <pc:docMk/>
            <pc:sldMk cId="867252448" sldId="2147478373"/>
            <ac:grpSpMk id="33" creationId="{3EF742ED-0BC3-CE41-B292-4C77342B7326}"/>
          </ac:grpSpMkLst>
        </pc:grpChg>
        <pc:grpChg chg="mod">
          <ac:chgData name="Jon Mavetz" userId="S::jon.mavetz@anaplan.com::9836c04f-3c15-4b85-b3b5-888e74618551" providerId="AD" clId="Web-{4C6E3136-F255-A65D-8A34-DB374B90C46C}" dt="2025-11-12T21:23:14.304" v="6" actId="1076"/>
          <ac:grpSpMkLst>
            <pc:docMk/>
            <pc:sldMk cId="867252448" sldId="2147478373"/>
            <ac:grpSpMk id="34" creationId="{FE472167-E7DE-507C-0C73-99A718834054}"/>
          </ac:grpSpMkLst>
        </pc:grpChg>
        <pc:grpChg chg="mod">
          <ac:chgData name="Jon Mavetz" userId="S::jon.mavetz@anaplan.com::9836c04f-3c15-4b85-b3b5-888e74618551" providerId="AD" clId="Web-{4C6E3136-F255-A65D-8A34-DB374B90C46C}" dt="2025-11-12T21:23:54.055" v="8" actId="1076"/>
          <ac:grpSpMkLst>
            <pc:docMk/>
            <pc:sldMk cId="867252448" sldId="2147478373"/>
            <ac:grpSpMk id="35" creationId="{CDEA85C5-ACA2-8A7C-9DA3-5FC02285FF29}"/>
          </ac:grpSpMkLst>
        </pc:grpChg>
        <pc:grpChg chg="mod">
          <ac:chgData name="Jon Mavetz" userId="S::jon.mavetz@anaplan.com::9836c04f-3c15-4b85-b3b5-888e74618551" providerId="AD" clId="Web-{4C6E3136-F255-A65D-8A34-DB374B90C46C}" dt="2025-11-12T21:23:54.633" v="9" actId="1076"/>
          <ac:grpSpMkLst>
            <pc:docMk/>
            <pc:sldMk cId="867252448" sldId="2147478373"/>
            <ac:grpSpMk id="36" creationId="{2B8372E9-314C-3652-F998-DC00CB595ACF}"/>
          </ac:grpSpMkLst>
        </pc:grpChg>
      </pc:sldChg>
      <pc:sldChg chg="modSp ord">
        <pc:chgData name="Jon Mavetz" userId="S::jon.mavetz@anaplan.com::9836c04f-3c15-4b85-b3b5-888e74618551" providerId="AD" clId="Web-{4C6E3136-F255-A65D-8A34-DB374B90C46C}" dt="2025-11-12T21:42:21.459" v="45" actId="20577"/>
        <pc:sldMkLst>
          <pc:docMk/>
          <pc:sldMk cId="3249124199" sldId="2147483640"/>
        </pc:sldMkLst>
        <pc:spChg chg="mod">
          <ac:chgData name="Jon Mavetz" userId="S::jon.mavetz@anaplan.com::9836c04f-3c15-4b85-b3b5-888e74618551" providerId="AD" clId="Web-{4C6E3136-F255-A65D-8A34-DB374B90C46C}" dt="2025-11-12T21:42:21.459" v="45" actId="20577"/>
          <ac:spMkLst>
            <pc:docMk/>
            <pc:sldMk cId="3249124199" sldId="2147483640"/>
            <ac:spMk id="4" creationId="{DDCF744A-5DD2-33F6-8D51-E8758F960EE9}"/>
          </ac:spMkLst>
        </pc:spChg>
      </pc:sldChg>
      <pc:sldChg chg="add">
        <pc:chgData name="Jon Mavetz" userId="S::jon.mavetz@anaplan.com::9836c04f-3c15-4b85-b3b5-888e74618551" providerId="AD" clId="Web-{4C6E3136-F255-A65D-8A34-DB374B90C46C}" dt="2025-11-12T21:23:55.695" v="11"/>
        <pc:sldMkLst>
          <pc:docMk/>
          <pc:sldMk cId="649225574" sldId="2147483641"/>
        </pc:sldMkLst>
      </pc:sldChg>
      <pc:sldChg chg="addSp delSp modSp add replId">
        <pc:chgData name="Jon Mavetz" userId="S::jon.mavetz@anaplan.com::9836c04f-3c15-4b85-b3b5-888e74618551" providerId="AD" clId="Web-{4C6E3136-F255-A65D-8A34-DB374B90C46C}" dt="2025-11-12T21:25:56.557" v="40" actId="14100"/>
        <pc:sldMkLst>
          <pc:docMk/>
          <pc:sldMk cId="2666056633" sldId="2147483642"/>
        </pc:sldMkLst>
        <pc:spChg chg="add del mod">
          <ac:chgData name="Jon Mavetz" userId="S::jon.mavetz@anaplan.com::9836c04f-3c15-4b85-b3b5-888e74618551" providerId="AD" clId="Web-{4C6E3136-F255-A65D-8A34-DB374B90C46C}" dt="2025-11-12T21:25:40.291" v="29"/>
          <ac:spMkLst>
            <pc:docMk/>
            <pc:sldMk cId="2666056633" sldId="2147483642"/>
            <ac:spMk id="2" creationId="{9BBA0275-5190-A0D3-840D-CAC02B945ED0}"/>
          </ac:spMkLst>
        </pc:spChg>
        <pc:spChg chg="mod">
          <ac:chgData name="Jon Mavetz" userId="S::jon.mavetz@anaplan.com::9836c04f-3c15-4b85-b3b5-888e74618551" providerId="AD" clId="Web-{4C6E3136-F255-A65D-8A34-DB374B90C46C}" dt="2025-11-12T21:24:57.493" v="14" actId="20577"/>
          <ac:spMkLst>
            <pc:docMk/>
            <pc:sldMk cId="2666056633" sldId="2147483642"/>
            <ac:spMk id="3" creationId="{0A0B6CC3-4610-3F6B-C0D9-DDDD54AB9546}"/>
          </ac:spMkLst>
        </pc:spChg>
        <pc:spChg chg="add del mod">
          <ac:chgData name="Jon Mavetz" userId="S::jon.mavetz@anaplan.com::9836c04f-3c15-4b85-b3b5-888e74618551" providerId="AD" clId="Web-{4C6E3136-F255-A65D-8A34-DB374B90C46C}" dt="2025-11-12T21:25:44.901" v="36"/>
          <ac:spMkLst>
            <pc:docMk/>
            <pc:sldMk cId="2666056633" sldId="2147483642"/>
            <ac:spMk id="4" creationId="{DCD5DED4-8ABA-CCFC-EF6B-617D882BA2CE}"/>
          </ac:spMkLst>
        </pc:spChg>
        <pc:spChg chg="mod">
          <ac:chgData name="Jon Mavetz" userId="S::jon.mavetz@anaplan.com::9836c04f-3c15-4b85-b3b5-888e74618551" providerId="AD" clId="Web-{4C6E3136-F255-A65D-8A34-DB374B90C46C}" dt="2025-11-12T21:25:56.557" v="40" actId="14100"/>
          <ac:spMkLst>
            <pc:docMk/>
            <pc:sldMk cId="2666056633" sldId="2147483642"/>
            <ac:spMk id="5" creationId="{D43D778A-DCC8-A2BB-A798-13713CBFC680}"/>
          </ac:spMkLst>
        </pc:spChg>
      </pc:sldChg>
      <pc:sldMasterChg chg="addSldLayout">
        <pc:chgData name="Jon Mavetz" userId="S::jon.mavetz@anaplan.com::9836c04f-3c15-4b85-b3b5-888e74618551" providerId="AD" clId="Web-{4C6E3136-F255-A65D-8A34-DB374B90C46C}" dt="2025-11-12T21:23:55.695" v="11"/>
        <pc:sldMasterMkLst>
          <pc:docMk/>
          <pc:sldMasterMk cId="961400438" sldId="2147484358"/>
        </pc:sldMasterMkLst>
        <pc:sldLayoutChg chg="add replId">
          <pc:chgData name="Jon Mavetz" userId="S::jon.mavetz@anaplan.com::9836c04f-3c15-4b85-b3b5-888e74618551" providerId="AD" clId="Web-{4C6E3136-F255-A65D-8A34-DB374B90C46C}" dt="2025-11-12T21:23:55.695" v="11"/>
          <pc:sldLayoutMkLst>
            <pc:docMk/>
            <pc:sldMasterMk cId="961400438" sldId="2147484358"/>
            <pc:sldLayoutMk cId="3811142229" sldId="2147484952"/>
          </pc:sldLayoutMkLst>
        </pc:sldLayoutChg>
      </pc:sldMasterChg>
    </pc:docChg>
  </pc:docChgLst>
  <pc:docChgLst>
    <pc:chgData name="Jon Mavetz" userId="S::jon.mavetz@anaplan.com::9836c04f-3c15-4b85-b3b5-888e74618551" providerId="AD" clId="Web-{6F7CE6E1-C0DF-0C46-F830-4FDCA818E648}"/>
    <pc:docChg chg="addSld">
      <pc:chgData name="Jon Mavetz" userId="S::jon.mavetz@anaplan.com::9836c04f-3c15-4b85-b3b5-888e74618551" providerId="AD" clId="Web-{6F7CE6E1-C0DF-0C46-F830-4FDCA818E648}" dt="2025-11-12T21:24:14.540" v="0"/>
      <pc:docMkLst>
        <pc:docMk/>
      </pc:docMkLst>
      <pc:sldChg chg="add">
        <pc:chgData name="Jon Mavetz" userId="S::jon.mavetz@anaplan.com::9836c04f-3c15-4b85-b3b5-888e74618551" providerId="AD" clId="Web-{6F7CE6E1-C0DF-0C46-F830-4FDCA818E648}" dt="2025-11-12T21:24:14.540" v="0"/>
        <pc:sldMkLst>
          <pc:docMk/>
          <pc:sldMk cId="649225574" sldId="2147483641"/>
        </pc:sldMkLst>
      </pc:sldChg>
      <pc:sldMasterChg chg="addSldLayout">
        <pc:chgData name="Jon Mavetz" userId="S::jon.mavetz@anaplan.com::9836c04f-3c15-4b85-b3b5-888e74618551" providerId="AD" clId="Web-{6F7CE6E1-C0DF-0C46-F830-4FDCA818E648}" dt="2025-11-12T21:24:14.540" v="0"/>
        <pc:sldMasterMkLst>
          <pc:docMk/>
          <pc:sldMasterMk cId="961400438" sldId="2147484358"/>
        </pc:sldMasterMkLst>
        <pc:sldLayoutChg chg="add replId">
          <pc:chgData name="Jon Mavetz" userId="S::jon.mavetz@anaplan.com::9836c04f-3c15-4b85-b3b5-888e74618551" providerId="AD" clId="Web-{6F7CE6E1-C0DF-0C46-F830-4FDCA818E648}" dt="2025-11-12T21:24:14.540" v="0"/>
          <pc:sldLayoutMkLst>
            <pc:docMk/>
            <pc:sldMasterMk cId="961400438" sldId="2147484358"/>
            <pc:sldLayoutMk cId="4252471217" sldId="2147484952"/>
          </pc:sldLayoutMkLst>
        </pc:sldLayoutChg>
      </pc:sldMasterChg>
    </pc:docChg>
  </pc:docChgLst>
  <pc:docChgLst>
    <pc:chgData name="Jon Mavetz" userId="S::jon.mavetz@anaplan.com::9836c04f-3c15-4b85-b3b5-888e74618551" providerId="AD" clId="Web-{61715D32-E7A8-AFFE-6D98-3D817350DC92}"/>
    <pc:docChg chg="delSld modSld">
      <pc:chgData name="Jon Mavetz" userId="S::jon.mavetz@anaplan.com::9836c04f-3c15-4b85-b3b5-888e74618551" providerId="AD" clId="Web-{61715D32-E7A8-AFFE-6D98-3D817350DC92}" dt="2025-11-11T18:27:36.836" v="67" actId="1076"/>
      <pc:docMkLst>
        <pc:docMk/>
      </pc:docMkLst>
      <pc:sldChg chg="modSp">
        <pc:chgData name="Jon Mavetz" userId="S::jon.mavetz@anaplan.com::9836c04f-3c15-4b85-b3b5-888e74618551" providerId="AD" clId="Web-{61715D32-E7A8-AFFE-6D98-3D817350DC92}" dt="2025-11-11T18:27:36.836" v="67" actId="1076"/>
        <pc:sldMkLst>
          <pc:docMk/>
          <pc:sldMk cId="2165701544" sldId="269"/>
        </pc:sldMkLst>
        <pc:spChg chg="mod">
          <ac:chgData name="Jon Mavetz" userId="S::jon.mavetz@anaplan.com::9836c04f-3c15-4b85-b3b5-888e74618551" providerId="AD" clId="Web-{61715D32-E7A8-AFFE-6D98-3D817350DC92}" dt="2025-11-11T18:27:36.836" v="67" actId="1076"/>
          <ac:spMkLst>
            <pc:docMk/>
            <pc:sldMk cId="2165701544" sldId="269"/>
            <ac:spMk id="14" creationId="{80EBCC53-37CB-1BE7-3F73-E2090CBE74AE}"/>
          </ac:spMkLst>
        </pc:spChg>
      </pc:sldChg>
      <pc:sldChg chg="del">
        <pc:chgData name="Jon Mavetz" userId="S::jon.mavetz@anaplan.com::9836c04f-3c15-4b85-b3b5-888e74618551" providerId="AD" clId="Web-{61715D32-E7A8-AFFE-6D98-3D817350DC92}" dt="2025-11-11T16:45:52.711" v="57"/>
        <pc:sldMkLst>
          <pc:docMk/>
          <pc:sldMk cId="204443760" sldId="2147483618"/>
        </pc:sldMkLst>
      </pc:sldChg>
      <pc:sldChg chg="modSp modCm">
        <pc:chgData name="Jon Mavetz" userId="S::jon.mavetz@anaplan.com::9836c04f-3c15-4b85-b3b5-888e74618551" providerId="AD" clId="Web-{61715D32-E7A8-AFFE-6D98-3D817350DC92}" dt="2025-11-11T16:47:17.792" v="63" actId="20577"/>
        <pc:sldMkLst>
          <pc:docMk/>
          <pc:sldMk cId="619669" sldId="2147483620"/>
        </pc:sldMkLst>
        <pc:spChg chg="mod">
          <ac:chgData name="Jon Mavetz" userId="S::jon.mavetz@anaplan.com::9836c04f-3c15-4b85-b3b5-888e74618551" providerId="AD" clId="Web-{61715D32-E7A8-AFFE-6D98-3D817350DC92}" dt="2025-11-11T16:47:17.792" v="63" actId="20577"/>
          <ac:spMkLst>
            <pc:docMk/>
            <pc:sldMk cId="619669" sldId="2147483620"/>
            <ac:spMk id="2" creationId="{95C7D0FA-3E77-7970-0D62-8BB55F31D1E5}"/>
          </ac:spMkLst>
        </pc:spChg>
        <pc:extLst>
          <p:ext xmlns:p="http://schemas.openxmlformats.org/presentationml/2006/main" uri="{D6D511B9-2390-475A-947B-AFAB55BFBCF1}">
            <pc226:cmChg xmlns:pc226="http://schemas.microsoft.com/office/powerpoint/2022/06/main/command" chg="mod">
              <pc226:chgData name="Jon Mavetz" userId="S::jon.mavetz@anaplan.com::9836c04f-3c15-4b85-b3b5-888e74618551" providerId="AD" clId="Web-{61715D32-E7A8-AFFE-6D98-3D817350DC92}" dt="2025-11-11T16:47:17.792" v="63" actId="20577"/>
              <pc2:cmMkLst xmlns:pc2="http://schemas.microsoft.com/office/powerpoint/2019/9/main/command">
                <pc:docMk/>
                <pc:sldMk cId="619669" sldId="2147483620"/>
                <pc2:cmMk id="{3FC362A9-9650-2A44-B4ED-7009AD001BF3}"/>
              </pc2:cmMkLst>
            </pc226:cmChg>
          </p:ext>
        </pc:extLst>
      </pc:sldChg>
      <pc:sldChg chg="delSp">
        <pc:chgData name="Jon Mavetz" userId="S::jon.mavetz@anaplan.com::9836c04f-3c15-4b85-b3b5-888e74618551" providerId="AD" clId="Web-{61715D32-E7A8-AFFE-6D98-3D817350DC92}" dt="2025-11-11T16:47:24.886" v="64"/>
        <pc:sldMkLst>
          <pc:docMk/>
          <pc:sldMk cId="947366170" sldId="2147483621"/>
        </pc:sldMkLst>
        <pc:spChg chg="del">
          <ac:chgData name="Jon Mavetz" userId="S::jon.mavetz@anaplan.com::9836c04f-3c15-4b85-b3b5-888e74618551" providerId="AD" clId="Web-{61715D32-E7A8-AFFE-6D98-3D817350DC92}" dt="2025-11-11T16:47:24.886" v="64"/>
          <ac:spMkLst>
            <pc:docMk/>
            <pc:sldMk cId="947366170" sldId="2147483621"/>
            <ac:spMk id="2" creationId="{95C7D0FA-3E77-7970-0D62-8BB55F31D1E5}"/>
          </ac:spMkLst>
        </pc:spChg>
      </pc:sldChg>
      <pc:sldChg chg="del">
        <pc:chgData name="Jon Mavetz" userId="S::jon.mavetz@anaplan.com::9836c04f-3c15-4b85-b3b5-888e74618551" providerId="AD" clId="Web-{61715D32-E7A8-AFFE-6D98-3D817350DC92}" dt="2025-11-11T16:48:01.918" v="65"/>
        <pc:sldMkLst>
          <pc:docMk/>
          <pc:sldMk cId="168547459" sldId="2147483633"/>
        </pc:sldMkLst>
      </pc:sldChg>
      <pc:sldChg chg="modSp">
        <pc:chgData name="Jon Mavetz" userId="S::jon.mavetz@anaplan.com::9836c04f-3c15-4b85-b3b5-888e74618551" providerId="AD" clId="Web-{61715D32-E7A8-AFFE-6D98-3D817350DC92}" dt="2025-11-11T16:45:22.538" v="56" actId="20577"/>
        <pc:sldMkLst>
          <pc:docMk/>
          <pc:sldMk cId="3249124199" sldId="2147483640"/>
        </pc:sldMkLst>
        <pc:spChg chg="mod">
          <ac:chgData name="Jon Mavetz" userId="S::jon.mavetz@anaplan.com::9836c04f-3c15-4b85-b3b5-888e74618551" providerId="AD" clId="Web-{61715D32-E7A8-AFFE-6D98-3D817350DC92}" dt="2025-11-11T16:44:33.005" v="6" actId="20577"/>
          <ac:spMkLst>
            <pc:docMk/>
            <pc:sldMk cId="3249124199" sldId="2147483640"/>
            <ac:spMk id="4" creationId="{DDCF744A-5DD2-33F6-8D51-E8758F960EE9}"/>
          </ac:spMkLst>
        </pc:spChg>
        <pc:spChg chg="mod">
          <ac:chgData name="Jon Mavetz" userId="S::jon.mavetz@anaplan.com::9836c04f-3c15-4b85-b3b5-888e74618551" providerId="AD" clId="Web-{61715D32-E7A8-AFFE-6D98-3D817350DC92}" dt="2025-11-11T16:45:13.725" v="55" actId="20577"/>
          <ac:spMkLst>
            <pc:docMk/>
            <pc:sldMk cId="3249124199" sldId="2147483640"/>
            <ac:spMk id="8" creationId="{4D94A72A-948B-84F5-E4C9-80363372152A}"/>
          </ac:spMkLst>
        </pc:spChg>
        <pc:spChg chg="mod">
          <ac:chgData name="Jon Mavetz" userId="S::jon.mavetz@anaplan.com::9836c04f-3c15-4b85-b3b5-888e74618551" providerId="AD" clId="Web-{61715D32-E7A8-AFFE-6D98-3D817350DC92}" dt="2025-11-11T16:45:22.538" v="56" actId="20577"/>
          <ac:spMkLst>
            <pc:docMk/>
            <pc:sldMk cId="3249124199" sldId="2147483640"/>
            <ac:spMk id="9" creationId="{C24033D9-67DD-8F15-00EB-DBF5CF93872C}"/>
          </ac:spMkLst>
        </pc:spChg>
        <pc:grpChg chg="mod">
          <ac:chgData name="Jon Mavetz" userId="S::jon.mavetz@anaplan.com::9836c04f-3c15-4b85-b3b5-888e74618551" providerId="AD" clId="Web-{61715D32-E7A8-AFFE-6D98-3D817350DC92}" dt="2025-11-11T16:44:33.567" v="8" actId="1076"/>
          <ac:grpSpMkLst>
            <pc:docMk/>
            <pc:sldMk cId="3249124199" sldId="2147483640"/>
            <ac:grpSpMk id="5" creationId="{77661D5B-DFC5-1A7E-CD6A-1474E6B8B57D}"/>
          </ac:grpSpMkLst>
        </pc:grpChg>
      </pc:sldChg>
    </pc:docChg>
  </pc:docChgLst>
  <pc:docChgLst>
    <pc:chgData name="Jon Mavetz" userId="S::jon.mavetz@anaplan.com::9836c04f-3c15-4b85-b3b5-888e74618551" providerId="AD" clId="Web-{B08D33E9-9508-61D4-57E9-8CAFCA2B56D6}"/>
    <pc:docChg chg="modSld">
      <pc:chgData name="Jon Mavetz" userId="S::jon.mavetz@anaplan.com::9836c04f-3c15-4b85-b3b5-888e74618551" providerId="AD" clId="Web-{B08D33E9-9508-61D4-57E9-8CAFCA2B56D6}" dt="2025-11-12T21:19:52.787" v="7" actId="1076"/>
      <pc:docMkLst>
        <pc:docMk/>
      </pc:docMkLst>
      <pc:sldChg chg="addSp modSp">
        <pc:chgData name="Jon Mavetz" userId="S::jon.mavetz@anaplan.com::9836c04f-3c15-4b85-b3b5-888e74618551" providerId="AD" clId="Web-{B08D33E9-9508-61D4-57E9-8CAFCA2B56D6}" dt="2025-11-12T21:19:52.787" v="7" actId="1076"/>
        <pc:sldMkLst>
          <pc:docMk/>
          <pc:sldMk cId="867252448" sldId="2147478373"/>
        </pc:sldMkLst>
        <pc:spChg chg="mod">
          <ac:chgData name="Jon Mavetz" userId="S::jon.mavetz@anaplan.com::9836c04f-3c15-4b85-b3b5-888e74618551" providerId="AD" clId="Web-{B08D33E9-9508-61D4-57E9-8CAFCA2B56D6}" dt="2025-11-12T21:18:37.973" v="5" actId="20577"/>
          <ac:spMkLst>
            <pc:docMk/>
            <pc:sldMk cId="867252448" sldId="2147478373"/>
            <ac:spMk id="25" creationId="{65EC1F17-1610-077B-E57E-8EC0C0068D64}"/>
          </ac:spMkLst>
        </pc:spChg>
        <pc:spChg chg="mod">
          <ac:chgData name="Jon Mavetz" userId="S::jon.mavetz@anaplan.com::9836c04f-3c15-4b85-b3b5-888e74618551" providerId="AD" clId="Web-{B08D33E9-9508-61D4-57E9-8CAFCA2B56D6}" dt="2025-11-12T21:18:01.488" v="4" actId="20577"/>
          <ac:spMkLst>
            <pc:docMk/>
            <pc:sldMk cId="867252448" sldId="2147478373"/>
            <ac:spMk id="26" creationId="{03D40795-455B-033B-A36B-7D6BC4CCB674}"/>
          </ac:spMkLst>
        </pc:spChg>
        <pc:grpChg chg="add mod">
          <ac:chgData name="Jon Mavetz" userId="S::jon.mavetz@anaplan.com::9836c04f-3c15-4b85-b3b5-888e74618551" providerId="AD" clId="Web-{B08D33E9-9508-61D4-57E9-8CAFCA2B56D6}" dt="2025-11-12T21:16:43.174" v="1" actId="1076"/>
          <ac:grpSpMkLst>
            <pc:docMk/>
            <pc:sldMk cId="867252448" sldId="2147478373"/>
            <ac:grpSpMk id="23" creationId="{AB2A0147-4697-F0A3-4FD8-ECCEE142F9B1}"/>
          </ac:grpSpMkLst>
        </pc:grpChg>
        <pc:grpChg chg="mod">
          <ac:chgData name="Jon Mavetz" userId="S::jon.mavetz@anaplan.com::9836c04f-3c15-4b85-b3b5-888e74618551" providerId="AD" clId="Web-{B08D33E9-9508-61D4-57E9-8CAFCA2B56D6}" dt="2025-11-12T21:19:52.787" v="7" actId="1076"/>
          <ac:grpSpMkLst>
            <pc:docMk/>
            <pc:sldMk cId="867252448" sldId="2147478373"/>
            <ac:grpSpMk id="33" creationId="{3EF742ED-0BC3-CE41-B292-4C77342B7326}"/>
          </ac:grpSpMkLst>
        </pc:grpChg>
        <pc:cxnChg chg="mod">
          <ac:chgData name="Jon Mavetz" userId="S::jon.mavetz@anaplan.com::9836c04f-3c15-4b85-b3b5-888e74618551" providerId="AD" clId="Web-{B08D33E9-9508-61D4-57E9-8CAFCA2B56D6}" dt="2025-11-12T21:15:59.939" v="0"/>
          <ac:cxnSpMkLst>
            <pc:docMk/>
            <pc:sldMk cId="867252448" sldId="2147478373"/>
            <ac:cxnSpMk id="24" creationId="{6B66EDB0-393A-58B2-10B7-5C928FEEC9DC}"/>
          </ac:cxnSpMkLst>
        </pc:cxnChg>
      </pc:sldChg>
    </pc:docChg>
  </pc:docChgLst>
</pc:chgInfo>
</file>

<file path=ppt/comments/modernComment_7FFFFFE4_97495.xml><?xml version="1.0" encoding="utf-8"?>
<p188:cmLst xmlns:a="http://schemas.openxmlformats.org/drawingml/2006/main" xmlns:r="http://schemas.openxmlformats.org/officeDocument/2006/relationships" xmlns:p188="http://schemas.microsoft.com/office/powerpoint/2018/8/main">
  <p188:cm id="{3FC362A9-9650-2A44-B4ED-7009AD001BF3}" authorId="{A11A8B7C-8A4E-1B0E-8A5C-2B4C3658252F}" created="2025-08-04T10:15:17.577">
    <ac:txMkLst xmlns:ac="http://schemas.microsoft.com/office/drawing/2013/main/command">
      <pc:docMk xmlns:pc="http://schemas.microsoft.com/office/powerpoint/2013/main/command"/>
      <pc:sldMk xmlns:pc="http://schemas.microsoft.com/office/powerpoint/2013/main/command" cId="619669" sldId="2147483620"/>
      <ac:spMk id="2" creationId="{95C7D0FA-3E77-7970-0D62-8BB55F31D1E5}"/>
      <ac:txMk cp="450" len="247">
        <ac:context len="797" hash="1133553987"/>
      </ac:txMk>
    </ac:txMkLst>
    <p188:pos x="8849409" y="3220159"/>
    <p188:txBody>
      <a:bodyPr/>
      <a:lstStyle/>
      <a:p>
        <a:r>
          <a:rPr lang="en-US"/>
          <a:t>is there any inter-page linking that is required? (data and hyperlinking)</a:t>
        </a:r>
      </a:p>
    </p188:txBody>
  </p188:cm>
</p188:cmLst>
</file>

<file path=ppt/comments/modernComment_7FFFFFEB_96144E42.xml><?xml version="1.0" encoding="utf-8"?>
<p188:cmLst xmlns:a="http://schemas.openxmlformats.org/drawingml/2006/main" xmlns:r="http://schemas.openxmlformats.org/officeDocument/2006/relationships" xmlns:p188="http://schemas.microsoft.com/office/powerpoint/2018/8/main">
  <p188:cm id="{6CC26634-370E-8544-8DC3-B7EEF6A5A621}" authorId="{A11A8B7C-8A4E-1B0E-8A5C-2B4C3658252F}" created="2025-08-04T10:10:51.519">
    <ac:txMkLst xmlns:ac="http://schemas.microsoft.com/office/drawing/2013/main/command">
      <pc:docMk xmlns:pc="http://schemas.microsoft.com/office/powerpoint/2013/main/command"/>
      <pc:sldMk xmlns:pc="http://schemas.microsoft.com/office/powerpoint/2013/main/command" cId="2517913154" sldId="2147483627"/>
      <ac:spMk id="4" creationId="{CB6B0084-97E7-5EDF-9035-FBD3943E0BCB}"/>
      <ac:txMk cp="403" len="17">
        <ac:context len="460" hash="678686206"/>
      </ac:txMk>
    </ac:txMkLst>
    <p188:pos x="6930937" y="1932454"/>
    <p188:txBody>
      <a:bodyPr/>
      <a:lstStyle/>
      <a:p>
        <a:r>
          <a:rPr lang="en-US"/>
          <a:t>not sure if this is on purpose...
should it be "for months whose actuals are based on (...)?</a:t>
        </a:r>
      </a:p>
    </p188:txBody>
  </p188:cm>
</p188:cmLst>
</file>

<file path=ppt/comments/modernComment_10E_9C80C196.xml><?xml version="1.0" encoding="utf-8"?>
<p188:cmLst xmlns:a="http://schemas.openxmlformats.org/drawingml/2006/main" xmlns:r="http://schemas.openxmlformats.org/officeDocument/2006/relationships" xmlns:p188="http://schemas.microsoft.com/office/powerpoint/2018/8/main">
  <p188:cm id="{80611E63-5266-9B4B-A2DA-75246B4BE2AD}" authorId="{A11A8B7C-8A4E-1B0E-8A5C-2B4C3658252F}" created="2025-08-04T10:07:42.398">
    <ac:txMkLst xmlns:ac="http://schemas.microsoft.com/office/drawing/2013/main/command">
      <pc:docMk xmlns:pc="http://schemas.microsoft.com/office/powerpoint/2013/main/command"/>
      <pc:sldMk xmlns:pc="http://schemas.microsoft.com/office/powerpoint/2013/main/command" cId="2625683862" sldId="270"/>
      <ac:spMk id="4" creationId="{EFDA63F2-2617-5F73-4C84-20CBABE18F8D}"/>
      <ac:txMk cp="804" len="8">
        <ac:context len="1025" hash="4089371350"/>
      </ac:txMk>
    </ac:txMkLst>
    <p188:pos x="3286770" y="3361911"/>
    <p188:txBody>
      <a:bodyPr/>
      <a:lstStyle/>
      <a:p>
        <a:r>
          <a:rPr lang="en-US"/>
          <a:t>is this correct?</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endParaRPr lang="en-US" sz="5600" kern="1200"/>
        </a:p>
      </dsp:txBody>
      <dsp:txXfrm>
        <a:off x="857915" y="3478320"/>
        <a:ext cx="3186545" cy="8695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EA09A-D6CD-EE4A-96F8-299FA2C705B4}"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22278-1765-A847-9079-1366EC627DDD}" type="slidenum">
              <a:rPr lang="en-US" smtClean="0"/>
              <a:t>‹#›</a:t>
            </a:fld>
            <a:endParaRPr lang="en-US"/>
          </a:p>
        </p:txBody>
      </p:sp>
    </p:spTree>
    <p:extLst>
      <p:ext uri="{BB962C8B-B14F-4D97-AF65-F5344CB8AC3E}">
        <p14:creationId xmlns:p14="http://schemas.microsoft.com/office/powerpoint/2010/main" val="318816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C142F1-AB3B-4D43-82C4-3A889A9667F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6696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04C15-1559-35C3-127B-F3ACE4606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A86C3-BEB4-A55D-33EC-9131FAD66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49531-9752-64FD-A34E-EA4591338796}"/>
              </a:ext>
            </a:extLst>
          </p:cNvPr>
          <p:cNvSpPr>
            <a:spLocks noGrp="1"/>
          </p:cNvSpPr>
          <p:nvPr>
            <p:ph type="body" idx="1"/>
          </p:nvPr>
        </p:nvSpPr>
        <p:spPr/>
        <p:txBody>
          <a:bodyPr/>
          <a:lstStyle/>
          <a:p>
            <a:r>
              <a:rPr lang="en-US"/>
              <a:t>  </a:t>
            </a:r>
          </a:p>
          <a:p>
            <a:r>
              <a:rPr lang="en-US"/>
              <a:t>    </a:t>
            </a:r>
          </a:p>
        </p:txBody>
      </p:sp>
      <p:sp>
        <p:nvSpPr>
          <p:cNvPr id="4" name="Slide Number Placeholder 3">
            <a:extLst>
              <a:ext uri="{FF2B5EF4-FFF2-40B4-BE49-F238E27FC236}">
                <a16:creationId xmlns:a16="http://schemas.microsoft.com/office/drawing/2014/main" id="{38FDEB1F-A425-25AD-D0E2-7609307CA3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38374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457E3-4C08-0119-CC5B-457FB74A7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E4CD8-9278-0783-55CC-D574F7885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6F63F-B8AD-5113-94D5-EB4CCA4A204E}"/>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B7D10663-7662-D49E-D38E-EE320244E6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60240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Master" Target="../slideMasters/slideMaster4.xml"/><Relationship Id="rId4" Type="http://schemas.openxmlformats.org/officeDocument/2006/relationships/image" Target="../media/image61.sv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2.jpeg"/><Relationship Id="rId1" Type="http://schemas.openxmlformats.org/officeDocument/2006/relationships/slideMaster" Target="../slideMasters/slideMaster4.xml"/><Relationship Id="rId4" Type="http://schemas.openxmlformats.org/officeDocument/2006/relationships/image" Target="../media/image61.sv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3.jpeg"/><Relationship Id="rId1" Type="http://schemas.openxmlformats.org/officeDocument/2006/relationships/slideMaster" Target="../slideMasters/slideMaster4.xml"/><Relationship Id="rId4" Type="http://schemas.openxmlformats.org/officeDocument/2006/relationships/image" Target="../media/image61.sv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slideMaster" Target="../slideMasters/slideMaster4.xml"/><Relationship Id="rId5" Type="http://schemas.openxmlformats.org/officeDocument/2006/relationships/image" Target="../media/image61.svg"/><Relationship Id="rId4" Type="http://schemas.openxmlformats.org/officeDocument/2006/relationships/image" Target="../media/image6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2.jpeg"/><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3.jpeg"/><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5.jpeg"/><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1.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2.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3.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3.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3.jpeg"/><Relationship Id="rId1" Type="http://schemas.openxmlformats.org/officeDocument/2006/relationships/slideMaster" Target="../slideMasters/slideMaster6.xml"/><Relationship Id="rId4" Type="http://schemas.openxmlformats.org/officeDocument/2006/relationships/image" Target="../media/image70.svg"/></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Master" Target="../slideMasters/slideMaster6.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Master" Target="../slideMasters/slideMaster6.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Master" Target="../slideMasters/slideMaster6.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Master" Target="../slideMasters/slideMaster6.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4.jpeg"/><Relationship Id="rId1" Type="http://schemas.openxmlformats.org/officeDocument/2006/relationships/slideMaster" Target="../slideMasters/slideMaster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2.jpeg"/><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eg"/><Relationship Id="rId1" Type="http://schemas.openxmlformats.org/officeDocument/2006/relationships/slideMaster" Target="../slideMasters/slideMaster7.xml"/><Relationship Id="rId4" Type="http://schemas.openxmlformats.org/officeDocument/2006/relationships/image" Target="../media/image3.sv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Master" Target="../slideMasters/slideMaster7.xml"/><Relationship Id="rId4" Type="http://schemas.openxmlformats.org/officeDocument/2006/relationships/image" Target="../media/image3.svg"/></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8.xml"/><Relationship Id="rId4" Type="http://schemas.openxmlformats.org/officeDocument/2006/relationships/image" Target="../media/image82.sv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8.xml"/><Relationship Id="rId4" Type="http://schemas.openxmlformats.org/officeDocument/2006/relationships/image" Target="../media/image82.sv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8.xml"/><Relationship Id="rId4" Type="http://schemas.openxmlformats.org/officeDocument/2006/relationships/image" Target="../media/image85.sv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8.xml"/><Relationship Id="rId4" Type="http://schemas.openxmlformats.org/officeDocument/2006/relationships/image" Target="../media/image85.svg"/></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7.jpeg"/><Relationship Id="rId1" Type="http://schemas.openxmlformats.org/officeDocument/2006/relationships/slideMaster" Target="../slideMasters/slideMaster8.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Master" Target="../slideMasters/slideMaster8.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34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34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8.xml"/></Relationships>
</file>

<file path=ppt/slideLayouts/_rels/slideLayout372.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37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37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8.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jpeg"/><Relationship Id="rId1" Type="http://schemas.openxmlformats.org/officeDocument/2006/relationships/slideMaster" Target="../slideMasters/slideMaster8.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3.jpeg"/><Relationship Id="rId1" Type="http://schemas.openxmlformats.org/officeDocument/2006/relationships/slideMaster" Target="../slideMasters/slideMaster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9.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1.jpeg"/><Relationship Id="rId1" Type="http://schemas.openxmlformats.org/officeDocument/2006/relationships/slideMaster" Target="../slideMasters/slideMaster9.xml"/></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2.jpeg"/><Relationship Id="rId1" Type="http://schemas.openxmlformats.org/officeDocument/2006/relationships/slideMaster" Target="../slideMasters/slideMaster9.xml"/></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3.jpeg"/><Relationship Id="rId1" Type="http://schemas.openxmlformats.org/officeDocument/2006/relationships/slideMaster" Target="../slideMasters/slideMaster9.xml"/></Relationships>
</file>

<file path=ppt/slideLayouts/_rels/slideLayout38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4.jpeg"/><Relationship Id="rId1" Type="http://schemas.openxmlformats.org/officeDocument/2006/relationships/slideMaster" Target="../slideMasters/slideMaster9.xml"/></Relationships>
</file>

<file path=ppt/slideLayouts/_rels/slideLayout38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5.jpeg"/><Relationship Id="rId1" Type="http://schemas.openxmlformats.org/officeDocument/2006/relationships/slideMaster" Target="../slideMasters/slideMaster9.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9.xml"/></Relationships>
</file>

<file path=ppt/slideLayouts/_rels/slideLayout39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9.xml"/></Relationships>
</file>

<file path=ppt/slideLayouts/_rels/slideLayout39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9.xml"/></Relationships>
</file>

<file path=ppt/slideLayouts/_rels/slideLayout39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9.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eg"/><Relationship Id="rId1" Type="http://schemas.openxmlformats.org/officeDocument/2006/relationships/slideMaster" Target="../slideMasters/slideMaster9.xml"/><Relationship Id="rId4" Type="http://schemas.openxmlformats.org/officeDocument/2006/relationships/image" Target="../media/image3.svg"/></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Master" Target="../slideMasters/slideMaster9.xml"/><Relationship Id="rId4" Type="http://schemas.openxmlformats.org/officeDocument/2006/relationships/image" Target="../media/image3.svg"/></Relationships>
</file>

<file path=ppt/slideLayouts/_rels/slideLayout422.xml.rels><?xml version="1.0" encoding="UTF-8" standalone="yes"?>
<Relationships xmlns="http://schemas.openxmlformats.org/package/2006/relationships"><Relationship Id="rId3" Type="http://schemas.openxmlformats.org/officeDocument/2006/relationships/image" Target="../media/image93.tiff"/><Relationship Id="rId2" Type="http://schemas.openxmlformats.org/officeDocument/2006/relationships/image" Target="../media/image92.png"/><Relationship Id="rId1" Type="http://schemas.openxmlformats.org/officeDocument/2006/relationships/slideMaster" Target="../slideMasters/slideMaster9.xml"/><Relationship Id="rId5" Type="http://schemas.openxmlformats.org/officeDocument/2006/relationships/image" Target="../media/image95.png"/><Relationship Id="rId4" Type="http://schemas.openxmlformats.org/officeDocument/2006/relationships/image" Target="../media/image94.png"/></Relationships>
</file>

<file path=ppt/slideLayouts/_rels/slideLayout42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Master" Target="../slideMasters/slideMaster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6.xml.rels><?xml version="1.0" encoding="UTF-8" standalone="yes"?>
<Relationships xmlns="http://schemas.openxmlformats.org/package/2006/relationships"><Relationship Id="rId3" Type="http://schemas.openxmlformats.org/officeDocument/2006/relationships/image" Target="../media/image93.tiff"/><Relationship Id="rId2" Type="http://schemas.openxmlformats.org/officeDocument/2006/relationships/image" Target="../media/image97.png"/><Relationship Id="rId1" Type="http://schemas.openxmlformats.org/officeDocument/2006/relationships/slideMaster" Target="../slideMasters/slideMaster9.xml"/><Relationship Id="rId5" Type="http://schemas.openxmlformats.org/officeDocument/2006/relationships/image" Target="../media/image95.png"/><Relationship Id="rId4" Type="http://schemas.openxmlformats.org/officeDocument/2006/relationships/image" Target="../media/image94.png"/></Relationships>
</file>

<file path=ppt/slideLayouts/_rels/slideLayout42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Master" Target="../slideMasters/slideMaster9.xml"/></Relationships>
</file>

<file path=ppt/slideLayouts/_rels/slideLayout42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9.png"/><Relationship Id="rId1" Type="http://schemas.openxmlformats.org/officeDocument/2006/relationships/slideMaster" Target="../slideMasters/slideMaster9.xml"/><Relationship Id="rId5" Type="http://schemas.openxmlformats.org/officeDocument/2006/relationships/image" Target="../media/image101.png"/><Relationship Id="rId4" Type="http://schemas.openxmlformats.org/officeDocument/2006/relationships/image" Target="../media/image100.png"/></Relationships>
</file>

<file path=ppt/slideLayouts/_rels/slideLayout42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4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10.xml"/><Relationship Id="rId4" Type="http://schemas.openxmlformats.org/officeDocument/2006/relationships/image" Target="../media/image82.svg"/></Relationships>
</file>

<file path=ppt/slideLayouts/_rels/slideLayout43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10.xml"/><Relationship Id="rId4" Type="http://schemas.openxmlformats.org/officeDocument/2006/relationships/image" Target="../media/image82.svg"/></Relationships>
</file>

<file path=ppt/slideLayouts/_rels/slideLayout4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0.xml"/><Relationship Id="rId4" Type="http://schemas.openxmlformats.org/officeDocument/2006/relationships/image" Target="../media/image85.svg"/></Relationships>
</file>

<file path=ppt/slideLayouts/_rels/slideLayout43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0.xml"/><Relationship Id="rId4" Type="http://schemas.openxmlformats.org/officeDocument/2006/relationships/image" Target="../media/image85.svg"/></Relationships>
</file>

<file path=ppt/slideLayouts/_rels/slideLayout434.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10.xml"/></Relationships>
</file>

<file path=ppt/slideLayouts/_rels/slideLayout435.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81.png"/><Relationship Id="rId1" Type="http://schemas.openxmlformats.org/officeDocument/2006/relationships/slideMaster" Target="../slideMasters/slideMaster10.xml"/></Relationships>
</file>

<file path=ppt/slideLayouts/_rels/slideLayout436.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10.xml"/></Relationships>
</file>

<file path=ppt/slideLayouts/_rels/slideLayout43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3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3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4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44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44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7.jpeg"/><Relationship Id="rId1" Type="http://schemas.openxmlformats.org/officeDocument/2006/relationships/slideMaster" Target="../slideMasters/slideMaster10.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4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46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8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5.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Master" Target="../slideMasters/slideMaster10.xml"/></Relationships>
</file>

<file path=ppt/slideLayouts/_rels/slideLayout50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0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1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2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2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1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10.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53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10.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53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10.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3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56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562.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56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10.xml"/></Relationships>
</file>

<file path=ppt/slideLayouts/_rels/slideLayout56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jpeg"/><Relationship Id="rId1" Type="http://schemas.openxmlformats.org/officeDocument/2006/relationships/slideMaster" Target="../slideMasters/slideMaster10.xml"/></Relationships>
</file>

<file path=ppt/slideLayouts/_rels/slideLayout56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3.jpeg"/><Relationship Id="rId1" Type="http://schemas.openxmlformats.org/officeDocument/2006/relationships/slideMaster" Target="../slideMasters/slideMaster10.xml"/></Relationships>
</file>

<file path=ppt/slideLayouts/_rels/slideLayout56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5.jpeg"/><Relationship Id="rId1" Type="http://schemas.openxmlformats.org/officeDocument/2006/relationships/slideMaster" Target="../slideMasters/slideMaster10.xml"/></Relationships>
</file>

<file path=ppt/slideLayouts/_rels/slideLayout56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56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82.svg"/></Relationships>
</file>

<file path=ppt/slideLayouts/_rels/slideLayout57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11.xml"/><Relationship Id="rId4" Type="http://schemas.openxmlformats.org/officeDocument/2006/relationships/image" Target="../media/image82.svg"/></Relationships>
</file>

<file path=ppt/slideLayouts/_rels/slideLayout57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85.svg"/></Relationships>
</file>

<file path=ppt/slideLayouts/_rels/slideLayout57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85.svg"/></Relationships>
</file>

<file path=ppt/slideLayouts/_rels/slideLayout575.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Master" Target="../slideMasters/slideMaster11.xml"/></Relationships>
</file>

<file path=ppt/slideLayouts/_rels/slideLayout576.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Master" Target="../slideMasters/slideMaster11.xml"/></Relationships>
</file>

<file path=ppt/slideLayouts/_rels/slideLayout577.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11.xml"/></Relationships>
</file>

<file path=ppt/slideLayouts/_rels/slideLayout57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8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58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58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59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7.jpeg"/><Relationship Id="rId1" Type="http://schemas.openxmlformats.org/officeDocument/2006/relationships/slideMaster" Target="../slideMasters/slideMaster11.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60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61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2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6.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Master" Target="../slideMasters/slideMaster11.xml"/></Relationships>
</file>

<file path=ppt/slideLayouts/_rels/slideLayout64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5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6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Master" Target="../slideMasters/slideMaster1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Master" Target="../slideMasters/slideMaster1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Layouts/_rels/slideLayout67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Master" Target="../slideMasters/slideMaster1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Layouts/_rels/slideLayout67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Master" Target="../slideMasters/slideMaster1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0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70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702.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70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70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11.xml"/></Relationships>
</file>

<file path=ppt/slideLayouts/_rels/slideLayout70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jpeg"/><Relationship Id="rId1" Type="http://schemas.openxmlformats.org/officeDocument/2006/relationships/slideMaster" Target="../slideMasters/slideMaster11.xml"/></Relationships>
</file>

<file path=ppt/slideLayouts/_rels/slideLayout70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3.jpeg"/><Relationship Id="rId1" Type="http://schemas.openxmlformats.org/officeDocument/2006/relationships/slideMaster" Target="../slideMasters/slideMaster11.xml"/></Relationships>
</file>

<file path=ppt/slideLayouts/_rels/slideLayout70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102.svg"/></Relationships>
</file>

<file path=ppt/slideLayouts/_rels/slideLayout70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jpeg"/><Relationship Id="rId1" Type="http://schemas.openxmlformats.org/officeDocument/2006/relationships/slideMaster" Target="../slideMasters/slideMaster11.xml"/><Relationship Id="rId4" Type="http://schemas.openxmlformats.org/officeDocument/2006/relationships/image" Target="../media/image102.svg"/></Relationships>
</file>

<file path=ppt/slideLayouts/_rels/slideLayout70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103.svg"/></Relationships>
</file>

<file path=ppt/slideLayouts/_rels/slideLayout71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0.jpeg"/><Relationship Id="rId1" Type="http://schemas.openxmlformats.org/officeDocument/2006/relationships/slideMaster" Target="../slideMasters/slideMaster11.xml"/><Relationship Id="rId4" Type="http://schemas.openxmlformats.org/officeDocument/2006/relationships/image" Target="../media/image103.svg"/></Relationships>
</file>

<file path=ppt/slideLayouts/_rels/slideLayout711.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81.png"/><Relationship Id="rId1" Type="http://schemas.openxmlformats.org/officeDocument/2006/relationships/slideMaster" Target="../slideMasters/slideMaster11.xml"/></Relationships>
</file>

<file path=ppt/slideLayouts/_rels/slideLayout712.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84.png"/><Relationship Id="rId1" Type="http://schemas.openxmlformats.org/officeDocument/2006/relationships/slideMaster" Target="../slideMasters/slideMaster11.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8.xml.rels><?xml version="1.0" encoding="UTF-8" standalone="yes"?>
<Relationships xmlns="http://schemas.openxmlformats.org/package/2006/relationships"><Relationship Id="rId8" Type="http://schemas.openxmlformats.org/officeDocument/2006/relationships/slideMaster" Target="../slideMasters/slideMaster1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04.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2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1.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Quote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5D87A0-C546-9644-B0ED-AEF81DF827F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5"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780101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ote - Purpl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CE4571F-F6A9-6F48-81E1-F58E5CA53DE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985302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 - Green">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845CF16-B668-C346-9D78-692A4B270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8342653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 Blu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B240FDC-73FF-AF40-8407-5C4193DAB6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4293185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11723"/>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13345349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 Blu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6598775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 Gree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DB1ADB-42BA-BE40-8ED5-276365DF73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2315293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Gree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DB1ADB-42BA-BE40-8ED5-276365DF736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9286534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Lav">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9716293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 Lav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2586134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 Purp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5722149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 Purpl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0F98E-E6E0-BB48-AB9E-535A2F13803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6420914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BA8193-68CA-DD3B-BE68-2AE3BFBA8BA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7" name="TextBox 6">
            <a:extLst>
              <a:ext uri="{FF2B5EF4-FFF2-40B4-BE49-F238E27FC236}">
                <a16:creationId xmlns:a16="http://schemas.microsoft.com/office/drawing/2014/main" id="{B96A64F8-98AE-B042-826F-42187E06F8D3}"/>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0D000297-6907-FA46-80F7-36DD67BA2E03}"/>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5B296F9D-AE5B-AB43-9E07-074AD4C6362D}"/>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BD1536D3-6D65-D148-B59A-9331663EC4A8}"/>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52585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amp;A - Purp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8F8B96-5309-B8C1-4186-3F172581327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5" name="TextBox 4">
            <a:extLst>
              <a:ext uri="{FF2B5EF4-FFF2-40B4-BE49-F238E27FC236}">
                <a16:creationId xmlns:a16="http://schemas.microsoft.com/office/drawing/2014/main" id="{EE3BF04B-17CD-F046-8F28-EE00E829327F}"/>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F07449FB-F26E-B54E-9267-C76DCC52D7EC}"/>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AD574896-710B-1A45-823D-80AA127F5A08}"/>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07CC6C13-3ED9-5947-B8CC-AE1A6EEA90CF}"/>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77733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amp;A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939171-D241-F2CC-7132-2FFF4D9009A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81915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amp;A - Blu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D3BB63-94D3-4F6E-3652-61FAEBFAD7F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7740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F75C82-F9E9-B846-A623-7FACBC66FE5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F18CA5D7-2260-B14C-8EBA-0287F5503D46}"/>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9429404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 Pur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FFEF563-A2C9-7A4D-B28D-97E97F6501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1A95D8AC-0F77-B249-846F-581573E792C1}"/>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64342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 Gree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A3597A9-BC92-E040-A029-1C1E18F15CF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0637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 Blu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7EE612-E90F-7D41-B8BC-D13C73036F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249841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3661313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2" y="3100286"/>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2"/>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7" name="Picture 10">
            <a:extLst>
              <a:ext uri="{FF2B5EF4-FFF2-40B4-BE49-F238E27FC236}">
                <a16:creationId xmlns:a16="http://schemas.microsoft.com/office/drawing/2014/main" id="{16D85C4D-932C-0E4D-AB38-47C57364D39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811318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3690118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41402264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27" y="1521"/>
            <a:ext cx="12186587" cy="6854955"/>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3135266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900370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8856729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2361284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1737097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0" y="3100285"/>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1"/>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69187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2701" y="0"/>
            <a:ext cx="122047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086624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122047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3446989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047"/>
            <a:ext cx="12192000" cy="6865151"/>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9797473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523"/>
            <a:ext cx="12192000" cy="6865152"/>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31071719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8689321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330460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35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381896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35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1965269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80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19463139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800"/>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6865004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550980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1"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5234723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445508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 No log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Rectangle 1">
            <a:extLst>
              <a:ext uri="{FF2B5EF4-FFF2-40B4-BE49-F238E27FC236}">
                <a16:creationId xmlns:a16="http://schemas.microsoft.com/office/drawing/2014/main" id="{3F59F4E9-9685-4F49-96ED-E90723A598F6}"/>
              </a:ext>
            </a:extLst>
          </p:cNvPr>
          <p:cNvSpPr/>
          <p:nvPr userDrawn="1"/>
        </p:nvSpPr>
        <p:spPr>
          <a:xfrm>
            <a:off x="10527957" y="6030099"/>
            <a:ext cx="1664043" cy="827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830872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6764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6" y="6206837"/>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544824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8893471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668037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3"/>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9008854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21" y="839816"/>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4165689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userDrawn="1"/>
        </p:nvSpPr>
        <p:spPr>
          <a:xfrm>
            <a:off x="5234599" y="1033692"/>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2252"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226423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userDrawn="1"/>
        </p:nvSpPr>
        <p:spPr>
          <a:xfrm>
            <a:off x="8359440"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tretch>
            <a:fillRect/>
          </a:stretch>
        </p:blipFill>
        <p:spPr>
          <a:xfrm>
            <a:off x="616289"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userDrawn="1"/>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1167683"/>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2" y="672060"/>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7758709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30105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8"/>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6924990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422115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6300747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9219057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19032521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2" y="392855"/>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29640916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2" y="1113133"/>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5075348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9"/>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705614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4353109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896102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018575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userDrawn="1"/>
        </p:nvSpPr>
        <p:spPr>
          <a:xfrm>
            <a:off x="6936629" y="900180"/>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8"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4"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4" y="4508354"/>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5" y="1159023"/>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836272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userDrawn="1"/>
        </p:nvSpPr>
        <p:spPr>
          <a:xfrm>
            <a:off x="4560241" y="1215342"/>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userDrawn="1"/>
        </p:nvSpPr>
        <p:spPr>
          <a:xfrm>
            <a:off x="8991313" y="1212138"/>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1"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1"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9"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9"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5334363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652406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977420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327828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038851"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425737"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425737"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60190"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280515"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667401"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667401"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201854"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529394"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916280"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916280"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450733"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684321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508730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7991419"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userDrawn="1"/>
        </p:nvSpPr>
        <p:spPr>
          <a:xfrm>
            <a:off x="10911647" y="1247408"/>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2165814"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8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2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3"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2"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10"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9"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8"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7"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999959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5"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241052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ote 11">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B18EC76-FC04-B149-8548-F828EA894429}"/>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A7271039-CDE0-C647-A167-A6B37BD002B9}"/>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1C7D62C3-661D-8541-88D6-43C0DD812D5E}"/>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2528642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6035793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641477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FFE8F4B1-DBBB-4468-EECE-18400001EE55}"/>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3723299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AF0B57CE-4B36-9B89-6B90-C2E80EFC1E02}"/>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661172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EB9DD56F-2186-F63B-1E99-9BE4DEDCA90C}"/>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35410414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02A96D41-465F-7651-F5DB-56794B79A56F}"/>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2379925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Section Break 1">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285F301C-DF95-F04C-9BB1-6CB11A42E5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tx2"/>
          </a:solidFill>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9270291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34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38300020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2" y="1113133"/>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790005" y="3692405"/>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1" y="1103207"/>
            <a:ext cx="3817249" cy="2324471"/>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781335" y="3686626"/>
            <a:ext cx="3817249" cy="232018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0629166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Slide 26">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90001B32-A3AB-5847-AACE-114270C04D6B}"/>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311538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hank you 5">
    <p:spTree>
      <p:nvGrpSpPr>
        <p:cNvPr id="1" name=""/>
        <p:cNvGrpSpPr/>
        <p:nvPr/>
      </p:nvGrpSpPr>
      <p:grpSpPr>
        <a:xfrm>
          <a:off x="0" y="0"/>
          <a:ext cx="0" cy="0"/>
          <a:chOff x="0" y="0"/>
          <a:chExt cx="0" cy="0"/>
        </a:xfrm>
      </p:grpSpPr>
      <p:pic>
        <p:nvPicPr>
          <p:cNvPr id="8" name="Google Shape;1236;gd30994e8e3_1_0">
            <a:extLst>
              <a:ext uri="{FF2B5EF4-FFF2-40B4-BE49-F238E27FC236}">
                <a16:creationId xmlns:a16="http://schemas.microsoft.com/office/drawing/2014/main" id="{0435B369-4DFF-3A44-81C3-E0E32BC7E2F3}"/>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749" y="-3"/>
            <a:ext cx="12213656" cy="6876288"/>
          </a:xfrm>
          <a:prstGeom prst="rect">
            <a:avLst/>
          </a:prstGeom>
          <a:noFill/>
          <a:ln>
            <a:noFill/>
          </a:ln>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tx2"/>
                </a:solidFill>
                <a:latin typeface="Arial" panose="020B0604020202020204" pitchFamily="34" charset="0"/>
                <a:ea typeface="Verdana" charset="0"/>
                <a:cs typeface="Arial" panose="020B0604020202020204" pitchFamily="34" charset="0"/>
              </a:rPr>
              <a:t>Thank you!</a:t>
            </a:r>
            <a:endParaRPr lang="en-US" sz="7200" b="1" i="0" kern="120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53035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3"/>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0891691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7956783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6336720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0651788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128852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870329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235300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870001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47568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244747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_Quote 9">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3FB5459-6F1F-B745-BABB-D81C8059DB9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27" y="-8574"/>
            <a:ext cx="12201827" cy="6866575"/>
          </a:xfrm>
          <a:prstGeom prst="rect">
            <a:avLst/>
          </a:prstGeom>
        </p:spPr>
      </p:pic>
      <p:sp>
        <p:nvSpPr>
          <p:cNvPr id="16" name="Freeform 15">
            <a:extLst>
              <a:ext uri="{FF2B5EF4-FFF2-40B4-BE49-F238E27FC236}">
                <a16:creationId xmlns:a16="http://schemas.microsoft.com/office/drawing/2014/main" id="{3D9FE898-53F8-D04B-B7F4-F746944C7413}"/>
              </a:ext>
            </a:extLst>
          </p:cNvPr>
          <p:cNvSpPr/>
          <p:nvPr userDrawn="1"/>
        </p:nvSpPr>
        <p:spPr>
          <a:xfrm>
            <a:off x="9706455"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l">
              <a:defRPr sz="4267" b="0" i="0">
                <a:solidFill>
                  <a:schemeClr val="tx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5"/>
            <a:ext cx="1011805" cy="240541"/>
          </a:xfrm>
          <a:prstGeom prst="rect">
            <a:avLst/>
          </a:prstGeom>
        </p:spPr>
      </p:pic>
    </p:spTree>
    <p:extLst>
      <p:ext uri="{BB962C8B-B14F-4D97-AF65-F5344CB8AC3E}">
        <p14:creationId xmlns:p14="http://schemas.microsoft.com/office/powerpoint/2010/main" val="22514323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41765042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Section Break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11723"/>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4300425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69771"/>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16619768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0" y="3100285"/>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1"/>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4471747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2701" y="0"/>
            <a:ext cx="12204701"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6761496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a:ext>
            </a:extLst>
          </a:blip>
          <a:srcRect/>
          <a:stretch/>
        </p:blipFill>
        <p:spPr>
          <a:xfrm>
            <a:off x="0" y="0"/>
            <a:ext cx="12204701"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8856425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3047"/>
            <a:ext cx="12192000" cy="6865151"/>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6659177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523"/>
            <a:ext cx="12192000" cy="6865152"/>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19342120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6350" y="0"/>
            <a:ext cx="12179300" cy="68580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4128719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1"/>
            <a:ext cx="12192000" cy="6865151"/>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8846487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7152"/>
            <a:ext cx="12192000" cy="686515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353128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7150"/>
            <a:ext cx="12192000" cy="6865151"/>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4884450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0"/>
            <a:ext cx="12192000" cy="6865152"/>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11289720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print">
            <a:extLst>
              <a:ext uri="{28A0092B-C50C-407E-A947-70E740481C1C}">
                <a14:useLocalDpi xmlns:a14="http://schemas.microsoft.com/office/drawing/2010/main"/>
              </a:ext>
            </a:extLst>
          </a:blip>
          <a:srcRect/>
          <a:stretch/>
        </p:blipFill>
        <p:spPr>
          <a:xfrm>
            <a:off x="0" y="0"/>
            <a:ext cx="12192000" cy="6865151"/>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3489590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9518912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1"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6934045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82937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934849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6" y="6206837"/>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4193595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1031168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8"/>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675161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9700601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390298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6834976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4249654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3"/>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8769118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065236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4696443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986187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2542312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46547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6501422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6306458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3507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91340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17532707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8" name="Picture 10">
            <a:extLst>
              <a:ext uri="{FF2B5EF4-FFF2-40B4-BE49-F238E27FC236}">
                <a16:creationId xmlns:a16="http://schemas.microsoft.com/office/drawing/2014/main" id="{D1044150-66EC-6D48-9378-D53CE0753E2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21782" y="524934"/>
            <a:ext cx="1490804" cy="354417"/>
          </a:xfrm>
          <a:prstGeom prst="rect">
            <a:avLst/>
          </a:prstGeom>
        </p:spPr>
      </p:pic>
    </p:spTree>
    <p:extLst>
      <p:ext uri="{BB962C8B-B14F-4D97-AF65-F5344CB8AC3E}">
        <p14:creationId xmlns:p14="http://schemas.microsoft.com/office/powerpoint/2010/main" val="13300273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21782" y="524934"/>
            <a:ext cx="1490804" cy="354417"/>
          </a:xfrm>
          <a:prstGeom prst="rect">
            <a:avLst/>
          </a:prstGeom>
        </p:spPr>
      </p:pic>
    </p:spTree>
    <p:extLst>
      <p:ext uri="{BB962C8B-B14F-4D97-AF65-F5344CB8AC3E}">
        <p14:creationId xmlns:p14="http://schemas.microsoft.com/office/powerpoint/2010/main" val="1161132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EDAA8F-5949-6B4D-9735-C303ABF6A54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3" name="Picture 10">
            <a:extLst>
              <a:ext uri="{FF2B5EF4-FFF2-40B4-BE49-F238E27FC236}">
                <a16:creationId xmlns:a16="http://schemas.microsoft.com/office/drawing/2014/main" id="{5DF74A0C-5B87-2749-81B3-B3CFCA5980F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21782" y="524934"/>
            <a:ext cx="1490804" cy="354417"/>
          </a:xfrm>
          <a:prstGeom prst="rect">
            <a:avLst/>
          </a:prstGeom>
        </p:spPr>
      </p:pic>
    </p:spTree>
    <p:extLst>
      <p:ext uri="{BB962C8B-B14F-4D97-AF65-F5344CB8AC3E}">
        <p14:creationId xmlns:p14="http://schemas.microsoft.com/office/powerpoint/2010/main" val="7130964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99753343-99E2-2644-9328-271CC07C54F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185EC3A-CC86-7348-872A-4B88099FA661}"/>
              </a:ext>
            </a:extLst>
          </p:cNvPr>
          <p:cNvSpPr/>
          <p:nvPr userDrawn="1"/>
        </p:nvSpPr>
        <p:spPr>
          <a:xfrm>
            <a:off x="10524565" y="6042213"/>
            <a:ext cx="1667435" cy="815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7" name="Picture 10">
            <a:extLst>
              <a:ext uri="{FF2B5EF4-FFF2-40B4-BE49-F238E27FC236}">
                <a16:creationId xmlns:a16="http://schemas.microsoft.com/office/drawing/2014/main" id="{90016A10-F272-6545-A794-6E222654107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21782" y="524934"/>
            <a:ext cx="1490804" cy="354417"/>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615101" y="3100285"/>
            <a:ext cx="6361433" cy="861775"/>
          </a:xfrm>
          <a:prstGeom prst="rect">
            <a:avLst/>
          </a:prstGeom>
        </p:spPr>
        <p:txBody>
          <a:bodyPr anchor="b" anchorCtr="0"/>
          <a:lstStyle>
            <a:lvl1pPr algn="l">
              <a:defRPr sz="4800" b="1" i="0">
                <a:solidFill>
                  <a:schemeClr val="bg2"/>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615100" y="4138732"/>
            <a:ext cx="5827408" cy="710600"/>
          </a:xfrm>
          <a:prstGeom prst="rect">
            <a:avLst/>
          </a:prstGeom>
        </p:spPr>
        <p:txBody>
          <a:bodyPr>
            <a:normAutofit/>
          </a:bodyPr>
          <a:lstStyle>
            <a:lvl1pPr marL="0" indent="0" algn="l">
              <a:buNone/>
              <a:defRPr sz="2133" b="0" i="0">
                <a:solidFill>
                  <a:schemeClr val="bg2"/>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Tree>
    <p:extLst>
      <p:ext uri="{BB962C8B-B14F-4D97-AF65-F5344CB8AC3E}">
        <p14:creationId xmlns:p14="http://schemas.microsoft.com/office/powerpoint/2010/main" val="6812917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0768615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1"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3663443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439590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4366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6" y="6206837"/>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73013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110869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8"/>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29082805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30866825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13522128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userDrawn="1"/>
        </p:nvSpPr>
        <p:spPr>
          <a:xfrm>
            <a:off x="5234598" y="1033691"/>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2251"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1854938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userDrawn="1"/>
        </p:nvSpPr>
        <p:spPr>
          <a:xfrm>
            <a:off x="8359439"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tretch>
            <a:fillRect/>
          </a:stretch>
        </p:blipFill>
        <p:spPr>
          <a:xfrm>
            <a:off x="616287"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0988692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3773535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4541358-DB7C-6347-A18C-ACE30E97AA19}"/>
              </a:ext>
            </a:extLst>
          </p:cNvPr>
          <p:cNvSpPr>
            <a:spLocks noGrp="1"/>
          </p:cNvSpPr>
          <p:nvPr>
            <p:ph type="pic" sz="quarter" idx="10"/>
          </p:nvPr>
        </p:nvSpPr>
        <p:spPr>
          <a:xfrm>
            <a:off x="5531552" y="0"/>
            <a:ext cx="8847907" cy="6858000"/>
          </a:xfrm>
          <a:prstGeom prst="parallelogram">
            <a:avLst>
              <a:gd name="adj" fmla="val 57524"/>
            </a:avLst>
          </a:prstGeom>
        </p:spPr>
        <p:txBody>
          <a:bodyPr/>
          <a:lstStyle>
            <a:lvl1pPr marL="0" indent="0">
              <a:buNone/>
              <a:defRPr/>
            </a:lvl1pPr>
          </a:lstStyle>
          <a:p>
            <a:r>
              <a:rPr lang="en-US"/>
              <a:t>Click icon to add picture</a:t>
            </a:r>
          </a:p>
        </p:txBody>
      </p:sp>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3"/>
            <a:ext cx="8381119"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92687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
                <a:schemeClr val="accent2"/>
              </a:buClr>
              <a:buFont typeface="Arial" panose="020B0604020202020204" pitchFamily="34" charset="0"/>
              <a:buChar char="•"/>
              <a:tabLst/>
              <a:defRPr sz="2133"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tabLst/>
              <a:defRPr sz="2133" b="0" i="0">
                <a:solidFill>
                  <a:schemeClr val="tx1">
                    <a:lumMod val="75000"/>
                    <a:lumOff val="25000"/>
                  </a:schemeClr>
                </a:solidFill>
                <a:latin typeface="Arial" panose="020B0604020202020204" pitchFamily="34" charset="0"/>
              </a:defRPr>
            </a:lvl2pPr>
            <a:lvl3pPr marL="1449881" indent="-230712">
              <a:buClrTx/>
              <a:tabLst/>
              <a:defRPr sz="2133" b="0" i="0">
                <a:solidFill>
                  <a:schemeClr val="tx1">
                    <a:lumMod val="75000"/>
                    <a:lumOff val="25000"/>
                  </a:schemeClr>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20387644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lvl1pPr>
          </a:lstStyle>
          <a:p>
            <a:r>
              <a:rPr lang="en-US"/>
              <a:t>Click icon to add picture</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92077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
                <a:schemeClr val="accent2"/>
              </a:buClr>
              <a:buFont typeface="Arial" panose="020B0604020202020204" pitchFamily="34" charset="0"/>
              <a:buChar char="•"/>
              <a:tabLst/>
              <a:defRPr sz="2133"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tabLst/>
              <a:defRPr sz="2133" b="0" i="0">
                <a:solidFill>
                  <a:schemeClr val="tx1">
                    <a:lumMod val="75000"/>
                    <a:lumOff val="25000"/>
                  </a:schemeClr>
                </a:solidFill>
                <a:latin typeface="Arial" panose="020B0604020202020204" pitchFamily="34" charset="0"/>
              </a:defRPr>
            </a:lvl2pPr>
            <a:lvl3pPr marL="1449881" indent="-230712">
              <a:buClrTx/>
              <a:tabLst/>
              <a:defRPr sz="2133" b="0" i="0">
                <a:solidFill>
                  <a:schemeClr val="tx1">
                    <a:lumMod val="75000"/>
                    <a:lumOff val="25000"/>
                  </a:schemeClr>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9716416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15256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tx1">
                    <a:lumMod val="75000"/>
                    <a:lumOff val="25000"/>
                  </a:schemeClr>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7510653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userDrawn="1"/>
        </p:nvSpPr>
        <p:spPr>
          <a:xfrm>
            <a:off x="6936628" y="900179"/>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rgbClr val="233155"/>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11402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userDrawn="1"/>
        </p:nvSpPr>
        <p:spPr>
          <a:xfrm>
            <a:off x="4560240" y="926927"/>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userDrawn="1"/>
        </p:nvSpPr>
        <p:spPr>
          <a:xfrm>
            <a:off x="8991312" y="923724"/>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20449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6437489"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9482671"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3364861"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405787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5087301"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7991419"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userDrawn="1"/>
        </p:nvSpPr>
        <p:spPr>
          <a:xfrm>
            <a:off x="10911646" y="1247407"/>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2165813" y="1248183"/>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tx1">
                    <a:lumMod val="75000"/>
                    <a:lumOff val="25000"/>
                  </a:schemeClr>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257415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bg1"/>
        </a:solidFill>
        <a:effectLst/>
      </p:bgPr>
    </p:bg>
    <p:spTree>
      <p:nvGrpSpPr>
        <p:cNvPr id="1" name=""/>
        <p:cNvGrpSpPr/>
        <p:nvPr/>
      </p:nvGrpSpPr>
      <p:grpSpPr>
        <a:xfrm>
          <a:off x="0" y="0"/>
          <a:ext cx="0" cy="0"/>
          <a:chOff x="0" y="0"/>
          <a:chExt cx="0" cy="0"/>
        </a:xfrm>
      </p:grpSpPr>
      <p:grpSp>
        <p:nvGrpSpPr>
          <p:cNvPr id="7" name="Graphic 27">
            <a:extLst>
              <a:ext uri="{FF2B5EF4-FFF2-40B4-BE49-F238E27FC236}">
                <a16:creationId xmlns:a16="http://schemas.microsoft.com/office/drawing/2014/main" id="{7EDEB5C6-23A4-6747-8A62-CB458513D31A}"/>
              </a:ext>
            </a:extLst>
          </p:cNvPr>
          <p:cNvGrpSpPr/>
          <p:nvPr userDrawn="1"/>
        </p:nvGrpSpPr>
        <p:grpSpPr>
          <a:xfrm>
            <a:off x="0" y="0"/>
            <a:ext cx="12189459" cy="6858000"/>
            <a:chOff x="0" y="0"/>
            <a:chExt cx="9142094" cy="5143500"/>
          </a:xfrm>
        </p:grpSpPr>
        <p:grpSp>
          <p:nvGrpSpPr>
            <p:cNvPr id="8" name="Graphic 27">
              <a:extLst>
                <a:ext uri="{FF2B5EF4-FFF2-40B4-BE49-F238E27FC236}">
                  <a16:creationId xmlns:a16="http://schemas.microsoft.com/office/drawing/2014/main" id="{E2CD52F8-0360-CB4F-8F73-114E54D11F1F}"/>
                </a:ext>
              </a:extLst>
            </p:cNvPr>
            <p:cNvGrpSpPr/>
            <p:nvPr/>
          </p:nvGrpSpPr>
          <p:grpSpPr>
            <a:xfrm>
              <a:off x="0" y="3219450"/>
              <a:ext cx="1532572" cy="1924050"/>
              <a:chOff x="0" y="3219450"/>
              <a:chExt cx="1532572" cy="1924050"/>
            </a:xfrm>
          </p:grpSpPr>
          <p:sp>
            <p:nvSpPr>
              <p:cNvPr id="21" name="Freeform 20">
                <a:extLst>
                  <a:ext uri="{FF2B5EF4-FFF2-40B4-BE49-F238E27FC236}">
                    <a16:creationId xmlns:a16="http://schemas.microsoft.com/office/drawing/2014/main" id="{26DB5AB6-258B-B94E-B6FE-D773182B5075}"/>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FE8D9800-2E69-E147-BD85-D9EF904085E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3C67E9"/>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4D88091B-0B0F-2D44-90B5-9773E276D8AC}"/>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CB19F3A8-4E78-5048-A8DC-43C55B4C1136}"/>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3C67E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B32C7E35-3949-FE47-8356-753D5FBF2C5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9C6B7FAB-1FE8-2F49-B3C1-D8425F51A6C7}"/>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3C67E9"/>
              </a:solidFill>
              <a:ln w="9525" cap="flat">
                <a:noFill/>
                <a:prstDash val="solid"/>
                <a:miter/>
              </a:ln>
            </p:spPr>
            <p:txBody>
              <a:bodyPr rtlCol="0" anchor="ctr"/>
              <a:lstStyle/>
              <a:p>
                <a:endParaRPr lang="en-US" sz="2400"/>
              </a:p>
            </p:txBody>
          </p:sp>
        </p:grpSp>
        <p:grpSp>
          <p:nvGrpSpPr>
            <p:cNvPr id="9" name="Graphic 27">
              <a:extLst>
                <a:ext uri="{FF2B5EF4-FFF2-40B4-BE49-F238E27FC236}">
                  <a16:creationId xmlns:a16="http://schemas.microsoft.com/office/drawing/2014/main" id="{0289B3CE-9E0B-2C41-9577-3FA8A0005F9F}"/>
                </a:ext>
              </a:extLst>
            </p:cNvPr>
            <p:cNvGrpSpPr/>
            <p:nvPr/>
          </p:nvGrpSpPr>
          <p:grpSpPr>
            <a:xfrm>
              <a:off x="7319962" y="0"/>
              <a:ext cx="1822132" cy="3084194"/>
              <a:chOff x="7319962" y="0"/>
              <a:chExt cx="1822132" cy="3084194"/>
            </a:xfrm>
          </p:grpSpPr>
          <p:sp>
            <p:nvSpPr>
              <p:cNvPr id="11" name="Freeform 10">
                <a:extLst>
                  <a:ext uri="{FF2B5EF4-FFF2-40B4-BE49-F238E27FC236}">
                    <a16:creationId xmlns:a16="http://schemas.microsoft.com/office/drawing/2014/main" id="{8A1D10EA-07CF-C245-BC68-E9299DC324B8}"/>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3C67E9"/>
              </a:solidFill>
              <a:ln w="9525" cap="flat">
                <a:noFill/>
                <a:prstDash val="solid"/>
                <a:miter/>
              </a:ln>
            </p:spPr>
            <p:txBody>
              <a:bodyPr rtlCol="0" anchor="ctr"/>
              <a:lstStyle/>
              <a:p>
                <a:endParaRPr lang="en-US" sz="2400"/>
              </a:p>
            </p:txBody>
          </p:sp>
          <p:sp>
            <p:nvSpPr>
              <p:cNvPr id="12" name="Freeform 11">
                <a:extLst>
                  <a:ext uri="{FF2B5EF4-FFF2-40B4-BE49-F238E27FC236}">
                    <a16:creationId xmlns:a16="http://schemas.microsoft.com/office/drawing/2014/main" id="{30D709A3-A60C-D84E-93D4-1F9F0B6ECCE1}"/>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3" name="Freeform 12">
                <a:extLst>
                  <a:ext uri="{FF2B5EF4-FFF2-40B4-BE49-F238E27FC236}">
                    <a16:creationId xmlns:a16="http://schemas.microsoft.com/office/drawing/2014/main" id="{364C296C-C763-2248-9020-CD36F6D13674}"/>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4C221D5-9D62-1A40-81D7-A14E240EDFE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0E942284-AE18-9648-ADB6-0C2C4A3A0E67}"/>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79339ED1-7536-8448-AD6D-D4CF487FCC2D}"/>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3C67E9"/>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949A2C53-E080-2343-8343-D156AFC62F1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2084D9F-4B83-9D47-A6D8-E4B2A50B6E36}"/>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3395E75-2A4A-8441-B694-7572D425BF81}"/>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2ED20F80-E29B-5E4F-B48E-82F83B411B94}"/>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3C67E9"/>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accent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3C67EA"/>
          </a:solidFill>
        </p:grpSpPr>
        <p:sp>
          <p:nvSpPr>
            <p:cNvPr id="3" name="Freeform 2">
              <a:extLst>
                <a:ext uri="{FF2B5EF4-FFF2-40B4-BE49-F238E27FC236}">
                  <a16:creationId xmlns:a16="http://schemas.microsoft.com/office/drawing/2014/main" id="{6EFD48EB-DEF4-0843-B1FA-5BB5EDAE2716}"/>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DF945222-239A-124E-A57C-93EC1F6077F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6735882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bg1"/>
        </a:solidFill>
        <a:effectLst/>
      </p:bgPr>
    </p:bg>
    <p:spTree>
      <p:nvGrpSpPr>
        <p:cNvPr id="1" name=""/>
        <p:cNvGrpSpPr/>
        <p:nvPr/>
      </p:nvGrpSpPr>
      <p:grpSpPr>
        <a:xfrm>
          <a:off x="0" y="0"/>
          <a:ext cx="0" cy="0"/>
          <a:chOff x="0" y="0"/>
          <a:chExt cx="0" cy="0"/>
        </a:xfrm>
      </p:grpSpPr>
      <p:grpSp>
        <p:nvGrpSpPr>
          <p:cNvPr id="7" name="Picture 3">
            <a:extLst>
              <a:ext uri="{FF2B5EF4-FFF2-40B4-BE49-F238E27FC236}">
                <a16:creationId xmlns:a16="http://schemas.microsoft.com/office/drawing/2014/main" id="{3D663B46-0FA4-CE40-B637-451DBF0D1B7C}"/>
              </a:ext>
            </a:extLst>
          </p:cNvPr>
          <p:cNvGrpSpPr/>
          <p:nvPr userDrawn="1"/>
        </p:nvGrpSpPr>
        <p:grpSpPr>
          <a:xfrm>
            <a:off x="11612" y="0"/>
            <a:ext cx="12189459" cy="6858000"/>
            <a:chOff x="8709" y="0"/>
            <a:chExt cx="9142094" cy="5143500"/>
          </a:xfrm>
        </p:grpSpPr>
        <p:grpSp>
          <p:nvGrpSpPr>
            <p:cNvPr id="8" name="Picture 3">
              <a:extLst>
                <a:ext uri="{FF2B5EF4-FFF2-40B4-BE49-F238E27FC236}">
                  <a16:creationId xmlns:a16="http://schemas.microsoft.com/office/drawing/2014/main" id="{994DB73A-D573-C94B-A30B-9F23A4F4338F}"/>
                </a:ext>
              </a:extLst>
            </p:cNvPr>
            <p:cNvGrpSpPr/>
            <p:nvPr/>
          </p:nvGrpSpPr>
          <p:grpSpPr>
            <a:xfrm>
              <a:off x="8709" y="3219450"/>
              <a:ext cx="1532572" cy="1924050"/>
              <a:chOff x="8709" y="3219450"/>
              <a:chExt cx="1532572" cy="1924050"/>
            </a:xfrm>
          </p:grpSpPr>
          <p:sp>
            <p:nvSpPr>
              <p:cNvPr id="21" name="Freeform 20">
                <a:extLst>
                  <a:ext uri="{FF2B5EF4-FFF2-40B4-BE49-F238E27FC236}">
                    <a16:creationId xmlns:a16="http://schemas.microsoft.com/office/drawing/2014/main" id="{A345268B-D687-B34E-A704-9D35B5550FF8}"/>
                  </a:ext>
                </a:extLst>
              </p:cNvPr>
              <p:cNvSpPr/>
              <p:nvPr/>
            </p:nvSpPr>
            <p:spPr>
              <a:xfrm>
                <a:off x="221116"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8E837808-528C-4346-8524-792D3C8543EA}"/>
                  </a:ext>
                </a:extLst>
              </p:cNvPr>
              <p:cNvSpPr/>
              <p:nvPr/>
            </p:nvSpPr>
            <p:spPr>
              <a:xfrm>
                <a:off x="8709"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4A586"/>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36B2799A-22EF-1945-9EA4-64C804D4AB16}"/>
                  </a:ext>
                </a:extLst>
              </p:cNvPr>
              <p:cNvSpPr/>
              <p:nvPr/>
            </p:nvSpPr>
            <p:spPr>
              <a:xfrm>
                <a:off x="8709"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C25BAD6B-0658-734B-BEFB-D9FDA7AF22DE}"/>
                  </a:ext>
                </a:extLst>
              </p:cNvPr>
              <p:cNvSpPr/>
              <p:nvPr/>
            </p:nvSpPr>
            <p:spPr>
              <a:xfrm>
                <a:off x="8709"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4A586"/>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05598F6-7D9F-4042-AC7C-20B9A62BE77B}"/>
                  </a:ext>
                </a:extLst>
              </p:cNvPr>
              <p:cNvSpPr/>
              <p:nvPr/>
            </p:nvSpPr>
            <p:spPr>
              <a:xfrm>
                <a:off x="8709"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39C6413E-3F03-F146-8EFE-3C2B022C21BA}"/>
                  </a:ext>
                </a:extLst>
              </p:cNvPr>
              <p:cNvSpPr/>
              <p:nvPr/>
            </p:nvSpPr>
            <p:spPr>
              <a:xfrm>
                <a:off x="881198"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4A586"/>
              </a:solidFill>
              <a:ln w="9525" cap="flat">
                <a:noFill/>
                <a:prstDash val="solid"/>
                <a:miter/>
              </a:ln>
            </p:spPr>
            <p:txBody>
              <a:bodyPr rtlCol="0" anchor="ctr"/>
              <a:lstStyle/>
              <a:p>
                <a:endParaRPr lang="en-US" sz="2400"/>
              </a:p>
            </p:txBody>
          </p:sp>
        </p:grpSp>
        <p:grpSp>
          <p:nvGrpSpPr>
            <p:cNvPr id="9" name="Picture 3">
              <a:extLst>
                <a:ext uri="{FF2B5EF4-FFF2-40B4-BE49-F238E27FC236}">
                  <a16:creationId xmlns:a16="http://schemas.microsoft.com/office/drawing/2014/main" id="{7DFAC2AA-0583-7141-BA7C-43C6FE71A477}"/>
                </a:ext>
              </a:extLst>
            </p:cNvPr>
            <p:cNvGrpSpPr/>
            <p:nvPr/>
          </p:nvGrpSpPr>
          <p:grpSpPr>
            <a:xfrm>
              <a:off x="7328671" y="0"/>
              <a:ext cx="1822132" cy="3084194"/>
              <a:chOff x="7328671" y="0"/>
              <a:chExt cx="1822132" cy="3084194"/>
            </a:xfrm>
          </p:grpSpPr>
          <p:sp>
            <p:nvSpPr>
              <p:cNvPr id="11" name="Freeform 10">
                <a:extLst>
                  <a:ext uri="{FF2B5EF4-FFF2-40B4-BE49-F238E27FC236}">
                    <a16:creationId xmlns:a16="http://schemas.microsoft.com/office/drawing/2014/main" id="{FA3329D6-794F-D344-B72E-E7AC0FA9ED9F}"/>
                  </a:ext>
                </a:extLst>
              </p:cNvPr>
              <p:cNvSpPr/>
              <p:nvPr/>
            </p:nvSpPr>
            <p:spPr>
              <a:xfrm>
                <a:off x="8647884"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4A586"/>
              </a:solidFill>
              <a:ln w="9525" cap="flat">
                <a:noFill/>
                <a:prstDash val="solid"/>
                <a:miter/>
              </a:ln>
            </p:spPr>
            <p:txBody>
              <a:bodyPr rtlCol="0" anchor="ctr"/>
              <a:lstStyle/>
              <a:p>
                <a:endParaRPr lang="en-US" sz="2400"/>
              </a:p>
            </p:txBody>
          </p:sp>
          <p:sp>
            <p:nvSpPr>
              <p:cNvPr id="12" name="Freeform 11">
                <a:extLst>
                  <a:ext uri="{FF2B5EF4-FFF2-40B4-BE49-F238E27FC236}">
                    <a16:creationId xmlns:a16="http://schemas.microsoft.com/office/drawing/2014/main" id="{3E1D90F5-6502-1340-B821-B807C14B3570}"/>
                  </a:ext>
                </a:extLst>
              </p:cNvPr>
              <p:cNvSpPr/>
              <p:nvPr/>
            </p:nvSpPr>
            <p:spPr>
              <a:xfrm>
                <a:off x="8316414"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3" name="Freeform 12">
                <a:extLst>
                  <a:ext uri="{FF2B5EF4-FFF2-40B4-BE49-F238E27FC236}">
                    <a16:creationId xmlns:a16="http://schemas.microsoft.com/office/drawing/2014/main" id="{E9438C53-5CEB-0E44-BDC3-BADAEC506ACF}"/>
                  </a:ext>
                </a:extLst>
              </p:cNvPr>
              <p:cNvSpPr/>
              <p:nvPr/>
            </p:nvSpPr>
            <p:spPr>
              <a:xfrm>
                <a:off x="8318319"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CD92A22E-E8C8-E046-A4E8-71EEA95D9F3D}"/>
                  </a:ext>
                </a:extLst>
              </p:cNvPr>
              <p:cNvSpPr/>
              <p:nvPr/>
            </p:nvSpPr>
            <p:spPr>
              <a:xfrm>
                <a:off x="7658236"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7D3C3768-A99D-174D-A32C-17A304DC47F8}"/>
                  </a:ext>
                </a:extLst>
              </p:cNvPr>
              <p:cNvSpPr/>
              <p:nvPr/>
            </p:nvSpPr>
            <p:spPr>
              <a:xfrm>
                <a:off x="8320223"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2653D08F-0EED-6241-898E-DF33330E99EF}"/>
                  </a:ext>
                </a:extLst>
              </p:cNvPr>
              <p:cNvSpPr/>
              <p:nvPr/>
            </p:nvSpPr>
            <p:spPr>
              <a:xfrm>
                <a:off x="7328671"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4A586"/>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696C07AD-C4C2-2545-B7A0-0665226E2E35}"/>
                  </a:ext>
                </a:extLst>
              </p:cNvPr>
              <p:cNvSpPr/>
              <p:nvPr/>
            </p:nvSpPr>
            <p:spPr>
              <a:xfrm>
                <a:off x="8316414"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5C557F0A-424B-974C-8CC3-EDD245F3CB36}"/>
                  </a:ext>
                </a:extLst>
              </p:cNvPr>
              <p:cNvSpPr/>
              <p:nvPr/>
            </p:nvSpPr>
            <p:spPr>
              <a:xfrm>
                <a:off x="8320223"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BDD4035-5010-E84A-8BBE-D0D42F1ABA8D}"/>
                  </a:ext>
                </a:extLst>
              </p:cNvPr>
              <p:cNvSpPr/>
              <p:nvPr/>
            </p:nvSpPr>
            <p:spPr>
              <a:xfrm>
                <a:off x="8978401"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F0FD741-3C0D-0340-A17F-90B57140C077}"/>
                  </a:ext>
                </a:extLst>
              </p:cNvPr>
              <p:cNvSpPr/>
              <p:nvPr/>
            </p:nvSpPr>
            <p:spPr>
              <a:xfrm>
                <a:off x="8318319"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4A586"/>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accent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14A687"/>
          </a:solidFill>
        </p:grpSpPr>
        <p:sp>
          <p:nvSpPr>
            <p:cNvPr id="3" name="Freeform 2">
              <a:extLst>
                <a:ext uri="{FF2B5EF4-FFF2-40B4-BE49-F238E27FC236}">
                  <a16:creationId xmlns:a16="http://schemas.microsoft.com/office/drawing/2014/main" id="{C2188456-885C-FA45-83D4-E64F842DAC4E}"/>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F6EE119C-3352-3E41-A5C3-ED7BF16F2356}"/>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9614079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Quote 6">
    <p:bg>
      <p:bgPr>
        <a:solidFill>
          <a:schemeClr val="bg1"/>
        </a:solidFill>
        <a:effectLst/>
      </p:bgPr>
    </p:bg>
    <p:spTree>
      <p:nvGrpSpPr>
        <p:cNvPr id="1" name=""/>
        <p:cNvGrpSpPr/>
        <p:nvPr/>
      </p:nvGrpSpPr>
      <p:grpSpPr>
        <a:xfrm>
          <a:off x="0" y="0"/>
          <a:ext cx="0" cy="0"/>
          <a:chOff x="0" y="0"/>
          <a:chExt cx="0" cy="0"/>
        </a:xfrm>
      </p:grpSpPr>
      <p:grpSp>
        <p:nvGrpSpPr>
          <p:cNvPr id="7" name="Picture 3">
            <a:extLst>
              <a:ext uri="{FF2B5EF4-FFF2-40B4-BE49-F238E27FC236}">
                <a16:creationId xmlns:a16="http://schemas.microsoft.com/office/drawing/2014/main" id="{10E907D2-4D0B-2242-BECA-FCDF0A3D52FF}"/>
              </a:ext>
            </a:extLst>
          </p:cNvPr>
          <p:cNvGrpSpPr/>
          <p:nvPr userDrawn="1"/>
        </p:nvGrpSpPr>
        <p:grpSpPr>
          <a:xfrm>
            <a:off x="0" y="0"/>
            <a:ext cx="12189459" cy="6858000"/>
            <a:chOff x="0" y="0"/>
            <a:chExt cx="9142094" cy="5143500"/>
          </a:xfrm>
        </p:grpSpPr>
        <p:grpSp>
          <p:nvGrpSpPr>
            <p:cNvPr id="8" name="Picture 3">
              <a:extLst>
                <a:ext uri="{FF2B5EF4-FFF2-40B4-BE49-F238E27FC236}">
                  <a16:creationId xmlns:a16="http://schemas.microsoft.com/office/drawing/2014/main" id="{EEA3290E-4922-E643-B873-B3A1A2718B69}"/>
                </a:ext>
              </a:extLst>
            </p:cNvPr>
            <p:cNvGrpSpPr/>
            <p:nvPr/>
          </p:nvGrpSpPr>
          <p:grpSpPr>
            <a:xfrm>
              <a:off x="0" y="3219450"/>
              <a:ext cx="1532572" cy="1924050"/>
              <a:chOff x="0" y="3219450"/>
              <a:chExt cx="1532572" cy="1924050"/>
            </a:xfrm>
          </p:grpSpPr>
          <p:sp>
            <p:nvSpPr>
              <p:cNvPr id="21" name="Freeform 20">
                <a:extLst>
                  <a:ext uri="{FF2B5EF4-FFF2-40B4-BE49-F238E27FC236}">
                    <a16:creationId xmlns:a16="http://schemas.microsoft.com/office/drawing/2014/main" id="{C8B96E16-C621-E04C-BEA9-E197C08F9D56}"/>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67100520-1A80-6949-9480-39DF0E3FD70A}"/>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5C5AC3"/>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54DE25E-ED42-5043-9485-49DB729B49FB}"/>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9BABA8D-7653-4141-9194-1E64F3078F33}"/>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5C5AC3"/>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53E2F2EA-E808-804C-9CF0-56A6D318A7E8}"/>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23018C81-00D9-5247-9238-F56015C3E9AC}"/>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5C5AC3"/>
              </a:solidFill>
              <a:ln w="9525" cap="flat">
                <a:noFill/>
                <a:prstDash val="solid"/>
                <a:miter/>
              </a:ln>
            </p:spPr>
            <p:txBody>
              <a:bodyPr rtlCol="0" anchor="ctr"/>
              <a:lstStyle/>
              <a:p>
                <a:endParaRPr lang="en-US" sz="2400"/>
              </a:p>
            </p:txBody>
          </p:sp>
        </p:grpSp>
        <p:grpSp>
          <p:nvGrpSpPr>
            <p:cNvPr id="9" name="Picture 3">
              <a:extLst>
                <a:ext uri="{FF2B5EF4-FFF2-40B4-BE49-F238E27FC236}">
                  <a16:creationId xmlns:a16="http://schemas.microsoft.com/office/drawing/2014/main" id="{009138B4-AF28-ED44-BC21-89BCE17596E4}"/>
                </a:ext>
              </a:extLst>
            </p:cNvPr>
            <p:cNvGrpSpPr/>
            <p:nvPr/>
          </p:nvGrpSpPr>
          <p:grpSpPr>
            <a:xfrm>
              <a:off x="7319962" y="0"/>
              <a:ext cx="1822132" cy="3084194"/>
              <a:chOff x="7319962" y="0"/>
              <a:chExt cx="1822132" cy="3084194"/>
            </a:xfrm>
          </p:grpSpPr>
          <p:sp>
            <p:nvSpPr>
              <p:cNvPr id="11" name="Freeform 10">
                <a:extLst>
                  <a:ext uri="{FF2B5EF4-FFF2-40B4-BE49-F238E27FC236}">
                    <a16:creationId xmlns:a16="http://schemas.microsoft.com/office/drawing/2014/main" id="{4E8C2D82-0363-774A-BAB1-1A8515B20109}"/>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5C5AC3"/>
              </a:solidFill>
              <a:ln w="9525" cap="flat">
                <a:noFill/>
                <a:prstDash val="solid"/>
                <a:miter/>
              </a:ln>
            </p:spPr>
            <p:txBody>
              <a:bodyPr rtlCol="0" anchor="ctr"/>
              <a:lstStyle/>
              <a:p>
                <a:endParaRPr lang="en-US" sz="2400"/>
              </a:p>
            </p:txBody>
          </p:sp>
          <p:sp>
            <p:nvSpPr>
              <p:cNvPr id="12" name="Freeform 11">
                <a:extLst>
                  <a:ext uri="{FF2B5EF4-FFF2-40B4-BE49-F238E27FC236}">
                    <a16:creationId xmlns:a16="http://schemas.microsoft.com/office/drawing/2014/main" id="{B38DFC42-066C-8C4F-A31D-E53862A16FC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3" name="Freeform 12">
                <a:extLst>
                  <a:ext uri="{FF2B5EF4-FFF2-40B4-BE49-F238E27FC236}">
                    <a16:creationId xmlns:a16="http://schemas.microsoft.com/office/drawing/2014/main" id="{E678DAED-4776-1944-A8D7-D9F81190AF48}"/>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D601191A-B12E-AB4F-A433-DC7B4C15A0B4}"/>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5E9BF9FB-61A3-D448-9D44-246B15C4E29E}"/>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503173-B4FD-D640-B1BB-D6F0813914E0}"/>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5C5AC3"/>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6AF62A54-6F99-1443-92ED-7EE2E4454D0A}"/>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BF688800-CDDE-5842-BCF4-0E8F5A1AE666}"/>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2E8F5AE3-004C-4648-B472-331AC356DFF7}"/>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DB86BDBB-C90B-3B42-A2C4-4547960F5E5E}"/>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5C5AC3"/>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accent3"/>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5C59C6"/>
          </a:solidFill>
        </p:grpSpPr>
        <p:sp>
          <p:nvSpPr>
            <p:cNvPr id="3" name="Freeform 2">
              <a:extLst>
                <a:ext uri="{FF2B5EF4-FFF2-40B4-BE49-F238E27FC236}">
                  <a16:creationId xmlns:a16="http://schemas.microsoft.com/office/drawing/2014/main" id="{E3BB8D06-2975-6E49-9B55-50EE1DF2B618}"/>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3"/>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E5935853-3D85-DB45-893D-0CED3C4F0CE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3"/>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3126301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7627793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Quote 10">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3F6496-87AF-664B-8CB2-97D516DF40F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Picture 4">
            <a:extLst>
              <a:ext uri="{FF2B5EF4-FFF2-40B4-BE49-F238E27FC236}">
                <a16:creationId xmlns:a16="http://schemas.microsoft.com/office/drawing/2014/main" id="{F120D384-D67D-0D4B-970C-85F9D1AB4CD9}"/>
              </a:ext>
            </a:extLst>
          </p:cNvPr>
          <p:cNvGrpSpPr/>
          <p:nvPr userDrawn="1"/>
        </p:nvGrpSpPr>
        <p:grpSpPr>
          <a:xfrm>
            <a:off x="0" y="0"/>
            <a:ext cx="12192000" cy="6858000"/>
            <a:chOff x="0" y="0"/>
            <a:chExt cx="9144000" cy="5143500"/>
          </a:xfrm>
        </p:grpSpPr>
        <p:grpSp>
          <p:nvGrpSpPr>
            <p:cNvPr id="11" name="Picture 4">
              <a:extLst>
                <a:ext uri="{FF2B5EF4-FFF2-40B4-BE49-F238E27FC236}">
                  <a16:creationId xmlns:a16="http://schemas.microsoft.com/office/drawing/2014/main" id="{D6989201-AD14-7549-8583-ED1F8234D525}"/>
                </a:ext>
              </a:extLst>
            </p:cNvPr>
            <p:cNvGrpSpPr/>
            <p:nvPr/>
          </p:nvGrpSpPr>
          <p:grpSpPr>
            <a:xfrm>
              <a:off x="7424737" y="150495"/>
              <a:ext cx="3810" cy="3810"/>
              <a:chOff x="7424737" y="150495"/>
              <a:chExt cx="3810" cy="3810"/>
            </a:xfrm>
          </p:grpSpPr>
          <p:sp>
            <p:nvSpPr>
              <p:cNvPr id="32" name="Freeform 31">
                <a:extLst>
                  <a:ext uri="{FF2B5EF4-FFF2-40B4-BE49-F238E27FC236}">
                    <a16:creationId xmlns:a16="http://schemas.microsoft.com/office/drawing/2014/main" id="{B9CF943C-9058-3F49-B29A-F581FFA81229}"/>
                  </a:ext>
                </a:extLst>
              </p:cNvPr>
              <p:cNvSpPr/>
              <p:nvPr/>
            </p:nvSpPr>
            <p:spPr>
              <a:xfrm>
                <a:off x="7424737"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ECE970BC-F5BA-F341-B015-EF998AF51E94}"/>
                  </a:ext>
                </a:extLst>
              </p:cNvPr>
              <p:cNvSpPr/>
              <p:nvPr/>
            </p:nvSpPr>
            <p:spPr>
              <a:xfrm>
                <a:off x="7428547" y="153352"/>
                <a:ext cx="9525" cy="952"/>
              </a:xfrm>
              <a:custGeom>
                <a:avLst/>
                <a:gdLst>
                  <a:gd name="connsiteX0" fmla="*/ 0 w 9525"/>
                  <a:gd name="connsiteY0" fmla="*/ 0 h 952"/>
                  <a:gd name="connsiteX1" fmla="*/ 0 w 9525"/>
                  <a:gd name="connsiteY1" fmla="*/ 953 h 952"/>
                  <a:gd name="connsiteX2" fmla="*/ 0 w 9525"/>
                  <a:gd name="connsiteY2" fmla="*/ 0 h 952"/>
                </a:gdLst>
                <a:ahLst/>
                <a:cxnLst>
                  <a:cxn ang="0">
                    <a:pos x="connsiteX0" y="connsiteY0"/>
                  </a:cxn>
                  <a:cxn ang="0">
                    <a:pos x="connsiteX1" y="connsiteY1"/>
                  </a:cxn>
                  <a:cxn ang="0">
                    <a:pos x="connsiteX2" y="connsiteY2"/>
                  </a:cxn>
                </a:cxnLst>
                <a:rect l="l" t="t" r="r" b="b"/>
                <a:pathLst>
                  <a:path w="9525" h="952">
                    <a:moveTo>
                      <a:pt x="0"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Picture 4">
              <a:extLst>
                <a:ext uri="{FF2B5EF4-FFF2-40B4-BE49-F238E27FC236}">
                  <a16:creationId xmlns:a16="http://schemas.microsoft.com/office/drawing/2014/main" id="{E07F43AC-A4B4-934C-B634-AB944EDB0481}"/>
                </a:ext>
              </a:extLst>
            </p:cNvPr>
            <p:cNvGrpSpPr/>
            <p:nvPr/>
          </p:nvGrpSpPr>
          <p:grpSpPr>
            <a:xfrm>
              <a:off x="0" y="0"/>
              <a:ext cx="9142094" cy="5143500"/>
              <a:chOff x="0" y="0"/>
              <a:chExt cx="9142094" cy="5143500"/>
            </a:xfrm>
          </p:grpSpPr>
          <p:grpSp>
            <p:nvGrpSpPr>
              <p:cNvPr id="14" name="Picture 4">
                <a:extLst>
                  <a:ext uri="{FF2B5EF4-FFF2-40B4-BE49-F238E27FC236}">
                    <a16:creationId xmlns:a16="http://schemas.microsoft.com/office/drawing/2014/main" id="{3025C772-A7E4-9546-B5F1-6AF2EAEF28A6}"/>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770E94F6-8BEF-D74B-87B2-7F4510D30CF0}"/>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3B90F341-F8DE-9148-B712-0FE8F3DC74EE}"/>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947B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AE7984DF-E15B-D44D-9266-65EBC19DBD61}"/>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CA33896D-3BD3-9D49-94E8-5EF1B6C75D53}"/>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98FEF9FE-F2C2-284C-8BCB-43E090BE46AE}"/>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B9798B0F-7635-7A42-9EFC-DEA553C48D8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947B9">
                    <a:alpha val="50000"/>
                  </a:srgbClr>
                </a:solidFill>
                <a:ln w="9525" cap="flat">
                  <a:noFill/>
                  <a:prstDash val="solid"/>
                  <a:miter/>
                </a:ln>
              </p:spPr>
              <p:txBody>
                <a:bodyPr rtlCol="0" anchor="ctr"/>
                <a:lstStyle/>
                <a:p>
                  <a:endParaRPr lang="en-US" sz="2400"/>
                </a:p>
              </p:txBody>
            </p:sp>
          </p:grpSp>
          <p:grpSp>
            <p:nvGrpSpPr>
              <p:cNvPr id="15" name="Picture 4">
                <a:extLst>
                  <a:ext uri="{FF2B5EF4-FFF2-40B4-BE49-F238E27FC236}">
                    <a16:creationId xmlns:a16="http://schemas.microsoft.com/office/drawing/2014/main" id="{5D9169A8-D351-B14A-A103-EF0216ABD60E}"/>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19874676-510D-044D-8061-AD1337168436}"/>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16485EAC-122D-1345-88BD-2D345B5C4EF6}"/>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1C66E0F5-08C7-DD4C-AFC6-8599FAC2C309}"/>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C2999481-ED85-8548-84C5-35DF4568C690}"/>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6317AEAB-6EEF-2A4D-9882-B32306813AB4}"/>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3DF067E0-EE65-A145-905A-F8FCDBA9B1BA}"/>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71E4F98E-4360-564D-B133-08DD0BB2F44F}"/>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A1A451C4-C804-344B-83D8-FE053C244C0F}"/>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98CD54A5-B972-9D4C-A08B-2662A6F2CED3}"/>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4605D8C3-B714-CB43-8BA7-A1573D422CBE}"/>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947B9">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0767317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Quote 1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CE4D0-AC37-314A-A0ED-7E713F811E7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4154031E-D54F-6F42-B6C0-6D6E27CE2DD0}"/>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CB9A7430-0790-124F-A057-3EBB50127621}"/>
                </a:ext>
              </a:extLst>
            </p:cNvPr>
            <p:cNvGrpSpPr/>
            <p:nvPr/>
          </p:nvGrpSpPr>
          <p:grpSpPr>
            <a:xfrm>
              <a:off x="8287702" y="150495"/>
              <a:ext cx="4762" cy="3810"/>
              <a:chOff x="8287702" y="150495"/>
              <a:chExt cx="4762" cy="3810"/>
            </a:xfrm>
          </p:grpSpPr>
          <p:sp>
            <p:nvSpPr>
              <p:cNvPr id="32" name="Freeform 31">
                <a:extLst>
                  <a:ext uri="{FF2B5EF4-FFF2-40B4-BE49-F238E27FC236}">
                    <a16:creationId xmlns:a16="http://schemas.microsoft.com/office/drawing/2014/main" id="{44B4170B-E397-A342-894D-864E67E97009}"/>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197616D2-3C4B-EA4E-A858-1CCAC5662E24}"/>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996818BC-24B8-844F-B81B-2DF46AF8B85B}"/>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C21D3D61-5C1C-244A-8FFB-AA5BA51B33D8}"/>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C141A85B-68FC-5943-B352-55B405D5DF51}"/>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998386D3-80EE-1642-B1EF-EE6D880BDAF1}"/>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DB082D5A-FDD8-AD46-861A-576E7F7B540D}"/>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07A1AA6-A396-E240-A461-3FD57FB2709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34A7F25-19B5-2744-85B3-4126B89B1CA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EA06FA5-9875-254B-9911-7FA0490DB53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4F7EFE9A-E388-F744-B2AF-9824AAD08541}"/>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6A4CCFDB-B1A8-AA46-A79F-388364D7EBD2}"/>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CF5071FC-4CAA-6E44-A332-D59142FBBB6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CBFB4DE-F21D-A74D-8CAD-6F950EB75336}"/>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D1330D97-1F94-0E40-B8BF-04DF0CC412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CE228227-745B-3A45-8773-067538EF27A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66F1F93-B850-3F44-8DA7-36B82A9BF601}"/>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F47553D-15B3-6B4B-8FFF-2FDB0E94D0AD}"/>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46351B4-B0B4-224C-B04A-1B3BE17892AA}"/>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291E241-EF3A-F543-9264-639C654C2336}"/>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77FCAA-166C-4143-98F7-504ECB6BFCE1}"/>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9319243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Quote 12">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5B8ACB-7028-A64F-BFEB-8A8331062DE1}"/>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5E3CA63C-C935-6145-A7E9-E9237B7B1765}"/>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8611DA80-CD2A-A74F-A11C-5F096B6FBF9F}"/>
                </a:ext>
              </a:extLst>
            </p:cNvPr>
            <p:cNvGrpSpPr/>
            <p:nvPr/>
          </p:nvGrpSpPr>
          <p:grpSpPr>
            <a:xfrm>
              <a:off x="8811577" y="150495"/>
              <a:ext cx="3810" cy="3810"/>
              <a:chOff x="8811577" y="150495"/>
              <a:chExt cx="3810" cy="3810"/>
            </a:xfrm>
          </p:grpSpPr>
          <p:sp>
            <p:nvSpPr>
              <p:cNvPr id="32" name="Freeform 31">
                <a:extLst>
                  <a:ext uri="{FF2B5EF4-FFF2-40B4-BE49-F238E27FC236}">
                    <a16:creationId xmlns:a16="http://schemas.microsoft.com/office/drawing/2014/main" id="{8ECE58B9-E63E-154E-80F1-7955938E9E87}"/>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5DEB6DE9-CF33-664F-B0EC-BA638378845D}"/>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D3C0FD1F-0F9D-BB41-8BAA-8FE1A4192950}"/>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39F20E48-53F4-6E4B-919E-52282206AF5C}"/>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3C5F2B84-6BDC-A847-BA2A-D842BDEE8C66}"/>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65A48A1C-7993-FE4D-82AE-2361937AC2F4}"/>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510EF547-3F94-414C-A974-AE92B07E060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D51D36C7-F0F5-964F-B2D2-A0DFC67D8CA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64FA9ACA-6456-7246-BD44-D97B62F82DCD}"/>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0EF014B2-0941-B249-BCC6-5D425193D035}"/>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078BE04C-1B1A-ED44-B745-4BEA2D1E6A10}"/>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DCE4195E-3490-AE42-89A9-EA8C285D84F0}"/>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8B2CC83F-FE2C-F146-BA68-F46FDBAE187C}"/>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E61715C-0576-7342-88AC-03F9F6A2E503}"/>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E071E11-CDFA-3A4A-B2C8-FE7A3EE78D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8370D635-6C22-C448-A690-32257BDF2FB3}"/>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4E93BDB-9F49-0E4E-8623-7B14DCB9B31A}"/>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1449092E-5D6C-CD48-9B30-90D359EF764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2FC9B70B-858C-5E46-B77A-ED42A9D9A20B}"/>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8113C985-7068-B54C-9A09-7193149F9EDF}"/>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5752B63-B1CA-6B4D-B57F-7BE86737FBF3}"/>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3485565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Q&amp;A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406F373-D762-284E-87C4-91C9AFE786C7}"/>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12" name="Picture 4">
            <a:extLst>
              <a:ext uri="{FF2B5EF4-FFF2-40B4-BE49-F238E27FC236}">
                <a16:creationId xmlns:a16="http://schemas.microsoft.com/office/drawing/2014/main" id="{5A5CB0BD-6B0E-ED4B-9B8B-38902CD666EF}"/>
              </a:ext>
            </a:extLst>
          </p:cNvPr>
          <p:cNvGrpSpPr/>
          <p:nvPr userDrawn="1"/>
        </p:nvGrpSpPr>
        <p:grpSpPr>
          <a:xfrm>
            <a:off x="0" y="0"/>
            <a:ext cx="12192000" cy="6858000"/>
            <a:chOff x="0" y="0"/>
            <a:chExt cx="9144000" cy="5143500"/>
          </a:xfrm>
        </p:grpSpPr>
        <p:grpSp>
          <p:nvGrpSpPr>
            <p:cNvPr id="13" name="Picture 4">
              <a:extLst>
                <a:ext uri="{FF2B5EF4-FFF2-40B4-BE49-F238E27FC236}">
                  <a16:creationId xmlns:a16="http://schemas.microsoft.com/office/drawing/2014/main" id="{581FEA6B-14DB-B14E-A98B-ACF80E874025}"/>
                </a:ext>
              </a:extLst>
            </p:cNvPr>
            <p:cNvGrpSpPr/>
            <p:nvPr/>
          </p:nvGrpSpPr>
          <p:grpSpPr>
            <a:xfrm>
              <a:off x="7424737" y="150495"/>
              <a:ext cx="3810" cy="3810"/>
              <a:chOff x="7424737" y="150495"/>
              <a:chExt cx="3810" cy="3810"/>
            </a:xfrm>
          </p:grpSpPr>
          <p:sp>
            <p:nvSpPr>
              <p:cNvPr id="33" name="Freeform 32">
                <a:extLst>
                  <a:ext uri="{FF2B5EF4-FFF2-40B4-BE49-F238E27FC236}">
                    <a16:creationId xmlns:a16="http://schemas.microsoft.com/office/drawing/2014/main" id="{DCDFCD91-86E2-AF43-94C3-2641E3B98444}"/>
                  </a:ext>
                </a:extLst>
              </p:cNvPr>
              <p:cNvSpPr/>
              <p:nvPr/>
            </p:nvSpPr>
            <p:spPr>
              <a:xfrm>
                <a:off x="7424737"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4" name="Freeform 33">
                <a:extLst>
                  <a:ext uri="{FF2B5EF4-FFF2-40B4-BE49-F238E27FC236}">
                    <a16:creationId xmlns:a16="http://schemas.microsoft.com/office/drawing/2014/main" id="{E22EC70F-AC43-714F-A98B-71FEAC8558B9}"/>
                  </a:ext>
                </a:extLst>
              </p:cNvPr>
              <p:cNvSpPr/>
              <p:nvPr/>
            </p:nvSpPr>
            <p:spPr>
              <a:xfrm>
                <a:off x="7428547" y="153352"/>
                <a:ext cx="9525" cy="952"/>
              </a:xfrm>
              <a:custGeom>
                <a:avLst/>
                <a:gdLst>
                  <a:gd name="connsiteX0" fmla="*/ 0 w 9525"/>
                  <a:gd name="connsiteY0" fmla="*/ 0 h 952"/>
                  <a:gd name="connsiteX1" fmla="*/ 0 w 9525"/>
                  <a:gd name="connsiteY1" fmla="*/ 953 h 952"/>
                  <a:gd name="connsiteX2" fmla="*/ 0 w 9525"/>
                  <a:gd name="connsiteY2" fmla="*/ 0 h 952"/>
                </a:gdLst>
                <a:ahLst/>
                <a:cxnLst>
                  <a:cxn ang="0">
                    <a:pos x="connsiteX0" y="connsiteY0"/>
                  </a:cxn>
                  <a:cxn ang="0">
                    <a:pos x="connsiteX1" y="connsiteY1"/>
                  </a:cxn>
                  <a:cxn ang="0">
                    <a:pos x="connsiteX2" y="connsiteY2"/>
                  </a:cxn>
                </a:cxnLst>
                <a:rect l="l" t="t" r="r" b="b"/>
                <a:pathLst>
                  <a:path w="9525" h="952">
                    <a:moveTo>
                      <a:pt x="0"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4" name="Picture 4">
              <a:extLst>
                <a:ext uri="{FF2B5EF4-FFF2-40B4-BE49-F238E27FC236}">
                  <a16:creationId xmlns:a16="http://schemas.microsoft.com/office/drawing/2014/main" id="{4BDE9B29-6546-5142-BB40-BA301D8CCB5F}"/>
                </a:ext>
              </a:extLst>
            </p:cNvPr>
            <p:cNvGrpSpPr/>
            <p:nvPr/>
          </p:nvGrpSpPr>
          <p:grpSpPr>
            <a:xfrm>
              <a:off x="0" y="0"/>
              <a:ext cx="9142094" cy="5143500"/>
              <a:chOff x="0" y="0"/>
              <a:chExt cx="9142094" cy="5143500"/>
            </a:xfrm>
          </p:grpSpPr>
          <p:grpSp>
            <p:nvGrpSpPr>
              <p:cNvPr id="15" name="Picture 4">
                <a:extLst>
                  <a:ext uri="{FF2B5EF4-FFF2-40B4-BE49-F238E27FC236}">
                    <a16:creationId xmlns:a16="http://schemas.microsoft.com/office/drawing/2014/main" id="{79FF609F-6287-B949-BCC8-45E1B351B911}"/>
                  </a:ext>
                </a:extLst>
              </p:cNvPr>
              <p:cNvGrpSpPr/>
              <p:nvPr/>
            </p:nvGrpSpPr>
            <p:grpSpPr>
              <a:xfrm>
                <a:off x="0" y="3219450"/>
                <a:ext cx="1532572" cy="1924050"/>
                <a:chOff x="0" y="3219450"/>
                <a:chExt cx="1532572" cy="1924050"/>
              </a:xfrm>
            </p:grpSpPr>
            <p:sp>
              <p:nvSpPr>
                <p:cNvPr id="27" name="Freeform 26">
                  <a:extLst>
                    <a:ext uri="{FF2B5EF4-FFF2-40B4-BE49-F238E27FC236}">
                      <a16:creationId xmlns:a16="http://schemas.microsoft.com/office/drawing/2014/main" id="{4C273E00-751D-A546-B6C2-0FBC035CD86F}"/>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81FD15F9-7993-AE4E-B91C-38BFF1256220}"/>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947B9">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3A3FE0E0-5FB6-AD43-9598-A602B607D931}"/>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7BEBCA0B-43AA-A742-ABE1-D33661ED7B5F}"/>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17A254C1-7151-CE43-8E8D-CA41245AE09B}"/>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030D89AC-DC2E-8841-B1DD-E73704B743B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947B9">
                    <a:alpha val="50000"/>
                  </a:srgbClr>
                </a:solidFill>
                <a:ln w="9525" cap="flat">
                  <a:noFill/>
                  <a:prstDash val="solid"/>
                  <a:miter/>
                </a:ln>
              </p:spPr>
              <p:txBody>
                <a:bodyPr rtlCol="0" anchor="ctr"/>
                <a:lstStyle/>
                <a:p>
                  <a:endParaRPr lang="en-US" sz="2400"/>
                </a:p>
              </p:txBody>
            </p:sp>
          </p:grpSp>
          <p:grpSp>
            <p:nvGrpSpPr>
              <p:cNvPr id="16" name="Picture 4">
                <a:extLst>
                  <a:ext uri="{FF2B5EF4-FFF2-40B4-BE49-F238E27FC236}">
                    <a16:creationId xmlns:a16="http://schemas.microsoft.com/office/drawing/2014/main" id="{4F0C4339-8E98-E240-8C4E-F5DA9E944ED4}"/>
                  </a:ext>
                </a:extLst>
              </p:cNvPr>
              <p:cNvGrpSpPr/>
              <p:nvPr/>
            </p:nvGrpSpPr>
            <p:grpSpPr>
              <a:xfrm>
                <a:off x="7319962" y="0"/>
                <a:ext cx="1822132" cy="3084194"/>
                <a:chOff x="7319962" y="0"/>
                <a:chExt cx="1822132" cy="3084194"/>
              </a:xfrm>
            </p:grpSpPr>
            <p:sp>
              <p:nvSpPr>
                <p:cNvPr id="17" name="Freeform 16">
                  <a:extLst>
                    <a:ext uri="{FF2B5EF4-FFF2-40B4-BE49-F238E27FC236}">
                      <a16:creationId xmlns:a16="http://schemas.microsoft.com/office/drawing/2014/main" id="{0B9FCDF6-6C06-7040-BD06-B9C6A11D7F9E}"/>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98217E0-9D5A-7044-8DE1-75BDA753F29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845544EA-D591-C346-A91F-7473211ADC6B}"/>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FD3F123C-ED80-AB41-BC83-AF2F61FD052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66782A15-E545-D641-A105-8D483B819855}"/>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4ABAE012-B54C-CA48-8924-500A78B06B2F}"/>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6F52B3D3-EE6A-894D-A271-BEFEF1B58E4E}"/>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C0484BD9-76AB-3C4D-A68C-8B8FC0A45290}"/>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DEED177-A5BC-F84A-B010-AE99973CB16F}"/>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1B73E543-DF79-784B-8424-42FBF9D4EEA6}"/>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947B9">
                    <a:alpha val="50000"/>
                  </a:srgbClr>
                </a:solidFill>
                <a:ln w="9525" cap="flat">
                  <a:noFill/>
                  <a:prstDash val="solid"/>
                  <a:miter/>
                </a:ln>
              </p:spPr>
              <p:txBody>
                <a:bodyPr rtlCol="0" anchor="ctr"/>
                <a:lstStyle/>
                <a:p>
                  <a:endParaRPr lang="en-US" sz="2400"/>
                </a:p>
              </p:txBody>
            </p:sp>
          </p:grpSp>
        </p:grpSp>
      </p:gr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7" name="TextBox 6">
            <a:extLst>
              <a:ext uri="{FF2B5EF4-FFF2-40B4-BE49-F238E27FC236}">
                <a16:creationId xmlns:a16="http://schemas.microsoft.com/office/drawing/2014/main" id="{B96A64F8-98AE-B042-826F-42187E06F8D3}"/>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0D000297-6907-FA46-80F7-36DD67BA2E03}"/>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5B296F9D-AE5B-AB43-9E07-074AD4C6362D}"/>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BD1536D3-6D65-D148-B59A-9331663EC4A8}"/>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18138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C0B1BA-C4E1-3648-A835-E31636983663}"/>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Picture 4">
            <a:extLst>
              <a:ext uri="{FF2B5EF4-FFF2-40B4-BE49-F238E27FC236}">
                <a16:creationId xmlns:a16="http://schemas.microsoft.com/office/drawing/2014/main" id="{C35C5FD6-42AF-D34D-8B84-CFCBC903FA3B}"/>
              </a:ext>
            </a:extLst>
          </p:cNvPr>
          <p:cNvGrpSpPr/>
          <p:nvPr userDrawn="1"/>
        </p:nvGrpSpPr>
        <p:grpSpPr>
          <a:xfrm>
            <a:off x="0" y="0"/>
            <a:ext cx="12192000" cy="6858000"/>
            <a:chOff x="0" y="0"/>
            <a:chExt cx="9144000" cy="5143500"/>
          </a:xfrm>
        </p:grpSpPr>
        <p:grpSp>
          <p:nvGrpSpPr>
            <p:cNvPr id="9" name="Picture 4">
              <a:extLst>
                <a:ext uri="{FF2B5EF4-FFF2-40B4-BE49-F238E27FC236}">
                  <a16:creationId xmlns:a16="http://schemas.microsoft.com/office/drawing/2014/main" id="{96654D2C-F33D-0C48-BC2A-DB70C6C42F39}"/>
                </a:ext>
              </a:extLst>
            </p:cNvPr>
            <p:cNvGrpSpPr/>
            <p:nvPr/>
          </p:nvGrpSpPr>
          <p:grpSpPr>
            <a:xfrm>
              <a:off x="7424737" y="150495"/>
              <a:ext cx="3810" cy="3810"/>
              <a:chOff x="7424737" y="150495"/>
              <a:chExt cx="3810" cy="3810"/>
            </a:xfrm>
          </p:grpSpPr>
          <p:sp>
            <p:nvSpPr>
              <p:cNvPr id="30" name="Freeform 29">
                <a:extLst>
                  <a:ext uri="{FF2B5EF4-FFF2-40B4-BE49-F238E27FC236}">
                    <a16:creationId xmlns:a16="http://schemas.microsoft.com/office/drawing/2014/main" id="{E7A64693-CE5F-E440-A257-3698A648AE24}"/>
                  </a:ext>
                </a:extLst>
              </p:cNvPr>
              <p:cNvSpPr/>
              <p:nvPr/>
            </p:nvSpPr>
            <p:spPr>
              <a:xfrm>
                <a:off x="7424737"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D684A5E-58AD-B14C-B460-97620D9C25B7}"/>
                  </a:ext>
                </a:extLst>
              </p:cNvPr>
              <p:cNvSpPr/>
              <p:nvPr/>
            </p:nvSpPr>
            <p:spPr>
              <a:xfrm>
                <a:off x="7428547" y="153352"/>
                <a:ext cx="9525" cy="952"/>
              </a:xfrm>
              <a:custGeom>
                <a:avLst/>
                <a:gdLst>
                  <a:gd name="connsiteX0" fmla="*/ 0 w 9525"/>
                  <a:gd name="connsiteY0" fmla="*/ 0 h 952"/>
                  <a:gd name="connsiteX1" fmla="*/ 0 w 9525"/>
                  <a:gd name="connsiteY1" fmla="*/ 953 h 952"/>
                  <a:gd name="connsiteX2" fmla="*/ 0 w 9525"/>
                  <a:gd name="connsiteY2" fmla="*/ 0 h 952"/>
                </a:gdLst>
                <a:ahLst/>
                <a:cxnLst>
                  <a:cxn ang="0">
                    <a:pos x="connsiteX0" y="connsiteY0"/>
                  </a:cxn>
                  <a:cxn ang="0">
                    <a:pos x="connsiteX1" y="connsiteY1"/>
                  </a:cxn>
                  <a:cxn ang="0">
                    <a:pos x="connsiteX2" y="connsiteY2"/>
                  </a:cxn>
                </a:cxnLst>
                <a:rect l="l" t="t" r="r" b="b"/>
                <a:pathLst>
                  <a:path w="9525" h="952">
                    <a:moveTo>
                      <a:pt x="0"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Picture 4">
              <a:extLst>
                <a:ext uri="{FF2B5EF4-FFF2-40B4-BE49-F238E27FC236}">
                  <a16:creationId xmlns:a16="http://schemas.microsoft.com/office/drawing/2014/main" id="{9C7512FB-519C-7343-963E-46D245385289}"/>
                </a:ext>
              </a:extLst>
            </p:cNvPr>
            <p:cNvGrpSpPr/>
            <p:nvPr/>
          </p:nvGrpSpPr>
          <p:grpSpPr>
            <a:xfrm>
              <a:off x="0" y="0"/>
              <a:ext cx="9142094" cy="5143500"/>
              <a:chOff x="0" y="0"/>
              <a:chExt cx="9142094" cy="5143500"/>
            </a:xfrm>
          </p:grpSpPr>
          <p:grpSp>
            <p:nvGrpSpPr>
              <p:cNvPr id="12" name="Picture 4">
                <a:extLst>
                  <a:ext uri="{FF2B5EF4-FFF2-40B4-BE49-F238E27FC236}">
                    <a16:creationId xmlns:a16="http://schemas.microsoft.com/office/drawing/2014/main" id="{325A79BC-EE14-9444-9C33-821927BA2341}"/>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F4857A1A-8A1D-6540-A658-DB2A82A10126}"/>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ABF0E8-69D5-C845-8E34-F9A8E3A697A3}"/>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947B9">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50A1DF3E-E4A2-8F45-A5A3-9A068F4236D5}"/>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6C3CB33B-57BC-3949-8D83-9CAB31BF59AA}"/>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3DFFD45B-78F3-2E46-B941-09245E4FF97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7BC639D-A8BC-314C-8AB6-E68C7BB45B7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947B9">
                    <a:alpha val="50000"/>
                  </a:srgbClr>
                </a:solidFill>
                <a:ln w="9525" cap="flat">
                  <a:noFill/>
                  <a:prstDash val="solid"/>
                  <a:miter/>
                </a:ln>
              </p:spPr>
              <p:txBody>
                <a:bodyPr rtlCol="0" anchor="ctr"/>
                <a:lstStyle/>
                <a:p>
                  <a:endParaRPr lang="en-US" sz="2400"/>
                </a:p>
              </p:txBody>
            </p:sp>
          </p:grpSp>
          <p:grpSp>
            <p:nvGrpSpPr>
              <p:cNvPr id="13" name="Picture 4">
                <a:extLst>
                  <a:ext uri="{FF2B5EF4-FFF2-40B4-BE49-F238E27FC236}">
                    <a16:creationId xmlns:a16="http://schemas.microsoft.com/office/drawing/2014/main" id="{4D1FCC5E-77D6-E547-9A26-DD5813455360}"/>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A2AC2E42-0D48-B44D-BE43-E11FFFAA2468}"/>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F4305334-0A84-9D42-A16D-742AB2BE341A}"/>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C778786-7D73-B84F-AD6A-32885E365379}"/>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BD8978F2-0D0B-274B-9F73-C1F95ED5D0CE}"/>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0CAEC904-8A2B-714B-B4EF-32615B56AE2D}"/>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7023C530-18D1-DC4C-A588-4212887A7CB5}"/>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947B9">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69284970-4C90-AC48-AAB0-10F97E7298FE}"/>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F852880A-0E0E-CB4D-8E07-38D0C43A099F}"/>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77995972-CAE5-C148-A18A-1AE32A345209}"/>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AE7A3700-06A3-A34E-A423-A737DCB65D60}"/>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947B9">
                    <a:alpha val="50000"/>
                  </a:srgbClr>
                </a:solidFill>
                <a:ln w="9525" cap="flat">
                  <a:noFill/>
                  <a:prstDash val="solid"/>
                  <a:miter/>
                </a:ln>
              </p:spPr>
              <p:txBody>
                <a:bodyPr rtlCol="0" anchor="ctr"/>
                <a:lstStyle/>
                <a:p>
                  <a:endParaRPr lang="en-US" sz="2400"/>
                </a:p>
              </p:txBody>
            </p:sp>
          </p:grpSp>
        </p:grpSp>
      </p:gr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11" name="TextBox 10">
            <a:extLst>
              <a:ext uri="{FF2B5EF4-FFF2-40B4-BE49-F238E27FC236}">
                <a16:creationId xmlns:a16="http://schemas.microsoft.com/office/drawing/2014/main" id="{F18CA5D7-2260-B14C-8EBA-0287F5503D46}"/>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6430270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Q&amp;A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A53CC39-FF3C-0646-8583-4AC323BBBCB9}"/>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12" name="Graphic 6">
            <a:extLst>
              <a:ext uri="{FF2B5EF4-FFF2-40B4-BE49-F238E27FC236}">
                <a16:creationId xmlns:a16="http://schemas.microsoft.com/office/drawing/2014/main" id="{3E5B770D-AC7E-F44C-BD96-80555D181445}"/>
              </a:ext>
            </a:extLst>
          </p:cNvPr>
          <p:cNvGrpSpPr/>
          <p:nvPr userDrawn="1"/>
        </p:nvGrpSpPr>
        <p:grpSpPr>
          <a:xfrm>
            <a:off x="0" y="0"/>
            <a:ext cx="12192000" cy="6858000"/>
            <a:chOff x="0" y="0"/>
            <a:chExt cx="9144000" cy="5143500"/>
          </a:xfrm>
        </p:grpSpPr>
        <p:grpSp>
          <p:nvGrpSpPr>
            <p:cNvPr id="13" name="Graphic 6">
              <a:extLst>
                <a:ext uri="{FF2B5EF4-FFF2-40B4-BE49-F238E27FC236}">
                  <a16:creationId xmlns:a16="http://schemas.microsoft.com/office/drawing/2014/main" id="{558AAF70-96E2-924D-9AF4-4EA7B32B9457}"/>
                </a:ext>
              </a:extLst>
            </p:cNvPr>
            <p:cNvGrpSpPr/>
            <p:nvPr/>
          </p:nvGrpSpPr>
          <p:grpSpPr>
            <a:xfrm>
              <a:off x="8287702" y="150495"/>
              <a:ext cx="4762" cy="3810"/>
              <a:chOff x="8287702" y="150495"/>
              <a:chExt cx="4762" cy="3810"/>
            </a:xfrm>
          </p:grpSpPr>
          <p:sp>
            <p:nvSpPr>
              <p:cNvPr id="33" name="Freeform 32">
                <a:extLst>
                  <a:ext uri="{FF2B5EF4-FFF2-40B4-BE49-F238E27FC236}">
                    <a16:creationId xmlns:a16="http://schemas.microsoft.com/office/drawing/2014/main" id="{8B782737-35EC-CB47-8677-E6DAC26FEB6E}"/>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4" name="Freeform 33">
                <a:extLst>
                  <a:ext uri="{FF2B5EF4-FFF2-40B4-BE49-F238E27FC236}">
                    <a16:creationId xmlns:a16="http://schemas.microsoft.com/office/drawing/2014/main" id="{96558FB6-2703-7D4E-8E7F-459D23C2CC90}"/>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4" name="Graphic 6">
              <a:extLst>
                <a:ext uri="{FF2B5EF4-FFF2-40B4-BE49-F238E27FC236}">
                  <a16:creationId xmlns:a16="http://schemas.microsoft.com/office/drawing/2014/main" id="{9171C94C-7BCC-4F46-A43C-BA38D9CF3B0A}"/>
                </a:ext>
              </a:extLst>
            </p:cNvPr>
            <p:cNvGrpSpPr/>
            <p:nvPr/>
          </p:nvGrpSpPr>
          <p:grpSpPr>
            <a:xfrm>
              <a:off x="0" y="0"/>
              <a:ext cx="9142094" cy="5143500"/>
              <a:chOff x="0" y="0"/>
              <a:chExt cx="9142094" cy="5143500"/>
            </a:xfrm>
          </p:grpSpPr>
          <p:grpSp>
            <p:nvGrpSpPr>
              <p:cNvPr id="15" name="Graphic 6">
                <a:extLst>
                  <a:ext uri="{FF2B5EF4-FFF2-40B4-BE49-F238E27FC236}">
                    <a16:creationId xmlns:a16="http://schemas.microsoft.com/office/drawing/2014/main" id="{A7AFADFF-E78D-DF4B-876B-3EC829221513}"/>
                  </a:ext>
                </a:extLst>
              </p:cNvPr>
              <p:cNvGrpSpPr/>
              <p:nvPr/>
            </p:nvGrpSpPr>
            <p:grpSpPr>
              <a:xfrm>
                <a:off x="0" y="3219450"/>
                <a:ext cx="1532572" cy="1924050"/>
                <a:chOff x="0" y="3219450"/>
                <a:chExt cx="1532572" cy="1924050"/>
              </a:xfrm>
            </p:grpSpPr>
            <p:sp>
              <p:nvSpPr>
                <p:cNvPr id="27" name="Freeform 26">
                  <a:extLst>
                    <a:ext uri="{FF2B5EF4-FFF2-40B4-BE49-F238E27FC236}">
                      <a16:creationId xmlns:a16="http://schemas.microsoft.com/office/drawing/2014/main" id="{EE20D349-30A2-E545-B363-AFA4214E2F19}"/>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30BEF1CD-0154-2640-9AF8-631E3532B81A}"/>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19FB78A7-99E3-4B45-91CA-8350C2F70545}"/>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76991BF-B0FE-A548-BCF3-1D18AF645B8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3D068F89-2AB2-4646-B5C8-E870AA43A037}"/>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468797D7-ED13-8F4D-A720-FB61D4B9E7F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6" name="Graphic 6">
                <a:extLst>
                  <a:ext uri="{FF2B5EF4-FFF2-40B4-BE49-F238E27FC236}">
                    <a16:creationId xmlns:a16="http://schemas.microsoft.com/office/drawing/2014/main" id="{B7BAA8C0-CAE6-7049-A278-55957D0FA979}"/>
                  </a:ext>
                </a:extLst>
              </p:cNvPr>
              <p:cNvGrpSpPr/>
              <p:nvPr/>
            </p:nvGrpSpPr>
            <p:grpSpPr>
              <a:xfrm>
                <a:off x="7319962" y="0"/>
                <a:ext cx="1822132" cy="3084194"/>
                <a:chOff x="7319962" y="0"/>
                <a:chExt cx="1822132" cy="3084194"/>
              </a:xfrm>
            </p:grpSpPr>
            <p:sp>
              <p:nvSpPr>
                <p:cNvPr id="17" name="Freeform 16">
                  <a:extLst>
                    <a:ext uri="{FF2B5EF4-FFF2-40B4-BE49-F238E27FC236}">
                      <a16:creationId xmlns:a16="http://schemas.microsoft.com/office/drawing/2014/main" id="{267403F8-57F3-E745-9E1D-37571773294F}"/>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6E2D7FF-A16B-7941-B02A-605C107447F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4DAA68EF-E50B-F245-B8AB-57B966DE18FC}"/>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2E80DE2-694E-C945-9B1C-2C1B48D0C3CB}"/>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068F6E99-9CFE-1743-84A6-5162DC53314D}"/>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D8EBA7B0-9097-3E4B-89F9-1314F007B84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60C82A5B-23F3-1549-ADF7-E9B2D82EA07A}"/>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C958180-A8F0-5249-A460-B7ECE502A3D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FD146E27-AE4D-D14B-A317-433687953C57}"/>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70ACC85D-D513-F442-95DE-B849C020842F}"/>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5" name="TextBox 4">
            <a:extLst>
              <a:ext uri="{FF2B5EF4-FFF2-40B4-BE49-F238E27FC236}">
                <a16:creationId xmlns:a16="http://schemas.microsoft.com/office/drawing/2014/main" id="{EE3BF04B-17CD-F046-8F28-EE00E829327F}"/>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F07449FB-F26E-B54E-9267-C76DCC52D7EC}"/>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AD574896-710B-1A45-823D-80AA127F5A08}"/>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07CC6C13-3ED9-5947-B8CC-AE1A6EEA90CF}"/>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94947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959495-80D9-5747-B060-EC5C1DBE9358}"/>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97AC6386-625F-C347-ADD1-F270BC9CDE68}"/>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883D9A8F-1765-3748-B836-667F83AD88F7}"/>
                </a:ext>
              </a:extLst>
            </p:cNvPr>
            <p:cNvGrpSpPr/>
            <p:nvPr/>
          </p:nvGrpSpPr>
          <p:grpSpPr>
            <a:xfrm>
              <a:off x="8287702" y="150495"/>
              <a:ext cx="4762" cy="3810"/>
              <a:chOff x="8287702" y="150495"/>
              <a:chExt cx="4762" cy="3810"/>
            </a:xfrm>
          </p:grpSpPr>
          <p:sp>
            <p:nvSpPr>
              <p:cNvPr id="30" name="Freeform 29">
                <a:extLst>
                  <a:ext uri="{FF2B5EF4-FFF2-40B4-BE49-F238E27FC236}">
                    <a16:creationId xmlns:a16="http://schemas.microsoft.com/office/drawing/2014/main" id="{028CC161-2DF2-1E4F-942A-63AFDE4BE5B7}"/>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3D2AC075-8AD2-074A-807A-AA485760CF70}"/>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55B1BBD5-0931-D948-8092-622E10ED596F}"/>
                </a:ext>
              </a:extLst>
            </p:cNvPr>
            <p:cNvGrpSpPr/>
            <p:nvPr/>
          </p:nvGrpSpPr>
          <p:grpSpPr>
            <a:xfrm>
              <a:off x="0" y="0"/>
              <a:ext cx="9142094" cy="5143500"/>
              <a:chOff x="0" y="0"/>
              <a:chExt cx="9142094" cy="5143500"/>
            </a:xfrm>
          </p:grpSpPr>
          <p:grpSp>
            <p:nvGrpSpPr>
              <p:cNvPr id="12" name="Graphic 6">
                <a:extLst>
                  <a:ext uri="{FF2B5EF4-FFF2-40B4-BE49-F238E27FC236}">
                    <a16:creationId xmlns:a16="http://schemas.microsoft.com/office/drawing/2014/main" id="{C2425EF3-3E48-D14D-A01F-5F5A7CA6FC31}"/>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211AA1B0-C051-DF4E-B064-37C9C95CE1EC}"/>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C08DE8FD-BF15-AC41-AB36-641F6A74A84A}"/>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C26ADB85-704F-7646-984A-A248F28B1EB4}"/>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79FBF6F1-05DC-0E40-B66B-3BFA6CB5C636}"/>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2869B081-3536-644D-B20D-ADA6471B1D8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AF3EC0BE-5CED-044F-9A85-668F6DFF9BB5}"/>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FAB4584D-967D-C843-BC59-606AE8EF7E3B}"/>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7CD20216-0FAE-BC40-B2D5-9BC65D0F95AD}"/>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FEAB045C-9E09-2B42-A212-344D5841B0C5}"/>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22268CE7-2434-334A-A4DB-74FA3992B7F9}"/>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0568ADB4-ED96-B546-87CA-DC4F254B8C3E}"/>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37CB478-A686-4341-BD6E-0D655A39CCF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AB876C3-5E03-004F-BB78-08A5B3E4ACE0}"/>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4F7FABE4-5916-4749-9882-C5BAFA599CC6}"/>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64E5BAAA-399E-1442-A651-821F76F86B3B}"/>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74B1E9AB-24E4-8242-8F77-61E5334111C8}"/>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D3F31F47-C41D-DD41-9D21-42FE4105B893}"/>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2A01055B-FD36-2D46-81E4-FC325F75576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11" name="TextBox 10">
            <a:extLst>
              <a:ext uri="{FF2B5EF4-FFF2-40B4-BE49-F238E27FC236}">
                <a16:creationId xmlns:a16="http://schemas.microsoft.com/office/drawing/2014/main" id="{1A95D8AC-0F77-B249-846F-581573E792C1}"/>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191225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Q&amp;A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C0B04F-5B30-7541-B751-05114D9AF0FD}"/>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12" name="Graphic 6">
            <a:extLst>
              <a:ext uri="{FF2B5EF4-FFF2-40B4-BE49-F238E27FC236}">
                <a16:creationId xmlns:a16="http://schemas.microsoft.com/office/drawing/2014/main" id="{89F0171E-04AD-F545-BD0B-441884F26904}"/>
              </a:ext>
            </a:extLst>
          </p:cNvPr>
          <p:cNvGrpSpPr/>
          <p:nvPr userDrawn="1"/>
        </p:nvGrpSpPr>
        <p:grpSpPr>
          <a:xfrm>
            <a:off x="0" y="0"/>
            <a:ext cx="12192000" cy="6858000"/>
            <a:chOff x="0" y="0"/>
            <a:chExt cx="9144000" cy="5143500"/>
          </a:xfrm>
        </p:grpSpPr>
        <p:grpSp>
          <p:nvGrpSpPr>
            <p:cNvPr id="13" name="Graphic 6">
              <a:extLst>
                <a:ext uri="{FF2B5EF4-FFF2-40B4-BE49-F238E27FC236}">
                  <a16:creationId xmlns:a16="http://schemas.microsoft.com/office/drawing/2014/main" id="{C09283B5-D94A-7544-9379-56BA8918B1D3}"/>
                </a:ext>
              </a:extLst>
            </p:cNvPr>
            <p:cNvGrpSpPr/>
            <p:nvPr/>
          </p:nvGrpSpPr>
          <p:grpSpPr>
            <a:xfrm>
              <a:off x="8811577" y="150495"/>
              <a:ext cx="3810" cy="3810"/>
              <a:chOff x="8811577" y="150495"/>
              <a:chExt cx="3810" cy="3810"/>
            </a:xfrm>
          </p:grpSpPr>
          <p:sp>
            <p:nvSpPr>
              <p:cNvPr id="33" name="Freeform 32">
                <a:extLst>
                  <a:ext uri="{FF2B5EF4-FFF2-40B4-BE49-F238E27FC236}">
                    <a16:creationId xmlns:a16="http://schemas.microsoft.com/office/drawing/2014/main" id="{C74010BD-A714-3049-B484-069C1AB97CC2}"/>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4" name="Freeform 33">
                <a:extLst>
                  <a:ext uri="{FF2B5EF4-FFF2-40B4-BE49-F238E27FC236}">
                    <a16:creationId xmlns:a16="http://schemas.microsoft.com/office/drawing/2014/main" id="{F7B182D5-03E5-F746-B4A9-9455DBCBF88C}"/>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4" name="Graphic 6">
              <a:extLst>
                <a:ext uri="{FF2B5EF4-FFF2-40B4-BE49-F238E27FC236}">
                  <a16:creationId xmlns:a16="http://schemas.microsoft.com/office/drawing/2014/main" id="{1A5E8C12-7B07-7E4B-8221-4834760B9A6D}"/>
                </a:ext>
              </a:extLst>
            </p:cNvPr>
            <p:cNvGrpSpPr/>
            <p:nvPr/>
          </p:nvGrpSpPr>
          <p:grpSpPr>
            <a:xfrm>
              <a:off x="0" y="0"/>
              <a:ext cx="9142094" cy="5143500"/>
              <a:chOff x="0" y="0"/>
              <a:chExt cx="9142094" cy="5143500"/>
            </a:xfrm>
          </p:grpSpPr>
          <p:grpSp>
            <p:nvGrpSpPr>
              <p:cNvPr id="15" name="Graphic 6">
                <a:extLst>
                  <a:ext uri="{FF2B5EF4-FFF2-40B4-BE49-F238E27FC236}">
                    <a16:creationId xmlns:a16="http://schemas.microsoft.com/office/drawing/2014/main" id="{5EFE7798-6027-9745-8C5D-5628BB45D458}"/>
                  </a:ext>
                </a:extLst>
              </p:cNvPr>
              <p:cNvGrpSpPr/>
              <p:nvPr/>
            </p:nvGrpSpPr>
            <p:grpSpPr>
              <a:xfrm>
                <a:off x="0" y="3219450"/>
                <a:ext cx="1532572" cy="1924050"/>
                <a:chOff x="0" y="3219450"/>
                <a:chExt cx="1532572" cy="1924050"/>
              </a:xfrm>
            </p:grpSpPr>
            <p:sp>
              <p:nvSpPr>
                <p:cNvPr id="27" name="Freeform 26">
                  <a:extLst>
                    <a:ext uri="{FF2B5EF4-FFF2-40B4-BE49-F238E27FC236}">
                      <a16:creationId xmlns:a16="http://schemas.microsoft.com/office/drawing/2014/main" id="{D14A179C-6CEF-3B4F-BDC8-16B1FA6B60C0}"/>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97975F4D-1021-8147-84A5-95DB3F44A954}"/>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16744C51-A267-1941-BAA4-5C7EFBB9CE26}"/>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6A8388C5-D788-7F4D-B9BF-E07CF714CDF3}"/>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21AC0FA1-61C5-DB41-9DA9-E75DF27ABC3F}"/>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C95B10FB-6146-FD46-8353-0F4519AB2290}"/>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6" name="Graphic 6">
                <a:extLst>
                  <a:ext uri="{FF2B5EF4-FFF2-40B4-BE49-F238E27FC236}">
                    <a16:creationId xmlns:a16="http://schemas.microsoft.com/office/drawing/2014/main" id="{1FF23D5D-B2EE-9D41-A951-2612239B015C}"/>
                  </a:ext>
                </a:extLst>
              </p:cNvPr>
              <p:cNvGrpSpPr/>
              <p:nvPr/>
            </p:nvGrpSpPr>
            <p:grpSpPr>
              <a:xfrm>
                <a:off x="7319962" y="0"/>
                <a:ext cx="1822132" cy="3084194"/>
                <a:chOff x="7319962" y="0"/>
                <a:chExt cx="1822132" cy="3084194"/>
              </a:xfrm>
            </p:grpSpPr>
            <p:sp>
              <p:nvSpPr>
                <p:cNvPr id="17" name="Freeform 16">
                  <a:extLst>
                    <a:ext uri="{FF2B5EF4-FFF2-40B4-BE49-F238E27FC236}">
                      <a16:creationId xmlns:a16="http://schemas.microsoft.com/office/drawing/2014/main" id="{84AEA73B-42D8-424D-8A02-2D74EB2EACB1}"/>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C7EC1166-CB0F-B24E-8D75-98584DC0763B}"/>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2E733F0-18FB-5141-B267-2687F0AE1203}"/>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8E8832CE-E39E-F34C-ABAF-76514CF357F7}"/>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5BA0A6D9-2B74-B84B-9962-44B03660F3BF}"/>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8417F397-9865-2B48-A47E-1C4DF7695649}"/>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69400C3B-C736-3C48-A2E1-291A4CA09E2A}"/>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B1E0394B-5F66-B146-ACFD-1A38B1A76443}"/>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12D8EAE3-785C-4E49-93D3-50FD96E3097C}"/>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EFD10E2D-76D2-E54A-BD36-91B91CD0E707}"/>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5" name="TextBox 4">
            <a:extLst>
              <a:ext uri="{FF2B5EF4-FFF2-40B4-BE49-F238E27FC236}">
                <a16:creationId xmlns:a16="http://schemas.microsoft.com/office/drawing/2014/main" id="{6D962F1B-7DDF-6345-AB6A-ADB4293FDE28}"/>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4C2FE939-6E7A-C84C-B4FE-76E6F2CE1D01}"/>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3A711029-2B42-CA45-84CE-3962B86F1D79}"/>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94AA4851-F5DF-7540-A9D6-F8CBB81CF913}"/>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73110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FA0AE0-0DC6-F54C-A04C-70F38875AB42}"/>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A39184DF-80A7-E740-A1E7-354796039A67}"/>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93E55D74-E3FE-5B4E-AA18-AC8C745A5B11}"/>
                </a:ext>
              </a:extLst>
            </p:cNvPr>
            <p:cNvGrpSpPr/>
            <p:nvPr/>
          </p:nvGrpSpPr>
          <p:grpSpPr>
            <a:xfrm>
              <a:off x="8811577" y="150495"/>
              <a:ext cx="3810" cy="3810"/>
              <a:chOff x="8811577" y="150495"/>
              <a:chExt cx="3810" cy="3810"/>
            </a:xfrm>
          </p:grpSpPr>
          <p:sp>
            <p:nvSpPr>
              <p:cNvPr id="30" name="Freeform 29">
                <a:extLst>
                  <a:ext uri="{FF2B5EF4-FFF2-40B4-BE49-F238E27FC236}">
                    <a16:creationId xmlns:a16="http://schemas.microsoft.com/office/drawing/2014/main" id="{F73ADBC3-1789-8143-8A21-EA79F1C3FDD6}"/>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90985CC6-72EF-B344-8466-5F1716B27F0A}"/>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9B0A6B15-5C86-0442-ABE9-D834BE950E92}"/>
                </a:ext>
              </a:extLst>
            </p:cNvPr>
            <p:cNvGrpSpPr/>
            <p:nvPr/>
          </p:nvGrpSpPr>
          <p:grpSpPr>
            <a:xfrm>
              <a:off x="0" y="0"/>
              <a:ext cx="9142094" cy="5143500"/>
              <a:chOff x="0" y="0"/>
              <a:chExt cx="9142094" cy="5143500"/>
            </a:xfrm>
          </p:grpSpPr>
          <p:grpSp>
            <p:nvGrpSpPr>
              <p:cNvPr id="12" name="Graphic 6">
                <a:extLst>
                  <a:ext uri="{FF2B5EF4-FFF2-40B4-BE49-F238E27FC236}">
                    <a16:creationId xmlns:a16="http://schemas.microsoft.com/office/drawing/2014/main" id="{AD7E7DAD-E0A7-7B49-AC74-C2ED9653B7F2}"/>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62362DA4-B7CF-E94D-BC48-06F0DBC92145}"/>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25CC224C-FC6D-3240-BC88-D89F1AE11C23}"/>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CC9F14F3-E608-1E4F-8F00-E2E74DF70965}"/>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C3C889AC-EA70-6942-86CE-20FD63A2A99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49C06D91-A442-6D4E-8001-5992D611FF8D}"/>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3B888012-5191-804A-A2EA-D538C713159D}"/>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016F6CE0-48B6-944A-A5E3-AB7CD1A306B8}"/>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33161FA3-C36F-414A-9EDF-9286E59997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E1C2E121-B700-B84A-96C6-4A7D62B02718}"/>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278A26B7-D334-C84D-9440-5DCE6BCA9B8A}"/>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2016823B-65F3-F940-B910-4CAC0F5F390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03C6A549-A032-A343-BB24-5F623B2BD669}"/>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3CF98241-847D-454A-8295-E555A117DFF7}"/>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258795F-C01E-2E47-84DF-795E8A08F0B7}"/>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5DC5F3DD-7D1E-E341-8D76-4C85D0B805A9}"/>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0D8D8C2D-92FA-F14B-A2D0-9821B9ABCFF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AF8985C0-DA2D-704C-928C-E745CED9202D}"/>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407809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2" y="3100286"/>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2"/>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7" name="Picture 10">
            <a:extLst>
              <a:ext uri="{FF2B5EF4-FFF2-40B4-BE49-F238E27FC236}">
                <a16:creationId xmlns:a16="http://schemas.microsoft.com/office/drawing/2014/main" id="{16D85C4D-932C-0E4D-AB38-47C57364D39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9669668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6241236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232281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27" y="1521"/>
            <a:ext cx="12186587" cy="6854955"/>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2185793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2104412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5208344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9092012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687167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5004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7" y="6206838"/>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406915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1157264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9"/>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8134418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3"/>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3613662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21" y="839816"/>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0214610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userDrawn="1"/>
        </p:nvSpPr>
        <p:spPr>
          <a:xfrm>
            <a:off x="5234599" y="1033692"/>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2252"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205998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userDrawn="1"/>
        </p:nvSpPr>
        <p:spPr>
          <a:xfrm>
            <a:off x="8359440"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tretch>
            <a:fillRect/>
          </a:stretch>
        </p:blipFill>
        <p:spPr>
          <a:xfrm>
            <a:off x="616289"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userDrawn="1"/>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1167683"/>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2" y="672060"/>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8501073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1" y="672062"/>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12475325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2" y="392855"/>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1967920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1" y="1113133"/>
            <a:ext cx="5140185" cy="5256323"/>
          </a:xfrm>
          <a:prstGeom prst="rect">
            <a:avLst/>
          </a:prstGeom>
        </p:spPr>
        <p:txBody>
          <a:bodyPr lIns="0" rIns="0">
            <a:normAutofit/>
          </a:bodyPr>
          <a:lstStyle>
            <a:lvl1pPr marL="232822" indent="-232822">
              <a:buClr>
                <a:schemeClr val="accent2"/>
              </a:buClr>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2" y="1113133"/>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366768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9"/>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950038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
                <a:schemeClr val="accent2"/>
              </a:buClr>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6997090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7199308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033454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userDrawn="1"/>
        </p:nvSpPr>
        <p:spPr>
          <a:xfrm>
            <a:off x="6936629" y="900180"/>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8"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4"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4" y="4508354"/>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5" y="1159023"/>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1671436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userDrawn="1"/>
        </p:nvSpPr>
        <p:spPr>
          <a:xfrm>
            <a:off x="4560241" y="926928"/>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userDrawn="1"/>
        </p:nvSpPr>
        <p:spPr>
          <a:xfrm>
            <a:off x="8991313" y="923724"/>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1" y="3805059"/>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1"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9" y="3805059"/>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9"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708747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6437490"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9482671"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336486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9"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8"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4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8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2"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1"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165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508730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7991419"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userDrawn="1"/>
        </p:nvSpPr>
        <p:spPr>
          <a:xfrm>
            <a:off x="10911647" y="1247408"/>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2165814"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8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2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3"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2"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10"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9"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8"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7"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135413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bg1"/>
        </a:solidFill>
        <a:effectLst/>
      </p:bgPr>
    </p:bg>
    <p:spTree>
      <p:nvGrpSpPr>
        <p:cNvPr id="1" name=""/>
        <p:cNvGrpSpPr/>
        <p:nvPr/>
      </p:nvGrpSpPr>
      <p:grpSpPr>
        <a:xfrm>
          <a:off x="0" y="0"/>
          <a:ext cx="0" cy="0"/>
          <a:chOff x="0" y="0"/>
          <a:chExt cx="0" cy="0"/>
        </a:xfrm>
      </p:grpSpPr>
      <p:grpSp>
        <p:nvGrpSpPr>
          <p:cNvPr id="9" name="Graphic 27">
            <a:extLst>
              <a:ext uri="{FF2B5EF4-FFF2-40B4-BE49-F238E27FC236}">
                <a16:creationId xmlns:a16="http://schemas.microsoft.com/office/drawing/2014/main" id="{4AFFB83B-DA35-4946-9170-FA54D1E38BFA}"/>
              </a:ext>
            </a:extLst>
          </p:cNvPr>
          <p:cNvGrpSpPr/>
          <p:nvPr userDrawn="1"/>
        </p:nvGrpSpPr>
        <p:grpSpPr>
          <a:xfrm>
            <a:off x="1" y="0"/>
            <a:ext cx="12189459" cy="6858000"/>
            <a:chOff x="0" y="0"/>
            <a:chExt cx="9142094" cy="5143500"/>
          </a:xfrm>
        </p:grpSpPr>
        <p:grpSp>
          <p:nvGrpSpPr>
            <p:cNvPr id="11" name="Graphic 27">
              <a:extLst>
                <a:ext uri="{FF2B5EF4-FFF2-40B4-BE49-F238E27FC236}">
                  <a16:creationId xmlns:a16="http://schemas.microsoft.com/office/drawing/2014/main" id="{12A97647-25D2-174A-ACFB-E3D8B79BD615}"/>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E5A41AB3-93AE-844C-9746-AE5E3DAF8CCC}"/>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B4F9"/>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A96EFCC0-5B61-8C47-925D-A7A314077407}"/>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3C67E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65CA867F-1940-274A-AC9B-D1413F64A837}"/>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6C95F3"/>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A1858D2B-AA61-6E45-A810-EA6CD88BA760}"/>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3C67E9"/>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FEFBE34B-C7AC-A442-A727-915B0917FA8B}"/>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B4F9"/>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3741285A-208C-6248-8DCE-2AF16694C3FD}"/>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3C67E9"/>
              </a:solidFill>
              <a:ln w="9525" cap="flat">
                <a:noFill/>
                <a:prstDash val="solid"/>
                <a:miter/>
              </a:ln>
            </p:spPr>
            <p:txBody>
              <a:bodyPr rtlCol="0" anchor="ctr"/>
              <a:lstStyle/>
              <a:p>
                <a:endParaRPr lang="en-US" sz="2400"/>
              </a:p>
            </p:txBody>
          </p:sp>
        </p:grpSp>
        <p:grpSp>
          <p:nvGrpSpPr>
            <p:cNvPr id="12" name="Graphic 27">
              <a:extLst>
                <a:ext uri="{FF2B5EF4-FFF2-40B4-BE49-F238E27FC236}">
                  <a16:creationId xmlns:a16="http://schemas.microsoft.com/office/drawing/2014/main" id="{A1837DE2-5493-CC40-98A7-3C0B0619DF86}"/>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F99B6794-CC79-4E4F-8757-ACA8F118022E}"/>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3C67E9"/>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DE6C2CFF-2E51-7F4D-8F48-35EE8D4498EB}"/>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BE9D7EBF-D093-734C-A90A-75397BAF8E5D}"/>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6C95F3"/>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BC44887D-D01D-2949-BABE-DA2A800248BD}"/>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B4F9"/>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B3B01A22-62DF-F540-8B90-982EBF5585FD}"/>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31C538CE-A78C-1A43-B90C-684A7B8F94CF}"/>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3C67E9"/>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A91D425A-2EF8-4D40-B6A0-293C45BC891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1D8644-BF9A-8548-ADDA-072DF3AA98A9}"/>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F9A035D-055E-EB4A-9F36-C28D0AA84EF0}"/>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6C95F3"/>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E47E804-A158-6B41-A944-56CD492F1746}"/>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3C67E9"/>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4" y="1583391"/>
            <a:ext cx="916233" cy="492468"/>
            <a:chOff x="4228411" y="1187542"/>
            <a:chExt cx="687175" cy="369351"/>
          </a:xfrm>
          <a:solidFill>
            <a:srgbClr val="3C67EA"/>
          </a:solidFill>
        </p:grpSpPr>
        <p:sp>
          <p:nvSpPr>
            <p:cNvPr id="3" name="Freeform 2">
              <a:extLst>
                <a:ext uri="{FF2B5EF4-FFF2-40B4-BE49-F238E27FC236}">
                  <a16:creationId xmlns:a16="http://schemas.microsoft.com/office/drawing/2014/main" id="{6EFD48EB-DEF4-0843-B1FA-5BB5EDAE2716}"/>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DF945222-239A-124E-A57C-93EC1F6077F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2"/>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2369813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bg1"/>
        </a:solidFill>
        <a:effectLst/>
      </p:bgPr>
    </p:bg>
    <p:spTree>
      <p:nvGrpSpPr>
        <p:cNvPr id="1" name=""/>
        <p:cNvGrpSpPr/>
        <p:nvPr/>
      </p:nvGrpSpPr>
      <p:grpSpPr>
        <a:xfrm>
          <a:off x="0" y="0"/>
          <a:ext cx="0" cy="0"/>
          <a:chOff x="0" y="0"/>
          <a:chExt cx="0" cy="0"/>
        </a:xfrm>
      </p:grpSpPr>
      <p:grpSp>
        <p:nvGrpSpPr>
          <p:cNvPr id="32" name="Graphic 27">
            <a:extLst>
              <a:ext uri="{FF2B5EF4-FFF2-40B4-BE49-F238E27FC236}">
                <a16:creationId xmlns:a16="http://schemas.microsoft.com/office/drawing/2014/main" id="{150ACCC7-C6F3-4441-BD1B-DCA82C9176E2}"/>
              </a:ext>
            </a:extLst>
          </p:cNvPr>
          <p:cNvGrpSpPr/>
          <p:nvPr userDrawn="1"/>
        </p:nvGrpSpPr>
        <p:grpSpPr>
          <a:xfrm>
            <a:off x="1" y="0"/>
            <a:ext cx="12189459" cy="6858000"/>
            <a:chOff x="0" y="0"/>
            <a:chExt cx="9142094" cy="5143500"/>
          </a:xfrm>
        </p:grpSpPr>
        <p:grpSp>
          <p:nvGrpSpPr>
            <p:cNvPr id="33" name="Graphic 27">
              <a:extLst>
                <a:ext uri="{FF2B5EF4-FFF2-40B4-BE49-F238E27FC236}">
                  <a16:creationId xmlns:a16="http://schemas.microsoft.com/office/drawing/2014/main" id="{3DB1C7D5-8A78-2A4B-9C2A-03097F36D5A2}"/>
                </a:ext>
              </a:extLst>
            </p:cNvPr>
            <p:cNvGrpSpPr/>
            <p:nvPr/>
          </p:nvGrpSpPr>
          <p:grpSpPr>
            <a:xfrm>
              <a:off x="0" y="3219450"/>
              <a:ext cx="1532572" cy="1924050"/>
              <a:chOff x="0" y="3219450"/>
              <a:chExt cx="1532572" cy="1924050"/>
            </a:xfrm>
          </p:grpSpPr>
          <p:sp>
            <p:nvSpPr>
              <p:cNvPr id="45" name="Freeform 44">
                <a:extLst>
                  <a:ext uri="{FF2B5EF4-FFF2-40B4-BE49-F238E27FC236}">
                    <a16:creationId xmlns:a16="http://schemas.microsoft.com/office/drawing/2014/main" id="{8A69A98B-AC46-DE46-B83E-BAF3C1C6D95A}"/>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2"/>
              </a:solidFill>
              <a:ln w="9525" cap="flat">
                <a:noFill/>
                <a:prstDash val="solid"/>
                <a:miter/>
              </a:ln>
            </p:spPr>
            <p:txBody>
              <a:bodyPr rtlCol="0" anchor="ctr"/>
              <a:lstStyle/>
              <a:p>
                <a:endParaRPr lang="en-US" sz="2400"/>
              </a:p>
            </p:txBody>
          </p:sp>
          <p:sp>
            <p:nvSpPr>
              <p:cNvPr id="46" name="Freeform 45">
                <a:extLst>
                  <a:ext uri="{FF2B5EF4-FFF2-40B4-BE49-F238E27FC236}">
                    <a16:creationId xmlns:a16="http://schemas.microsoft.com/office/drawing/2014/main" id="{40956075-1AA8-E54F-AC0D-8C4AD40D6DF7}"/>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1A587"/>
              </a:solidFill>
              <a:ln w="9525" cap="flat">
                <a:noFill/>
                <a:prstDash val="solid"/>
                <a:miter/>
              </a:ln>
            </p:spPr>
            <p:txBody>
              <a:bodyPr rtlCol="0" anchor="ctr"/>
              <a:lstStyle/>
              <a:p>
                <a:endParaRPr lang="en-US" sz="2400"/>
              </a:p>
            </p:txBody>
          </p:sp>
          <p:sp>
            <p:nvSpPr>
              <p:cNvPr id="47" name="Freeform 46">
                <a:extLst>
                  <a:ext uri="{FF2B5EF4-FFF2-40B4-BE49-F238E27FC236}">
                    <a16:creationId xmlns:a16="http://schemas.microsoft.com/office/drawing/2014/main" id="{47BBCE1F-95B4-1D44-9AE5-CCAF7E8F6C6C}"/>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BC3AC"/>
              </a:solidFill>
              <a:ln w="9525" cap="flat">
                <a:noFill/>
                <a:prstDash val="solid"/>
                <a:miter/>
              </a:ln>
            </p:spPr>
            <p:txBody>
              <a:bodyPr rtlCol="0" anchor="ctr"/>
              <a:lstStyle/>
              <a:p>
                <a:endParaRPr lang="en-US" sz="2400"/>
              </a:p>
            </p:txBody>
          </p:sp>
          <p:sp>
            <p:nvSpPr>
              <p:cNvPr id="48" name="Freeform 47">
                <a:extLst>
                  <a:ext uri="{FF2B5EF4-FFF2-40B4-BE49-F238E27FC236}">
                    <a16:creationId xmlns:a16="http://schemas.microsoft.com/office/drawing/2014/main" id="{30D33029-F2BC-934A-8D25-12A39FB25C5F}"/>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1A587"/>
              </a:solidFill>
              <a:ln w="9525" cap="flat">
                <a:noFill/>
                <a:prstDash val="solid"/>
                <a:miter/>
              </a:ln>
            </p:spPr>
            <p:txBody>
              <a:bodyPr rtlCol="0" anchor="ctr"/>
              <a:lstStyle/>
              <a:p>
                <a:endParaRPr lang="en-US" sz="2400"/>
              </a:p>
            </p:txBody>
          </p:sp>
          <p:sp>
            <p:nvSpPr>
              <p:cNvPr id="49" name="Freeform 48">
                <a:extLst>
                  <a:ext uri="{FF2B5EF4-FFF2-40B4-BE49-F238E27FC236}">
                    <a16:creationId xmlns:a16="http://schemas.microsoft.com/office/drawing/2014/main" id="{CD35C556-323E-4D43-8AC5-5FF962927B3D}"/>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2"/>
              </a:solidFill>
              <a:ln w="9525" cap="flat">
                <a:noFill/>
                <a:prstDash val="solid"/>
                <a:miter/>
              </a:ln>
            </p:spPr>
            <p:txBody>
              <a:bodyPr rtlCol="0" anchor="ctr"/>
              <a:lstStyle/>
              <a:p>
                <a:endParaRPr lang="en-US" sz="2400"/>
              </a:p>
            </p:txBody>
          </p:sp>
          <p:sp>
            <p:nvSpPr>
              <p:cNvPr id="50" name="Freeform 49">
                <a:extLst>
                  <a:ext uri="{FF2B5EF4-FFF2-40B4-BE49-F238E27FC236}">
                    <a16:creationId xmlns:a16="http://schemas.microsoft.com/office/drawing/2014/main" id="{BC5E6A89-29FA-2346-BDC5-B97E81DE9226}"/>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1A587"/>
              </a:solidFill>
              <a:ln w="9525" cap="flat">
                <a:noFill/>
                <a:prstDash val="solid"/>
                <a:miter/>
              </a:ln>
            </p:spPr>
            <p:txBody>
              <a:bodyPr rtlCol="0" anchor="ctr"/>
              <a:lstStyle/>
              <a:p>
                <a:endParaRPr lang="en-US" sz="2400"/>
              </a:p>
            </p:txBody>
          </p:sp>
        </p:grpSp>
        <p:grpSp>
          <p:nvGrpSpPr>
            <p:cNvPr id="34" name="Graphic 27">
              <a:extLst>
                <a:ext uri="{FF2B5EF4-FFF2-40B4-BE49-F238E27FC236}">
                  <a16:creationId xmlns:a16="http://schemas.microsoft.com/office/drawing/2014/main" id="{CBC06306-8993-7A41-9AAC-8751DC1C268A}"/>
                </a:ext>
              </a:extLst>
            </p:cNvPr>
            <p:cNvGrpSpPr/>
            <p:nvPr/>
          </p:nvGrpSpPr>
          <p:grpSpPr>
            <a:xfrm>
              <a:off x="7319962" y="0"/>
              <a:ext cx="1822132" cy="3084194"/>
              <a:chOff x="7319962" y="0"/>
              <a:chExt cx="1822132" cy="3084194"/>
            </a:xfrm>
          </p:grpSpPr>
          <p:sp>
            <p:nvSpPr>
              <p:cNvPr id="35" name="Freeform 34">
                <a:extLst>
                  <a:ext uri="{FF2B5EF4-FFF2-40B4-BE49-F238E27FC236}">
                    <a16:creationId xmlns:a16="http://schemas.microsoft.com/office/drawing/2014/main" id="{4F02BD20-572C-6041-804E-343A2355C34B}"/>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1A587"/>
              </a:solidFill>
              <a:ln w="9525" cap="flat">
                <a:noFill/>
                <a:prstDash val="solid"/>
                <a:miter/>
              </a:ln>
            </p:spPr>
            <p:txBody>
              <a:bodyPr rtlCol="0" anchor="ctr"/>
              <a:lstStyle/>
              <a:p>
                <a:endParaRPr lang="en-US" sz="2400"/>
              </a:p>
            </p:txBody>
          </p:sp>
          <p:sp>
            <p:nvSpPr>
              <p:cNvPr id="36" name="Freeform 35">
                <a:extLst>
                  <a:ext uri="{FF2B5EF4-FFF2-40B4-BE49-F238E27FC236}">
                    <a16:creationId xmlns:a16="http://schemas.microsoft.com/office/drawing/2014/main" id="{8C790772-4C4E-4644-87B7-9702116548B8}"/>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37" name="Freeform 36">
                <a:extLst>
                  <a:ext uri="{FF2B5EF4-FFF2-40B4-BE49-F238E27FC236}">
                    <a16:creationId xmlns:a16="http://schemas.microsoft.com/office/drawing/2014/main" id="{B2415BD7-EEA2-5142-BC8B-39AA7E8147C5}"/>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BC3AC"/>
              </a:solidFill>
              <a:ln w="9525" cap="flat">
                <a:noFill/>
                <a:prstDash val="solid"/>
                <a:miter/>
              </a:ln>
            </p:spPr>
            <p:txBody>
              <a:bodyPr rtlCol="0" anchor="ctr"/>
              <a:lstStyle/>
              <a:p>
                <a:endParaRPr lang="en-US" sz="2400"/>
              </a:p>
            </p:txBody>
          </p:sp>
          <p:sp>
            <p:nvSpPr>
              <p:cNvPr id="38" name="Freeform 37">
                <a:extLst>
                  <a:ext uri="{FF2B5EF4-FFF2-40B4-BE49-F238E27FC236}">
                    <a16:creationId xmlns:a16="http://schemas.microsoft.com/office/drawing/2014/main" id="{C69E397B-C4AD-F440-9E5F-F3261A99599A}"/>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2"/>
              </a:solidFill>
              <a:ln w="9525" cap="flat">
                <a:noFill/>
                <a:prstDash val="solid"/>
                <a:miter/>
              </a:ln>
            </p:spPr>
            <p:txBody>
              <a:bodyPr rtlCol="0" anchor="ctr"/>
              <a:lstStyle/>
              <a:p>
                <a:endParaRPr lang="en-US" sz="2400"/>
              </a:p>
            </p:txBody>
          </p:sp>
          <p:sp>
            <p:nvSpPr>
              <p:cNvPr id="39" name="Freeform 38">
                <a:extLst>
                  <a:ext uri="{FF2B5EF4-FFF2-40B4-BE49-F238E27FC236}">
                    <a16:creationId xmlns:a16="http://schemas.microsoft.com/office/drawing/2014/main" id="{A6F65765-F17E-164F-A378-F254FCECB95B}"/>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40" name="Freeform 39">
                <a:extLst>
                  <a:ext uri="{FF2B5EF4-FFF2-40B4-BE49-F238E27FC236}">
                    <a16:creationId xmlns:a16="http://schemas.microsoft.com/office/drawing/2014/main" id="{DBFA1783-D710-C64A-8E2E-92CE51A08FF9}"/>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1A587"/>
              </a:solidFill>
              <a:ln w="9525" cap="flat">
                <a:noFill/>
                <a:prstDash val="solid"/>
                <a:miter/>
              </a:ln>
            </p:spPr>
            <p:txBody>
              <a:bodyPr rtlCol="0" anchor="ctr"/>
              <a:lstStyle/>
              <a:p>
                <a:endParaRPr lang="en-US" sz="2400"/>
              </a:p>
            </p:txBody>
          </p:sp>
          <p:sp>
            <p:nvSpPr>
              <p:cNvPr id="41" name="Freeform 40">
                <a:extLst>
                  <a:ext uri="{FF2B5EF4-FFF2-40B4-BE49-F238E27FC236}">
                    <a16:creationId xmlns:a16="http://schemas.microsoft.com/office/drawing/2014/main" id="{1FA3ADA9-421D-9D44-9CBB-1E33C6C2281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42" name="Freeform 41">
                <a:extLst>
                  <a:ext uri="{FF2B5EF4-FFF2-40B4-BE49-F238E27FC236}">
                    <a16:creationId xmlns:a16="http://schemas.microsoft.com/office/drawing/2014/main" id="{8A355C51-671B-BE46-95BF-66BB1B52CDC4}"/>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43" name="Freeform 42">
                <a:extLst>
                  <a:ext uri="{FF2B5EF4-FFF2-40B4-BE49-F238E27FC236}">
                    <a16:creationId xmlns:a16="http://schemas.microsoft.com/office/drawing/2014/main" id="{450138F8-6978-514A-9003-E399817B97A8}"/>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BC3AC"/>
              </a:solidFill>
              <a:ln w="9525" cap="flat">
                <a:noFill/>
                <a:prstDash val="solid"/>
                <a:miter/>
              </a:ln>
            </p:spPr>
            <p:txBody>
              <a:bodyPr rtlCol="0" anchor="ctr"/>
              <a:lstStyle/>
              <a:p>
                <a:endParaRPr lang="en-US" sz="2400"/>
              </a:p>
            </p:txBody>
          </p:sp>
          <p:sp>
            <p:nvSpPr>
              <p:cNvPr id="44" name="Freeform 43">
                <a:extLst>
                  <a:ext uri="{FF2B5EF4-FFF2-40B4-BE49-F238E27FC236}">
                    <a16:creationId xmlns:a16="http://schemas.microsoft.com/office/drawing/2014/main" id="{2E53FE64-B9E4-434D-947D-DB5D552D80D6}"/>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1A587"/>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4" y="1583391"/>
            <a:ext cx="916233" cy="492468"/>
            <a:chOff x="4228411" y="1187542"/>
            <a:chExt cx="687175" cy="369351"/>
          </a:xfrm>
          <a:solidFill>
            <a:srgbClr val="14A687"/>
          </a:solidFill>
        </p:grpSpPr>
        <p:sp>
          <p:nvSpPr>
            <p:cNvPr id="3" name="Freeform 2">
              <a:extLst>
                <a:ext uri="{FF2B5EF4-FFF2-40B4-BE49-F238E27FC236}">
                  <a16:creationId xmlns:a16="http://schemas.microsoft.com/office/drawing/2014/main" id="{C2188456-885C-FA45-83D4-E64F842DAC4E}"/>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sp>
          <p:nvSpPr>
            <p:cNvPr id="5" name="Freeform 4">
              <a:extLst>
                <a:ext uri="{FF2B5EF4-FFF2-40B4-BE49-F238E27FC236}">
                  <a16:creationId xmlns:a16="http://schemas.microsoft.com/office/drawing/2014/main" id="{F6EE119C-3352-3E41-A5C3-ED7BF16F2356}"/>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accent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3393336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Quote 6">
    <p:bg>
      <p:bgPr>
        <a:solidFill>
          <a:schemeClr val="bg1"/>
        </a:solidFill>
        <a:effectLst/>
      </p:bgPr>
    </p:bg>
    <p:spTree>
      <p:nvGrpSpPr>
        <p:cNvPr id="1" name=""/>
        <p:cNvGrpSpPr/>
        <p:nvPr/>
      </p:nvGrpSpPr>
      <p:grpSpPr>
        <a:xfrm>
          <a:off x="0" y="0"/>
          <a:ext cx="0" cy="0"/>
          <a:chOff x="0" y="0"/>
          <a:chExt cx="0" cy="0"/>
        </a:xfrm>
      </p:grpSpPr>
      <p:grpSp>
        <p:nvGrpSpPr>
          <p:cNvPr id="11" name="Picture 3">
            <a:extLst>
              <a:ext uri="{FF2B5EF4-FFF2-40B4-BE49-F238E27FC236}">
                <a16:creationId xmlns:a16="http://schemas.microsoft.com/office/drawing/2014/main" id="{19EF220B-5788-4346-92DF-62DAC47CD28D}"/>
              </a:ext>
            </a:extLst>
          </p:cNvPr>
          <p:cNvGrpSpPr/>
          <p:nvPr userDrawn="1"/>
        </p:nvGrpSpPr>
        <p:grpSpPr>
          <a:xfrm>
            <a:off x="1" y="0"/>
            <a:ext cx="12189459" cy="6858000"/>
            <a:chOff x="0" y="0"/>
            <a:chExt cx="9142094" cy="5143500"/>
          </a:xfrm>
        </p:grpSpPr>
        <p:grpSp>
          <p:nvGrpSpPr>
            <p:cNvPr id="12" name="Picture 3">
              <a:extLst>
                <a:ext uri="{FF2B5EF4-FFF2-40B4-BE49-F238E27FC236}">
                  <a16:creationId xmlns:a16="http://schemas.microsoft.com/office/drawing/2014/main" id="{8FC93735-20BB-2142-9E7C-381D38AF4F84}"/>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574742B4-36D7-444E-9437-C0A7CC7960E4}"/>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6EF1711E-C08E-8F4F-B80C-4E74AEB96F25}"/>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5C5AC3"/>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25A922B0-B359-2A47-9B7C-EAE693CD6446}"/>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1BAFA1FB-E096-1649-8255-57C265E1A43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5C5AC3"/>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A9A8CAE5-78BA-E94B-AF46-A64DEFE23E58}"/>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A86B214C-A901-2D40-9108-6D108A0D450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5C5AC3"/>
              </a:solidFill>
              <a:ln w="9525" cap="flat">
                <a:noFill/>
                <a:prstDash val="solid"/>
                <a:miter/>
              </a:ln>
            </p:spPr>
            <p:txBody>
              <a:bodyPr rtlCol="0" anchor="ctr"/>
              <a:lstStyle/>
              <a:p>
                <a:endParaRPr lang="en-US" sz="2400"/>
              </a:p>
            </p:txBody>
          </p:sp>
        </p:grpSp>
        <p:grpSp>
          <p:nvGrpSpPr>
            <p:cNvPr id="13" name="Picture 3">
              <a:extLst>
                <a:ext uri="{FF2B5EF4-FFF2-40B4-BE49-F238E27FC236}">
                  <a16:creationId xmlns:a16="http://schemas.microsoft.com/office/drawing/2014/main" id="{969CB8DA-9FDA-4948-88C9-D3B751A949D9}"/>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75D91369-E0EC-7F48-A725-8BCA6606594A}"/>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5C5AC3"/>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0683597-16B3-F34D-A763-CEF8050F05CD}"/>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8EB3AD05-57DF-2340-AFDD-BFC9D07E09FE}"/>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99145EF-53FE-9242-8E1A-3DF77638D7C7}"/>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799BF20B-F73B-3847-A0B3-FEC08E3CB473}"/>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9CA958A-4B7A-B44A-8F5A-D0DF6A38179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5C5AC3"/>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5E074A4-9225-D846-ADB9-60CD692A80B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B6AF6838-D882-D14E-8E79-9443C5118BF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DA126258-9BC3-5543-94E7-A0CF050F2819}"/>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5C8376D4-42F7-4F47-ACF3-0523341C7127}"/>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5C5AC3"/>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3"/>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7" name="Graphic 7">
            <a:extLst>
              <a:ext uri="{FF2B5EF4-FFF2-40B4-BE49-F238E27FC236}">
                <a16:creationId xmlns:a16="http://schemas.microsoft.com/office/drawing/2014/main" id="{226E18B2-876E-E54C-8E84-551CC5CE3734}"/>
              </a:ext>
            </a:extLst>
          </p:cNvPr>
          <p:cNvGrpSpPr/>
          <p:nvPr userDrawn="1"/>
        </p:nvGrpSpPr>
        <p:grpSpPr>
          <a:xfrm>
            <a:off x="5637885" y="1583391"/>
            <a:ext cx="916233" cy="492468"/>
            <a:chOff x="4228411" y="1187542"/>
            <a:chExt cx="687175" cy="369351"/>
          </a:xfrm>
          <a:solidFill>
            <a:schemeClr val="accent3"/>
          </a:solidFill>
        </p:grpSpPr>
        <p:sp>
          <p:nvSpPr>
            <p:cNvPr id="28" name="Freeform 27">
              <a:extLst>
                <a:ext uri="{FF2B5EF4-FFF2-40B4-BE49-F238E27FC236}">
                  <a16:creationId xmlns:a16="http://schemas.microsoft.com/office/drawing/2014/main" id="{AEEC3B73-1C44-D347-86B5-EA13F3CD11E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DF186DF7-2017-2446-8F81-74E200D69E1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9511187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Quote 7">
    <p:bg>
      <p:bgPr>
        <a:solidFill>
          <a:schemeClr val="bg1"/>
        </a:solidFill>
        <a:effectLst/>
      </p:bgPr>
    </p:bg>
    <p:spTree>
      <p:nvGrpSpPr>
        <p:cNvPr id="1" name=""/>
        <p:cNvGrpSpPr/>
        <p:nvPr/>
      </p:nvGrpSpPr>
      <p:grpSpPr>
        <a:xfrm>
          <a:off x="0" y="0"/>
          <a:ext cx="0" cy="0"/>
          <a:chOff x="0" y="0"/>
          <a:chExt cx="0" cy="0"/>
        </a:xfrm>
      </p:grpSpPr>
      <p:grpSp>
        <p:nvGrpSpPr>
          <p:cNvPr id="11" name="Picture 3">
            <a:extLst>
              <a:ext uri="{FF2B5EF4-FFF2-40B4-BE49-F238E27FC236}">
                <a16:creationId xmlns:a16="http://schemas.microsoft.com/office/drawing/2014/main" id="{19EF220B-5788-4346-92DF-62DAC47CD28D}"/>
              </a:ext>
            </a:extLst>
          </p:cNvPr>
          <p:cNvGrpSpPr/>
          <p:nvPr userDrawn="1"/>
        </p:nvGrpSpPr>
        <p:grpSpPr>
          <a:xfrm>
            <a:off x="1" y="0"/>
            <a:ext cx="12189459" cy="6858000"/>
            <a:chOff x="0" y="0"/>
            <a:chExt cx="9142094" cy="5143500"/>
          </a:xfrm>
        </p:grpSpPr>
        <p:grpSp>
          <p:nvGrpSpPr>
            <p:cNvPr id="12" name="Picture 3">
              <a:extLst>
                <a:ext uri="{FF2B5EF4-FFF2-40B4-BE49-F238E27FC236}">
                  <a16:creationId xmlns:a16="http://schemas.microsoft.com/office/drawing/2014/main" id="{8FC93735-20BB-2142-9E7C-381D38AF4F84}"/>
                </a:ext>
              </a:extLst>
            </p:cNvPr>
            <p:cNvGrpSpPr/>
            <p:nvPr/>
          </p:nvGrpSpPr>
          <p:grpSpPr>
            <a:xfrm>
              <a:off x="0" y="3219450"/>
              <a:ext cx="1532572" cy="1924050"/>
              <a:chOff x="0" y="3219450"/>
              <a:chExt cx="1532572" cy="1924050"/>
            </a:xfrm>
          </p:grpSpPr>
          <p:sp>
            <p:nvSpPr>
              <p:cNvPr id="24" name="Freeform 23">
                <a:extLst>
                  <a:ext uri="{FF2B5EF4-FFF2-40B4-BE49-F238E27FC236}">
                    <a16:creationId xmlns:a16="http://schemas.microsoft.com/office/drawing/2014/main" id="{574742B4-36D7-444E-9437-C0A7CC7960E4}"/>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C882D9"/>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6EF1711E-C08E-8F4F-B80C-4E74AEB96F25}"/>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821499"/>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25A922B0-B359-2A47-9B7C-EAE693CD6446}"/>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B25DC6"/>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1BAFA1FB-E096-1649-8255-57C265E1A439}"/>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821499"/>
              </a:solidFill>
              <a:ln w="9525" cap="flat">
                <a:noFill/>
                <a:prstDash val="solid"/>
                <a:miter/>
              </a:ln>
            </p:spPr>
            <p:txBody>
              <a:bodyPr rtlCol="0" anchor="ctr"/>
              <a:lstStyle/>
              <a:p>
                <a:endParaRPr lang="en-US" sz="2400"/>
              </a:p>
            </p:txBody>
          </p:sp>
          <p:sp>
            <p:nvSpPr>
              <p:cNvPr id="32" name="Freeform 31">
                <a:extLst>
                  <a:ext uri="{FF2B5EF4-FFF2-40B4-BE49-F238E27FC236}">
                    <a16:creationId xmlns:a16="http://schemas.microsoft.com/office/drawing/2014/main" id="{A9A8CAE5-78BA-E94B-AF46-A64DEFE23E58}"/>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C882D9"/>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A86B214C-A901-2D40-9108-6D108A0D450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821499"/>
              </a:solidFill>
              <a:ln w="9525" cap="flat">
                <a:noFill/>
                <a:prstDash val="solid"/>
                <a:miter/>
              </a:ln>
            </p:spPr>
            <p:txBody>
              <a:bodyPr rtlCol="0" anchor="ctr"/>
              <a:lstStyle/>
              <a:p>
                <a:endParaRPr lang="en-US" sz="2400"/>
              </a:p>
            </p:txBody>
          </p:sp>
        </p:grpSp>
        <p:grpSp>
          <p:nvGrpSpPr>
            <p:cNvPr id="13" name="Picture 3">
              <a:extLst>
                <a:ext uri="{FF2B5EF4-FFF2-40B4-BE49-F238E27FC236}">
                  <a16:creationId xmlns:a16="http://schemas.microsoft.com/office/drawing/2014/main" id="{969CB8DA-9FDA-4948-88C9-D3B751A949D9}"/>
                </a:ext>
              </a:extLst>
            </p:cNvPr>
            <p:cNvGrpSpPr/>
            <p:nvPr/>
          </p:nvGrpSpPr>
          <p:grpSpPr>
            <a:xfrm>
              <a:off x="7319962" y="0"/>
              <a:ext cx="1822132" cy="3084194"/>
              <a:chOff x="7319962" y="0"/>
              <a:chExt cx="1822132" cy="3084194"/>
            </a:xfrm>
          </p:grpSpPr>
          <p:sp>
            <p:nvSpPr>
              <p:cNvPr id="14" name="Freeform 13">
                <a:extLst>
                  <a:ext uri="{FF2B5EF4-FFF2-40B4-BE49-F238E27FC236}">
                    <a16:creationId xmlns:a16="http://schemas.microsoft.com/office/drawing/2014/main" id="{75D91369-E0EC-7F48-A725-8BCA6606594A}"/>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821499"/>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0683597-16B3-F34D-A763-CEF8050F05CD}"/>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8EB3AD05-57DF-2340-AFDD-BFC9D07E09FE}"/>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B25DC6"/>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99145EF-53FE-9242-8E1A-3DF77638D7C7}"/>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C882D9"/>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799BF20B-F73B-3847-A0B3-FEC08E3CB473}"/>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E9CA958A-4B7A-B44A-8F5A-D0DF6A38179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821499"/>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95E074A4-9225-D846-ADB9-60CD692A80B5}"/>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B6AF6838-D882-D14E-8E79-9443C5118BF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DA126258-9BC3-5543-94E7-A0CF050F2819}"/>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B25DC6"/>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5C8376D4-42F7-4F47-ACF3-0523341C7127}"/>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821499"/>
              </a:solidFill>
              <a:ln w="9525" cap="flat">
                <a:noFill/>
                <a:prstDash val="solid"/>
                <a:miter/>
              </a:ln>
            </p:spPr>
            <p:txBody>
              <a:bodyPr rtlCol="0" anchor="ctr"/>
              <a:lstStyle/>
              <a:p>
                <a:endParaRPr lang="en-US" sz="2400"/>
              </a:p>
            </p:txBody>
          </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ctr">
              <a:defRPr sz="4267" b="0" i="0">
                <a:solidFill>
                  <a:schemeClr val="accent4"/>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7" name="Graphic 7">
            <a:extLst>
              <a:ext uri="{FF2B5EF4-FFF2-40B4-BE49-F238E27FC236}">
                <a16:creationId xmlns:a16="http://schemas.microsoft.com/office/drawing/2014/main" id="{226E18B2-876E-E54C-8E84-551CC5CE3734}"/>
              </a:ext>
            </a:extLst>
          </p:cNvPr>
          <p:cNvGrpSpPr/>
          <p:nvPr userDrawn="1"/>
        </p:nvGrpSpPr>
        <p:grpSpPr>
          <a:xfrm>
            <a:off x="5637885" y="1583391"/>
            <a:ext cx="916233" cy="492468"/>
            <a:chOff x="4228411" y="1187542"/>
            <a:chExt cx="687175" cy="369351"/>
          </a:xfrm>
          <a:solidFill>
            <a:schemeClr val="accent4"/>
          </a:solidFill>
        </p:grpSpPr>
        <p:sp>
          <p:nvSpPr>
            <p:cNvPr id="28" name="Freeform 27">
              <a:extLst>
                <a:ext uri="{FF2B5EF4-FFF2-40B4-BE49-F238E27FC236}">
                  <a16:creationId xmlns:a16="http://schemas.microsoft.com/office/drawing/2014/main" id="{AEEC3B73-1C44-D347-86B5-EA13F3CD11E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DF186DF7-2017-2446-8F81-74E200D69E1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5679259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612" y="1380744"/>
            <a:ext cx="11599649" cy="5029200"/>
          </a:xfrm>
        </p:spPr>
        <p:txBody>
          <a:bodyPr>
            <a:noAutofit/>
          </a:bodyPr>
          <a:lstStyle>
            <a:lvl1pPr marL="230177" indent="-230177">
              <a:spcBef>
                <a:spcPts val="1800"/>
              </a:spcBef>
              <a:buClr>
                <a:schemeClr val="bg2"/>
              </a:buClr>
              <a:defRPr sz="2000">
                <a:solidFill>
                  <a:schemeClr val="bg2"/>
                </a:solidFill>
              </a:defRPr>
            </a:lvl1pPr>
            <a:lvl2pPr marL="684179" indent="-228589">
              <a:spcBef>
                <a:spcPts val="0"/>
              </a:spcBef>
              <a:spcAft>
                <a:spcPts val="200"/>
              </a:spcAft>
              <a:defRPr sz="1800">
                <a:solidFill>
                  <a:srgbClr val="4C4D4F"/>
                </a:solidFill>
                <a:latin typeface="Arial Narrow" pitchFamily="34" charset="0"/>
              </a:defRPr>
            </a:lvl2pPr>
            <a:lvl3pPr marL="1142942" indent="-228589">
              <a:spcBef>
                <a:spcPts val="0"/>
              </a:spcBef>
              <a:spcAft>
                <a:spcPts val="200"/>
              </a:spcAft>
              <a:defRPr sz="1600">
                <a:solidFill>
                  <a:srgbClr val="4C4D4F"/>
                </a:solidFill>
                <a:latin typeface="Arial Narrow" pitchFamily="34" charset="0"/>
              </a:defRPr>
            </a:lvl3pPr>
            <a:lvl4pPr marL="1428679" indent="-228589">
              <a:defRPr sz="1400">
                <a:solidFill>
                  <a:srgbClr val="4C4D4F"/>
                </a:solidFill>
              </a:defRPr>
            </a:lvl4pPr>
            <a:lvl5pPr marL="1827122" indent="-228589">
              <a:defRPr sz="1400">
                <a:solidFill>
                  <a:srgbClr val="4C4D4F"/>
                </a:solidFill>
              </a:defRPr>
            </a:lvl5pPr>
          </a:lstStyle>
          <a:p>
            <a:pPr lvl="0"/>
            <a:r>
              <a:rPr lang="en-US"/>
              <a:t>Click to edit Master text styles</a:t>
            </a:r>
          </a:p>
          <a:p>
            <a:pPr lvl="1"/>
            <a:r>
              <a:rPr lang="en-US"/>
              <a:t>Second level</a:t>
            </a:r>
          </a:p>
          <a:p>
            <a:pPr lvl="2"/>
            <a:r>
              <a:rPr lang="en-US"/>
              <a:t>Third level</a:t>
            </a:r>
          </a:p>
        </p:txBody>
      </p:sp>
      <p:sp>
        <p:nvSpPr>
          <p:cNvPr id="8" name="Title 7"/>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a:p>
        </p:txBody>
      </p:sp>
    </p:spTree>
    <p:extLst>
      <p:ext uri="{BB962C8B-B14F-4D97-AF65-F5344CB8AC3E}">
        <p14:creationId xmlns:p14="http://schemas.microsoft.com/office/powerpoint/2010/main" val="3328576398"/>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3202643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59" y="3429001"/>
            <a:ext cx="6500188"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6172335"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2" name="Graphic 1">
            <a:extLst>
              <a:ext uri="{FF2B5EF4-FFF2-40B4-BE49-F238E27FC236}">
                <a16:creationId xmlns:a16="http://schemas.microsoft.com/office/drawing/2014/main" id="{F6D7E35A-AF62-1DB7-983F-AE38A09A4885}"/>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1353" y="690307"/>
            <a:ext cx="3140779" cy="404867"/>
          </a:xfrm>
          <a:prstGeom prst="rect">
            <a:avLst/>
          </a:prstGeom>
        </p:spPr>
      </p:pic>
    </p:spTree>
    <p:extLst>
      <p:ext uri="{BB962C8B-B14F-4D97-AF65-F5344CB8AC3E}">
        <p14:creationId xmlns:p14="http://schemas.microsoft.com/office/powerpoint/2010/main" val="2549731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0" y="3429001"/>
            <a:ext cx="7975521"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0" y="4434657"/>
            <a:ext cx="7504235"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2" name="Graphic 1">
            <a:extLst>
              <a:ext uri="{FF2B5EF4-FFF2-40B4-BE49-F238E27FC236}">
                <a16:creationId xmlns:a16="http://schemas.microsoft.com/office/drawing/2014/main" id="{F6D7E35A-AF62-1DB7-983F-AE38A09A4885}"/>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1353" y="690307"/>
            <a:ext cx="3140779" cy="404867"/>
          </a:xfrm>
          <a:prstGeom prst="rect">
            <a:avLst/>
          </a:prstGeom>
        </p:spPr>
      </p:pic>
    </p:spTree>
    <p:extLst>
      <p:ext uri="{BB962C8B-B14F-4D97-AF65-F5344CB8AC3E}">
        <p14:creationId xmlns:p14="http://schemas.microsoft.com/office/powerpoint/2010/main" val="23086905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13514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54476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2690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9918916" y="6206837"/>
            <a:ext cx="22730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264945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913132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2" y="1113133"/>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790005" y="3692405"/>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1" y="1103207"/>
            <a:ext cx="3817249" cy="2324471"/>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781336" y="3686626"/>
            <a:ext cx="3817249" cy="232018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4449463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0237529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5335201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727124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6077219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11878456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063BC3A5-6BD6-1942-A1DB-85E4B0D8DD8C}"/>
              </a:ext>
            </a:extLst>
          </p:cNvPr>
          <p:cNvSpPr>
            <a:spLocks noGrp="1"/>
          </p:cNvSpPr>
          <p:nvPr>
            <p:ph type="pic" sz="quarter" idx="11"/>
          </p:nvPr>
        </p:nvSpPr>
        <p:spPr>
          <a:xfrm>
            <a:off x="4534639" y="-317606"/>
            <a:ext cx="7720115" cy="7175607"/>
          </a:xfrm>
          <a:custGeom>
            <a:avLst/>
            <a:gdLst>
              <a:gd name="connsiteX0" fmla="*/ 3023085 w 5559425"/>
              <a:gd name="connsiteY0" fmla="*/ 0 h 5167313"/>
              <a:gd name="connsiteX1" fmla="*/ 5559425 w 5559425"/>
              <a:gd name="connsiteY1" fmla="*/ 0 h 5167313"/>
              <a:gd name="connsiteX2" fmla="*/ 5513769 w 5559425"/>
              <a:gd name="connsiteY2" fmla="*/ 78039 h 5167313"/>
              <a:gd name="connsiteX3" fmla="*/ 5513769 w 5559425"/>
              <a:gd name="connsiteY3" fmla="*/ 2058499 h 5167313"/>
              <a:gd name="connsiteX4" fmla="*/ 5513771 w 5559425"/>
              <a:gd name="connsiteY4" fmla="*/ 2058499 h 5167313"/>
              <a:gd name="connsiteX5" fmla="*/ 5513769 w 5559425"/>
              <a:gd name="connsiteY5" fmla="*/ 2058503 h 5167313"/>
              <a:gd name="connsiteX6" fmla="*/ 5513769 w 5559425"/>
              <a:gd name="connsiteY6" fmla="*/ 2060576 h 5167313"/>
              <a:gd name="connsiteX7" fmla="*/ 5512556 w 5559425"/>
              <a:gd name="connsiteY7" fmla="*/ 2060576 h 5167313"/>
              <a:gd name="connsiteX8" fmla="*/ 3694990 w 5559425"/>
              <a:gd name="connsiteY8" fmla="*/ 5167313 h 5167313"/>
              <a:gd name="connsiteX9" fmla="*/ 2536340 w 5559425"/>
              <a:gd name="connsiteY9" fmla="*/ 5167313 h 5167313"/>
              <a:gd name="connsiteX10" fmla="*/ 2169050 w 5559425"/>
              <a:gd name="connsiteY10" fmla="*/ 5167313 h 5167313"/>
              <a:gd name="connsiteX11" fmla="*/ 0 w 5559425"/>
              <a:gd name="connsiteY11" fmla="*/ 5167313 h 516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59425" h="5167313">
                <a:moveTo>
                  <a:pt x="3023085" y="0"/>
                </a:moveTo>
                <a:lnTo>
                  <a:pt x="5559425" y="0"/>
                </a:lnTo>
                <a:lnTo>
                  <a:pt x="5513769" y="78039"/>
                </a:lnTo>
                <a:lnTo>
                  <a:pt x="5513769" y="2058499"/>
                </a:lnTo>
                <a:lnTo>
                  <a:pt x="5513771" y="2058499"/>
                </a:lnTo>
                <a:lnTo>
                  <a:pt x="5513769" y="2058503"/>
                </a:lnTo>
                <a:lnTo>
                  <a:pt x="5513769" y="2060576"/>
                </a:lnTo>
                <a:lnTo>
                  <a:pt x="5512556" y="2060576"/>
                </a:lnTo>
                <a:lnTo>
                  <a:pt x="3694990" y="5167313"/>
                </a:lnTo>
                <a:lnTo>
                  <a:pt x="2536340" y="5167313"/>
                </a:lnTo>
                <a:lnTo>
                  <a:pt x="2169050" y="5167313"/>
                </a:lnTo>
                <a:lnTo>
                  <a:pt x="0" y="5167313"/>
                </a:lnTo>
                <a:close/>
              </a:path>
            </a:pathLst>
          </a:custGeom>
        </p:spPr>
        <p:txBody>
          <a:bodyPr wrap="square">
            <a:noAutofit/>
          </a:bodyPr>
          <a:lstStyle>
            <a:lvl1pPr marL="0" indent="0">
              <a:buNone/>
              <a:defRPr/>
            </a:lvl1pPr>
          </a:lstStyle>
          <a:p>
            <a:endParaRPr lang="en-US"/>
          </a:p>
        </p:txBody>
      </p:sp>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4"/>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35" name="Freeform 34">
            <a:extLst>
              <a:ext uri="{FF2B5EF4-FFF2-40B4-BE49-F238E27FC236}">
                <a16:creationId xmlns:a16="http://schemas.microsoft.com/office/drawing/2014/main" id="{66E2D241-2072-DB45-8B24-50D8005701B8}"/>
              </a:ext>
            </a:extLst>
          </p:cNvPr>
          <p:cNvSpPr txBox="1">
            <a:spLocks/>
          </p:cNvSpPr>
          <p:nvPr/>
        </p:nvSpPr>
        <p:spPr>
          <a:xfrm>
            <a:off x="8975301" y="-1106080"/>
            <a:ext cx="3241027" cy="1073568"/>
          </a:xfrm>
          <a:custGeom>
            <a:avLst/>
            <a:gdLst>
              <a:gd name="connsiteX0" fmla="*/ 477493 w 2430770"/>
              <a:gd name="connsiteY0" fmla="*/ 0 h 805176"/>
              <a:gd name="connsiteX1" fmla="*/ 1138129 w 2430770"/>
              <a:gd name="connsiteY1" fmla="*/ 0 h 805176"/>
              <a:gd name="connsiteX2" fmla="*/ 2430770 w 2430770"/>
              <a:gd name="connsiteY2" fmla="*/ 0 h 805176"/>
              <a:gd name="connsiteX3" fmla="*/ 2430770 w 2430770"/>
              <a:gd name="connsiteY3" fmla="*/ 141673 h 805176"/>
              <a:gd name="connsiteX4" fmla="*/ 2430770 w 2430770"/>
              <a:gd name="connsiteY4" fmla="*/ 805176 h 805176"/>
              <a:gd name="connsiteX5" fmla="*/ 0 w 2430770"/>
              <a:gd name="connsiteY5" fmla="*/ 805176 h 805176"/>
              <a:gd name="connsiteX6" fmla="*/ 477493 w 2430770"/>
              <a:gd name="connsiteY6" fmla="*/ 0 h 8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0770" h="805176">
                <a:moveTo>
                  <a:pt x="477493" y="0"/>
                </a:moveTo>
                <a:lnTo>
                  <a:pt x="1138129" y="0"/>
                </a:lnTo>
                <a:lnTo>
                  <a:pt x="2430770" y="0"/>
                </a:lnTo>
                <a:lnTo>
                  <a:pt x="2430770" y="141673"/>
                </a:lnTo>
                <a:lnTo>
                  <a:pt x="2430770" y="805176"/>
                </a:lnTo>
                <a:lnTo>
                  <a:pt x="0" y="805176"/>
                </a:lnTo>
                <a:lnTo>
                  <a:pt x="477493" y="0"/>
                </a:lnTo>
                <a:close/>
              </a:path>
            </a:pathLst>
          </a:custGeom>
        </p:spPr>
        <p:txBody>
          <a:bodyPr wrap="square" lIns="3779520" anchor="ctr">
            <a:noAutofit/>
          </a:bodyPr>
          <a:lstStyle>
            <a:lvl1pPr marL="0" indent="0" algn="l" defTabSz="914400" rtl="0" eaLnBrk="1" latinLnBrk="0" hangingPunct="1">
              <a:spcBef>
                <a:spcPct val="20000"/>
              </a:spcBef>
              <a:buClr>
                <a:schemeClr val="accent1"/>
              </a:buClr>
              <a:buFont typeface="Arial" panose="020B0604020202020204" pitchFamily="34" charset="0"/>
              <a:buNone/>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133"/>
          </a:p>
        </p:txBody>
      </p:sp>
      <p:sp>
        <p:nvSpPr>
          <p:cNvPr id="34" name="Freeform 33">
            <a:extLst>
              <a:ext uri="{FF2B5EF4-FFF2-40B4-BE49-F238E27FC236}">
                <a16:creationId xmlns:a16="http://schemas.microsoft.com/office/drawing/2014/main" id="{2CB04278-CDAF-A641-8A79-DEC8A6491D40}"/>
              </a:ext>
            </a:extLst>
          </p:cNvPr>
          <p:cNvSpPr txBox="1">
            <a:spLocks/>
          </p:cNvSpPr>
          <p:nvPr/>
        </p:nvSpPr>
        <p:spPr>
          <a:xfrm>
            <a:off x="8274051" y="-1689862"/>
            <a:ext cx="5039783" cy="1657351"/>
          </a:xfrm>
          <a:custGeom>
            <a:avLst/>
            <a:gdLst>
              <a:gd name="connsiteX0" fmla="*/ 0 w 3779837"/>
              <a:gd name="connsiteY0" fmla="*/ 0 h 1243013"/>
              <a:gd name="connsiteX1" fmla="*/ 3779837 w 3779837"/>
              <a:gd name="connsiteY1" fmla="*/ 0 h 1243013"/>
              <a:gd name="connsiteX2" fmla="*/ 3779837 w 3779837"/>
              <a:gd name="connsiteY2" fmla="*/ 1243013 h 1243013"/>
              <a:gd name="connsiteX3" fmla="*/ 2956708 w 3779837"/>
              <a:gd name="connsiteY3" fmla="*/ 1243013 h 1243013"/>
              <a:gd name="connsiteX4" fmla="*/ 2956708 w 3779837"/>
              <a:gd name="connsiteY4" fmla="*/ 579510 h 1243013"/>
              <a:gd name="connsiteX5" fmla="*/ 2956708 w 3779837"/>
              <a:gd name="connsiteY5" fmla="*/ 437837 h 1243013"/>
              <a:gd name="connsiteX6" fmla="*/ 1664067 w 3779837"/>
              <a:gd name="connsiteY6" fmla="*/ 437837 h 1243013"/>
              <a:gd name="connsiteX7" fmla="*/ 1003431 w 3779837"/>
              <a:gd name="connsiteY7" fmla="*/ 437837 h 1243013"/>
              <a:gd name="connsiteX8" fmla="*/ 525938 w 3779837"/>
              <a:gd name="connsiteY8" fmla="*/ 1243013 h 1243013"/>
              <a:gd name="connsiteX9" fmla="*/ 0 w 3779837"/>
              <a:gd name="connsiteY9" fmla="*/ 1243013 h 1243013"/>
              <a:gd name="connsiteX10" fmla="*/ 0 w 3779837"/>
              <a:gd name="connsiteY10" fmla="*/ 0 h 124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79837" h="1243013">
                <a:moveTo>
                  <a:pt x="0" y="0"/>
                </a:moveTo>
                <a:lnTo>
                  <a:pt x="3779837" y="0"/>
                </a:lnTo>
                <a:lnTo>
                  <a:pt x="3779837" y="1243013"/>
                </a:lnTo>
                <a:lnTo>
                  <a:pt x="2956708" y="1243013"/>
                </a:lnTo>
                <a:lnTo>
                  <a:pt x="2956708" y="579510"/>
                </a:lnTo>
                <a:lnTo>
                  <a:pt x="2956708" y="437837"/>
                </a:lnTo>
                <a:lnTo>
                  <a:pt x="1664067" y="437837"/>
                </a:lnTo>
                <a:lnTo>
                  <a:pt x="1003431" y="437837"/>
                </a:lnTo>
                <a:lnTo>
                  <a:pt x="525938" y="1243013"/>
                </a:lnTo>
                <a:lnTo>
                  <a:pt x="0" y="1243013"/>
                </a:lnTo>
                <a:lnTo>
                  <a:pt x="0" y="0"/>
                </a:lnTo>
                <a:close/>
              </a:path>
            </a:pathLst>
          </a:custGeom>
        </p:spPr>
        <p:txBody>
          <a:bodyPr wrap="square" lIns="3779520" anchor="ctr">
            <a:noAutofit/>
          </a:bodyPr>
          <a:lstStyle>
            <a:lvl1pPr marL="0" indent="0" algn="l" defTabSz="914400" rtl="0" eaLnBrk="1" latinLnBrk="0" hangingPunct="1">
              <a:spcBef>
                <a:spcPct val="20000"/>
              </a:spcBef>
              <a:buClr>
                <a:schemeClr val="accent1"/>
              </a:buClr>
              <a:buFont typeface="Arial" panose="020B0604020202020204" pitchFamily="34" charset="0"/>
              <a:buNone/>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133"/>
          </a:p>
        </p:txBody>
      </p:sp>
    </p:spTree>
    <p:extLst>
      <p:ext uri="{BB962C8B-B14F-4D97-AF65-F5344CB8AC3E}">
        <p14:creationId xmlns:p14="http://schemas.microsoft.com/office/powerpoint/2010/main" val="28499384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9456743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8031287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7065472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932300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088308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4150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9585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866954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54115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Quote ">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EEB7CB-BE24-D840-8B0F-F9F5D2D50B7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117"/>
          <a:stretch/>
        </p:blipFill>
        <p:spPr>
          <a:xfrm>
            <a:off x="0" y="0"/>
            <a:ext cx="12263717" cy="6858000"/>
          </a:xfrm>
          <a:prstGeom prst="rect">
            <a:avLst/>
          </a:prstGeom>
        </p:spPr>
      </p:pic>
      <p:pic>
        <p:nvPicPr>
          <p:cNvPr id="5" name="Graphic 4">
            <a:extLst>
              <a:ext uri="{FF2B5EF4-FFF2-40B4-BE49-F238E27FC236}">
                <a16:creationId xmlns:a16="http://schemas.microsoft.com/office/drawing/2014/main" id="{EB94F310-FA3F-C868-329B-EDD8AFEEAE15}"/>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997982" y="6465147"/>
            <a:ext cx="1984553" cy="255821"/>
          </a:xfrm>
          <a:prstGeom prst="rect">
            <a:avLst/>
          </a:prstGeom>
        </p:spPr>
      </p:pic>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821499"/>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grp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5971944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B26221-88B6-7745-825C-7FD078E49FC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2" name="Graphic 1">
            <a:extLst>
              <a:ext uri="{FF2B5EF4-FFF2-40B4-BE49-F238E27FC236}">
                <a16:creationId xmlns:a16="http://schemas.microsoft.com/office/drawing/2014/main" id="{BEA8C026-B315-48F0-2130-A92E30D9A663}"/>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1" r="47040" b="-867"/>
          <a:stretch/>
        </p:blipFill>
        <p:spPr>
          <a:xfrm>
            <a:off x="10976860" y="6506178"/>
            <a:ext cx="1051018" cy="258038"/>
          </a:xfrm>
          <a:prstGeom prst="rect">
            <a:avLst/>
          </a:prstGeom>
        </p:spPr>
      </p:pic>
    </p:spTree>
    <p:extLst>
      <p:ext uri="{BB962C8B-B14F-4D97-AF65-F5344CB8AC3E}">
        <p14:creationId xmlns:p14="http://schemas.microsoft.com/office/powerpoint/2010/main" val="14672438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A268D8F-55FD-5242-9DDD-5EF33CAFE8A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B96A64F8-98AE-B042-826F-42187E06F8D3}"/>
              </a:ext>
            </a:extLst>
          </p:cNvPr>
          <p:cNvSpPr txBox="1"/>
          <p:nvPr userDrawn="1"/>
        </p:nvSpPr>
        <p:spPr>
          <a:xfrm>
            <a:off x="3154701" y="1392496"/>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8" name="TextBox 7">
            <a:extLst>
              <a:ext uri="{FF2B5EF4-FFF2-40B4-BE49-F238E27FC236}">
                <a16:creationId xmlns:a16="http://schemas.microsoft.com/office/drawing/2014/main" id="{0D000297-6907-FA46-80F7-36DD67BA2E03}"/>
              </a:ext>
            </a:extLst>
          </p:cNvPr>
          <p:cNvSpPr txBox="1"/>
          <p:nvPr userDrawn="1"/>
        </p:nvSpPr>
        <p:spPr>
          <a:xfrm>
            <a:off x="6443825" y="2080083"/>
            <a:ext cx="2345580" cy="2246769"/>
          </a:xfrm>
          <a:prstGeom prst="rect">
            <a:avLst/>
          </a:prstGeom>
          <a:noFill/>
        </p:spPr>
        <p:txBody>
          <a:bodyPr wrap="square" rtlCol="0" anchor="ctr">
            <a:spAutoFit/>
          </a:bodyPr>
          <a:lstStyle/>
          <a:p>
            <a:pPr algn="ctr"/>
            <a:r>
              <a:rPr lang="en-US" sz="140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9" name="Rectangular Callout 8">
            <a:extLst>
              <a:ext uri="{FF2B5EF4-FFF2-40B4-BE49-F238E27FC236}">
                <a16:creationId xmlns:a16="http://schemas.microsoft.com/office/drawing/2014/main" id="{5B296F9D-AE5B-AB43-9E07-074AD4C6362D}"/>
              </a:ext>
            </a:extLst>
          </p:cNvPr>
          <p:cNvSpPr/>
          <p:nvPr userDrawn="1"/>
        </p:nvSpPr>
        <p:spPr>
          <a:xfrm>
            <a:off x="2395838" y="938095"/>
            <a:ext cx="3863308" cy="3155571"/>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sp>
        <p:nvSpPr>
          <p:cNvPr id="10" name="Rectangular Callout 9">
            <a:extLst>
              <a:ext uri="{FF2B5EF4-FFF2-40B4-BE49-F238E27FC236}">
                <a16:creationId xmlns:a16="http://schemas.microsoft.com/office/drawing/2014/main" id="{BD1536D3-6D65-D148-B59A-9331663EC4A8}"/>
              </a:ext>
            </a:extLst>
          </p:cNvPr>
          <p:cNvSpPr/>
          <p:nvPr userDrawn="1"/>
        </p:nvSpPr>
        <p:spPr>
          <a:xfrm flipH="1">
            <a:off x="5599629" y="1568470"/>
            <a:ext cx="4033975" cy="3269996"/>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solidFill>
                <a:prstClr val="white"/>
              </a:solidFill>
              <a:latin typeface="Arial" panose="020B0604020202020204" pitchFamily="34" charset="0"/>
              <a:cs typeface="Arial" panose="020B0604020202020204" pitchFamily="34" charset="0"/>
            </a:endParaRPr>
          </a:p>
        </p:txBody>
      </p:sp>
      <p:pic>
        <p:nvPicPr>
          <p:cNvPr id="3" name="Graphic 2">
            <a:extLst>
              <a:ext uri="{FF2B5EF4-FFF2-40B4-BE49-F238E27FC236}">
                <a16:creationId xmlns:a16="http://schemas.microsoft.com/office/drawing/2014/main" id="{10C3C5DF-D00D-85DE-DC82-63F927A36B52}"/>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1" r="47040" b="-867"/>
          <a:stretch/>
        </p:blipFill>
        <p:spPr>
          <a:xfrm>
            <a:off x="10976860" y="6506178"/>
            <a:ext cx="1051018" cy="258038"/>
          </a:xfrm>
          <a:prstGeom prst="rect">
            <a:avLst/>
          </a:prstGeom>
        </p:spPr>
      </p:pic>
    </p:spTree>
    <p:extLst>
      <p:ext uri="{BB962C8B-B14F-4D97-AF65-F5344CB8AC3E}">
        <p14:creationId xmlns:p14="http://schemas.microsoft.com/office/powerpoint/2010/main" val="40884712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D9D6AF-F5F2-6F41-90DE-CE59F0C6B72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F18CA5D7-2260-B14C-8EBA-0287F5503D46}"/>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bg1"/>
                </a:solidFill>
                <a:latin typeface="Arial" panose="020B0604020202020204" pitchFamily="34" charset="0"/>
                <a:ea typeface="Verdana" charset="0"/>
                <a:cs typeface="Arial" panose="020B0604020202020204" pitchFamily="34" charset="0"/>
              </a:rPr>
              <a:t>Thank you!</a:t>
            </a:r>
            <a:endParaRPr lang="en-US" sz="7200" b="1" i="0" kern="1200">
              <a:solidFill>
                <a:schemeClr val="bg1"/>
              </a:solidFill>
              <a:latin typeface="Arial" panose="020B0604020202020204" pitchFamily="34" charset="0"/>
              <a:ea typeface="Verdana" charset="0"/>
              <a:cs typeface="Arial" panose="020B0604020202020204" pitchFamily="34" charset="0"/>
            </a:endParaRPr>
          </a:p>
        </p:txBody>
      </p:sp>
      <p:pic>
        <p:nvPicPr>
          <p:cNvPr id="3" name="Graphic 2">
            <a:extLst>
              <a:ext uri="{FF2B5EF4-FFF2-40B4-BE49-F238E27FC236}">
                <a16:creationId xmlns:a16="http://schemas.microsoft.com/office/drawing/2014/main" id="{5337A8A4-C676-4041-B29C-95E33EC20E26}"/>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1" r="47040" b="-867"/>
          <a:stretch/>
        </p:blipFill>
        <p:spPr>
          <a:xfrm>
            <a:off x="10976860" y="6506178"/>
            <a:ext cx="1051018" cy="258038"/>
          </a:xfrm>
          <a:prstGeom prst="rect">
            <a:avLst/>
          </a:prstGeom>
        </p:spPr>
      </p:pic>
    </p:spTree>
    <p:extLst>
      <p:ext uri="{BB962C8B-B14F-4D97-AF65-F5344CB8AC3E}">
        <p14:creationId xmlns:p14="http://schemas.microsoft.com/office/powerpoint/2010/main" val="3313961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Blank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FDF359-574E-D358-4C2E-D718E02E75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23849091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Title Only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87BF56-527A-3789-DB3F-4913B1A3BB8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nchor="ctr"/>
          <a:lstStyle>
            <a:lvl1pPr algn="l">
              <a:defRPr sz="2400" b="1" i="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324124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2_BLANK DARK">
    <p:bg>
      <p:bgPr>
        <a:gradFill flip="none" rotWithShape="1">
          <a:gsLst>
            <a:gs pos="0">
              <a:srgbClr val="001449"/>
            </a:gs>
            <a:gs pos="100000">
              <a:schemeClr val="tx2"/>
            </a:gs>
          </a:gsLst>
          <a:lin ang="10800000" scaled="1"/>
          <a:tileRect/>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010289-40D7-51AD-2164-E129697420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A35CC9C-9FB1-5BBB-C552-4FB1026A3C18}"/>
              </a:ext>
            </a:extLst>
          </p:cNvPr>
          <p:cNvSpPr>
            <a:spLocks noGrp="1"/>
          </p:cNvSpPr>
          <p:nvPr>
            <p:ph type="title"/>
          </p:nvPr>
        </p:nvSpPr>
        <p:spPr>
          <a:xfrm>
            <a:off x="449888" y="2766484"/>
            <a:ext cx="11292225" cy="1325033"/>
          </a:xfrm>
          <a:prstGeom prst="rect">
            <a:avLst/>
          </a:prstGeom>
        </p:spPr>
        <p:txBody>
          <a:bodyPr lIns="0" rIns="0" anchor="ctr" anchorCtr="0"/>
          <a:lstStyle>
            <a:lvl1pPr algn="ctr">
              <a:lnSpc>
                <a:spcPct val="90000"/>
              </a:lnSpc>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11540700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48">
          <p15:clr>
            <a:srgbClr val="FBAE40"/>
          </p15:clr>
        </p15:guide>
        <p15:guide id="2" pos="2880">
          <p15:clr>
            <a:srgbClr val="FBAE40"/>
          </p15:clr>
        </p15:guide>
        <p15:guide id="3" pos="288">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Section Break 7">
    <p:bg>
      <p:bgPr>
        <a:gradFill flip="none" rotWithShape="1">
          <a:gsLst>
            <a:gs pos="0">
              <a:srgbClr val="001449"/>
            </a:gs>
            <a:gs pos="100000">
              <a:schemeClr val="tx2"/>
            </a:gs>
          </a:gsLst>
          <a:lin ang="10800000" scaled="1"/>
          <a:tileRect/>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010289-40D7-51AD-2164-E129697420A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A35CC9C-9FB1-5BBB-C552-4FB1026A3C18}"/>
              </a:ext>
            </a:extLst>
          </p:cNvPr>
          <p:cNvSpPr>
            <a:spLocks noGrp="1"/>
          </p:cNvSpPr>
          <p:nvPr>
            <p:ph type="title"/>
          </p:nvPr>
        </p:nvSpPr>
        <p:spPr>
          <a:xfrm>
            <a:off x="449888" y="2766484"/>
            <a:ext cx="11292225" cy="1325033"/>
          </a:xfrm>
          <a:prstGeom prst="rect">
            <a:avLst/>
          </a:prstGeom>
        </p:spPr>
        <p:txBody>
          <a:bodyPr lIns="0" rIns="0" anchor="ctr" anchorCtr="0"/>
          <a:lstStyle>
            <a:lvl1pPr algn="ctr">
              <a:lnSpc>
                <a:spcPct val="90000"/>
              </a:lnSpc>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36299926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48">
          <p15:clr>
            <a:srgbClr val="FBAE40"/>
          </p15:clr>
        </p15:guide>
        <p15:guide id="2" pos="2880">
          <p15:clr>
            <a:srgbClr val="FBAE40"/>
          </p15:clr>
        </p15:guide>
        <p15:guide id="3" pos="288">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Title and Content -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FF1691-0B77-1050-D38F-17C028B8F0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1"/>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1"/>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1"/>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BCBFC6E5-CFE0-5B58-DB35-8FC17F46F24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811723" y="6100573"/>
            <a:ext cx="1099669" cy="618947"/>
          </a:xfrm>
          <a:prstGeom prst="rect">
            <a:avLst/>
          </a:prstGeom>
        </p:spPr>
      </p:pic>
    </p:spTree>
    <p:extLst>
      <p:ext uri="{BB962C8B-B14F-4D97-AF65-F5344CB8AC3E}">
        <p14:creationId xmlns:p14="http://schemas.microsoft.com/office/powerpoint/2010/main" val="15768140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3"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31951536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1" y="524934"/>
            <a:ext cx="1490804" cy="354417"/>
          </a:xfrm>
          <a:prstGeom prst="rect">
            <a:avLst/>
          </a:prstGeom>
        </p:spPr>
      </p:pic>
    </p:spTree>
    <p:extLst>
      <p:ext uri="{BB962C8B-B14F-4D97-AF65-F5344CB8AC3E}">
        <p14:creationId xmlns:p14="http://schemas.microsoft.com/office/powerpoint/2010/main" val="42298286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
                <a:schemeClr val="accent2"/>
              </a:buClr>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830330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532435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285F301C-DF95-F04C-9BB1-6CB11A42E5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17569344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5CD5F-AF1C-414D-8EA6-A0CAF4044A60}"/>
              </a:ext>
            </a:extLst>
          </p:cNvPr>
          <p:cNvSpPr>
            <a:spLocks noGrp="1"/>
          </p:cNvSpPr>
          <p:nvPr>
            <p:ph idx="1"/>
          </p:nvPr>
        </p:nvSpPr>
        <p:spPr>
          <a:xfrm>
            <a:off x="365904" y="1513290"/>
            <a:ext cx="11454389" cy="4842905"/>
          </a:xfrm>
          <a:prstGeom prst="rect">
            <a:avLst/>
          </a:prstGeom>
        </p:spPr>
        <p:txBody>
          <a:bodyPr/>
          <a:lstStyle>
            <a:lvl1pPr>
              <a:defRPr b="0" i="0">
                <a:solidFill>
                  <a:srgbClr val="333C45"/>
                </a:solidFill>
                <a:latin typeface="Barlow Light" pitchFamily="2" charset="77"/>
              </a:defRPr>
            </a:lvl1pPr>
            <a:lvl2pPr>
              <a:defRPr b="0" i="0">
                <a:solidFill>
                  <a:srgbClr val="333C45"/>
                </a:solidFill>
                <a:latin typeface="Barlow Light" pitchFamily="2" charset="77"/>
              </a:defRPr>
            </a:lvl2pPr>
            <a:lvl3pPr>
              <a:defRPr b="0" i="0">
                <a:solidFill>
                  <a:srgbClr val="333C45"/>
                </a:solidFill>
                <a:latin typeface="Barlow Light" pitchFamily="2" charset="77"/>
              </a:defRPr>
            </a:lvl3pPr>
            <a:lvl4pPr>
              <a:defRPr b="0" i="0">
                <a:solidFill>
                  <a:srgbClr val="333C45"/>
                </a:solidFill>
                <a:latin typeface="Barlow Light" pitchFamily="2" charset="77"/>
              </a:defRPr>
            </a:lvl4pPr>
            <a:lvl5pPr>
              <a:defRPr b="0" i="0">
                <a:solidFill>
                  <a:srgbClr val="333C45"/>
                </a:solidFill>
                <a:latin typeface="Barlow Light" pitchFamily="2"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9EEDE839-6144-D64A-A51F-6EF1250AAD73}"/>
              </a:ext>
            </a:extLst>
          </p:cNvPr>
          <p:cNvSpPr>
            <a:spLocks noGrp="1"/>
          </p:cNvSpPr>
          <p:nvPr>
            <p:ph type="title"/>
          </p:nvPr>
        </p:nvSpPr>
        <p:spPr>
          <a:xfrm>
            <a:off x="555171" y="402945"/>
            <a:ext cx="9407236" cy="1143000"/>
          </a:xfrm>
          <a:prstGeom prst="rect">
            <a:avLst/>
          </a:prstGeom>
        </p:spPr>
        <p:txBody>
          <a:bodyPr vert="horz" lIns="360000" tIns="360000" rIns="180000" bIns="90000" rtlCol="0" anchor="t" anchorCtr="0">
            <a:normAutofit/>
          </a:bodyPr>
          <a:lstStyle>
            <a:lvl1pPr>
              <a:defRPr sz="3000" b="0" i="0">
                <a:solidFill>
                  <a:schemeClr val="tx1"/>
                </a:solidFill>
                <a:latin typeface="Barlow Light" pitchFamily="2" charset="77"/>
              </a:defRPr>
            </a:lvl1pPr>
          </a:lstStyle>
          <a:p>
            <a:r>
              <a:rPr lang="en-US"/>
              <a:t>Click to edit Master title style</a:t>
            </a:r>
          </a:p>
        </p:txBody>
      </p:sp>
    </p:spTree>
    <p:extLst>
      <p:ext uri="{BB962C8B-B14F-4D97-AF65-F5344CB8AC3E}">
        <p14:creationId xmlns:p14="http://schemas.microsoft.com/office/powerpoint/2010/main" val="3009558941"/>
      </p:ext>
    </p:extLst>
  </p:cSld>
  <p:clrMapOvr>
    <a:masterClrMapping/>
  </p:clrMapOvr>
  <p:transition spd="slow">
    <p:wipe dir="r"/>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userDrawn="1">
  <p:cSld name="Thank you 5">
    <p:spTree>
      <p:nvGrpSpPr>
        <p:cNvPr id="1" name=""/>
        <p:cNvGrpSpPr/>
        <p:nvPr/>
      </p:nvGrpSpPr>
      <p:grpSpPr>
        <a:xfrm>
          <a:off x="0" y="0"/>
          <a:ext cx="0" cy="0"/>
          <a:chOff x="0" y="0"/>
          <a:chExt cx="0" cy="0"/>
        </a:xfrm>
      </p:grpSpPr>
      <p:pic>
        <p:nvPicPr>
          <p:cNvPr id="8" name="Google Shape;1236;gd30994e8e3_1_0">
            <a:extLst>
              <a:ext uri="{FF2B5EF4-FFF2-40B4-BE49-F238E27FC236}">
                <a16:creationId xmlns:a16="http://schemas.microsoft.com/office/drawing/2014/main" id="{0435B369-4DFF-3A44-81C3-E0E32BC7E2F3}"/>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5419" y="-1"/>
            <a:ext cx="12186580" cy="6861044"/>
          </a:xfrm>
          <a:prstGeom prst="rect">
            <a:avLst/>
          </a:prstGeom>
          <a:noFill/>
          <a:ln>
            <a:noFill/>
          </a:ln>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976924"/>
            <a:ext cx="8643041" cy="830997"/>
          </a:xfrm>
          <a:prstGeom prst="rect">
            <a:avLst/>
          </a:prstGeom>
          <a:noFill/>
        </p:spPr>
        <p:txBody>
          <a:bodyPr wrap="square" rtlCol="0" anchor="ctr">
            <a:spAutoFit/>
          </a:bodyPr>
          <a:lstStyle/>
          <a:p>
            <a:pPr algn="ctr" defTabSz="1219170" rtl="0" eaLnBrk="1" latinLnBrk="0" hangingPunct="1">
              <a:spcBef>
                <a:spcPct val="0"/>
              </a:spcBef>
              <a:buNone/>
            </a:pPr>
            <a:r>
              <a:rPr lang="en-US" sz="4800" b="1" i="0" kern="1200" noProof="0">
                <a:solidFill>
                  <a:schemeClr val="tx2"/>
                </a:solidFill>
                <a:latin typeface="Arial" panose="020B0604020202020204" pitchFamily="34" charset="0"/>
                <a:ea typeface="Verdana" charset="0"/>
                <a:cs typeface="Arial" panose="020B0604020202020204" pitchFamily="34" charset="0"/>
              </a:rPr>
              <a:t>End of slides</a:t>
            </a:r>
            <a:endParaRPr lang="en-US" sz="4800" b="1" i="0" kern="120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2177188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cSld name="25_Custom Layout">
    <p:bg>
      <p:bgPr>
        <a:solidFill>
          <a:schemeClr val="accent1"/>
        </a:solidFill>
        <a:effectLst/>
      </p:bgPr>
    </p:bg>
    <p:spTree>
      <p:nvGrpSpPr>
        <p:cNvPr id="1" name=""/>
        <p:cNvGrpSpPr/>
        <p:nvPr/>
      </p:nvGrpSpPr>
      <p:grpSpPr>
        <a:xfrm>
          <a:off x="0" y="0"/>
          <a:ext cx="0" cy="0"/>
          <a:chOff x="0" y="0"/>
          <a:chExt cx="0" cy="0"/>
        </a:xfrm>
      </p:grpSpPr>
      <p:pic>
        <p:nvPicPr>
          <p:cNvPr id="4" name="Picture 7"/>
          <p:cNvPicPr>
            <a:picLocks noChangeAspect="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869951" y="-16933"/>
            <a:ext cx="8081435" cy="6874933"/>
          </a:xfrm>
          <a:prstGeom prst="rect">
            <a:avLst/>
          </a:prstGeom>
          <a:noFill/>
          <a:ln>
            <a:noFill/>
          </a:ln>
          <a:extLst>
            <a:ext uri="{909E8E84-426E-40DD-AFC4-6F175D3DCCD1}">
              <a14:hiddenFill xmlns:a14="http://schemas.microsoft.com/office/drawing/2010/main">
                <a:solidFill>
                  <a:srgbClr val="FFFFFF">
                    <a:alpha val="10001"/>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28"/>
          <p:cNvSpPr>
            <a:spLocks noGrp="1"/>
          </p:cNvSpPr>
          <p:nvPr>
            <p:ph type="title"/>
          </p:nvPr>
        </p:nvSpPr>
        <p:spPr>
          <a:xfrm>
            <a:off x="1611908" y="3033895"/>
            <a:ext cx="8968184" cy="640175"/>
          </a:xfrm>
        </p:spPr>
        <p:txBody>
          <a:bodyPr/>
          <a:lstStyle>
            <a:lvl1pPr algn="ctr">
              <a:lnSpc>
                <a:spcPct val="90000"/>
              </a:lnSpc>
              <a:defRPr b="1" baseline="0">
                <a:solidFill>
                  <a:schemeClr val="tx2"/>
                </a:solidFill>
              </a:defRPr>
            </a:lvl1pPr>
          </a:lstStyle>
          <a:p>
            <a:r>
              <a:rPr lang="en-GB"/>
              <a:t>Click to edit Master title style</a:t>
            </a:r>
            <a:endParaRPr lang="en-US"/>
          </a:p>
        </p:txBody>
      </p:sp>
      <p:sp>
        <p:nvSpPr>
          <p:cNvPr id="10" name="Text Placeholder 35"/>
          <p:cNvSpPr>
            <a:spLocks noGrp="1"/>
          </p:cNvSpPr>
          <p:nvPr>
            <p:ph type="body" sz="quarter" idx="10"/>
          </p:nvPr>
        </p:nvSpPr>
        <p:spPr>
          <a:xfrm>
            <a:off x="1612194" y="3947498"/>
            <a:ext cx="8967613" cy="455509"/>
          </a:xfrm>
        </p:spPr>
        <p:txBody>
          <a:bodyPr>
            <a:spAutoFit/>
          </a:bodyPr>
          <a:lstStyle>
            <a:lvl1pPr algn="ctr">
              <a:lnSpc>
                <a:spcPct val="90000"/>
              </a:lnSpc>
              <a:defRPr>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742553758"/>
      </p:ext>
    </p:extLst>
  </p:cSld>
  <p:clrMapOvr>
    <a:masterClrMapping/>
  </p:clrMapOvr>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1"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6"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1"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4"/>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2"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2"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8"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5"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2"/>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28594" indent="-228594">
              <a:spcBef>
                <a:spcPts val="0"/>
              </a:spcBef>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38417"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72023"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69771"/>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260559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991044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38111422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38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2524712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2" y="3100286"/>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2"/>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7" name="Picture 10">
            <a:extLst>
              <a:ext uri="{FF2B5EF4-FFF2-40B4-BE49-F238E27FC236}">
                <a16:creationId xmlns:a16="http://schemas.microsoft.com/office/drawing/2014/main" id="{16D85C4D-932C-0E4D-AB38-47C57364D39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885070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5292565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6422295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9827" y="1521"/>
            <a:ext cx="12186587" cy="6854955"/>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26093042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7111156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4824934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044886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3"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63061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152710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p:cSld name="Title Only - No log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Rectangle 1">
            <a:extLst>
              <a:ext uri="{FF2B5EF4-FFF2-40B4-BE49-F238E27FC236}">
                <a16:creationId xmlns:a16="http://schemas.microsoft.com/office/drawing/2014/main" id="{3F59F4E9-9685-4F49-96ED-E90723A598F6}"/>
              </a:ext>
            </a:extLst>
          </p:cNvPr>
          <p:cNvSpPr/>
          <p:nvPr/>
        </p:nvSpPr>
        <p:spPr>
          <a:xfrm>
            <a:off x="10527957" y="6030099"/>
            <a:ext cx="1664043" cy="827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80832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4873509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0285617" y="6206838"/>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0379523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8327022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1711500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3"/>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7721897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21" y="839816"/>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2157198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p:nvSpPr>
        <p:spPr>
          <a:xfrm>
            <a:off x="5234599" y="1033693"/>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82252"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629509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p:nvSpPr>
        <p:spPr>
          <a:xfrm>
            <a:off x="8359440"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p:nvPicPr>
        <p:blipFill>
          <a:blip r:embed="rId2" cstate="screen">
            <a:alphaModFix amt="60000"/>
            <a:extLst>
              <a:ext uri="{28A0092B-C50C-407E-A947-70E740481C1C}">
                <a14:useLocalDpi xmlns:a14="http://schemas.microsoft.com/office/drawing/2010/main"/>
              </a:ext>
            </a:extLst>
          </a:blip>
          <a:stretch>
            <a:fillRect/>
          </a:stretch>
        </p:blipFill>
        <p:spPr>
          <a:xfrm>
            <a:off x="616289"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1167683"/>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2" y="672060"/>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46100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2" y="672062"/>
            <a:ext cx="8824073" cy="5372884"/>
          </a:xfrm>
          <a:prstGeom prst="roundRect">
            <a:avLst>
              <a:gd name="adj" fmla="val 2959"/>
            </a:avLst>
          </a:prstGeom>
        </p:spPr>
        <p:txBody>
          <a:bodyPr wrap="square">
            <a:noAutofit/>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2627995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2" y="392855"/>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1941636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2" y="1113133"/>
            <a:ext cx="4995780" cy="4622339"/>
          </a:xfrm>
          <a:prstGeom prst="rect">
            <a:avLst/>
          </a:prstGeom>
        </p:spPr>
        <p:txBody>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740095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9"/>
            <a:ext cx="4995780" cy="4622339"/>
          </a:xfrm>
          <a:prstGeom prst="rect">
            <a:avLst/>
          </a:prstGeom>
        </p:spPr>
        <p:txBody>
          <a:bodyPr/>
          <a:lstStyle>
            <a:lvl1pPr marL="0" indent="0">
              <a:buNone/>
              <a:defRPr>
                <a:solidFill>
                  <a:schemeClr val="bg2"/>
                </a:solidFill>
              </a:defRPr>
            </a:lvl1pPr>
          </a:lstStyle>
          <a:p>
            <a:r>
              <a:rPr lang="en-US"/>
              <a:t>Click icon to add picture</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9321385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595953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807831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1732605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p:nvSpPr>
        <p:spPr>
          <a:xfrm>
            <a:off x="6936629" y="900180"/>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8"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4"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4" y="4508354"/>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5" y="1159023"/>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1503754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p:nvSpPr>
        <p:spPr>
          <a:xfrm>
            <a:off x="4560241" y="1215342"/>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p:nvSpPr>
        <p:spPr>
          <a:xfrm>
            <a:off x="8991313" y="1212138"/>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1"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1"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9"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9"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733316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p:cSld name="1_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p:nvSpPr>
        <p:spPr>
          <a:xfrm>
            <a:off x="652406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p:nvSpPr>
        <p:spPr>
          <a:xfrm>
            <a:off x="977420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p:nvSpPr>
        <p:spPr>
          <a:xfrm>
            <a:off x="327828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038851"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425737"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425737"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60190"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280515"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667401"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667401"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201854"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529394"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916280"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916280"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450733"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2596494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p:nvSpPr>
        <p:spPr>
          <a:xfrm>
            <a:off x="508730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p:nvSpPr>
        <p:spPr>
          <a:xfrm>
            <a:off x="7991419"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p:nvSpPr>
        <p:spPr>
          <a:xfrm>
            <a:off x="10911647" y="1247408"/>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p:nvSpPr>
        <p:spPr>
          <a:xfrm>
            <a:off x="2165814"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8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2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3"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2"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10"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9"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8"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7"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791619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p:cSld name="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5"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4729549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p:cSld name="Quote 11">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B18EC76-FC04-B149-8548-F828EA894429}"/>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A7271039-CDE0-C647-A167-A6B37BD002B9}"/>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1C7D62C3-661D-8541-88D6-43C0DD812D5E}"/>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41213309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p:cSld name="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4009033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p:cSld name="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5981097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p:cSld name="1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FFE8F4B1-DBBB-4468-EECE-18400001EE55}"/>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2832475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p:cSld name="2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AF0B57CE-4B36-9B89-6B90-C2E80EFC1E02}"/>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2671573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1_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EB9DD56F-2186-F63B-1E99-9BE4DEDCA90C}"/>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2725287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p:cSld name="1_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02A96D41-465F-7651-F5DB-56794B79A56F}"/>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900532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p:cSld name="1_Section Break 1">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285F301C-DF95-F04C-9BB1-6CB11A42E53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tx2"/>
          </a:solidFill>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8445422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9.xml><?xml version="1.0" encoding="utf-8"?>
<p:sldLayout xmlns:a="http://schemas.openxmlformats.org/drawingml/2006/main" xmlns:r="http://schemas.openxmlformats.org/officeDocument/2006/relationships" xmlns:p="http://schemas.openxmlformats.org/presentationml/2006/main">
  <p:cSld name="34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1788200"/>
      </p:ext>
    </p:extLst>
  </p:cSld>
  <p:clrMapOvr>
    <a:masterClrMapping/>
  </p:clrMapOvr>
  <p:transition/>
</p:sldLayout>
</file>

<file path=ppt/slideLayouts/slideLayout420.xml><?xml version="1.0" encoding="utf-8"?>
<p:sldLayout xmlns:a="http://schemas.openxmlformats.org/drawingml/2006/main" xmlns:r="http://schemas.openxmlformats.org/officeDocument/2006/relationships" xmlns:p="http://schemas.openxmlformats.org/presentationml/2006/main">
  <p:cSld name="1_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4"/>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p:nvSpPr>
        <p:spPr>
          <a:xfrm>
            <a:off x="6096002" y="1113133"/>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p:nvSpPr>
        <p:spPr>
          <a:xfrm>
            <a:off x="7790005" y="3692405"/>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1" y="1103207"/>
            <a:ext cx="3817249" cy="2324471"/>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781336" y="3686626"/>
            <a:ext cx="3817249" cy="2320188"/>
          </a:xfrm>
          <a:prstGeom prst="roundRect">
            <a:avLst>
              <a:gd name="adj" fmla="val 2655"/>
            </a:avLst>
          </a:prstGeom>
        </p:spPr>
        <p:txBody>
          <a:bodyPr/>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11398223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21.xml><?xml version="1.0" encoding="utf-8"?>
<p:sldLayout xmlns:a="http://schemas.openxmlformats.org/drawingml/2006/main" xmlns:r="http://schemas.openxmlformats.org/officeDocument/2006/relationships" xmlns:p="http://schemas.openxmlformats.org/presentationml/2006/main">
  <p:cSld name="Thank you 5">
    <p:spTree>
      <p:nvGrpSpPr>
        <p:cNvPr id="1" name=""/>
        <p:cNvGrpSpPr/>
        <p:nvPr/>
      </p:nvGrpSpPr>
      <p:grpSpPr>
        <a:xfrm>
          <a:off x="0" y="0"/>
          <a:ext cx="0" cy="0"/>
          <a:chOff x="0" y="0"/>
          <a:chExt cx="0" cy="0"/>
        </a:xfrm>
      </p:grpSpPr>
      <p:pic>
        <p:nvPicPr>
          <p:cNvPr id="8" name="Google Shape;1236;gd30994e8e3_1_0">
            <a:extLst>
              <a:ext uri="{FF2B5EF4-FFF2-40B4-BE49-F238E27FC236}">
                <a16:creationId xmlns:a16="http://schemas.microsoft.com/office/drawing/2014/main" id="{0435B369-4DFF-3A44-81C3-E0E32BC7E2F3}"/>
              </a:ext>
            </a:extLst>
          </p:cNvPr>
          <p:cNvPicPr preferRelativeResize="0">
            <a:picLocks noChangeAspect="1"/>
          </p:cNvPicPr>
          <p:nvPr/>
        </p:nvPicPr>
        <p:blipFill>
          <a:blip r:embed="rId2" cstate="screen">
            <a:extLst>
              <a:ext uri="{28A0092B-C50C-407E-A947-70E740481C1C}">
                <a14:useLocalDpi xmlns:a14="http://schemas.microsoft.com/office/drawing/2010/main"/>
              </a:ext>
            </a:extLst>
          </a:blip>
          <a:srcRect/>
          <a:stretch/>
        </p:blipFill>
        <p:spPr>
          <a:xfrm>
            <a:off x="-3749" y="-3"/>
            <a:ext cx="12213656" cy="6876288"/>
          </a:xfrm>
          <a:prstGeom prst="rect">
            <a:avLst/>
          </a:prstGeom>
          <a:noFill/>
          <a:ln>
            <a:noFill/>
          </a:ln>
        </p:spPr>
      </p:pic>
      <p:pic>
        <p:nvPicPr>
          <p:cNvPr id="7" name="Picture 10">
            <a:extLst>
              <a:ext uri="{FF2B5EF4-FFF2-40B4-BE49-F238E27FC236}">
                <a16:creationId xmlns:a16="http://schemas.microsoft.com/office/drawing/2014/main" id="{1949F231-4530-894F-AF17-EA0C95AEF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tx2"/>
                </a:solidFill>
                <a:latin typeface="Arial" panose="020B0604020202020204" pitchFamily="34" charset="0"/>
                <a:ea typeface="Verdana" charset="0"/>
                <a:cs typeface="Arial" panose="020B0604020202020204" pitchFamily="34" charset="0"/>
              </a:rPr>
              <a:t>Thank you!</a:t>
            </a:r>
            <a:endParaRPr lang="en-US" sz="7200" b="1" i="0" kern="120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187155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2.xml><?xml version="1.0" encoding="utf-8"?>
<p:sldLayout xmlns:a="http://schemas.openxmlformats.org/drawingml/2006/main" xmlns:r="http://schemas.openxmlformats.org/officeDocument/2006/relationships" xmlns:p="http://schemas.openxmlformats.org/presentationml/2006/main">
  <p:cSld name="Background Image 01">
    <p:bg>
      <p:bgPr>
        <a:solidFill>
          <a:srgbClr val="E6E8E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CDCCA2-3729-DB44-8C13-649F9BC9598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93D5F997-2F4B-494D-9CE9-DB899F52ED83}"/>
              </a:ext>
            </a:extLst>
          </p:cNvPr>
          <p:cNvPicPr>
            <a:picLocks noChangeAspect="1"/>
          </p:cNvPicPr>
          <p:nvPr/>
        </p:nvPicPr>
        <p:blipFill rotWithShape="1">
          <a:blip r:embed="rId3"/>
          <a:srcRect l="35376" t="1" r="36524" b="31069"/>
          <a:stretch/>
        </p:blipFill>
        <p:spPr>
          <a:xfrm>
            <a:off x="5268" y="6432959"/>
            <a:ext cx="378016" cy="357007"/>
          </a:xfrm>
          <a:prstGeom prst="rect">
            <a:avLst/>
          </a:prstGeom>
        </p:spPr>
      </p:pic>
      <p:pic>
        <p:nvPicPr>
          <p:cNvPr id="5" name="Picture 4">
            <a:extLst>
              <a:ext uri="{FF2B5EF4-FFF2-40B4-BE49-F238E27FC236}">
                <a16:creationId xmlns:a16="http://schemas.microsoft.com/office/drawing/2014/main" id="{934BE933-B648-154C-86A1-1FB285D0CF95}"/>
              </a:ext>
            </a:extLst>
          </p:cNvPr>
          <p:cNvPicPr>
            <a:picLocks noChangeAspect="1"/>
          </p:cNvPicPr>
          <p:nvPr/>
        </p:nvPicPr>
        <p:blipFill rotWithShape="1">
          <a:blip r:embed="rId3"/>
          <a:srcRect t="78300" r="48615" b="-2999"/>
          <a:stretch/>
        </p:blipFill>
        <p:spPr>
          <a:xfrm>
            <a:off x="391167" y="6495483"/>
            <a:ext cx="1129136" cy="208957"/>
          </a:xfrm>
          <a:prstGeom prst="rect">
            <a:avLst/>
          </a:prstGeom>
        </p:spPr>
      </p:pic>
      <p:grpSp>
        <p:nvGrpSpPr>
          <p:cNvPr id="6" name="Group 5">
            <a:extLst>
              <a:ext uri="{FF2B5EF4-FFF2-40B4-BE49-F238E27FC236}">
                <a16:creationId xmlns:a16="http://schemas.microsoft.com/office/drawing/2014/main" id="{A82F6898-02D1-6B49-8775-88010A07F3B6}"/>
              </a:ext>
            </a:extLst>
          </p:cNvPr>
          <p:cNvGrpSpPr/>
          <p:nvPr/>
        </p:nvGrpSpPr>
        <p:grpSpPr>
          <a:xfrm>
            <a:off x="10514946" y="6301995"/>
            <a:ext cx="1677055" cy="556005"/>
            <a:chOff x="7565835" y="4620281"/>
            <a:chExt cx="1578165" cy="523220"/>
          </a:xfrm>
        </p:grpSpPr>
        <p:grpSp>
          <p:nvGrpSpPr>
            <p:cNvPr id="7" name="Group 6">
              <a:extLst>
                <a:ext uri="{FF2B5EF4-FFF2-40B4-BE49-F238E27FC236}">
                  <a16:creationId xmlns:a16="http://schemas.microsoft.com/office/drawing/2014/main" id="{00247230-5479-564E-8B0A-9922F1A2C76B}"/>
                </a:ext>
              </a:extLst>
            </p:cNvPr>
            <p:cNvGrpSpPr/>
            <p:nvPr userDrawn="1"/>
          </p:nvGrpSpPr>
          <p:grpSpPr>
            <a:xfrm>
              <a:off x="7565835" y="4620281"/>
              <a:ext cx="1578165" cy="523220"/>
              <a:chOff x="7872995" y="4723722"/>
              <a:chExt cx="1271005" cy="421385"/>
            </a:xfrm>
          </p:grpSpPr>
          <p:sp>
            <p:nvSpPr>
              <p:cNvPr id="9" name="Parallelogram 8">
                <a:extLst>
                  <a:ext uri="{FF2B5EF4-FFF2-40B4-BE49-F238E27FC236}">
                    <a16:creationId xmlns:a16="http://schemas.microsoft.com/office/drawing/2014/main" id="{3C72F4D8-A8F0-E24B-A282-2C0F40D8C8BD}"/>
                  </a:ext>
                </a:extLst>
              </p:cNvPr>
              <p:cNvSpPr/>
              <p:nvPr/>
            </p:nvSpPr>
            <p:spPr>
              <a:xfrm>
                <a:off x="7872995" y="4723723"/>
                <a:ext cx="1205691" cy="421384"/>
              </a:xfrm>
              <a:prstGeom prst="parallelogram">
                <a:avLst>
                  <a:gd name="adj" fmla="val 419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10" name="Rectangle 9">
                <a:extLst>
                  <a:ext uri="{FF2B5EF4-FFF2-40B4-BE49-F238E27FC236}">
                    <a16:creationId xmlns:a16="http://schemas.microsoft.com/office/drawing/2014/main" id="{BE82DD1F-0097-2C45-8D3A-F1043BB14712}"/>
                  </a:ext>
                </a:extLst>
              </p:cNvPr>
              <p:cNvSpPr/>
              <p:nvPr/>
            </p:nvSpPr>
            <p:spPr>
              <a:xfrm>
                <a:off x="8871942" y="4723722"/>
                <a:ext cx="272058" cy="421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8" name="Picture 7">
              <a:extLst>
                <a:ext uri="{FF2B5EF4-FFF2-40B4-BE49-F238E27FC236}">
                  <a16:creationId xmlns:a16="http://schemas.microsoft.com/office/drawing/2014/main" id="{F6CC3DB4-0D7E-D640-8529-7EED3826F3A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pic>
        <p:nvPicPr>
          <p:cNvPr id="11" name="Picture 10">
            <a:extLst>
              <a:ext uri="{FF2B5EF4-FFF2-40B4-BE49-F238E27FC236}">
                <a16:creationId xmlns:a16="http://schemas.microsoft.com/office/drawing/2014/main" id="{26E4D245-EE84-C249-B0A3-F8453B075E7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6837" y="6467647"/>
            <a:ext cx="1137307" cy="244117"/>
          </a:xfrm>
          <a:prstGeom prst="rect">
            <a:avLst/>
          </a:prstGeom>
        </p:spPr>
      </p:pic>
    </p:spTree>
    <p:extLst>
      <p:ext uri="{BB962C8B-B14F-4D97-AF65-F5344CB8AC3E}">
        <p14:creationId xmlns:p14="http://schemas.microsoft.com/office/powerpoint/2010/main" val="21723416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23.xml><?xml version="1.0" encoding="utf-8"?>
<p:sldLayout xmlns:a="http://schemas.openxmlformats.org/drawingml/2006/main" xmlns:r="http://schemas.openxmlformats.org/officeDocument/2006/relationships" xmlns:p="http://schemas.openxmlformats.org/presentationml/2006/main">
  <p:cSld name="Diapositive de titre">
    <p:bg>
      <p:bgRef idx="1001">
        <a:schemeClr val="bg1"/>
      </p:bgRef>
    </p:bg>
    <p:spTree>
      <p:nvGrpSpPr>
        <p:cNvPr id="1" name=""/>
        <p:cNvGrpSpPr/>
        <p:nvPr/>
      </p:nvGrpSpPr>
      <p:grpSpPr>
        <a:xfrm>
          <a:off x="0" y="0"/>
          <a:ext cx="0" cy="0"/>
          <a:chOff x="0" y="0"/>
          <a:chExt cx="0" cy="0"/>
        </a:xfrm>
      </p:grpSpPr>
      <p:pic>
        <p:nvPicPr>
          <p:cNvPr id="6" name="Logo AXA" descr="\\Mac\AllFiles\Volumes\DOSSIERS EN COURS\17_1098 AXA_Creation_gabarits\elements\png\new_logo_axa_rgb.png"/>
          <p:cNvPicPr>
            <a:picLocks noChangeAspect="1" noChangeArrowheads="1"/>
          </p:cNvPicPr>
          <p:nvPr/>
        </p:nvPicPr>
        <p:blipFill>
          <a:blip r:embed="rId2" cstate="print"/>
          <a:srcRect/>
          <a:stretch>
            <a:fillRect/>
          </a:stretch>
        </p:blipFill>
        <p:spPr bwMode="auto">
          <a:xfrm>
            <a:off x="11637032" y="6302818"/>
            <a:ext cx="279961" cy="280069"/>
          </a:xfrm>
          <a:prstGeom prst="rect">
            <a:avLst/>
          </a:prstGeom>
          <a:noFill/>
          <a:ln w="9525">
            <a:noFill/>
            <a:miter lim="800000"/>
            <a:headEnd/>
            <a:tailEnd/>
          </a:ln>
        </p:spPr>
      </p:pic>
      <p:sp>
        <p:nvSpPr>
          <p:cNvPr id="12" name="Sommaire"/>
          <p:cNvSpPr>
            <a:spLocks noGrp="1"/>
          </p:cNvSpPr>
          <p:nvPr>
            <p:ph type="title" hasCustomPrompt="1"/>
          </p:nvPr>
        </p:nvSpPr>
        <p:spPr>
          <a:xfrm>
            <a:off x="365195" y="428781"/>
            <a:ext cx="11461612" cy="456364"/>
          </a:xfrm>
          <a:prstGeom prst="rect">
            <a:avLst/>
          </a:prstGeom>
        </p:spPr>
        <p:txBody>
          <a:bodyPr lIns="0" tIns="0" rIns="0" bIns="0" anchor="t"/>
          <a:lstStyle>
            <a:lvl1pPr algn="l">
              <a:defRPr sz="2965">
                <a:solidFill>
                  <a:srgbClr val="00008F"/>
                </a:solidFill>
                <a:latin typeface="+mj-lt"/>
              </a:defRPr>
            </a:lvl1pPr>
          </a:lstStyle>
          <a:p>
            <a:r>
              <a:rPr lang="en-GB" noProof="0"/>
              <a:t>Click to edit Master title style</a:t>
            </a:r>
          </a:p>
        </p:txBody>
      </p:sp>
      <p:sp>
        <p:nvSpPr>
          <p:cNvPr id="14" name="Espace réservé du texte 4"/>
          <p:cNvSpPr>
            <a:spLocks noGrp="1"/>
          </p:cNvSpPr>
          <p:nvPr>
            <p:ph type="body" sz="quarter" idx="11" hasCustomPrompt="1"/>
          </p:nvPr>
        </p:nvSpPr>
        <p:spPr>
          <a:xfrm>
            <a:off x="365193" y="899284"/>
            <a:ext cx="11461475" cy="337232"/>
          </a:xfrm>
          <a:prstGeom prst="rect">
            <a:avLst/>
          </a:prstGeom>
        </p:spPr>
        <p:txBody>
          <a:bodyPr lIns="0" tIns="0" rIns="0" bIns="0" anchor="t"/>
          <a:lstStyle>
            <a:lvl1pPr marL="0" indent="0">
              <a:buNone/>
              <a:defRPr sz="2341">
                <a:solidFill>
                  <a:srgbClr val="027180"/>
                </a:solidFill>
                <a:latin typeface="+mj-lt"/>
              </a:defRPr>
            </a:lvl1pPr>
          </a:lstStyle>
          <a:p>
            <a:pPr lvl="0"/>
            <a:r>
              <a:rPr lang="en-GB" noProof="0"/>
              <a:t>Click to edit Master text styles</a:t>
            </a:r>
          </a:p>
        </p:txBody>
      </p:sp>
      <p:sp>
        <p:nvSpPr>
          <p:cNvPr id="15" name="Espace réservé du numéro de diapositive 4"/>
          <p:cNvSpPr>
            <a:spLocks noGrp="1"/>
          </p:cNvSpPr>
          <p:nvPr>
            <p:ph type="sldNum" sz="quarter" idx="14"/>
          </p:nvPr>
        </p:nvSpPr>
        <p:spPr>
          <a:xfrm>
            <a:off x="364200" y="6406913"/>
            <a:ext cx="336947" cy="225543"/>
          </a:xfrm>
        </p:spPr>
        <p:txBody>
          <a:bodyPr anchor="ctr"/>
          <a:lstStyle>
            <a:lvl1pPr>
              <a:defRPr>
                <a:latin typeface="+mj-lt"/>
              </a:defRPr>
            </a:lvl1pPr>
          </a:lstStyle>
          <a:p>
            <a:fld id="{62A48C6D-3C16-0E4C-84FB-783A5B086BB5}" type="slidenum">
              <a:rPr lang="en-US" smtClean="0"/>
              <a:t>‹#›</a:t>
            </a:fld>
            <a:endParaRPr lang="en-US"/>
          </a:p>
        </p:txBody>
      </p:sp>
      <p:sp>
        <p:nvSpPr>
          <p:cNvPr id="2" name="Espace réservé de la date 1"/>
          <p:cNvSpPr>
            <a:spLocks noGrp="1"/>
          </p:cNvSpPr>
          <p:nvPr>
            <p:ph type="dt" sz="half" idx="15"/>
          </p:nvPr>
        </p:nvSpPr>
        <p:spPr>
          <a:xfrm>
            <a:off x="609476" y="6340935"/>
            <a:ext cx="2844221" cy="364339"/>
          </a:xfrm>
        </p:spPr>
        <p:txBody>
          <a:bodyPr/>
          <a:lstStyle>
            <a:lvl1pPr>
              <a:defRPr>
                <a:latin typeface="+mj-lt"/>
              </a:defRPr>
            </a:lvl1pPr>
          </a:lstStyle>
          <a:p>
            <a:fld id="{0F95E377-2B5C-C949-9004-817700DCD036}" type="datetimeFigureOut">
              <a:rPr lang="en-US" smtClean="0"/>
              <a:t>11/12/2025</a:t>
            </a:fld>
            <a:endParaRPr lang="en-US"/>
          </a:p>
        </p:txBody>
      </p:sp>
      <p:sp>
        <p:nvSpPr>
          <p:cNvPr id="3" name="Espace réservé du pied de page 2"/>
          <p:cNvSpPr>
            <a:spLocks noGrp="1"/>
          </p:cNvSpPr>
          <p:nvPr>
            <p:ph type="ftr" sz="quarter" idx="16"/>
          </p:nvPr>
        </p:nvSpPr>
        <p:spPr>
          <a:xfrm>
            <a:off x="4164755" y="6340935"/>
            <a:ext cx="3862492" cy="364339"/>
          </a:xfrm>
        </p:spPr>
        <p:txBody>
          <a:bodyPr/>
          <a:lstStyle>
            <a:lvl1pPr>
              <a:defRPr sz="1248">
                <a:solidFill>
                  <a:srgbClr val="FF0000"/>
                </a:solidFill>
                <a:latin typeface="+mj-lt"/>
              </a:defRPr>
            </a:lvl1pPr>
          </a:lstStyle>
          <a:p>
            <a:endParaRPr lang="en-US"/>
          </a:p>
        </p:txBody>
      </p:sp>
    </p:spTree>
    <p:extLst>
      <p:ext uri="{BB962C8B-B14F-4D97-AF65-F5344CB8AC3E}">
        <p14:creationId xmlns:p14="http://schemas.microsoft.com/office/powerpoint/2010/main" val="8537810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4.xml><?xml version="1.0" encoding="utf-8"?>
<p:sldLayout xmlns:a="http://schemas.openxmlformats.org/drawingml/2006/main" xmlns:r="http://schemas.openxmlformats.org/officeDocument/2006/relationships" xmlns:p="http://schemas.openxmlformats.org/presentationml/2006/main">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1" y="1665291"/>
            <a:ext cx="9348787" cy="4633911"/>
          </a:xfrm>
          <a:prstGeom prst="rect">
            <a:avLst/>
          </a:prstGeom>
        </p:spPr>
        <p:txBody>
          <a:bodyPr/>
          <a:lstStyle>
            <a:lvl1pPr>
              <a:tabLst>
                <a:tab pos="8972102" algn="r"/>
              </a:tabLst>
              <a:defRPr/>
            </a:lvl1pPr>
            <a:lvl2pPr>
              <a:tabLst>
                <a:tab pos="8972102" algn="r"/>
              </a:tabLst>
              <a:defRPr/>
            </a:lvl2pPr>
            <a:lvl3pPr>
              <a:tabLst>
                <a:tab pos="8972102" algn="r"/>
              </a:tabLst>
              <a:defRPr/>
            </a:lvl3pPr>
            <a:lvl4pPr>
              <a:tabLst>
                <a:tab pos="8972102" algn="r"/>
              </a:tabLst>
              <a:defRPr/>
            </a:lvl4pPr>
            <a:lvl5pPr>
              <a:tabLst>
                <a:tab pos="6705264" algn="r"/>
              </a:tabLst>
              <a:defRPr baseline="0"/>
            </a:lvl5pPr>
            <a:lvl6pPr>
              <a:tabLst>
                <a:tab pos="8972102" algn="r"/>
              </a:tabLst>
              <a:defRPr/>
            </a:lvl6pPr>
            <a:lvl7pPr>
              <a:tabLst>
                <a:tab pos="8972102" algn="r"/>
              </a:tabLst>
              <a:defRPr/>
            </a:lvl7pPr>
            <a:lvl8pPr>
              <a:tabLst>
                <a:tab pos="8972102" algn="r"/>
              </a:tabLst>
              <a:defRPr/>
            </a:lvl8pPr>
            <a:lvl9pPr>
              <a:tabLst>
                <a:tab pos="8972102"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8"/>
          <p:cNvSpPr>
            <a:spLocks noGrp="1"/>
          </p:cNvSpPr>
          <p:nvPr>
            <p:ph type="body" sz="quarter" idx="13" hasCustomPrompt="1"/>
          </p:nvPr>
        </p:nvSpPr>
        <p:spPr>
          <a:xfrm>
            <a:off x="469900" y="736690"/>
            <a:ext cx="11252200" cy="757255"/>
          </a:xfrm>
          <a:prstGeom prst="rect">
            <a:avLst/>
          </a:prstGeom>
        </p:spPr>
        <p:txBody>
          <a:bodyPr lIns="0" tIns="0" rIns="0" bIns="0">
            <a:noAutofit/>
          </a:bodyPr>
          <a:lstStyle>
            <a:lvl1pPr marL="0" indent="0">
              <a:buNone/>
              <a:defRPr sz="1600" b="0">
                <a:solidFill>
                  <a:srgbClr val="575757"/>
                </a:solidFill>
                <a:latin typeface="+mn-lt"/>
              </a:defRPr>
            </a:lvl1pPr>
          </a:lstStyle>
          <a:p>
            <a:pPr lvl="0"/>
            <a:r>
              <a:rPr lang="en-AU" noProof="0"/>
              <a:t>Click to add subtitle</a:t>
            </a:r>
            <a:endParaRPr lang="en-AU"/>
          </a:p>
        </p:txBody>
      </p:sp>
      <p:sp>
        <p:nvSpPr>
          <p:cNvPr id="6" name="Title Placeholder 1"/>
          <p:cNvSpPr>
            <a:spLocks noGrp="1"/>
          </p:cNvSpPr>
          <p:nvPr>
            <p:ph type="title"/>
          </p:nvPr>
        </p:nvSpPr>
        <p:spPr>
          <a:xfrm>
            <a:off x="469900" y="402587"/>
            <a:ext cx="11252200" cy="334103"/>
          </a:xfrm>
          <a:prstGeom prst="rect">
            <a:avLst/>
          </a:prstGeom>
        </p:spPr>
        <p:txBody>
          <a:bodyPr vert="horz" lIns="0" tIns="0" rIns="0" bIns="0" rtlCol="0" anchor="t" anchorCtr="0">
            <a:noAutofit/>
          </a:bodyPr>
          <a:lstStyle>
            <a:lvl1pPr algn="l">
              <a:defRPr sz="2000" b="1"/>
            </a:lvl1pPr>
          </a:lstStyle>
          <a:p>
            <a:r>
              <a:rPr lang="en-US" noProof="0"/>
              <a:t>Click to edit Master title style</a:t>
            </a:r>
            <a:endParaRPr lang="en-AU" noProof="0"/>
          </a:p>
        </p:txBody>
      </p:sp>
    </p:spTree>
    <p:extLst>
      <p:ext uri="{BB962C8B-B14F-4D97-AF65-F5344CB8AC3E}">
        <p14:creationId xmlns:p14="http://schemas.microsoft.com/office/powerpoint/2010/main" val="84588581"/>
      </p:ext>
    </p:extLst>
  </p:cSld>
  <p:clrMapOvr>
    <a:masterClrMapping/>
  </p:clrMapOvr>
  <p:transition>
    <p:fade/>
  </p:transition>
</p:sldLayout>
</file>

<file path=ppt/slideLayouts/slideLayout425.xml><?xml version="1.0" encoding="utf-8"?>
<p:sldLayout xmlns:a="http://schemas.openxmlformats.org/drawingml/2006/main" xmlns:r="http://schemas.openxmlformats.org/officeDocument/2006/relationships" xmlns:p="http://schemas.openxmlformats.org/presentationml/2006/main">
  <p:cSld name="2_Title only two line">
    <p:spTree>
      <p:nvGrpSpPr>
        <p:cNvPr id="1" name=""/>
        <p:cNvGrpSpPr/>
        <p:nvPr/>
      </p:nvGrpSpPr>
      <p:grpSpPr>
        <a:xfrm>
          <a:off x="0" y="0"/>
          <a:ext cx="0" cy="0"/>
          <a:chOff x="0" y="0"/>
          <a:chExt cx="0" cy="0"/>
        </a:xfrm>
      </p:grpSpPr>
      <p:sp>
        <p:nvSpPr>
          <p:cNvPr id="10" name="Footer Placeholder 4"/>
          <p:cNvSpPr>
            <a:spLocks noGrp="1"/>
          </p:cNvSpPr>
          <p:nvPr>
            <p:ph type="ftr" sz="quarter" idx="11"/>
          </p:nvPr>
        </p:nvSpPr>
        <p:spPr>
          <a:xfrm>
            <a:off x="406400" y="6324600"/>
            <a:ext cx="3860800" cy="365125"/>
          </a:xfrm>
        </p:spPr>
        <p:txBody>
          <a:bodyPr/>
          <a:lstStyle>
            <a:lvl1pPr algn="l">
              <a:defRPr>
                <a:solidFill>
                  <a:schemeClr val="bg1"/>
                </a:solidFill>
              </a:defRPr>
            </a:lvl1pPr>
          </a:lstStyle>
          <a:p>
            <a:endParaRPr lang="en-US"/>
          </a:p>
        </p:txBody>
      </p:sp>
      <p:sp>
        <p:nvSpPr>
          <p:cNvPr id="8" name="Title Placeholder 1"/>
          <p:cNvSpPr>
            <a:spLocks noGrp="1"/>
          </p:cNvSpPr>
          <p:nvPr>
            <p:ph type="title"/>
          </p:nvPr>
        </p:nvSpPr>
        <p:spPr>
          <a:xfrm>
            <a:off x="406400" y="265117"/>
            <a:ext cx="10972800" cy="496887"/>
          </a:xfrm>
          <a:prstGeom prst="rect">
            <a:avLst/>
          </a:prstGeom>
        </p:spPr>
        <p:txBody>
          <a:bodyPr vert="horz" lIns="91440" tIns="45720" rIns="91440" bIns="45720" rtlCol="0" anchor="t" anchorCtr="0">
            <a:noAutofit/>
          </a:bodyPr>
          <a:lstStyle>
            <a:lvl1pPr>
              <a:defRPr sz="3733"/>
            </a:lvl1pPr>
          </a:lstStyle>
          <a:p>
            <a:r>
              <a:rPr lang="en-US"/>
              <a:t>Click to edit Master title style</a:t>
            </a:r>
          </a:p>
        </p:txBody>
      </p:sp>
    </p:spTree>
    <p:extLst>
      <p:ext uri="{BB962C8B-B14F-4D97-AF65-F5344CB8AC3E}">
        <p14:creationId xmlns:p14="http://schemas.microsoft.com/office/powerpoint/2010/main" val="37903063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6.xml><?xml version="1.0" encoding="utf-8"?>
<p:sldLayout xmlns:a="http://schemas.openxmlformats.org/drawingml/2006/main" xmlns:r="http://schemas.openxmlformats.org/officeDocument/2006/relationships" xmlns:p="http://schemas.openxmlformats.org/presentationml/2006/main">
  <p:cSld name="Blank 02">
    <p:bg>
      <p:bgPr>
        <a:solidFill>
          <a:srgbClr val="E6E8E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29159D-12C3-8B48-B356-3945354FF27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4" name="Picture 3">
            <a:extLst>
              <a:ext uri="{FF2B5EF4-FFF2-40B4-BE49-F238E27FC236}">
                <a16:creationId xmlns:a16="http://schemas.microsoft.com/office/drawing/2014/main" id="{2FF7FA59-F938-AA42-830D-7516034871A7}"/>
              </a:ext>
            </a:extLst>
          </p:cNvPr>
          <p:cNvPicPr>
            <a:picLocks noChangeAspect="1"/>
          </p:cNvPicPr>
          <p:nvPr/>
        </p:nvPicPr>
        <p:blipFill rotWithShape="1">
          <a:blip r:embed="rId3"/>
          <a:srcRect l="35376" t="1" r="36524" b="31069"/>
          <a:stretch/>
        </p:blipFill>
        <p:spPr>
          <a:xfrm>
            <a:off x="5268" y="6432959"/>
            <a:ext cx="378016" cy="357007"/>
          </a:xfrm>
          <a:prstGeom prst="rect">
            <a:avLst/>
          </a:prstGeom>
        </p:spPr>
      </p:pic>
      <p:pic>
        <p:nvPicPr>
          <p:cNvPr id="5" name="Picture 4">
            <a:extLst>
              <a:ext uri="{FF2B5EF4-FFF2-40B4-BE49-F238E27FC236}">
                <a16:creationId xmlns:a16="http://schemas.microsoft.com/office/drawing/2014/main" id="{264D5ED6-36B8-4D49-AB81-7E29D72762E2}"/>
              </a:ext>
            </a:extLst>
          </p:cNvPr>
          <p:cNvPicPr>
            <a:picLocks noChangeAspect="1"/>
          </p:cNvPicPr>
          <p:nvPr/>
        </p:nvPicPr>
        <p:blipFill rotWithShape="1">
          <a:blip r:embed="rId3"/>
          <a:srcRect t="78300" r="48615" b="-2999"/>
          <a:stretch/>
        </p:blipFill>
        <p:spPr>
          <a:xfrm>
            <a:off x="391167" y="6495483"/>
            <a:ext cx="1129136" cy="208957"/>
          </a:xfrm>
          <a:prstGeom prst="rect">
            <a:avLst/>
          </a:prstGeom>
        </p:spPr>
      </p:pic>
      <p:grpSp>
        <p:nvGrpSpPr>
          <p:cNvPr id="6" name="Group 5">
            <a:extLst>
              <a:ext uri="{FF2B5EF4-FFF2-40B4-BE49-F238E27FC236}">
                <a16:creationId xmlns:a16="http://schemas.microsoft.com/office/drawing/2014/main" id="{C599F9A2-BF4D-FC4C-BF09-B24CF5C7282B}"/>
              </a:ext>
            </a:extLst>
          </p:cNvPr>
          <p:cNvGrpSpPr/>
          <p:nvPr/>
        </p:nvGrpSpPr>
        <p:grpSpPr>
          <a:xfrm>
            <a:off x="10514946" y="6301995"/>
            <a:ext cx="1677055" cy="556005"/>
            <a:chOff x="7565835" y="4620281"/>
            <a:chExt cx="1578165" cy="523220"/>
          </a:xfrm>
        </p:grpSpPr>
        <p:grpSp>
          <p:nvGrpSpPr>
            <p:cNvPr id="7" name="Group 6">
              <a:extLst>
                <a:ext uri="{FF2B5EF4-FFF2-40B4-BE49-F238E27FC236}">
                  <a16:creationId xmlns:a16="http://schemas.microsoft.com/office/drawing/2014/main" id="{89D09FE3-8C00-2448-B21D-967F5CA50B03}"/>
                </a:ext>
              </a:extLst>
            </p:cNvPr>
            <p:cNvGrpSpPr/>
            <p:nvPr userDrawn="1"/>
          </p:nvGrpSpPr>
          <p:grpSpPr>
            <a:xfrm>
              <a:off x="7565835" y="4620281"/>
              <a:ext cx="1578165" cy="523220"/>
              <a:chOff x="7872995" y="4723722"/>
              <a:chExt cx="1271005" cy="421385"/>
            </a:xfrm>
          </p:grpSpPr>
          <p:sp>
            <p:nvSpPr>
              <p:cNvPr id="9" name="Parallelogram 8">
                <a:extLst>
                  <a:ext uri="{FF2B5EF4-FFF2-40B4-BE49-F238E27FC236}">
                    <a16:creationId xmlns:a16="http://schemas.microsoft.com/office/drawing/2014/main" id="{3FA5987D-2FBD-9541-8D5A-FF0CD75EF65E}"/>
                  </a:ext>
                </a:extLst>
              </p:cNvPr>
              <p:cNvSpPr/>
              <p:nvPr/>
            </p:nvSpPr>
            <p:spPr>
              <a:xfrm>
                <a:off x="7872995" y="4723723"/>
                <a:ext cx="1205691" cy="421384"/>
              </a:xfrm>
              <a:prstGeom prst="parallelogram">
                <a:avLst>
                  <a:gd name="adj" fmla="val 419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10" name="Rectangle 9">
                <a:extLst>
                  <a:ext uri="{FF2B5EF4-FFF2-40B4-BE49-F238E27FC236}">
                    <a16:creationId xmlns:a16="http://schemas.microsoft.com/office/drawing/2014/main" id="{E0FC3300-6262-0D44-A892-4337320A08A7}"/>
                  </a:ext>
                </a:extLst>
              </p:cNvPr>
              <p:cNvSpPr/>
              <p:nvPr/>
            </p:nvSpPr>
            <p:spPr>
              <a:xfrm>
                <a:off x="8871942" y="4723722"/>
                <a:ext cx="272058" cy="421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8" name="Picture 7">
              <a:extLst>
                <a:ext uri="{FF2B5EF4-FFF2-40B4-BE49-F238E27FC236}">
                  <a16:creationId xmlns:a16="http://schemas.microsoft.com/office/drawing/2014/main" id="{C9DC68ED-5B88-6946-8CF2-41BC43F5733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pic>
        <p:nvPicPr>
          <p:cNvPr id="11" name="Picture 10">
            <a:extLst>
              <a:ext uri="{FF2B5EF4-FFF2-40B4-BE49-F238E27FC236}">
                <a16:creationId xmlns:a16="http://schemas.microsoft.com/office/drawing/2014/main" id="{98D238FA-52AD-BB42-B6F7-7547B12C702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6837" y="6467647"/>
            <a:ext cx="1137307" cy="244117"/>
          </a:xfrm>
          <a:prstGeom prst="rect">
            <a:avLst/>
          </a:prstGeom>
        </p:spPr>
      </p:pic>
    </p:spTree>
    <p:extLst>
      <p:ext uri="{BB962C8B-B14F-4D97-AF65-F5344CB8AC3E}">
        <p14:creationId xmlns:p14="http://schemas.microsoft.com/office/powerpoint/2010/main" val="41309640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27.xml><?xml version="1.0" encoding="utf-8"?>
<p:sldLayout xmlns:a="http://schemas.openxmlformats.org/drawingml/2006/main" xmlns:r="http://schemas.openxmlformats.org/officeDocument/2006/relationships" xmlns:p="http://schemas.openxmlformats.org/presentationml/2006/main">
  <p:cSld name="1_Title Only">
    <p:bg>
      <p:bgPr>
        <a:solidFill>
          <a:srgbClr val="E6E8EF"/>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176E186-9E8C-A448-97C1-8862A254B809}"/>
              </a:ext>
            </a:extLst>
          </p:cNvPr>
          <p:cNvSpPr>
            <a:spLocks noGrp="1"/>
          </p:cNvSpPr>
          <p:nvPr>
            <p:ph type="title" hasCustomPrompt="1"/>
          </p:nvPr>
        </p:nvSpPr>
        <p:spPr>
          <a:xfrm>
            <a:off x="741913" y="267488"/>
            <a:ext cx="10588521" cy="697627"/>
          </a:xfrm>
          <a:prstGeom prst="rect">
            <a:avLst/>
          </a:prstGeom>
        </p:spPr>
        <p:txBody>
          <a:bodyPr/>
          <a:lstStyle>
            <a:lvl1pPr algn="ctr">
              <a:defRPr b="0" i="0">
                <a:solidFill>
                  <a:schemeClr val="tx2"/>
                </a:solidFill>
                <a:latin typeface="Proxima Nova Extrabold" panose="02000506030000020004" pitchFamily="2" charset="0"/>
                <a:cs typeface="Gotham Bold" pitchFamily="2" charset="0"/>
              </a:defRPr>
            </a:lvl1pPr>
          </a:lstStyle>
          <a:p>
            <a:r>
              <a:rPr lang="en-US"/>
              <a:t>Click to edit master title style</a:t>
            </a:r>
            <a:endParaRPr lang="en-JM"/>
          </a:p>
        </p:txBody>
      </p:sp>
      <p:grpSp>
        <p:nvGrpSpPr>
          <p:cNvPr id="7" name="Group 6">
            <a:extLst>
              <a:ext uri="{FF2B5EF4-FFF2-40B4-BE49-F238E27FC236}">
                <a16:creationId xmlns:a16="http://schemas.microsoft.com/office/drawing/2014/main" id="{FD6EDD68-36BB-9A4C-8D30-EA332D9B9DA9}"/>
              </a:ext>
            </a:extLst>
          </p:cNvPr>
          <p:cNvGrpSpPr/>
          <p:nvPr/>
        </p:nvGrpSpPr>
        <p:grpSpPr>
          <a:xfrm>
            <a:off x="10514947" y="6301996"/>
            <a:ext cx="1677055" cy="556005"/>
            <a:chOff x="7565835" y="4620281"/>
            <a:chExt cx="1578165" cy="523220"/>
          </a:xfrm>
        </p:grpSpPr>
        <p:grpSp>
          <p:nvGrpSpPr>
            <p:cNvPr id="8" name="Group 7">
              <a:extLst>
                <a:ext uri="{FF2B5EF4-FFF2-40B4-BE49-F238E27FC236}">
                  <a16:creationId xmlns:a16="http://schemas.microsoft.com/office/drawing/2014/main" id="{B0ADC082-3650-384A-91D2-0DE7087488CD}"/>
                </a:ext>
              </a:extLst>
            </p:cNvPr>
            <p:cNvGrpSpPr/>
            <p:nvPr userDrawn="1"/>
          </p:nvGrpSpPr>
          <p:grpSpPr>
            <a:xfrm>
              <a:off x="7565835" y="4620281"/>
              <a:ext cx="1578165" cy="523220"/>
              <a:chOff x="7872995" y="4723722"/>
              <a:chExt cx="1271005" cy="421385"/>
            </a:xfrm>
          </p:grpSpPr>
          <p:sp>
            <p:nvSpPr>
              <p:cNvPr id="11" name="Parallelogram 10">
                <a:extLst>
                  <a:ext uri="{FF2B5EF4-FFF2-40B4-BE49-F238E27FC236}">
                    <a16:creationId xmlns:a16="http://schemas.microsoft.com/office/drawing/2014/main" id="{A2B7EAE8-DFB5-4945-8FAE-BEFCF079F339}"/>
                  </a:ext>
                </a:extLst>
              </p:cNvPr>
              <p:cNvSpPr/>
              <p:nvPr/>
            </p:nvSpPr>
            <p:spPr>
              <a:xfrm>
                <a:off x="7872995" y="4723723"/>
                <a:ext cx="1205691" cy="421384"/>
              </a:xfrm>
              <a:prstGeom prst="parallelogram">
                <a:avLst>
                  <a:gd name="adj" fmla="val 419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16" name="Rectangle 15">
                <a:extLst>
                  <a:ext uri="{FF2B5EF4-FFF2-40B4-BE49-F238E27FC236}">
                    <a16:creationId xmlns:a16="http://schemas.microsoft.com/office/drawing/2014/main" id="{166E88B4-F25C-7F41-A7A5-E06FDD04D9EF}"/>
                  </a:ext>
                </a:extLst>
              </p:cNvPr>
              <p:cNvSpPr/>
              <p:nvPr/>
            </p:nvSpPr>
            <p:spPr>
              <a:xfrm>
                <a:off x="8871942" y="4723722"/>
                <a:ext cx="272058" cy="4213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10" name="Picture 9">
              <a:extLst>
                <a:ext uri="{FF2B5EF4-FFF2-40B4-BE49-F238E27FC236}">
                  <a16:creationId xmlns:a16="http://schemas.microsoft.com/office/drawing/2014/main" id="{0AD10300-339B-8048-BEEA-18003FD9A6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spTree>
    <p:extLst>
      <p:ext uri="{BB962C8B-B14F-4D97-AF65-F5344CB8AC3E}">
        <p14:creationId xmlns:p14="http://schemas.microsoft.com/office/powerpoint/2010/main" val="25349982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28.xml><?xml version="1.0" encoding="utf-8"?>
<p:sldLayout xmlns:a="http://schemas.openxmlformats.org/drawingml/2006/main" xmlns:r="http://schemas.openxmlformats.org/officeDocument/2006/relationships" xmlns:p="http://schemas.openxmlformats.org/presentationml/2006/main">
  <p:cSld name="45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0B5ACB-E0F1-5C4A-8AA7-0B1109A6646A}"/>
              </a:ext>
            </a:extLst>
          </p:cNvPr>
          <p:cNvSpPr/>
          <p:nvPr/>
        </p:nvSpPr>
        <p:spPr>
          <a:xfrm>
            <a:off x="10422541" y="6225472"/>
            <a:ext cx="1769459" cy="6325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pic>
        <p:nvPicPr>
          <p:cNvPr id="4" name="Picture 3">
            <a:extLst>
              <a:ext uri="{FF2B5EF4-FFF2-40B4-BE49-F238E27FC236}">
                <a16:creationId xmlns:a16="http://schemas.microsoft.com/office/drawing/2014/main" id="{3356CAD1-8EC6-EE40-906B-70B305125FC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E9528518-B862-354F-A174-B1DF9F5F3946}"/>
              </a:ext>
            </a:extLst>
          </p:cNvPr>
          <p:cNvGrpSpPr/>
          <p:nvPr/>
        </p:nvGrpSpPr>
        <p:grpSpPr>
          <a:xfrm>
            <a:off x="10514946" y="6301995"/>
            <a:ext cx="1677055" cy="556005"/>
            <a:chOff x="7565835" y="4620281"/>
            <a:chExt cx="1578165" cy="523220"/>
          </a:xfrm>
        </p:grpSpPr>
        <p:grpSp>
          <p:nvGrpSpPr>
            <p:cNvPr id="6" name="Group 5">
              <a:extLst>
                <a:ext uri="{FF2B5EF4-FFF2-40B4-BE49-F238E27FC236}">
                  <a16:creationId xmlns:a16="http://schemas.microsoft.com/office/drawing/2014/main" id="{69C8E0A1-463C-1C4C-ACAD-47062484BF70}"/>
                </a:ext>
              </a:extLst>
            </p:cNvPr>
            <p:cNvGrpSpPr/>
            <p:nvPr userDrawn="1"/>
          </p:nvGrpSpPr>
          <p:grpSpPr>
            <a:xfrm>
              <a:off x="7565835" y="4620281"/>
              <a:ext cx="1578165" cy="523220"/>
              <a:chOff x="7872995" y="4723722"/>
              <a:chExt cx="1271005" cy="421385"/>
            </a:xfrm>
          </p:grpSpPr>
          <p:sp>
            <p:nvSpPr>
              <p:cNvPr id="8" name="Parallelogram 7">
                <a:extLst>
                  <a:ext uri="{FF2B5EF4-FFF2-40B4-BE49-F238E27FC236}">
                    <a16:creationId xmlns:a16="http://schemas.microsoft.com/office/drawing/2014/main" id="{343F7AED-2378-EB45-AEF7-0C474F564D76}"/>
                  </a:ext>
                </a:extLst>
              </p:cNvPr>
              <p:cNvSpPr/>
              <p:nvPr/>
            </p:nvSpPr>
            <p:spPr>
              <a:xfrm>
                <a:off x="7872995" y="4723723"/>
                <a:ext cx="1205691" cy="421384"/>
              </a:xfrm>
              <a:prstGeom prst="parallelogram">
                <a:avLst>
                  <a:gd name="adj" fmla="val 419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accent2"/>
                  </a:solidFill>
                  <a:latin typeface="Trebuchet MS"/>
                  <a:cs typeface="Trebuchet MS"/>
                </a:endParaRPr>
              </a:p>
            </p:txBody>
          </p:sp>
          <p:sp>
            <p:nvSpPr>
              <p:cNvPr id="9" name="Rectangle 8">
                <a:extLst>
                  <a:ext uri="{FF2B5EF4-FFF2-40B4-BE49-F238E27FC236}">
                    <a16:creationId xmlns:a16="http://schemas.microsoft.com/office/drawing/2014/main" id="{00D4BA00-310B-F446-B42F-F4CC1C85D057}"/>
                  </a:ext>
                </a:extLst>
              </p:cNvPr>
              <p:cNvSpPr/>
              <p:nvPr/>
            </p:nvSpPr>
            <p:spPr>
              <a:xfrm>
                <a:off x="8871942" y="4723722"/>
                <a:ext cx="272058" cy="421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latin typeface="Trebuchet MS"/>
                  <a:cs typeface="Trebuchet MS"/>
                </a:endParaRPr>
              </a:p>
            </p:txBody>
          </p:sp>
        </p:grpSp>
        <p:pic>
          <p:nvPicPr>
            <p:cNvPr id="7" name="Picture 6">
              <a:extLst>
                <a:ext uri="{FF2B5EF4-FFF2-40B4-BE49-F238E27FC236}">
                  <a16:creationId xmlns:a16="http://schemas.microsoft.com/office/drawing/2014/main" id="{E9789B37-1405-7C48-B87E-09F243FF58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868746" y="4776166"/>
              <a:ext cx="1070238" cy="229723"/>
            </a:xfrm>
            <a:prstGeom prst="rect">
              <a:avLst/>
            </a:prstGeom>
          </p:spPr>
        </p:pic>
      </p:grpSp>
      <p:pic>
        <p:nvPicPr>
          <p:cNvPr id="10" name="Picture 9">
            <a:extLst>
              <a:ext uri="{FF2B5EF4-FFF2-40B4-BE49-F238E27FC236}">
                <a16:creationId xmlns:a16="http://schemas.microsoft.com/office/drawing/2014/main" id="{00D452C6-346A-B446-9F6D-85FF5D2D233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36837" y="6467647"/>
            <a:ext cx="1137307" cy="244117"/>
          </a:xfrm>
          <a:prstGeom prst="rect">
            <a:avLst/>
          </a:prstGeom>
        </p:spPr>
      </p:pic>
      <p:sp>
        <p:nvSpPr>
          <p:cNvPr id="11" name="Title 1">
            <a:extLst>
              <a:ext uri="{FF2B5EF4-FFF2-40B4-BE49-F238E27FC236}">
                <a16:creationId xmlns:a16="http://schemas.microsoft.com/office/drawing/2014/main" id="{322FBDCC-6D8C-5A46-9B98-62EC51A762E5}"/>
              </a:ext>
            </a:extLst>
          </p:cNvPr>
          <p:cNvSpPr>
            <a:spLocks noGrp="1"/>
          </p:cNvSpPr>
          <p:nvPr>
            <p:ph type="title" hasCustomPrompt="1"/>
          </p:nvPr>
        </p:nvSpPr>
        <p:spPr>
          <a:xfrm>
            <a:off x="460176" y="258038"/>
            <a:ext cx="11271648" cy="615553"/>
          </a:xfrm>
          <a:prstGeom prst="rect">
            <a:avLst/>
          </a:prstGeom>
        </p:spPr>
        <p:txBody>
          <a:bodyPr/>
          <a:lstStyle>
            <a:lvl1pPr>
              <a:defRPr>
                <a:solidFill>
                  <a:schemeClr val="bg1"/>
                </a:solidFill>
              </a:defRPr>
            </a:lvl1pPr>
          </a:lstStyle>
          <a:p>
            <a:r>
              <a:rPr lang="en-US"/>
              <a:t>Click to edit master title style</a:t>
            </a:r>
          </a:p>
        </p:txBody>
      </p:sp>
      <p:grpSp>
        <p:nvGrpSpPr>
          <p:cNvPr id="12" name="Group 11">
            <a:extLst>
              <a:ext uri="{FF2B5EF4-FFF2-40B4-BE49-F238E27FC236}">
                <a16:creationId xmlns:a16="http://schemas.microsoft.com/office/drawing/2014/main" id="{8BB7C666-0921-D644-B34D-3780C15B3DCD}"/>
              </a:ext>
            </a:extLst>
          </p:cNvPr>
          <p:cNvGrpSpPr/>
          <p:nvPr/>
        </p:nvGrpSpPr>
        <p:grpSpPr>
          <a:xfrm>
            <a:off x="10497328" y="6301429"/>
            <a:ext cx="1694673" cy="561847"/>
            <a:chOff x="7872995" y="4723722"/>
            <a:chExt cx="1271005" cy="421385"/>
          </a:xfrm>
          <a:solidFill>
            <a:schemeClr val="bg1"/>
          </a:solidFill>
        </p:grpSpPr>
        <p:sp>
          <p:nvSpPr>
            <p:cNvPr id="13" name="Parallelogram 12">
              <a:extLst>
                <a:ext uri="{FF2B5EF4-FFF2-40B4-BE49-F238E27FC236}">
                  <a16:creationId xmlns:a16="http://schemas.microsoft.com/office/drawing/2014/main" id="{1BC26DFA-5AF4-514B-805C-9073DB8C5C82}"/>
                </a:ext>
              </a:extLst>
            </p:cNvPr>
            <p:cNvSpPr/>
            <p:nvPr/>
          </p:nvSpPr>
          <p:spPr>
            <a:xfrm>
              <a:off x="7872995" y="4723723"/>
              <a:ext cx="1205691" cy="421384"/>
            </a:xfrm>
            <a:prstGeom prst="parallelogram">
              <a:avLst>
                <a:gd name="adj" fmla="val 4191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2"/>
                </a:solidFill>
                <a:latin typeface="Trebuchet MS"/>
                <a:cs typeface="Trebuchet MS"/>
              </a:endParaRPr>
            </a:p>
          </p:txBody>
        </p:sp>
        <p:sp>
          <p:nvSpPr>
            <p:cNvPr id="14" name="Rectangle 13">
              <a:extLst>
                <a:ext uri="{FF2B5EF4-FFF2-40B4-BE49-F238E27FC236}">
                  <a16:creationId xmlns:a16="http://schemas.microsoft.com/office/drawing/2014/main" id="{94C1E2C3-6D60-6D46-8C80-A495BFDFAAE2}"/>
                </a:ext>
              </a:extLst>
            </p:cNvPr>
            <p:cNvSpPr/>
            <p:nvPr/>
          </p:nvSpPr>
          <p:spPr>
            <a:xfrm>
              <a:off x="8871942" y="4723722"/>
              <a:ext cx="272058" cy="42138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Trebuchet MS"/>
                <a:cs typeface="Trebuchet MS"/>
              </a:endParaRPr>
            </a:p>
          </p:txBody>
        </p:sp>
      </p:grpSp>
      <p:pic>
        <p:nvPicPr>
          <p:cNvPr id="15" name="Picture 14">
            <a:extLst>
              <a:ext uri="{FF2B5EF4-FFF2-40B4-BE49-F238E27FC236}">
                <a16:creationId xmlns:a16="http://schemas.microsoft.com/office/drawing/2014/main" id="{1B62BA26-9280-4041-AB67-80D2B996CB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5864" y="6478984"/>
            <a:ext cx="1149251" cy="246681"/>
          </a:xfrm>
          <a:prstGeom prst="rect">
            <a:avLst/>
          </a:prstGeom>
        </p:spPr>
      </p:pic>
    </p:spTree>
    <p:extLst>
      <p:ext uri="{BB962C8B-B14F-4D97-AF65-F5344CB8AC3E}">
        <p14:creationId xmlns:p14="http://schemas.microsoft.com/office/powerpoint/2010/main" val="439869913"/>
      </p:ext>
    </p:extLst>
  </p:cSld>
  <p:clrMapOvr>
    <a:masterClrMapping/>
  </p:clrMapOvr>
  <p:transition/>
</p:sldLayout>
</file>

<file path=ppt/slideLayouts/slideLayout429.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128125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23966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05226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7768503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0367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7861238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4" name="Picture 26">
            <a:extLst>
              <a:ext uri="{FF2B5EF4-FFF2-40B4-BE49-F238E27FC236}">
                <a16:creationId xmlns:a16="http://schemas.microsoft.com/office/drawing/2014/main" id="{2B2AFB17-C850-794D-4E7C-C49FF211CDA3}"/>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10005691" y="5919705"/>
            <a:ext cx="1993660" cy="751961"/>
          </a:xfrm>
          <a:prstGeom prst="rect">
            <a:avLst/>
          </a:prstGeom>
          <a:noFill/>
        </p:spPr>
      </p:pic>
    </p:spTree>
    <p:extLst>
      <p:ext uri="{BB962C8B-B14F-4D97-AF65-F5344CB8AC3E}">
        <p14:creationId xmlns:p14="http://schemas.microsoft.com/office/powerpoint/2010/main" val="2778328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188007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6572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272966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9491714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752992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1.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67652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2.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819580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3.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0284197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4.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94862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5.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382564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6.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41619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47.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15769480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4659180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977497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0.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144814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6921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028050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3.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3758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4.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804686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5.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371450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6.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72465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7.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075182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5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813473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59.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5661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0.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5063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6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2532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2.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50837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3.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334527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64.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419382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5.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0136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66.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28721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67.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0230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68.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2755792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69.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2724494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862411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1.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5221864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2.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018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73.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750264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74.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159416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75.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1648108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6.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23756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7.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3735419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8.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108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79.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5739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0.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906480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1.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9529669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2.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7867816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3.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03193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4.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5366623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5.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484524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6.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45283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7.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557105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8.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66262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9.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905253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0.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002700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1.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357253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2.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9538194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3.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861366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4.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4925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5.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4086537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6.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205242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7.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0329189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8.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5088809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9.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809755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0.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818056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1.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52509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2.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809000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3.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53505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4.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1276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5.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257363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6.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08593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7.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29307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8.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821786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09.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919709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0.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08901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1.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303898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2.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0975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3.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932814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4.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33290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5.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60531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6.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827221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7.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687317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8.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60123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19.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565723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20.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632169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21.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64708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22.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33676263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3.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8548271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38590101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5.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27411588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6.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2631203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7.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415758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8.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1598954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9.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705322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0.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22312133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1.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769272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2.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639913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3.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7927728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4.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606397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5.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473855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6.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141784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7.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3352918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8.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347629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9.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537597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0.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0520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1.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8656150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2.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0424604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3.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9175394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4.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08666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5.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89862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6.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3214273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7.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2242814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8.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653973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9.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9655815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0.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5588395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1.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3478787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2.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59523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3.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273784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4.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719490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5.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0459134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6.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41396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7.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6073128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8.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935479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9.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09952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0.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01524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1.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37999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2.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01801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3.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2017182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4.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7926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5.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05081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6.xml><?xml version="1.0" encoding="utf-8"?>
<p:sldLayout xmlns:a="http://schemas.openxmlformats.org/drawingml/2006/main" xmlns:r="http://schemas.openxmlformats.org/officeDocument/2006/relationships" xmlns:p="http://schemas.openxmlformats.org/presentationml/2006/main"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2858153"/>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1" y="524934"/>
            <a:ext cx="1490804" cy="354417"/>
          </a:xfrm>
          <a:prstGeom prst="rect">
            <a:avLst/>
          </a:prstGeom>
        </p:spPr>
      </p:pic>
    </p:spTree>
    <p:extLst>
      <p:ext uri="{BB962C8B-B14F-4D97-AF65-F5344CB8AC3E}">
        <p14:creationId xmlns:p14="http://schemas.microsoft.com/office/powerpoint/2010/main" val="10328086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7.xml><?xml version="1.0" encoding="utf-8"?>
<p:sldLayout xmlns:a="http://schemas.openxmlformats.org/drawingml/2006/main" xmlns:r="http://schemas.openxmlformats.org/officeDocument/2006/relationships" xmlns:p="http://schemas.openxmlformats.org/presentationml/2006/main" userDrawn="1">
  <p:cSld name="1_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12956574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8.xml><?xml version="1.0" encoding="utf-8"?>
<p:sldLayout xmlns:a="http://schemas.openxmlformats.org/drawingml/2006/main" xmlns:r="http://schemas.openxmlformats.org/officeDocument/2006/relationships" xmlns:p="http://schemas.openxmlformats.org/presentationml/2006/main" userDrawn="1">
  <p:cSld name="Quote 1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CE4D0-AC37-314A-A0ED-7E713F811E7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4154031E-D54F-6F42-B6C0-6D6E27CE2DD0}"/>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CB9A7430-0790-124F-A057-3EBB50127621}"/>
                </a:ext>
              </a:extLst>
            </p:cNvPr>
            <p:cNvGrpSpPr/>
            <p:nvPr/>
          </p:nvGrpSpPr>
          <p:grpSpPr>
            <a:xfrm>
              <a:off x="8287702" y="150495"/>
              <a:ext cx="4762" cy="3810"/>
              <a:chOff x="8287702" y="150495"/>
              <a:chExt cx="4762" cy="3810"/>
            </a:xfrm>
          </p:grpSpPr>
          <p:sp>
            <p:nvSpPr>
              <p:cNvPr id="32" name="Freeform 31">
                <a:extLst>
                  <a:ext uri="{FF2B5EF4-FFF2-40B4-BE49-F238E27FC236}">
                    <a16:creationId xmlns:a16="http://schemas.microsoft.com/office/drawing/2014/main" id="{44B4170B-E397-A342-894D-864E67E97009}"/>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197616D2-3C4B-EA4E-A858-1CCAC5662E24}"/>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996818BC-24B8-844F-B81B-2DF46AF8B85B}"/>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C21D3D61-5C1C-244A-8FFB-AA5BA51B33D8}"/>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C141A85B-68FC-5943-B352-55B405D5DF51}"/>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998386D3-80EE-1642-B1EF-EE6D880BDAF1}"/>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DB082D5A-FDD8-AD46-861A-576E7F7B540D}"/>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07A1AA6-A396-E240-A461-3FD57FB2709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34A7F25-19B5-2744-85B3-4126B89B1CA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EA06FA5-9875-254B-9911-7FA0490DB53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4F7EFE9A-E388-F744-B2AF-9824AAD08541}"/>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6A4CCFDB-B1A8-AA46-A79F-388364D7EBD2}"/>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CF5071FC-4CAA-6E44-A332-D59142FBBB6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CBFB4DE-F21D-A74D-8CAD-6F950EB75336}"/>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D1330D97-1F94-0E40-B8BF-04DF0CC412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CE228227-745B-3A45-8773-067538EF27A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66F1F93-B850-3F44-8DA7-36B82A9BF601}"/>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F47553D-15B3-6B4B-8FFF-2FDB0E94D0AD}"/>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46351B4-B0B4-224C-B04A-1B3BE17892AA}"/>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291E241-EF3A-F543-9264-639C654C2336}"/>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77FCAA-166C-4143-98F7-504ECB6BFCE1}"/>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8437406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5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9043333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57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1766059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57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221211012"/>
      </p:ext>
    </p:extLst>
  </p:cSld>
  <p:clrMapOvr>
    <a:masterClrMapping/>
  </p:clrMapOvr>
  <p:extLst>
    <p:ext uri="{DCECCB84-F9BA-43D5-87BE-67443E8EF086}">
      <p15:sldGuideLst xmlns:p15="http://schemas.microsoft.com/office/powerpoint/2012/main"/>
    </p:ext>
  </p:extLst>
</p:sldLayout>
</file>

<file path=ppt/slideLayouts/slideLayout57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2838841"/>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177648161"/>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21518381"/>
      </p:ext>
    </p:extLst>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653469084"/>
      </p:ext>
    </p:extLst>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59015708"/>
      </p:ext>
    </p:extLst>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2576001394"/>
      </p:ext>
    </p:extLst>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18800903"/>
      </p:ext>
    </p:extLst>
  </p:cSld>
  <p:clrMapOvr>
    <a:overrideClrMapping bg1="lt1" tx1="dk1" bg2="lt2" tx2="dk2" accent1="accent1" accent2="accent2" accent3="accent3" accent4="accent4" accent5="accent5" accent6="accent6" hlink="hlink" folHlink="folHlink"/>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19710597"/>
      </p:ext>
    </p:extLst>
  </p:cSld>
  <p:clrMapOvr>
    <a:overrideClrMapping bg1="lt1" tx1="dk1" bg2="lt2" tx2="dk2" accent1="accent1" accent2="accent2" accent3="accent3" accent4="accent4" accent5="accent5" accent6="accent6" hlink="hlink" folHlink="folHlink"/>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44930922"/>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27342974"/>
      </p:ext>
    </p:extLst>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69221840"/>
      </p:ext>
    </p:extLst>
  </p:cSld>
  <p:clrMapOvr>
    <a:overrideClrMapping bg1="dk1" tx1="lt1" bg2="dk2" tx2="lt2" accent1="accent1" accent2="accent2" accent3="accent3" accent4="accent4" accent5="accent5" accent6="accent6" hlink="hlink" folHlink="folHlink"/>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15598935"/>
      </p:ext>
    </p:extLst>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37553933"/>
      </p:ext>
    </p:extLst>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79762655"/>
      </p:ext>
    </p:extLst>
  </p:cSld>
  <p:clrMapOvr>
    <a:overrideClrMapping bg1="dk1" tx1="lt1" bg2="dk2" tx2="lt2" accent1="accent1" accent2="accent2" accent3="accent3" accent4="accent4" accent5="accent5" accent6="accent6" hlink="hlink" folHlink="folHlink"/>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70567467"/>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0137857"/>
      </p:ext>
    </p:extLst>
  </p:cSld>
  <p:clrMapOvr>
    <a:masterClrMapping/>
  </p:clrMapOvr>
  <p:extLst>
    <p:ext uri="{DCECCB84-F9BA-43D5-87BE-67443E8EF086}">
      <p15:sldGuideLst xmlns:p15="http://schemas.microsoft.com/office/powerpoint/2012/main"/>
    </p:ext>
  </p:extLst>
</p:sldLayout>
</file>

<file path=ppt/slideLayouts/slideLayout58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3958948625"/>
      </p:ext>
    </p:extLst>
  </p:cSld>
  <p:clrMapOvr>
    <a:masterClrMapping/>
  </p:clrMapOvr>
  <p:extLst>
    <p:ext uri="{DCECCB84-F9BA-43D5-87BE-67443E8EF086}">
      <p15:sldGuideLst xmlns:p15="http://schemas.microsoft.com/office/powerpoint/2012/main"/>
    </p:ext>
  </p:extLst>
</p:sldLayout>
</file>

<file path=ppt/slideLayouts/slideLayout58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755706485"/>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744764367"/>
      </p:ext>
    </p:extLst>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864369174"/>
      </p:ext>
    </p:extLst>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31187528"/>
      </p:ext>
    </p:extLst>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44998851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5860695"/>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30843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32102446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90696"/>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44598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59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84215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452338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884792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60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85873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400466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0933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60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9534584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241780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0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40056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60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7356697"/>
      </p:ext>
    </p:extLst>
  </p:cSld>
  <p:clrMapOvr>
    <a:masterClrMapping/>
  </p:clrMapOvr>
  <p:extLst>
    <p:ext uri="{DCECCB84-F9BA-43D5-87BE-67443E8EF086}">
      <p15:sldGuideLst xmlns:p15="http://schemas.microsoft.com/office/powerpoint/2012/main"/>
    </p:ext>
  </p:extLst>
</p:sldLayout>
</file>

<file path=ppt/slideLayouts/slideLayout60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415436892"/>
      </p:ext>
    </p:extLst>
  </p:cSld>
  <p:clrMapOvr>
    <a:masterClrMapping/>
  </p:clrMapOvr>
  <p:extLst>
    <p:ext uri="{DCECCB84-F9BA-43D5-87BE-67443E8EF086}">
      <p15:sldGuideLst xmlns:p15="http://schemas.microsoft.com/office/powerpoint/2012/main"/>
    </p:ext>
  </p:extLst>
</p:sldLayout>
</file>

<file path=ppt/slideLayouts/slideLayout61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8000337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68964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2897724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6880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3431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424484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94692115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1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625640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1848212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1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37903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2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036966568"/>
      </p:ext>
    </p:extLst>
  </p:cSld>
  <p:clrMapOvr>
    <a:overrideClrMapping bg1="lt1" tx1="dk1" bg2="lt2" tx2="dk2" accent1="accent1" accent2="accent2" accent3="accent3" accent4="accent4" accent5="accent5" accent6="accent6" hlink="hlink" folHlink="folHlink"/>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60093837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2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6684880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2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521318932"/>
      </p:ext>
    </p:extLst>
  </p:cSld>
  <p:clrMapOvr>
    <a:overrideClrMapping bg1="lt1" tx1="dk1" bg2="lt2" tx2="dk2" accent1="accent1" accent2="accent2" accent3="accent3" accent4="accent4" accent5="accent5" accent6="accent6" hlink="hlink" folHlink="folHlink"/>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64885266"/>
      </p:ext>
    </p:extLst>
  </p:cSld>
  <p:clrMapOvr>
    <a:overrideClrMapping bg1="lt1" tx1="dk1" bg2="lt2" tx2="dk2" accent1="accent1" accent2="accent2" accent3="accent3" accent4="accent4" accent5="accent5" accent6="accent6" hlink="hlink" folHlink="folHlink"/>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772992065"/>
      </p:ext>
    </p:extLst>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92498293"/>
      </p:ext>
    </p:extLst>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6367789"/>
      </p:ext>
    </p:extLst>
  </p:cSld>
  <p:clrMapOvr>
    <a:overrideClrMapping bg1="lt1" tx1="dk1" bg2="lt2" tx2="dk2" accent1="accent1" accent2="accent2" accent3="accent3" accent4="accent4" accent5="accent5" accent6="accent6" hlink="hlink" folHlink="folHlink"/>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748646"/>
      </p:ext>
    </p:extLst>
  </p:cSld>
  <p:clrMapOvr>
    <a:overrideClrMapping bg1="lt1" tx1="dk1" bg2="lt2" tx2="dk2" accent1="accent1" accent2="accent2" accent3="accent3" accent4="accent4" accent5="accent5" accent6="accent6" hlink="hlink" folHlink="folHlink"/>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57298125"/>
      </p:ext>
    </p:extLst>
  </p:cSld>
  <p:clrMapOvr>
    <a:overrideClrMapping bg1="lt1" tx1="dk1" bg2="lt2" tx2="dk2" accent1="accent1" accent2="accent2" accent3="accent3" accent4="accent4" accent5="accent5" accent6="accent6" hlink="hlink" folHlink="folHlink"/>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15566084"/>
      </p:ext>
    </p:extLst>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4119"/>
      </p:ext>
    </p:extLst>
  </p:cSld>
  <p:clrMapOvr>
    <a:overrideClrMapping bg1="lt1" tx1="dk1" bg2="lt2" tx2="dk2" accent1="accent1" accent2="accent2" accent3="accent3" accent4="accent4" accent5="accent5" accent6="accent6" hlink="hlink" folHlink="folHlink"/>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0873173"/>
      </p:ext>
    </p:extLst>
  </p:cSld>
  <p:clrMapOvr>
    <a:overrideClrMapping bg1="lt1" tx1="dk1" bg2="lt2" tx2="dk2" accent1="accent1" accent2="accent2" accent3="accent3" accent4="accent4" accent5="accent5" accent6="accent6" hlink="hlink" folHlink="folHlink"/>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91922896"/>
      </p:ext>
    </p:extLst>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5595529"/>
      </p:ext>
    </p:extLst>
  </p:cSld>
  <p:clrMapOvr>
    <a:overrideClrMapping bg1="lt1" tx1="dk1" bg2="lt2" tx2="dk2" accent1="accent1" accent2="accent2" accent3="accent3" accent4="accent4" accent5="accent5" accent6="accent6" hlink="hlink" folHlink="folHlink"/>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06081978"/>
      </p:ext>
    </p:extLst>
  </p:cSld>
  <p:clrMapOvr>
    <a:overrideClrMapping bg1="lt1" tx1="dk1" bg2="lt2" tx2="dk2" accent1="accent1" accent2="accent2" accent3="accent3" accent4="accent4" accent5="accent5" accent6="accent6" hlink="hlink" folHlink="folHlink"/>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71756118"/>
      </p:ext>
    </p:extLst>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72854732"/>
      </p:ext>
    </p:extLst>
  </p:cSld>
  <p:clrMapOvr>
    <a:overrideClrMapping bg1="lt1" tx1="dk1" bg2="lt2" tx2="dk2" accent1="accent1" accent2="accent2" accent3="accent3" accent4="accent4" accent5="accent5" accent6="accent6" hlink="hlink" folHlink="folHlink"/>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168704627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3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816742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306083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6223406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761848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17577692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328401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519645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56744005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4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0107736"/>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3133262"/>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4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2007111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3041061"/>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8737543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2365913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72489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8144285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9023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7038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035302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837890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5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899573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6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34017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6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605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6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618692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66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92805962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94289069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55700605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97037273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2588997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217305969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6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49171182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7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0320275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7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73363846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7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47855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7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151305343"/>
      </p:ext>
    </p:extLst>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14991871"/>
      </p:ext>
    </p:extLst>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41308542"/>
      </p:ext>
    </p:extLst>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97083853"/>
      </p:ext>
    </p:extLst>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90664155"/>
      </p:ext>
    </p:extLst>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4104446128"/>
      </p:ext>
    </p:extLst>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75252354"/>
      </p:ext>
    </p:extLst>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8316555"/>
      </p:ext>
    </p:extLst>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00598378"/>
      </p:ext>
    </p:extLst>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20698317"/>
      </p:ext>
    </p:extLst>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677228764"/>
      </p:ext>
    </p:extLst>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3328332833"/>
      </p:ext>
    </p:extLst>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44739865"/>
      </p:ext>
    </p:extLst>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5368586"/>
      </p:ext>
    </p:extLst>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34226696"/>
      </p:ext>
    </p:extLst>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451080714"/>
      </p:ext>
    </p:extLst>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600903048"/>
      </p:ext>
    </p:extLst>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193661853"/>
      </p:ext>
    </p:extLst>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284027100"/>
      </p:ext>
    </p:extLst>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458477509"/>
      </p:ext>
    </p:extLst>
  </p:cSld>
  <p:clrMapOvr>
    <a:overrideClrMapping bg1="dk1" tx1="lt1" bg2="dk2" tx2="lt2" accent1="accent1" accent2="accent2" accent3="accent3" accent4="accent4" accent5="accent5" accent6="accent6" hlink="hlink" folHlink="folHlink"/>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82200243"/>
      </p:ext>
    </p:extLst>
  </p:cSld>
  <p:clrMapOvr>
    <a:overrideClrMapping bg1="dk1" tx1="lt1" bg2="dk2" tx2="lt2" accent1="accent1" accent2="accent2" accent3="accent3" accent4="accent4" accent5="accent5" accent6="accent6" hlink="hlink" folHlink="folHlink"/>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303083"/>
      </p:ext>
    </p:extLst>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30310813"/>
      </p:ext>
    </p:extLst>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848804170"/>
      </p:ext>
    </p:extLst>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293972523"/>
      </p:ext>
    </p:extLst>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3378370"/>
      </p:ext>
    </p:extLst>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258399221"/>
      </p:ext>
    </p:extLst>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38808195"/>
      </p:ext>
    </p:extLst>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65196210"/>
      </p:ext>
    </p:extLst>
  </p:cSld>
  <p:clrMapOvr>
    <a:overrideClrMapping bg1="dk1" tx1="lt1" bg2="dk2" tx2="lt2" accent1="accent1" accent2="accent2" accent3="accent3" accent4="accent4" accent5="accent5" accent6="accent6" hlink="hlink" folHlink="folHlink"/>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9464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86786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991898496"/>
      </p:ext>
    </p:extLst>
  </p:cSld>
  <p:clrMapOvr>
    <a:overrideClrMapping bg1="lt1" tx1="dk1" bg2="lt2" tx2="dk2" accent1="accent1" accent2="accent2" accent3="accent3" accent4="accent4" accent5="accent5" accent6="accent6" hlink="hlink" folHlink="folHlink"/>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8170428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6153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7.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81327027"/>
      </p:ext>
    </p:extLst>
  </p:cSld>
  <p:clrMapOvr>
    <a:masterClrMapping/>
  </p:clrMapOvr>
  <p:extLst>
    <p:ext uri="{DCECCB84-F9BA-43D5-87BE-67443E8EF086}">
      <p15:sldGuideLst xmlns:p15="http://schemas.microsoft.com/office/powerpoint/2012/main"/>
    </p:ext>
  </p:extLst>
</p:sldLayout>
</file>

<file path=ppt/slideLayouts/slideLayout708.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47208959"/>
      </p:ext>
    </p:extLst>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238255537"/>
      </p:ext>
    </p:extLst>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099213228"/>
      </p:ext>
    </p:extLst>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037028991"/>
      </p:ext>
    </p:extLst>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3499274509"/>
      </p:ext>
    </p:extLst>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18661153"/>
      </p:ext>
    </p:extLst>
  </p:cSld>
  <p:clrMapOvr>
    <a:masterClrMapping/>
  </p:clrMapOvr>
  <p:extLst>
    <p:ext uri="{DCECCB84-F9BA-43D5-87BE-67443E8EF086}">
      <p15:sldGuideLst xmlns:p15="http://schemas.microsoft.com/office/powerpoint/2012/main"/>
    </p:ext>
  </p:extLst>
</p:sldLayout>
</file>

<file path=ppt/slideLayouts/slideLayout7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2369137628"/>
      </p:ext>
    </p:extLst>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577037313"/>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716.xml><?xml version="1.0" encoding="utf-8"?>
<p:sldLayout xmlns:a="http://schemas.openxmlformats.org/drawingml/2006/main" xmlns:r="http://schemas.openxmlformats.org/officeDocument/2006/relationships" xmlns:p="http://schemas.openxmlformats.org/presentationml/2006/main">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1478641287"/>
      </p:ext>
    </p:extLst>
  </p:cSld>
  <p:clrMapOvr>
    <a:masterClrMapping/>
  </p:clrMapOvr>
  <p:extLst>
    <p:ext uri="{DCECCB84-F9BA-43D5-87BE-67443E8EF086}">
      <p15:sldGuideLst xmlns:p15="http://schemas.microsoft.com/office/powerpoint/2012/main"/>
    </p:ext>
  </p:extLst>
</p:sldLayout>
</file>

<file path=ppt/slideLayouts/slideLayout717.xml><?xml version="1.0" encoding="utf-8"?>
<p:sldLayout xmlns:a="http://schemas.openxmlformats.org/drawingml/2006/main" xmlns:r="http://schemas.openxmlformats.org/officeDocument/2006/relationships" xmlns:p="http://schemas.openxmlformats.org/presentationml/2006/main">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18598758"/>
      </p:ext>
    </p:extLst>
  </p:cSld>
  <p:clrMapOvr>
    <a:masterClrMapping/>
  </p:clrMapOvr>
  <p:extLst>
    <p:ext uri="{DCECCB84-F9BA-43D5-87BE-67443E8EF086}">
      <p15:sldGuideLst xmlns:p15="http://schemas.microsoft.com/office/powerpoint/2012/main"/>
    </p:ext>
  </p:extLst>
</p:sldLayout>
</file>

<file path=ppt/slideLayouts/slideLayout718.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4067359840"/>
      </p:ext>
    </p:extLst>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4158865660"/>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720.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2300464899"/>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721.xml><?xml version="1.0" encoding="utf-8"?>
<p:sldLayout xmlns:a="http://schemas.openxmlformats.org/drawingml/2006/main" xmlns:r="http://schemas.openxmlformats.org/officeDocument/2006/relationships" xmlns:p="http://schemas.openxmlformats.org/presentationml/2006/main" userDrawn="1">
  <p:cSld name="1_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8026399" y="1222315"/>
            <a:ext cx="3606800" cy="4887401"/>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marL="0" marR="0" lvl="0" indent="0" algn="l" defTabSz="1219170" rtl="0" eaLnBrk="1" fontAlgn="auto" latinLnBrk="0" hangingPunct="1">
              <a:lnSpc>
                <a:spcPct val="100000"/>
              </a:lnSpc>
              <a:spcBef>
                <a:spcPts val="0"/>
              </a:spcBef>
              <a:spcAft>
                <a:spcPts val="2400"/>
              </a:spcAft>
              <a:buClrTx/>
              <a:buSzTx/>
              <a:buFontTx/>
              <a:buNone/>
              <a:tabLst/>
              <a:defRPr/>
            </a:pPr>
            <a:endParaRPr kumimoji="0" lang="en-US" sz="1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158604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2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3"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3" y="1113133"/>
            <a:ext cx="10983484" cy="5256323"/>
          </a:xfrm>
          <a:prstGeom prst="rect">
            <a:avLst/>
          </a:prstGeom>
        </p:spPr>
        <p:txBody>
          <a:bodyPr lIns="0" rIns="0"/>
          <a:lstStyle>
            <a:lvl1pPr marL="232812" indent="-23281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50" indent="-232812">
              <a:buClrTx/>
              <a:buFont typeface="Arial"/>
              <a:buChar char="•"/>
              <a:tabLst/>
              <a:defRPr b="0" i="0">
                <a:solidFill>
                  <a:schemeClr val="bg2"/>
                </a:solidFill>
                <a:latin typeface="Arial" panose="020B0604020202020204" pitchFamily="34" charset="0"/>
                <a:cs typeface="Gotham Book" pitchFamily="2" charset="0"/>
              </a:defRPr>
            </a:lvl2pPr>
            <a:lvl3pPr marL="1449773" indent="-23069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4875148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7.xml"/><Relationship Id="rId21" Type="http://schemas.openxmlformats.org/officeDocument/2006/relationships/slideLayout" Target="../slideLayouts/slideLayout42.xml"/><Relationship Id="rId42" Type="http://schemas.openxmlformats.org/officeDocument/2006/relationships/slideLayout" Target="../slideLayouts/slideLayout63.xml"/><Relationship Id="rId47" Type="http://schemas.openxmlformats.org/officeDocument/2006/relationships/slideLayout" Target="../slideLayouts/slideLayout68.xml"/><Relationship Id="rId63" Type="http://schemas.openxmlformats.org/officeDocument/2006/relationships/slideLayout" Target="../slideLayouts/slideLayout84.xml"/><Relationship Id="rId68" Type="http://schemas.openxmlformats.org/officeDocument/2006/relationships/slideLayout" Target="../slideLayouts/slideLayout89.xml"/><Relationship Id="rId16" Type="http://schemas.openxmlformats.org/officeDocument/2006/relationships/slideLayout" Target="../slideLayouts/slideLayout3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slideLayout" Target="../slideLayouts/slideLayout53.xml"/><Relationship Id="rId37" Type="http://schemas.openxmlformats.org/officeDocument/2006/relationships/slideLayout" Target="../slideLayouts/slideLayout58.xml"/><Relationship Id="rId40" Type="http://schemas.openxmlformats.org/officeDocument/2006/relationships/slideLayout" Target="../slideLayouts/slideLayout61.xml"/><Relationship Id="rId45" Type="http://schemas.openxmlformats.org/officeDocument/2006/relationships/slideLayout" Target="../slideLayouts/slideLayout66.xml"/><Relationship Id="rId53" Type="http://schemas.openxmlformats.org/officeDocument/2006/relationships/slideLayout" Target="../slideLayouts/slideLayout74.xml"/><Relationship Id="rId58" Type="http://schemas.openxmlformats.org/officeDocument/2006/relationships/slideLayout" Target="../slideLayouts/slideLayout79.xml"/><Relationship Id="rId66" Type="http://schemas.openxmlformats.org/officeDocument/2006/relationships/slideLayout" Target="../slideLayouts/slideLayout87.xml"/><Relationship Id="rId74" Type="http://schemas.openxmlformats.org/officeDocument/2006/relationships/slideLayout" Target="../slideLayouts/slideLayout95.xml"/><Relationship Id="rId5" Type="http://schemas.openxmlformats.org/officeDocument/2006/relationships/slideLayout" Target="../slideLayouts/slideLayout26.xml"/><Relationship Id="rId61" Type="http://schemas.openxmlformats.org/officeDocument/2006/relationships/slideLayout" Target="../slideLayouts/slideLayout82.xml"/><Relationship Id="rId19" Type="http://schemas.openxmlformats.org/officeDocument/2006/relationships/slideLayout" Target="../slideLayouts/slideLayout4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 Id="rId35" Type="http://schemas.openxmlformats.org/officeDocument/2006/relationships/slideLayout" Target="../slideLayouts/slideLayout56.xml"/><Relationship Id="rId43" Type="http://schemas.openxmlformats.org/officeDocument/2006/relationships/slideLayout" Target="../slideLayouts/slideLayout64.xml"/><Relationship Id="rId48" Type="http://schemas.openxmlformats.org/officeDocument/2006/relationships/slideLayout" Target="../slideLayouts/slideLayout69.xml"/><Relationship Id="rId56" Type="http://schemas.openxmlformats.org/officeDocument/2006/relationships/slideLayout" Target="../slideLayouts/slideLayout77.xml"/><Relationship Id="rId64" Type="http://schemas.openxmlformats.org/officeDocument/2006/relationships/slideLayout" Target="../slideLayouts/slideLayout85.xml"/><Relationship Id="rId69" Type="http://schemas.openxmlformats.org/officeDocument/2006/relationships/slideLayout" Target="../slideLayouts/slideLayout90.xml"/><Relationship Id="rId77" Type="http://schemas.openxmlformats.org/officeDocument/2006/relationships/image" Target="../media/image18.svg"/><Relationship Id="rId8" Type="http://schemas.openxmlformats.org/officeDocument/2006/relationships/slideLayout" Target="../slideLayouts/slideLayout29.xml"/><Relationship Id="rId51" Type="http://schemas.openxmlformats.org/officeDocument/2006/relationships/slideLayout" Target="../slideLayouts/slideLayout72.xml"/><Relationship Id="rId72" Type="http://schemas.openxmlformats.org/officeDocument/2006/relationships/slideLayout" Target="../slideLayouts/slideLayout93.xml"/><Relationship Id="rId3" Type="http://schemas.openxmlformats.org/officeDocument/2006/relationships/slideLayout" Target="../slideLayouts/slideLayout24.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slideLayout" Target="../slideLayouts/slideLayout54.xml"/><Relationship Id="rId38" Type="http://schemas.openxmlformats.org/officeDocument/2006/relationships/slideLayout" Target="../slideLayouts/slideLayout59.xml"/><Relationship Id="rId46" Type="http://schemas.openxmlformats.org/officeDocument/2006/relationships/slideLayout" Target="../slideLayouts/slideLayout67.xml"/><Relationship Id="rId59" Type="http://schemas.openxmlformats.org/officeDocument/2006/relationships/slideLayout" Target="../slideLayouts/slideLayout80.xml"/><Relationship Id="rId67" Type="http://schemas.openxmlformats.org/officeDocument/2006/relationships/slideLayout" Target="../slideLayouts/slideLayout88.xml"/><Relationship Id="rId20" Type="http://schemas.openxmlformats.org/officeDocument/2006/relationships/slideLayout" Target="../slideLayouts/slideLayout41.xml"/><Relationship Id="rId41" Type="http://schemas.openxmlformats.org/officeDocument/2006/relationships/slideLayout" Target="../slideLayouts/slideLayout62.xml"/><Relationship Id="rId54" Type="http://schemas.openxmlformats.org/officeDocument/2006/relationships/slideLayout" Target="../slideLayouts/slideLayout75.xml"/><Relationship Id="rId62" Type="http://schemas.openxmlformats.org/officeDocument/2006/relationships/slideLayout" Target="../slideLayouts/slideLayout83.xml"/><Relationship Id="rId70" Type="http://schemas.openxmlformats.org/officeDocument/2006/relationships/slideLayout" Target="../slideLayouts/slideLayout91.xml"/><Relationship Id="rId75"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36" Type="http://schemas.openxmlformats.org/officeDocument/2006/relationships/slideLayout" Target="../slideLayouts/slideLayout57.xml"/><Relationship Id="rId49" Type="http://schemas.openxmlformats.org/officeDocument/2006/relationships/slideLayout" Target="../slideLayouts/slideLayout70.xml"/><Relationship Id="rId57" Type="http://schemas.openxmlformats.org/officeDocument/2006/relationships/slideLayout" Target="../slideLayouts/slideLayout78.xml"/><Relationship Id="rId10" Type="http://schemas.openxmlformats.org/officeDocument/2006/relationships/slideLayout" Target="../slideLayouts/slideLayout31.xml"/><Relationship Id="rId31" Type="http://schemas.openxmlformats.org/officeDocument/2006/relationships/slideLayout" Target="../slideLayouts/slideLayout52.xml"/><Relationship Id="rId44" Type="http://schemas.openxmlformats.org/officeDocument/2006/relationships/slideLayout" Target="../slideLayouts/slideLayout65.xml"/><Relationship Id="rId52" Type="http://schemas.openxmlformats.org/officeDocument/2006/relationships/slideLayout" Target="../slideLayouts/slideLayout73.xml"/><Relationship Id="rId60" Type="http://schemas.openxmlformats.org/officeDocument/2006/relationships/slideLayout" Target="../slideLayouts/slideLayout81.xml"/><Relationship Id="rId65" Type="http://schemas.openxmlformats.org/officeDocument/2006/relationships/slideLayout" Target="../slideLayouts/slideLayout86.xml"/><Relationship Id="rId73" Type="http://schemas.openxmlformats.org/officeDocument/2006/relationships/slideLayout" Target="../slideLayouts/slideLayout9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9" Type="http://schemas.openxmlformats.org/officeDocument/2006/relationships/slideLayout" Target="../slideLayouts/slideLayout60.xml"/><Relationship Id="rId34" Type="http://schemas.openxmlformats.org/officeDocument/2006/relationships/slideLayout" Target="../slideLayouts/slideLayout55.xml"/><Relationship Id="rId50" Type="http://schemas.openxmlformats.org/officeDocument/2006/relationships/slideLayout" Target="../slideLayouts/slideLayout71.xml"/><Relationship Id="rId55" Type="http://schemas.openxmlformats.org/officeDocument/2006/relationships/slideLayout" Target="../slideLayouts/slideLayout76.xml"/><Relationship Id="rId76" Type="http://schemas.openxmlformats.org/officeDocument/2006/relationships/image" Target="../media/image17.png"/><Relationship Id="rId7" Type="http://schemas.openxmlformats.org/officeDocument/2006/relationships/slideLayout" Target="../slideLayouts/slideLayout28.xml"/><Relationship Id="rId71" Type="http://schemas.openxmlformats.org/officeDocument/2006/relationships/slideLayout" Target="../slideLayouts/slideLayout92.xml"/><Relationship Id="rId2" Type="http://schemas.openxmlformats.org/officeDocument/2006/relationships/slideLayout" Target="../slideLayouts/slideLayout23.xml"/><Relationship Id="rId29"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8.xml"/><Relationship Id="rId18" Type="http://schemas.openxmlformats.org/officeDocument/2006/relationships/slideLayout" Target="../slideLayouts/slideLayout113.xml"/><Relationship Id="rId26" Type="http://schemas.openxmlformats.org/officeDocument/2006/relationships/slideLayout" Target="../slideLayouts/slideLayout121.xml"/><Relationship Id="rId3" Type="http://schemas.openxmlformats.org/officeDocument/2006/relationships/slideLayout" Target="../slideLayouts/slideLayout98.xml"/><Relationship Id="rId21" Type="http://schemas.openxmlformats.org/officeDocument/2006/relationships/slideLayout" Target="../slideLayouts/slideLayout116.xml"/><Relationship Id="rId34" Type="http://schemas.openxmlformats.org/officeDocument/2006/relationships/theme" Target="../theme/theme3.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slideLayout" Target="../slideLayouts/slideLayout112.xml"/><Relationship Id="rId25" Type="http://schemas.openxmlformats.org/officeDocument/2006/relationships/slideLayout" Target="../slideLayouts/slideLayout120.xml"/><Relationship Id="rId33" Type="http://schemas.openxmlformats.org/officeDocument/2006/relationships/slideLayout" Target="../slideLayouts/slideLayout128.xml"/><Relationship Id="rId2" Type="http://schemas.openxmlformats.org/officeDocument/2006/relationships/slideLayout" Target="../slideLayouts/slideLayout97.xml"/><Relationship Id="rId16" Type="http://schemas.openxmlformats.org/officeDocument/2006/relationships/slideLayout" Target="../slideLayouts/slideLayout111.xml"/><Relationship Id="rId20" Type="http://schemas.openxmlformats.org/officeDocument/2006/relationships/slideLayout" Target="../slideLayouts/slideLayout115.xml"/><Relationship Id="rId29" Type="http://schemas.openxmlformats.org/officeDocument/2006/relationships/slideLayout" Target="../slideLayouts/slideLayout124.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24" Type="http://schemas.openxmlformats.org/officeDocument/2006/relationships/slideLayout" Target="../slideLayouts/slideLayout119.xml"/><Relationship Id="rId32" Type="http://schemas.openxmlformats.org/officeDocument/2006/relationships/slideLayout" Target="../slideLayouts/slideLayout127.xml"/><Relationship Id="rId5" Type="http://schemas.openxmlformats.org/officeDocument/2006/relationships/slideLayout" Target="../slideLayouts/slideLayout100.xml"/><Relationship Id="rId15" Type="http://schemas.openxmlformats.org/officeDocument/2006/relationships/slideLayout" Target="../slideLayouts/slideLayout110.xml"/><Relationship Id="rId23" Type="http://schemas.openxmlformats.org/officeDocument/2006/relationships/slideLayout" Target="../slideLayouts/slideLayout118.xml"/><Relationship Id="rId28" Type="http://schemas.openxmlformats.org/officeDocument/2006/relationships/slideLayout" Target="../slideLayouts/slideLayout123.xml"/><Relationship Id="rId36" Type="http://schemas.openxmlformats.org/officeDocument/2006/relationships/image" Target="../media/image18.svg"/><Relationship Id="rId10" Type="http://schemas.openxmlformats.org/officeDocument/2006/relationships/slideLayout" Target="../slideLayouts/slideLayout105.xml"/><Relationship Id="rId19" Type="http://schemas.openxmlformats.org/officeDocument/2006/relationships/slideLayout" Target="../slideLayouts/slideLayout114.xml"/><Relationship Id="rId31" Type="http://schemas.openxmlformats.org/officeDocument/2006/relationships/slideLayout" Target="../slideLayouts/slideLayout126.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 Id="rId22" Type="http://schemas.openxmlformats.org/officeDocument/2006/relationships/slideLayout" Target="../slideLayouts/slideLayout117.xml"/><Relationship Id="rId27" Type="http://schemas.openxmlformats.org/officeDocument/2006/relationships/slideLayout" Target="../slideLayouts/slideLayout122.xml"/><Relationship Id="rId30" Type="http://schemas.openxmlformats.org/officeDocument/2006/relationships/slideLayout" Target="../slideLayouts/slideLayout125.xml"/><Relationship Id="rId35" Type="http://schemas.openxmlformats.org/officeDocument/2006/relationships/image" Target="../media/image17.png"/><Relationship Id="rId8" Type="http://schemas.openxmlformats.org/officeDocument/2006/relationships/slideLayout" Target="../slideLayouts/slideLayout10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1.xml"/><Relationship Id="rId18" Type="http://schemas.openxmlformats.org/officeDocument/2006/relationships/slideLayout" Target="../slideLayouts/slideLayout146.xml"/><Relationship Id="rId26" Type="http://schemas.openxmlformats.org/officeDocument/2006/relationships/slideLayout" Target="../slideLayouts/slideLayout154.xml"/><Relationship Id="rId39" Type="http://schemas.openxmlformats.org/officeDocument/2006/relationships/slideLayout" Target="../slideLayouts/slideLayout167.xml"/><Relationship Id="rId21" Type="http://schemas.openxmlformats.org/officeDocument/2006/relationships/slideLayout" Target="../slideLayouts/slideLayout149.xml"/><Relationship Id="rId34" Type="http://schemas.openxmlformats.org/officeDocument/2006/relationships/slideLayout" Target="../slideLayouts/slideLayout162.xml"/><Relationship Id="rId42" Type="http://schemas.openxmlformats.org/officeDocument/2006/relationships/image" Target="../media/image16.svg"/><Relationship Id="rId7" Type="http://schemas.openxmlformats.org/officeDocument/2006/relationships/slideLayout" Target="../slideLayouts/slideLayout135.xml"/><Relationship Id="rId2" Type="http://schemas.openxmlformats.org/officeDocument/2006/relationships/slideLayout" Target="../slideLayouts/slideLayout130.xml"/><Relationship Id="rId16" Type="http://schemas.openxmlformats.org/officeDocument/2006/relationships/slideLayout" Target="../slideLayouts/slideLayout144.xml"/><Relationship Id="rId20" Type="http://schemas.openxmlformats.org/officeDocument/2006/relationships/slideLayout" Target="../slideLayouts/slideLayout148.xml"/><Relationship Id="rId29" Type="http://schemas.openxmlformats.org/officeDocument/2006/relationships/slideLayout" Target="../slideLayouts/slideLayout157.xml"/><Relationship Id="rId41" Type="http://schemas.openxmlformats.org/officeDocument/2006/relationships/image" Target="../media/image15.png"/><Relationship Id="rId1" Type="http://schemas.openxmlformats.org/officeDocument/2006/relationships/slideLayout" Target="../slideLayouts/slideLayout129.xml"/><Relationship Id="rId6" Type="http://schemas.openxmlformats.org/officeDocument/2006/relationships/slideLayout" Target="../slideLayouts/slideLayout134.xml"/><Relationship Id="rId11" Type="http://schemas.openxmlformats.org/officeDocument/2006/relationships/slideLayout" Target="../slideLayouts/slideLayout139.xml"/><Relationship Id="rId24" Type="http://schemas.openxmlformats.org/officeDocument/2006/relationships/slideLayout" Target="../slideLayouts/slideLayout152.xml"/><Relationship Id="rId32" Type="http://schemas.openxmlformats.org/officeDocument/2006/relationships/slideLayout" Target="../slideLayouts/slideLayout160.xml"/><Relationship Id="rId37" Type="http://schemas.openxmlformats.org/officeDocument/2006/relationships/slideLayout" Target="../slideLayouts/slideLayout165.xml"/><Relationship Id="rId40" Type="http://schemas.openxmlformats.org/officeDocument/2006/relationships/theme" Target="../theme/theme4.xml"/><Relationship Id="rId5" Type="http://schemas.openxmlformats.org/officeDocument/2006/relationships/slideLayout" Target="../slideLayouts/slideLayout133.xml"/><Relationship Id="rId15" Type="http://schemas.openxmlformats.org/officeDocument/2006/relationships/slideLayout" Target="../slideLayouts/slideLayout143.xml"/><Relationship Id="rId23" Type="http://schemas.openxmlformats.org/officeDocument/2006/relationships/slideLayout" Target="../slideLayouts/slideLayout151.xml"/><Relationship Id="rId28" Type="http://schemas.openxmlformats.org/officeDocument/2006/relationships/slideLayout" Target="../slideLayouts/slideLayout156.xml"/><Relationship Id="rId36" Type="http://schemas.openxmlformats.org/officeDocument/2006/relationships/slideLayout" Target="../slideLayouts/slideLayout164.xml"/><Relationship Id="rId10" Type="http://schemas.openxmlformats.org/officeDocument/2006/relationships/slideLayout" Target="../slideLayouts/slideLayout138.xml"/><Relationship Id="rId19" Type="http://schemas.openxmlformats.org/officeDocument/2006/relationships/slideLayout" Target="../slideLayouts/slideLayout147.xml"/><Relationship Id="rId31" Type="http://schemas.openxmlformats.org/officeDocument/2006/relationships/slideLayout" Target="../slideLayouts/slideLayout159.xml"/><Relationship Id="rId4" Type="http://schemas.openxmlformats.org/officeDocument/2006/relationships/slideLayout" Target="../slideLayouts/slideLayout132.xml"/><Relationship Id="rId9" Type="http://schemas.openxmlformats.org/officeDocument/2006/relationships/slideLayout" Target="../slideLayouts/slideLayout137.xml"/><Relationship Id="rId14" Type="http://schemas.openxmlformats.org/officeDocument/2006/relationships/slideLayout" Target="../slideLayouts/slideLayout142.xml"/><Relationship Id="rId22" Type="http://schemas.openxmlformats.org/officeDocument/2006/relationships/slideLayout" Target="../slideLayouts/slideLayout150.xml"/><Relationship Id="rId27" Type="http://schemas.openxmlformats.org/officeDocument/2006/relationships/slideLayout" Target="../slideLayouts/slideLayout155.xml"/><Relationship Id="rId30" Type="http://schemas.openxmlformats.org/officeDocument/2006/relationships/slideLayout" Target="../slideLayouts/slideLayout158.xml"/><Relationship Id="rId35" Type="http://schemas.openxmlformats.org/officeDocument/2006/relationships/slideLayout" Target="../slideLayouts/slideLayout163.xml"/><Relationship Id="rId8" Type="http://schemas.openxmlformats.org/officeDocument/2006/relationships/slideLayout" Target="../slideLayouts/slideLayout136.xml"/><Relationship Id="rId3" Type="http://schemas.openxmlformats.org/officeDocument/2006/relationships/slideLayout" Target="../slideLayouts/slideLayout131.xml"/><Relationship Id="rId12" Type="http://schemas.openxmlformats.org/officeDocument/2006/relationships/slideLayout" Target="../slideLayouts/slideLayout140.xml"/><Relationship Id="rId17" Type="http://schemas.openxmlformats.org/officeDocument/2006/relationships/slideLayout" Target="../slideLayouts/slideLayout145.xml"/><Relationship Id="rId25" Type="http://schemas.openxmlformats.org/officeDocument/2006/relationships/slideLayout" Target="../slideLayouts/slideLayout153.xml"/><Relationship Id="rId33" Type="http://schemas.openxmlformats.org/officeDocument/2006/relationships/slideLayout" Target="../slideLayouts/slideLayout161.xml"/><Relationship Id="rId38" Type="http://schemas.openxmlformats.org/officeDocument/2006/relationships/slideLayout" Target="../slideLayouts/slideLayout16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80.xml"/><Relationship Id="rId18" Type="http://schemas.openxmlformats.org/officeDocument/2006/relationships/slideLayout" Target="../slideLayouts/slideLayout185.xml"/><Relationship Id="rId26" Type="http://schemas.openxmlformats.org/officeDocument/2006/relationships/slideLayout" Target="../slideLayouts/slideLayout193.xml"/><Relationship Id="rId3" Type="http://schemas.openxmlformats.org/officeDocument/2006/relationships/slideLayout" Target="../slideLayouts/slideLayout170.xml"/><Relationship Id="rId21" Type="http://schemas.openxmlformats.org/officeDocument/2006/relationships/slideLayout" Target="../slideLayouts/slideLayout188.xml"/><Relationship Id="rId34" Type="http://schemas.openxmlformats.org/officeDocument/2006/relationships/theme" Target="../theme/theme5.xml"/><Relationship Id="rId7" Type="http://schemas.openxmlformats.org/officeDocument/2006/relationships/slideLayout" Target="../slideLayouts/slideLayout174.xml"/><Relationship Id="rId12" Type="http://schemas.openxmlformats.org/officeDocument/2006/relationships/slideLayout" Target="../slideLayouts/slideLayout179.xml"/><Relationship Id="rId17" Type="http://schemas.openxmlformats.org/officeDocument/2006/relationships/slideLayout" Target="../slideLayouts/slideLayout184.xml"/><Relationship Id="rId25" Type="http://schemas.openxmlformats.org/officeDocument/2006/relationships/slideLayout" Target="../slideLayouts/slideLayout192.xml"/><Relationship Id="rId33" Type="http://schemas.openxmlformats.org/officeDocument/2006/relationships/slideLayout" Target="../slideLayouts/slideLayout200.xml"/><Relationship Id="rId2" Type="http://schemas.openxmlformats.org/officeDocument/2006/relationships/slideLayout" Target="../slideLayouts/slideLayout169.xml"/><Relationship Id="rId16" Type="http://schemas.openxmlformats.org/officeDocument/2006/relationships/slideLayout" Target="../slideLayouts/slideLayout183.xml"/><Relationship Id="rId20" Type="http://schemas.openxmlformats.org/officeDocument/2006/relationships/slideLayout" Target="../slideLayouts/slideLayout187.xml"/><Relationship Id="rId29" Type="http://schemas.openxmlformats.org/officeDocument/2006/relationships/slideLayout" Target="../slideLayouts/slideLayout196.xml"/><Relationship Id="rId1" Type="http://schemas.openxmlformats.org/officeDocument/2006/relationships/slideLayout" Target="../slideLayouts/slideLayout168.xml"/><Relationship Id="rId6" Type="http://schemas.openxmlformats.org/officeDocument/2006/relationships/slideLayout" Target="../slideLayouts/slideLayout173.xml"/><Relationship Id="rId11" Type="http://schemas.openxmlformats.org/officeDocument/2006/relationships/slideLayout" Target="../slideLayouts/slideLayout178.xml"/><Relationship Id="rId24" Type="http://schemas.openxmlformats.org/officeDocument/2006/relationships/slideLayout" Target="../slideLayouts/slideLayout191.xml"/><Relationship Id="rId32" Type="http://schemas.openxmlformats.org/officeDocument/2006/relationships/slideLayout" Target="../slideLayouts/slideLayout199.xml"/><Relationship Id="rId5" Type="http://schemas.openxmlformats.org/officeDocument/2006/relationships/slideLayout" Target="../slideLayouts/slideLayout172.xml"/><Relationship Id="rId15" Type="http://schemas.openxmlformats.org/officeDocument/2006/relationships/slideLayout" Target="../slideLayouts/slideLayout182.xml"/><Relationship Id="rId23" Type="http://schemas.openxmlformats.org/officeDocument/2006/relationships/slideLayout" Target="../slideLayouts/slideLayout190.xml"/><Relationship Id="rId28" Type="http://schemas.openxmlformats.org/officeDocument/2006/relationships/slideLayout" Target="../slideLayouts/slideLayout195.xml"/><Relationship Id="rId36" Type="http://schemas.openxmlformats.org/officeDocument/2006/relationships/image" Target="../media/image18.svg"/><Relationship Id="rId10" Type="http://schemas.openxmlformats.org/officeDocument/2006/relationships/slideLayout" Target="../slideLayouts/slideLayout177.xml"/><Relationship Id="rId19" Type="http://schemas.openxmlformats.org/officeDocument/2006/relationships/slideLayout" Target="../slideLayouts/slideLayout186.xml"/><Relationship Id="rId31" Type="http://schemas.openxmlformats.org/officeDocument/2006/relationships/slideLayout" Target="../slideLayouts/slideLayout198.xml"/><Relationship Id="rId4" Type="http://schemas.openxmlformats.org/officeDocument/2006/relationships/slideLayout" Target="../slideLayouts/slideLayout171.xml"/><Relationship Id="rId9" Type="http://schemas.openxmlformats.org/officeDocument/2006/relationships/slideLayout" Target="../slideLayouts/slideLayout176.xml"/><Relationship Id="rId14" Type="http://schemas.openxmlformats.org/officeDocument/2006/relationships/slideLayout" Target="../slideLayouts/slideLayout181.xml"/><Relationship Id="rId22" Type="http://schemas.openxmlformats.org/officeDocument/2006/relationships/slideLayout" Target="../slideLayouts/slideLayout189.xml"/><Relationship Id="rId27" Type="http://schemas.openxmlformats.org/officeDocument/2006/relationships/slideLayout" Target="../slideLayouts/slideLayout194.xml"/><Relationship Id="rId30" Type="http://schemas.openxmlformats.org/officeDocument/2006/relationships/slideLayout" Target="../slideLayouts/slideLayout197.xml"/><Relationship Id="rId35" Type="http://schemas.openxmlformats.org/officeDocument/2006/relationships/image" Target="../media/image17.png"/><Relationship Id="rId8" Type="http://schemas.openxmlformats.org/officeDocument/2006/relationships/slideLayout" Target="../slideLayouts/slideLayout17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13.xml"/><Relationship Id="rId18" Type="http://schemas.openxmlformats.org/officeDocument/2006/relationships/slideLayout" Target="../slideLayouts/slideLayout218.xml"/><Relationship Id="rId26" Type="http://schemas.openxmlformats.org/officeDocument/2006/relationships/slideLayout" Target="../slideLayouts/slideLayout226.xml"/><Relationship Id="rId3" Type="http://schemas.openxmlformats.org/officeDocument/2006/relationships/slideLayout" Target="../slideLayouts/slideLayout203.xml"/><Relationship Id="rId21" Type="http://schemas.openxmlformats.org/officeDocument/2006/relationships/slideLayout" Target="../slideLayouts/slideLayout221.xml"/><Relationship Id="rId34" Type="http://schemas.openxmlformats.org/officeDocument/2006/relationships/theme" Target="../theme/theme6.xml"/><Relationship Id="rId7" Type="http://schemas.openxmlformats.org/officeDocument/2006/relationships/slideLayout" Target="../slideLayouts/slideLayout207.xml"/><Relationship Id="rId12" Type="http://schemas.openxmlformats.org/officeDocument/2006/relationships/slideLayout" Target="../slideLayouts/slideLayout212.xml"/><Relationship Id="rId17" Type="http://schemas.openxmlformats.org/officeDocument/2006/relationships/slideLayout" Target="../slideLayouts/slideLayout217.xml"/><Relationship Id="rId25" Type="http://schemas.openxmlformats.org/officeDocument/2006/relationships/slideLayout" Target="../slideLayouts/slideLayout225.xml"/><Relationship Id="rId33" Type="http://schemas.openxmlformats.org/officeDocument/2006/relationships/slideLayout" Target="../slideLayouts/slideLayout233.xml"/><Relationship Id="rId2" Type="http://schemas.openxmlformats.org/officeDocument/2006/relationships/slideLayout" Target="../slideLayouts/slideLayout202.xml"/><Relationship Id="rId16" Type="http://schemas.openxmlformats.org/officeDocument/2006/relationships/slideLayout" Target="../slideLayouts/slideLayout216.xml"/><Relationship Id="rId20" Type="http://schemas.openxmlformats.org/officeDocument/2006/relationships/slideLayout" Target="../slideLayouts/slideLayout220.xml"/><Relationship Id="rId29" Type="http://schemas.openxmlformats.org/officeDocument/2006/relationships/slideLayout" Target="../slideLayouts/slideLayout229.xml"/><Relationship Id="rId1" Type="http://schemas.openxmlformats.org/officeDocument/2006/relationships/slideLayout" Target="../slideLayouts/slideLayout201.xml"/><Relationship Id="rId6" Type="http://schemas.openxmlformats.org/officeDocument/2006/relationships/slideLayout" Target="../slideLayouts/slideLayout206.xml"/><Relationship Id="rId11" Type="http://schemas.openxmlformats.org/officeDocument/2006/relationships/slideLayout" Target="../slideLayouts/slideLayout211.xml"/><Relationship Id="rId24" Type="http://schemas.openxmlformats.org/officeDocument/2006/relationships/slideLayout" Target="../slideLayouts/slideLayout224.xml"/><Relationship Id="rId32" Type="http://schemas.openxmlformats.org/officeDocument/2006/relationships/slideLayout" Target="../slideLayouts/slideLayout232.xml"/><Relationship Id="rId5" Type="http://schemas.openxmlformats.org/officeDocument/2006/relationships/slideLayout" Target="../slideLayouts/slideLayout205.xml"/><Relationship Id="rId15" Type="http://schemas.openxmlformats.org/officeDocument/2006/relationships/slideLayout" Target="../slideLayouts/slideLayout215.xml"/><Relationship Id="rId23" Type="http://schemas.openxmlformats.org/officeDocument/2006/relationships/slideLayout" Target="../slideLayouts/slideLayout223.xml"/><Relationship Id="rId28" Type="http://schemas.openxmlformats.org/officeDocument/2006/relationships/slideLayout" Target="../slideLayouts/slideLayout228.xml"/><Relationship Id="rId36" Type="http://schemas.openxmlformats.org/officeDocument/2006/relationships/image" Target="../media/image67.svg"/><Relationship Id="rId10" Type="http://schemas.openxmlformats.org/officeDocument/2006/relationships/slideLayout" Target="../slideLayouts/slideLayout210.xml"/><Relationship Id="rId19" Type="http://schemas.openxmlformats.org/officeDocument/2006/relationships/slideLayout" Target="../slideLayouts/slideLayout219.xml"/><Relationship Id="rId31" Type="http://schemas.openxmlformats.org/officeDocument/2006/relationships/slideLayout" Target="../slideLayouts/slideLayout231.xml"/><Relationship Id="rId4" Type="http://schemas.openxmlformats.org/officeDocument/2006/relationships/slideLayout" Target="../slideLayouts/slideLayout204.xml"/><Relationship Id="rId9" Type="http://schemas.openxmlformats.org/officeDocument/2006/relationships/slideLayout" Target="../slideLayouts/slideLayout209.xml"/><Relationship Id="rId14" Type="http://schemas.openxmlformats.org/officeDocument/2006/relationships/slideLayout" Target="../slideLayouts/slideLayout214.xml"/><Relationship Id="rId22" Type="http://schemas.openxmlformats.org/officeDocument/2006/relationships/slideLayout" Target="../slideLayouts/slideLayout222.xml"/><Relationship Id="rId27" Type="http://schemas.openxmlformats.org/officeDocument/2006/relationships/slideLayout" Target="../slideLayouts/slideLayout227.xml"/><Relationship Id="rId30" Type="http://schemas.openxmlformats.org/officeDocument/2006/relationships/slideLayout" Target="../slideLayouts/slideLayout230.xml"/><Relationship Id="rId35" Type="http://schemas.openxmlformats.org/officeDocument/2006/relationships/image" Target="../media/image66.png"/><Relationship Id="rId8" Type="http://schemas.openxmlformats.org/officeDocument/2006/relationships/slideLayout" Target="../slideLayouts/slideLayout208.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236.xml"/><Relationship Id="rId7" Type="http://schemas.openxmlformats.org/officeDocument/2006/relationships/slideLayout" Target="../slideLayouts/slideLayout240.xml"/><Relationship Id="rId2" Type="http://schemas.openxmlformats.org/officeDocument/2006/relationships/slideLayout" Target="../slideLayouts/slideLayout235.xml"/><Relationship Id="rId1" Type="http://schemas.openxmlformats.org/officeDocument/2006/relationships/slideLayout" Target="../slideLayouts/slideLayout234.xml"/><Relationship Id="rId6" Type="http://schemas.openxmlformats.org/officeDocument/2006/relationships/slideLayout" Target="../slideLayouts/slideLayout239.xml"/><Relationship Id="rId5" Type="http://schemas.openxmlformats.org/officeDocument/2006/relationships/slideLayout" Target="../slideLayouts/slideLayout238.xml"/><Relationship Id="rId10" Type="http://schemas.openxmlformats.org/officeDocument/2006/relationships/image" Target="../media/image18.svg"/><Relationship Id="rId4" Type="http://schemas.openxmlformats.org/officeDocument/2006/relationships/slideLayout" Target="../slideLayouts/slideLayout237.xml"/><Relationship Id="rId9" Type="http://schemas.openxmlformats.org/officeDocument/2006/relationships/image" Target="../media/image17.png"/></Relationships>
</file>

<file path=ppt/slideMasters/_rels/slideMaster8.xml.rels><?xml version="1.0" encoding="UTF-8" standalone="yes"?>
<Relationships xmlns="http://schemas.openxmlformats.org/package/2006/relationships"><Relationship Id="rId117" Type="http://schemas.openxmlformats.org/officeDocument/2006/relationships/slideLayout" Target="../slideLayouts/slideLayout357.xml"/><Relationship Id="rId21" Type="http://schemas.openxmlformats.org/officeDocument/2006/relationships/slideLayout" Target="../slideLayouts/slideLayout261.xml"/><Relationship Id="rId42" Type="http://schemas.openxmlformats.org/officeDocument/2006/relationships/slideLayout" Target="../slideLayouts/slideLayout282.xml"/><Relationship Id="rId63" Type="http://schemas.openxmlformats.org/officeDocument/2006/relationships/slideLayout" Target="../slideLayouts/slideLayout303.xml"/><Relationship Id="rId84" Type="http://schemas.openxmlformats.org/officeDocument/2006/relationships/slideLayout" Target="../slideLayouts/slideLayout324.xml"/><Relationship Id="rId138" Type="http://schemas.openxmlformats.org/officeDocument/2006/relationships/slideLayout" Target="../slideLayouts/slideLayout378.xml"/><Relationship Id="rId107" Type="http://schemas.openxmlformats.org/officeDocument/2006/relationships/slideLayout" Target="../slideLayouts/slideLayout347.xml"/><Relationship Id="rId11" Type="http://schemas.openxmlformats.org/officeDocument/2006/relationships/slideLayout" Target="../slideLayouts/slideLayout251.xml"/><Relationship Id="rId32" Type="http://schemas.openxmlformats.org/officeDocument/2006/relationships/slideLayout" Target="../slideLayouts/slideLayout272.xml"/><Relationship Id="rId37" Type="http://schemas.openxmlformats.org/officeDocument/2006/relationships/slideLayout" Target="../slideLayouts/slideLayout277.xml"/><Relationship Id="rId53" Type="http://schemas.openxmlformats.org/officeDocument/2006/relationships/slideLayout" Target="../slideLayouts/slideLayout293.xml"/><Relationship Id="rId58" Type="http://schemas.openxmlformats.org/officeDocument/2006/relationships/slideLayout" Target="../slideLayouts/slideLayout298.xml"/><Relationship Id="rId74" Type="http://schemas.openxmlformats.org/officeDocument/2006/relationships/slideLayout" Target="../slideLayouts/slideLayout314.xml"/><Relationship Id="rId79" Type="http://schemas.openxmlformats.org/officeDocument/2006/relationships/slideLayout" Target="../slideLayouts/slideLayout319.xml"/><Relationship Id="rId102" Type="http://schemas.openxmlformats.org/officeDocument/2006/relationships/slideLayout" Target="../slideLayouts/slideLayout342.xml"/><Relationship Id="rId123" Type="http://schemas.openxmlformats.org/officeDocument/2006/relationships/slideLayout" Target="../slideLayouts/slideLayout363.xml"/><Relationship Id="rId128" Type="http://schemas.openxmlformats.org/officeDocument/2006/relationships/slideLayout" Target="../slideLayouts/slideLayout368.xml"/><Relationship Id="rId5" Type="http://schemas.openxmlformats.org/officeDocument/2006/relationships/slideLayout" Target="../slideLayouts/slideLayout245.xml"/><Relationship Id="rId90" Type="http://schemas.openxmlformats.org/officeDocument/2006/relationships/slideLayout" Target="../slideLayouts/slideLayout330.xml"/><Relationship Id="rId95" Type="http://schemas.openxmlformats.org/officeDocument/2006/relationships/slideLayout" Target="../slideLayouts/slideLayout335.xml"/><Relationship Id="rId22" Type="http://schemas.openxmlformats.org/officeDocument/2006/relationships/slideLayout" Target="../slideLayouts/slideLayout262.xml"/><Relationship Id="rId27" Type="http://schemas.openxmlformats.org/officeDocument/2006/relationships/slideLayout" Target="../slideLayouts/slideLayout267.xml"/><Relationship Id="rId43" Type="http://schemas.openxmlformats.org/officeDocument/2006/relationships/slideLayout" Target="../slideLayouts/slideLayout283.xml"/><Relationship Id="rId48" Type="http://schemas.openxmlformats.org/officeDocument/2006/relationships/slideLayout" Target="../slideLayouts/slideLayout288.xml"/><Relationship Id="rId64" Type="http://schemas.openxmlformats.org/officeDocument/2006/relationships/slideLayout" Target="../slideLayouts/slideLayout304.xml"/><Relationship Id="rId69" Type="http://schemas.openxmlformats.org/officeDocument/2006/relationships/slideLayout" Target="../slideLayouts/slideLayout309.xml"/><Relationship Id="rId113" Type="http://schemas.openxmlformats.org/officeDocument/2006/relationships/slideLayout" Target="../slideLayouts/slideLayout353.xml"/><Relationship Id="rId118" Type="http://schemas.openxmlformats.org/officeDocument/2006/relationships/slideLayout" Target="../slideLayouts/slideLayout358.xml"/><Relationship Id="rId134" Type="http://schemas.openxmlformats.org/officeDocument/2006/relationships/slideLayout" Target="../slideLayouts/slideLayout374.xml"/><Relationship Id="rId139" Type="http://schemas.openxmlformats.org/officeDocument/2006/relationships/slideLayout" Target="../slideLayouts/slideLayout379.xml"/><Relationship Id="rId80" Type="http://schemas.openxmlformats.org/officeDocument/2006/relationships/slideLayout" Target="../slideLayouts/slideLayout320.xml"/><Relationship Id="rId85" Type="http://schemas.openxmlformats.org/officeDocument/2006/relationships/slideLayout" Target="../slideLayouts/slideLayout325.xml"/><Relationship Id="rId12" Type="http://schemas.openxmlformats.org/officeDocument/2006/relationships/slideLayout" Target="../slideLayouts/slideLayout252.xml"/><Relationship Id="rId17" Type="http://schemas.openxmlformats.org/officeDocument/2006/relationships/slideLayout" Target="../slideLayouts/slideLayout257.xml"/><Relationship Id="rId33" Type="http://schemas.openxmlformats.org/officeDocument/2006/relationships/slideLayout" Target="../slideLayouts/slideLayout273.xml"/><Relationship Id="rId38" Type="http://schemas.openxmlformats.org/officeDocument/2006/relationships/slideLayout" Target="../slideLayouts/slideLayout278.xml"/><Relationship Id="rId59" Type="http://schemas.openxmlformats.org/officeDocument/2006/relationships/slideLayout" Target="../slideLayouts/slideLayout299.xml"/><Relationship Id="rId103" Type="http://schemas.openxmlformats.org/officeDocument/2006/relationships/slideLayout" Target="../slideLayouts/slideLayout343.xml"/><Relationship Id="rId108" Type="http://schemas.openxmlformats.org/officeDocument/2006/relationships/slideLayout" Target="../slideLayouts/slideLayout348.xml"/><Relationship Id="rId124" Type="http://schemas.openxmlformats.org/officeDocument/2006/relationships/slideLayout" Target="../slideLayouts/slideLayout364.xml"/><Relationship Id="rId129" Type="http://schemas.openxmlformats.org/officeDocument/2006/relationships/slideLayout" Target="../slideLayouts/slideLayout369.xml"/><Relationship Id="rId54" Type="http://schemas.openxmlformats.org/officeDocument/2006/relationships/slideLayout" Target="../slideLayouts/slideLayout294.xml"/><Relationship Id="rId70" Type="http://schemas.openxmlformats.org/officeDocument/2006/relationships/slideLayout" Target="../slideLayouts/slideLayout310.xml"/><Relationship Id="rId75" Type="http://schemas.openxmlformats.org/officeDocument/2006/relationships/slideLayout" Target="../slideLayouts/slideLayout315.xml"/><Relationship Id="rId91" Type="http://schemas.openxmlformats.org/officeDocument/2006/relationships/slideLayout" Target="../slideLayouts/slideLayout331.xml"/><Relationship Id="rId96" Type="http://schemas.openxmlformats.org/officeDocument/2006/relationships/slideLayout" Target="../slideLayouts/slideLayout336.xml"/><Relationship Id="rId140" Type="http://schemas.openxmlformats.org/officeDocument/2006/relationships/slideLayout" Target="../slideLayouts/slideLayout380.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23" Type="http://schemas.openxmlformats.org/officeDocument/2006/relationships/slideLayout" Target="../slideLayouts/slideLayout263.xml"/><Relationship Id="rId28" Type="http://schemas.openxmlformats.org/officeDocument/2006/relationships/slideLayout" Target="../slideLayouts/slideLayout268.xml"/><Relationship Id="rId49" Type="http://schemas.openxmlformats.org/officeDocument/2006/relationships/slideLayout" Target="../slideLayouts/slideLayout289.xml"/><Relationship Id="rId114" Type="http://schemas.openxmlformats.org/officeDocument/2006/relationships/slideLayout" Target="../slideLayouts/slideLayout354.xml"/><Relationship Id="rId119" Type="http://schemas.openxmlformats.org/officeDocument/2006/relationships/slideLayout" Target="../slideLayouts/slideLayout359.xml"/><Relationship Id="rId44" Type="http://schemas.openxmlformats.org/officeDocument/2006/relationships/slideLayout" Target="../slideLayouts/slideLayout284.xml"/><Relationship Id="rId60" Type="http://schemas.openxmlformats.org/officeDocument/2006/relationships/slideLayout" Target="../slideLayouts/slideLayout300.xml"/><Relationship Id="rId65" Type="http://schemas.openxmlformats.org/officeDocument/2006/relationships/slideLayout" Target="../slideLayouts/slideLayout305.xml"/><Relationship Id="rId81" Type="http://schemas.openxmlformats.org/officeDocument/2006/relationships/slideLayout" Target="../slideLayouts/slideLayout321.xml"/><Relationship Id="rId86" Type="http://schemas.openxmlformats.org/officeDocument/2006/relationships/slideLayout" Target="../slideLayouts/slideLayout326.xml"/><Relationship Id="rId130" Type="http://schemas.openxmlformats.org/officeDocument/2006/relationships/slideLayout" Target="../slideLayouts/slideLayout370.xml"/><Relationship Id="rId135" Type="http://schemas.openxmlformats.org/officeDocument/2006/relationships/slideLayout" Target="../slideLayouts/slideLayout375.xml"/><Relationship Id="rId13" Type="http://schemas.openxmlformats.org/officeDocument/2006/relationships/slideLayout" Target="../slideLayouts/slideLayout253.xml"/><Relationship Id="rId18" Type="http://schemas.openxmlformats.org/officeDocument/2006/relationships/slideLayout" Target="../slideLayouts/slideLayout258.xml"/><Relationship Id="rId39" Type="http://schemas.openxmlformats.org/officeDocument/2006/relationships/slideLayout" Target="../slideLayouts/slideLayout279.xml"/><Relationship Id="rId109" Type="http://schemas.openxmlformats.org/officeDocument/2006/relationships/slideLayout" Target="../slideLayouts/slideLayout349.xml"/><Relationship Id="rId34" Type="http://schemas.openxmlformats.org/officeDocument/2006/relationships/slideLayout" Target="../slideLayouts/slideLayout274.xml"/><Relationship Id="rId50" Type="http://schemas.openxmlformats.org/officeDocument/2006/relationships/slideLayout" Target="../slideLayouts/slideLayout290.xml"/><Relationship Id="rId55" Type="http://schemas.openxmlformats.org/officeDocument/2006/relationships/slideLayout" Target="../slideLayouts/slideLayout295.xml"/><Relationship Id="rId76" Type="http://schemas.openxmlformats.org/officeDocument/2006/relationships/slideLayout" Target="../slideLayouts/slideLayout316.xml"/><Relationship Id="rId97" Type="http://schemas.openxmlformats.org/officeDocument/2006/relationships/slideLayout" Target="../slideLayouts/slideLayout337.xml"/><Relationship Id="rId104" Type="http://schemas.openxmlformats.org/officeDocument/2006/relationships/slideLayout" Target="../slideLayouts/slideLayout344.xml"/><Relationship Id="rId120" Type="http://schemas.openxmlformats.org/officeDocument/2006/relationships/slideLayout" Target="../slideLayouts/slideLayout360.xml"/><Relationship Id="rId125" Type="http://schemas.openxmlformats.org/officeDocument/2006/relationships/slideLayout" Target="../slideLayouts/slideLayout365.xml"/><Relationship Id="rId141" Type="http://schemas.openxmlformats.org/officeDocument/2006/relationships/theme" Target="../theme/theme8.xml"/><Relationship Id="rId7" Type="http://schemas.openxmlformats.org/officeDocument/2006/relationships/slideLayout" Target="../slideLayouts/slideLayout247.xml"/><Relationship Id="rId71" Type="http://schemas.openxmlformats.org/officeDocument/2006/relationships/slideLayout" Target="../slideLayouts/slideLayout311.xml"/><Relationship Id="rId92" Type="http://schemas.openxmlformats.org/officeDocument/2006/relationships/slideLayout" Target="../slideLayouts/slideLayout332.xml"/><Relationship Id="rId2" Type="http://schemas.openxmlformats.org/officeDocument/2006/relationships/slideLayout" Target="../slideLayouts/slideLayout242.xml"/><Relationship Id="rId29" Type="http://schemas.openxmlformats.org/officeDocument/2006/relationships/slideLayout" Target="../slideLayouts/slideLayout269.xml"/><Relationship Id="rId24" Type="http://schemas.openxmlformats.org/officeDocument/2006/relationships/slideLayout" Target="../slideLayouts/slideLayout264.xml"/><Relationship Id="rId40" Type="http://schemas.openxmlformats.org/officeDocument/2006/relationships/slideLayout" Target="../slideLayouts/slideLayout280.xml"/><Relationship Id="rId45" Type="http://schemas.openxmlformats.org/officeDocument/2006/relationships/slideLayout" Target="../slideLayouts/slideLayout285.xml"/><Relationship Id="rId66" Type="http://schemas.openxmlformats.org/officeDocument/2006/relationships/slideLayout" Target="../slideLayouts/slideLayout306.xml"/><Relationship Id="rId87" Type="http://schemas.openxmlformats.org/officeDocument/2006/relationships/slideLayout" Target="../slideLayouts/slideLayout327.xml"/><Relationship Id="rId110" Type="http://schemas.openxmlformats.org/officeDocument/2006/relationships/slideLayout" Target="../slideLayouts/slideLayout350.xml"/><Relationship Id="rId115" Type="http://schemas.openxmlformats.org/officeDocument/2006/relationships/slideLayout" Target="../slideLayouts/slideLayout355.xml"/><Relationship Id="rId131" Type="http://schemas.openxmlformats.org/officeDocument/2006/relationships/slideLayout" Target="../slideLayouts/slideLayout371.xml"/><Relationship Id="rId136" Type="http://schemas.openxmlformats.org/officeDocument/2006/relationships/slideLayout" Target="../slideLayouts/slideLayout376.xml"/><Relationship Id="rId61" Type="http://schemas.openxmlformats.org/officeDocument/2006/relationships/slideLayout" Target="../slideLayouts/slideLayout301.xml"/><Relationship Id="rId82" Type="http://schemas.openxmlformats.org/officeDocument/2006/relationships/slideLayout" Target="../slideLayouts/slideLayout322.xml"/><Relationship Id="rId19" Type="http://schemas.openxmlformats.org/officeDocument/2006/relationships/slideLayout" Target="../slideLayouts/slideLayout259.xml"/><Relationship Id="rId14" Type="http://schemas.openxmlformats.org/officeDocument/2006/relationships/slideLayout" Target="../slideLayouts/slideLayout254.xml"/><Relationship Id="rId30" Type="http://schemas.openxmlformats.org/officeDocument/2006/relationships/slideLayout" Target="../slideLayouts/slideLayout270.xml"/><Relationship Id="rId35" Type="http://schemas.openxmlformats.org/officeDocument/2006/relationships/slideLayout" Target="../slideLayouts/slideLayout275.xml"/><Relationship Id="rId56" Type="http://schemas.openxmlformats.org/officeDocument/2006/relationships/slideLayout" Target="../slideLayouts/slideLayout296.xml"/><Relationship Id="rId77" Type="http://schemas.openxmlformats.org/officeDocument/2006/relationships/slideLayout" Target="../slideLayouts/slideLayout317.xml"/><Relationship Id="rId100" Type="http://schemas.openxmlformats.org/officeDocument/2006/relationships/slideLayout" Target="../slideLayouts/slideLayout340.xml"/><Relationship Id="rId105" Type="http://schemas.openxmlformats.org/officeDocument/2006/relationships/slideLayout" Target="../slideLayouts/slideLayout345.xml"/><Relationship Id="rId126" Type="http://schemas.openxmlformats.org/officeDocument/2006/relationships/slideLayout" Target="../slideLayouts/slideLayout366.xml"/><Relationship Id="rId8" Type="http://schemas.openxmlformats.org/officeDocument/2006/relationships/slideLayout" Target="../slideLayouts/slideLayout248.xml"/><Relationship Id="rId51" Type="http://schemas.openxmlformats.org/officeDocument/2006/relationships/slideLayout" Target="../slideLayouts/slideLayout291.xml"/><Relationship Id="rId72" Type="http://schemas.openxmlformats.org/officeDocument/2006/relationships/slideLayout" Target="../slideLayouts/slideLayout312.xml"/><Relationship Id="rId93" Type="http://schemas.openxmlformats.org/officeDocument/2006/relationships/slideLayout" Target="../slideLayouts/slideLayout333.xml"/><Relationship Id="rId98" Type="http://schemas.openxmlformats.org/officeDocument/2006/relationships/slideLayout" Target="../slideLayouts/slideLayout338.xml"/><Relationship Id="rId121" Type="http://schemas.openxmlformats.org/officeDocument/2006/relationships/slideLayout" Target="../slideLayouts/slideLayout361.xml"/><Relationship Id="rId142" Type="http://schemas.openxmlformats.org/officeDocument/2006/relationships/image" Target="../media/image79.png"/><Relationship Id="rId3" Type="http://schemas.openxmlformats.org/officeDocument/2006/relationships/slideLayout" Target="../slideLayouts/slideLayout243.xml"/><Relationship Id="rId25" Type="http://schemas.openxmlformats.org/officeDocument/2006/relationships/slideLayout" Target="../slideLayouts/slideLayout265.xml"/><Relationship Id="rId46" Type="http://schemas.openxmlformats.org/officeDocument/2006/relationships/slideLayout" Target="../slideLayouts/slideLayout286.xml"/><Relationship Id="rId67" Type="http://schemas.openxmlformats.org/officeDocument/2006/relationships/slideLayout" Target="../slideLayouts/slideLayout307.xml"/><Relationship Id="rId116" Type="http://schemas.openxmlformats.org/officeDocument/2006/relationships/slideLayout" Target="../slideLayouts/slideLayout356.xml"/><Relationship Id="rId137" Type="http://schemas.openxmlformats.org/officeDocument/2006/relationships/slideLayout" Target="../slideLayouts/slideLayout377.xml"/><Relationship Id="rId20" Type="http://schemas.openxmlformats.org/officeDocument/2006/relationships/slideLayout" Target="../slideLayouts/slideLayout260.xml"/><Relationship Id="rId41" Type="http://schemas.openxmlformats.org/officeDocument/2006/relationships/slideLayout" Target="../slideLayouts/slideLayout281.xml"/><Relationship Id="rId62" Type="http://schemas.openxmlformats.org/officeDocument/2006/relationships/slideLayout" Target="../slideLayouts/slideLayout302.xml"/><Relationship Id="rId83" Type="http://schemas.openxmlformats.org/officeDocument/2006/relationships/slideLayout" Target="../slideLayouts/slideLayout323.xml"/><Relationship Id="rId88" Type="http://schemas.openxmlformats.org/officeDocument/2006/relationships/slideLayout" Target="../slideLayouts/slideLayout328.xml"/><Relationship Id="rId111" Type="http://schemas.openxmlformats.org/officeDocument/2006/relationships/slideLayout" Target="../slideLayouts/slideLayout351.xml"/><Relationship Id="rId132" Type="http://schemas.openxmlformats.org/officeDocument/2006/relationships/slideLayout" Target="../slideLayouts/slideLayout372.xml"/><Relationship Id="rId15" Type="http://schemas.openxmlformats.org/officeDocument/2006/relationships/slideLayout" Target="../slideLayouts/slideLayout255.xml"/><Relationship Id="rId36" Type="http://schemas.openxmlformats.org/officeDocument/2006/relationships/slideLayout" Target="../slideLayouts/slideLayout276.xml"/><Relationship Id="rId57" Type="http://schemas.openxmlformats.org/officeDocument/2006/relationships/slideLayout" Target="../slideLayouts/slideLayout297.xml"/><Relationship Id="rId106" Type="http://schemas.openxmlformats.org/officeDocument/2006/relationships/slideLayout" Target="../slideLayouts/slideLayout346.xml"/><Relationship Id="rId127" Type="http://schemas.openxmlformats.org/officeDocument/2006/relationships/slideLayout" Target="../slideLayouts/slideLayout367.xml"/><Relationship Id="rId10" Type="http://schemas.openxmlformats.org/officeDocument/2006/relationships/slideLayout" Target="../slideLayouts/slideLayout250.xml"/><Relationship Id="rId31" Type="http://schemas.openxmlformats.org/officeDocument/2006/relationships/slideLayout" Target="../slideLayouts/slideLayout271.xml"/><Relationship Id="rId52" Type="http://schemas.openxmlformats.org/officeDocument/2006/relationships/slideLayout" Target="../slideLayouts/slideLayout292.xml"/><Relationship Id="rId73" Type="http://schemas.openxmlformats.org/officeDocument/2006/relationships/slideLayout" Target="../slideLayouts/slideLayout313.xml"/><Relationship Id="rId78" Type="http://schemas.openxmlformats.org/officeDocument/2006/relationships/slideLayout" Target="../slideLayouts/slideLayout318.xml"/><Relationship Id="rId94" Type="http://schemas.openxmlformats.org/officeDocument/2006/relationships/slideLayout" Target="../slideLayouts/slideLayout334.xml"/><Relationship Id="rId99" Type="http://schemas.openxmlformats.org/officeDocument/2006/relationships/slideLayout" Target="../slideLayouts/slideLayout339.xml"/><Relationship Id="rId101" Type="http://schemas.openxmlformats.org/officeDocument/2006/relationships/slideLayout" Target="../slideLayouts/slideLayout341.xml"/><Relationship Id="rId122" Type="http://schemas.openxmlformats.org/officeDocument/2006/relationships/slideLayout" Target="../slideLayouts/slideLayout362.xml"/><Relationship Id="rId4" Type="http://schemas.openxmlformats.org/officeDocument/2006/relationships/slideLayout" Target="../slideLayouts/slideLayout244.xml"/><Relationship Id="rId9" Type="http://schemas.openxmlformats.org/officeDocument/2006/relationships/slideLayout" Target="../slideLayouts/slideLayout249.xml"/><Relationship Id="rId26" Type="http://schemas.openxmlformats.org/officeDocument/2006/relationships/slideLayout" Target="../slideLayouts/slideLayout266.xml"/><Relationship Id="rId47" Type="http://schemas.openxmlformats.org/officeDocument/2006/relationships/slideLayout" Target="../slideLayouts/slideLayout287.xml"/><Relationship Id="rId68" Type="http://schemas.openxmlformats.org/officeDocument/2006/relationships/slideLayout" Target="../slideLayouts/slideLayout308.xml"/><Relationship Id="rId89" Type="http://schemas.openxmlformats.org/officeDocument/2006/relationships/slideLayout" Target="../slideLayouts/slideLayout329.xml"/><Relationship Id="rId112" Type="http://schemas.openxmlformats.org/officeDocument/2006/relationships/slideLayout" Target="../slideLayouts/slideLayout352.xml"/><Relationship Id="rId133" Type="http://schemas.openxmlformats.org/officeDocument/2006/relationships/slideLayout" Target="../slideLayouts/slideLayout373.xml"/><Relationship Id="rId16" Type="http://schemas.openxmlformats.org/officeDocument/2006/relationships/slideLayout" Target="../slideLayouts/slideLayout256.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393.xml"/><Relationship Id="rId18" Type="http://schemas.openxmlformats.org/officeDocument/2006/relationships/slideLayout" Target="../slideLayouts/slideLayout398.xml"/><Relationship Id="rId26" Type="http://schemas.openxmlformats.org/officeDocument/2006/relationships/slideLayout" Target="../slideLayouts/slideLayout406.xml"/><Relationship Id="rId39" Type="http://schemas.openxmlformats.org/officeDocument/2006/relationships/slideLayout" Target="../slideLayouts/slideLayout419.xml"/><Relationship Id="rId21" Type="http://schemas.openxmlformats.org/officeDocument/2006/relationships/slideLayout" Target="../slideLayouts/slideLayout401.xml"/><Relationship Id="rId34" Type="http://schemas.openxmlformats.org/officeDocument/2006/relationships/slideLayout" Target="../slideLayouts/slideLayout414.xml"/><Relationship Id="rId42" Type="http://schemas.openxmlformats.org/officeDocument/2006/relationships/slideLayout" Target="../slideLayouts/slideLayout422.xml"/><Relationship Id="rId47" Type="http://schemas.openxmlformats.org/officeDocument/2006/relationships/slideLayout" Target="../slideLayouts/slideLayout427.xml"/><Relationship Id="rId50" Type="http://schemas.openxmlformats.org/officeDocument/2006/relationships/theme" Target="../theme/theme9.xml"/><Relationship Id="rId7" Type="http://schemas.openxmlformats.org/officeDocument/2006/relationships/slideLayout" Target="../slideLayouts/slideLayout387.xml"/><Relationship Id="rId2" Type="http://schemas.openxmlformats.org/officeDocument/2006/relationships/slideLayout" Target="../slideLayouts/slideLayout382.xml"/><Relationship Id="rId16" Type="http://schemas.openxmlformats.org/officeDocument/2006/relationships/slideLayout" Target="../slideLayouts/slideLayout396.xml"/><Relationship Id="rId29" Type="http://schemas.openxmlformats.org/officeDocument/2006/relationships/slideLayout" Target="../slideLayouts/slideLayout409.xml"/><Relationship Id="rId11" Type="http://schemas.openxmlformats.org/officeDocument/2006/relationships/slideLayout" Target="../slideLayouts/slideLayout391.xml"/><Relationship Id="rId24" Type="http://schemas.openxmlformats.org/officeDocument/2006/relationships/slideLayout" Target="../slideLayouts/slideLayout404.xml"/><Relationship Id="rId32" Type="http://schemas.openxmlformats.org/officeDocument/2006/relationships/slideLayout" Target="../slideLayouts/slideLayout412.xml"/><Relationship Id="rId37" Type="http://schemas.openxmlformats.org/officeDocument/2006/relationships/slideLayout" Target="../slideLayouts/slideLayout417.xml"/><Relationship Id="rId40" Type="http://schemas.openxmlformats.org/officeDocument/2006/relationships/slideLayout" Target="../slideLayouts/slideLayout420.xml"/><Relationship Id="rId45" Type="http://schemas.openxmlformats.org/officeDocument/2006/relationships/slideLayout" Target="../slideLayouts/slideLayout425.xml"/><Relationship Id="rId5" Type="http://schemas.openxmlformats.org/officeDocument/2006/relationships/slideLayout" Target="../slideLayouts/slideLayout385.xml"/><Relationship Id="rId15" Type="http://schemas.openxmlformats.org/officeDocument/2006/relationships/slideLayout" Target="../slideLayouts/slideLayout395.xml"/><Relationship Id="rId23" Type="http://schemas.openxmlformats.org/officeDocument/2006/relationships/slideLayout" Target="../slideLayouts/slideLayout403.xml"/><Relationship Id="rId28" Type="http://schemas.openxmlformats.org/officeDocument/2006/relationships/slideLayout" Target="../slideLayouts/slideLayout408.xml"/><Relationship Id="rId36" Type="http://schemas.openxmlformats.org/officeDocument/2006/relationships/slideLayout" Target="../slideLayouts/slideLayout416.xml"/><Relationship Id="rId49" Type="http://schemas.openxmlformats.org/officeDocument/2006/relationships/slideLayout" Target="../slideLayouts/slideLayout429.xml"/><Relationship Id="rId10" Type="http://schemas.openxmlformats.org/officeDocument/2006/relationships/slideLayout" Target="../slideLayouts/slideLayout390.xml"/><Relationship Id="rId19" Type="http://schemas.openxmlformats.org/officeDocument/2006/relationships/slideLayout" Target="../slideLayouts/slideLayout399.xml"/><Relationship Id="rId31" Type="http://schemas.openxmlformats.org/officeDocument/2006/relationships/slideLayout" Target="../slideLayouts/slideLayout411.xml"/><Relationship Id="rId44" Type="http://schemas.openxmlformats.org/officeDocument/2006/relationships/slideLayout" Target="../slideLayouts/slideLayout424.xml"/><Relationship Id="rId52" Type="http://schemas.openxmlformats.org/officeDocument/2006/relationships/image" Target="../media/image18.svg"/><Relationship Id="rId4" Type="http://schemas.openxmlformats.org/officeDocument/2006/relationships/slideLayout" Target="../slideLayouts/slideLayout384.xml"/><Relationship Id="rId9" Type="http://schemas.openxmlformats.org/officeDocument/2006/relationships/slideLayout" Target="../slideLayouts/slideLayout389.xml"/><Relationship Id="rId14" Type="http://schemas.openxmlformats.org/officeDocument/2006/relationships/slideLayout" Target="../slideLayouts/slideLayout394.xml"/><Relationship Id="rId22" Type="http://schemas.openxmlformats.org/officeDocument/2006/relationships/slideLayout" Target="../slideLayouts/slideLayout402.xml"/><Relationship Id="rId27" Type="http://schemas.openxmlformats.org/officeDocument/2006/relationships/slideLayout" Target="../slideLayouts/slideLayout407.xml"/><Relationship Id="rId30" Type="http://schemas.openxmlformats.org/officeDocument/2006/relationships/slideLayout" Target="../slideLayouts/slideLayout410.xml"/><Relationship Id="rId35" Type="http://schemas.openxmlformats.org/officeDocument/2006/relationships/slideLayout" Target="../slideLayouts/slideLayout415.xml"/><Relationship Id="rId43" Type="http://schemas.openxmlformats.org/officeDocument/2006/relationships/slideLayout" Target="../slideLayouts/slideLayout423.xml"/><Relationship Id="rId48" Type="http://schemas.openxmlformats.org/officeDocument/2006/relationships/slideLayout" Target="../slideLayouts/slideLayout428.xml"/><Relationship Id="rId8" Type="http://schemas.openxmlformats.org/officeDocument/2006/relationships/slideLayout" Target="../slideLayouts/slideLayout388.xml"/><Relationship Id="rId51" Type="http://schemas.openxmlformats.org/officeDocument/2006/relationships/image" Target="../media/image17.png"/><Relationship Id="rId3" Type="http://schemas.openxmlformats.org/officeDocument/2006/relationships/slideLayout" Target="../slideLayouts/slideLayout383.xml"/><Relationship Id="rId12" Type="http://schemas.openxmlformats.org/officeDocument/2006/relationships/slideLayout" Target="../slideLayouts/slideLayout392.xml"/><Relationship Id="rId17" Type="http://schemas.openxmlformats.org/officeDocument/2006/relationships/slideLayout" Target="../slideLayouts/slideLayout397.xml"/><Relationship Id="rId25" Type="http://schemas.openxmlformats.org/officeDocument/2006/relationships/slideLayout" Target="../slideLayouts/slideLayout405.xml"/><Relationship Id="rId33" Type="http://schemas.openxmlformats.org/officeDocument/2006/relationships/slideLayout" Target="../slideLayouts/slideLayout413.xml"/><Relationship Id="rId38" Type="http://schemas.openxmlformats.org/officeDocument/2006/relationships/slideLayout" Target="../slideLayouts/slideLayout418.xml"/><Relationship Id="rId46" Type="http://schemas.openxmlformats.org/officeDocument/2006/relationships/slideLayout" Target="../slideLayouts/slideLayout426.xml"/><Relationship Id="rId20" Type="http://schemas.openxmlformats.org/officeDocument/2006/relationships/slideLayout" Target="../slideLayouts/slideLayout400.xml"/><Relationship Id="rId41" Type="http://schemas.openxmlformats.org/officeDocument/2006/relationships/slideLayout" Target="../slideLayouts/slideLayout421.xml"/><Relationship Id="rId1" Type="http://schemas.openxmlformats.org/officeDocument/2006/relationships/slideLayout" Target="../slideLayouts/slideLayout381.xml"/><Relationship Id="rId6" Type="http://schemas.openxmlformats.org/officeDocument/2006/relationships/slideLayout" Target="../slideLayouts/slideLayout386.xml"/></Relationships>
</file>

<file path=ppt/slideMasters/_rels/slideMaster10.xml.rels><?xml version="1.0" encoding="UTF-8" standalone="yes"?>
<Relationships xmlns="http://schemas.openxmlformats.org/package/2006/relationships"><Relationship Id="rId117" Type="http://schemas.openxmlformats.org/officeDocument/2006/relationships/slideLayout" Target="../slideLayouts/slideLayout546.xml"/><Relationship Id="rId21" Type="http://schemas.openxmlformats.org/officeDocument/2006/relationships/slideLayout" Target="../slideLayouts/slideLayout450.xml"/><Relationship Id="rId42" Type="http://schemas.openxmlformats.org/officeDocument/2006/relationships/slideLayout" Target="../slideLayouts/slideLayout471.xml"/><Relationship Id="rId63" Type="http://schemas.openxmlformats.org/officeDocument/2006/relationships/slideLayout" Target="../slideLayouts/slideLayout492.xml"/><Relationship Id="rId84" Type="http://schemas.openxmlformats.org/officeDocument/2006/relationships/slideLayout" Target="../slideLayouts/slideLayout513.xml"/><Relationship Id="rId138" Type="http://schemas.openxmlformats.org/officeDocument/2006/relationships/slideLayout" Target="../slideLayouts/slideLayout567.xml"/><Relationship Id="rId107" Type="http://schemas.openxmlformats.org/officeDocument/2006/relationships/slideLayout" Target="../slideLayouts/slideLayout536.xml"/><Relationship Id="rId11" Type="http://schemas.openxmlformats.org/officeDocument/2006/relationships/slideLayout" Target="../slideLayouts/slideLayout440.xml"/><Relationship Id="rId32" Type="http://schemas.openxmlformats.org/officeDocument/2006/relationships/slideLayout" Target="../slideLayouts/slideLayout461.xml"/><Relationship Id="rId37" Type="http://schemas.openxmlformats.org/officeDocument/2006/relationships/slideLayout" Target="../slideLayouts/slideLayout466.xml"/><Relationship Id="rId53" Type="http://schemas.openxmlformats.org/officeDocument/2006/relationships/slideLayout" Target="../slideLayouts/slideLayout482.xml"/><Relationship Id="rId58" Type="http://schemas.openxmlformats.org/officeDocument/2006/relationships/slideLayout" Target="../slideLayouts/slideLayout487.xml"/><Relationship Id="rId74" Type="http://schemas.openxmlformats.org/officeDocument/2006/relationships/slideLayout" Target="../slideLayouts/slideLayout503.xml"/><Relationship Id="rId79" Type="http://schemas.openxmlformats.org/officeDocument/2006/relationships/slideLayout" Target="../slideLayouts/slideLayout508.xml"/><Relationship Id="rId102" Type="http://schemas.openxmlformats.org/officeDocument/2006/relationships/slideLayout" Target="../slideLayouts/slideLayout531.xml"/><Relationship Id="rId123" Type="http://schemas.openxmlformats.org/officeDocument/2006/relationships/slideLayout" Target="../slideLayouts/slideLayout552.xml"/><Relationship Id="rId128" Type="http://schemas.openxmlformats.org/officeDocument/2006/relationships/slideLayout" Target="../slideLayouts/slideLayout557.xml"/><Relationship Id="rId5" Type="http://schemas.openxmlformats.org/officeDocument/2006/relationships/slideLayout" Target="../slideLayouts/slideLayout434.xml"/><Relationship Id="rId90" Type="http://schemas.openxmlformats.org/officeDocument/2006/relationships/slideLayout" Target="../slideLayouts/slideLayout519.xml"/><Relationship Id="rId95" Type="http://schemas.openxmlformats.org/officeDocument/2006/relationships/slideLayout" Target="../slideLayouts/slideLayout524.xml"/><Relationship Id="rId22" Type="http://schemas.openxmlformats.org/officeDocument/2006/relationships/slideLayout" Target="../slideLayouts/slideLayout451.xml"/><Relationship Id="rId27" Type="http://schemas.openxmlformats.org/officeDocument/2006/relationships/slideLayout" Target="../slideLayouts/slideLayout456.xml"/><Relationship Id="rId43" Type="http://schemas.openxmlformats.org/officeDocument/2006/relationships/slideLayout" Target="../slideLayouts/slideLayout472.xml"/><Relationship Id="rId48" Type="http://schemas.openxmlformats.org/officeDocument/2006/relationships/slideLayout" Target="../slideLayouts/slideLayout477.xml"/><Relationship Id="rId64" Type="http://schemas.openxmlformats.org/officeDocument/2006/relationships/slideLayout" Target="../slideLayouts/slideLayout493.xml"/><Relationship Id="rId69" Type="http://schemas.openxmlformats.org/officeDocument/2006/relationships/slideLayout" Target="../slideLayouts/slideLayout498.xml"/><Relationship Id="rId113" Type="http://schemas.openxmlformats.org/officeDocument/2006/relationships/slideLayout" Target="../slideLayouts/slideLayout542.xml"/><Relationship Id="rId118" Type="http://schemas.openxmlformats.org/officeDocument/2006/relationships/slideLayout" Target="../slideLayouts/slideLayout547.xml"/><Relationship Id="rId134" Type="http://schemas.openxmlformats.org/officeDocument/2006/relationships/slideLayout" Target="../slideLayouts/slideLayout563.xml"/><Relationship Id="rId139" Type="http://schemas.openxmlformats.org/officeDocument/2006/relationships/slideLayout" Target="../slideLayouts/slideLayout568.xml"/><Relationship Id="rId80" Type="http://schemas.openxmlformats.org/officeDocument/2006/relationships/slideLayout" Target="../slideLayouts/slideLayout509.xml"/><Relationship Id="rId85" Type="http://schemas.openxmlformats.org/officeDocument/2006/relationships/slideLayout" Target="../slideLayouts/slideLayout514.xml"/><Relationship Id="rId12" Type="http://schemas.openxmlformats.org/officeDocument/2006/relationships/slideLayout" Target="../slideLayouts/slideLayout441.xml"/><Relationship Id="rId17" Type="http://schemas.openxmlformats.org/officeDocument/2006/relationships/slideLayout" Target="../slideLayouts/slideLayout446.xml"/><Relationship Id="rId33" Type="http://schemas.openxmlformats.org/officeDocument/2006/relationships/slideLayout" Target="../slideLayouts/slideLayout462.xml"/><Relationship Id="rId38" Type="http://schemas.openxmlformats.org/officeDocument/2006/relationships/slideLayout" Target="../slideLayouts/slideLayout467.xml"/><Relationship Id="rId59" Type="http://schemas.openxmlformats.org/officeDocument/2006/relationships/slideLayout" Target="../slideLayouts/slideLayout488.xml"/><Relationship Id="rId103" Type="http://schemas.openxmlformats.org/officeDocument/2006/relationships/slideLayout" Target="../slideLayouts/slideLayout532.xml"/><Relationship Id="rId108" Type="http://schemas.openxmlformats.org/officeDocument/2006/relationships/slideLayout" Target="../slideLayouts/slideLayout537.xml"/><Relationship Id="rId124" Type="http://schemas.openxmlformats.org/officeDocument/2006/relationships/slideLayout" Target="../slideLayouts/slideLayout553.xml"/><Relationship Id="rId129" Type="http://schemas.openxmlformats.org/officeDocument/2006/relationships/slideLayout" Target="../slideLayouts/slideLayout558.xml"/><Relationship Id="rId54" Type="http://schemas.openxmlformats.org/officeDocument/2006/relationships/slideLayout" Target="../slideLayouts/slideLayout483.xml"/><Relationship Id="rId70" Type="http://schemas.openxmlformats.org/officeDocument/2006/relationships/slideLayout" Target="../slideLayouts/slideLayout499.xml"/><Relationship Id="rId75" Type="http://schemas.openxmlformats.org/officeDocument/2006/relationships/slideLayout" Target="../slideLayouts/slideLayout504.xml"/><Relationship Id="rId91" Type="http://schemas.openxmlformats.org/officeDocument/2006/relationships/slideLayout" Target="../slideLayouts/slideLayout520.xml"/><Relationship Id="rId96" Type="http://schemas.openxmlformats.org/officeDocument/2006/relationships/slideLayout" Target="../slideLayouts/slideLayout525.xml"/><Relationship Id="rId140" Type="http://schemas.openxmlformats.org/officeDocument/2006/relationships/slideLayout" Target="../slideLayouts/slideLayout569.xml"/><Relationship Id="rId1" Type="http://schemas.openxmlformats.org/officeDocument/2006/relationships/slideLayout" Target="../slideLayouts/slideLayout430.xml"/><Relationship Id="rId6" Type="http://schemas.openxmlformats.org/officeDocument/2006/relationships/slideLayout" Target="../slideLayouts/slideLayout435.xml"/><Relationship Id="rId23" Type="http://schemas.openxmlformats.org/officeDocument/2006/relationships/slideLayout" Target="../slideLayouts/slideLayout452.xml"/><Relationship Id="rId28" Type="http://schemas.openxmlformats.org/officeDocument/2006/relationships/slideLayout" Target="../slideLayouts/slideLayout457.xml"/><Relationship Id="rId49" Type="http://schemas.openxmlformats.org/officeDocument/2006/relationships/slideLayout" Target="../slideLayouts/slideLayout478.xml"/><Relationship Id="rId114" Type="http://schemas.openxmlformats.org/officeDocument/2006/relationships/slideLayout" Target="../slideLayouts/slideLayout543.xml"/><Relationship Id="rId119" Type="http://schemas.openxmlformats.org/officeDocument/2006/relationships/slideLayout" Target="../slideLayouts/slideLayout548.xml"/><Relationship Id="rId44" Type="http://schemas.openxmlformats.org/officeDocument/2006/relationships/slideLayout" Target="../slideLayouts/slideLayout473.xml"/><Relationship Id="rId60" Type="http://schemas.openxmlformats.org/officeDocument/2006/relationships/slideLayout" Target="../slideLayouts/slideLayout489.xml"/><Relationship Id="rId65" Type="http://schemas.openxmlformats.org/officeDocument/2006/relationships/slideLayout" Target="../slideLayouts/slideLayout494.xml"/><Relationship Id="rId81" Type="http://schemas.openxmlformats.org/officeDocument/2006/relationships/slideLayout" Target="../slideLayouts/slideLayout510.xml"/><Relationship Id="rId86" Type="http://schemas.openxmlformats.org/officeDocument/2006/relationships/slideLayout" Target="../slideLayouts/slideLayout515.xml"/><Relationship Id="rId130" Type="http://schemas.openxmlformats.org/officeDocument/2006/relationships/slideLayout" Target="../slideLayouts/slideLayout559.xml"/><Relationship Id="rId135" Type="http://schemas.openxmlformats.org/officeDocument/2006/relationships/slideLayout" Target="../slideLayouts/slideLayout564.xml"/><Relationship Id="rId13" Type="http://schemas.openxmlformats.org/officeDocument/2006/relationships/slideLayout" Target="../slideLayouts/slideLayout442.xml"/><Relationship Id="rId18" Type="http://schemas.openxmlformats.org/officeDocument/2006/relationships/slideLayout" Target="../slideLayouts/slideLayout447.xml"/><Relationship Id="rId39" Type="http://schemas.openxmlformats.org/officeDocument/2006/relationships/slideLayout" Target="../slideLayouts/slideLayout468.xml"/><Relationship Id="rId109" Type="http://schemas.openxmlformats.org/officeDocument/2006/relationships/slideLayout" Target="../slideLayouts/slideLayout538.xml"/><Relationship Id="rId34" Type="http://schemas.openxmlformats.org/officeDocument/2006/relationships/slideLayout" Target="../slideLayouts/slideLayout463.xml"/><Relationship Id="rId50" Type="http://schemas.openxmlformats.org/officeDocument/2006/relationships/slideLayout" Target="../slideLayouts/slideLayout479.xml"/><Relationship Id="rId55" Type="http://schemas.openxmlformats.org/officeDocument/2006/relationships/slideLayout" Target="../slideLayouts/slideLayout484.xml"/><Relationship Id="rId76" Type="http://schemas.openxmlformats.org/officeDocument/2006/relationships/slideLayout" Target="../slideLayouts/slideLayout505.xml"/><Relationship Id="rId97" Type="http://schemas.openxmlformats.org/officeDocument/2006/relationships/slideLayout" Target="../slideLayouts/slideLayout526.xml"/><Relationship Id="rId104" Type="http://schemas.openxmlformats.org/officeDocument/2006/relationships/slideLayout" Target="../slideLayouts/slideLayout533.xml"/><Relationship Id="rId120" Type="http://schemas.openxmlformats.org/officeDocument/2006/relationships/slideLayout" Target="../slideLayouts/slideLayout549.xml"/><Relationship Id="rId125" Type="http://schemas.openxmlformats.org/officeDocument/2006/relationships/slideLayout" Target="../slideLayouts/slideLayout554.xml"/><Relationship Id="rId141" Type="http://schemas.openxmlformats.org/officeDocument/2006/relationships/slideLayout" Target="../slideLayouts/slideLayout570.xml"/><Relationship Id="rId7" Type="http://schemas.openxmlformats.org/officeDocument/2006/relationships/slideLayout" Target="../slideLayouts/slideLayout436.xml"/><Relationship Id="rId71" Type="http://schemas.openxmlformats.org/officeDocument/2006/relationships/slideLayout" Target="../slideLayouts/slideLayout500.xml"/><Relationship Id="rId92" Type="http://schemas.openxmlformats.org/officeDocument/2006/relationships/slideLayout" Target="../slideLayouts/slideLayout521.xml"/><Relationship Id="rId2" Type="http://schemas.openxmlformats.org/officeDocument/2006/relationships/slideLayout" Target="../slideLayouts/slideLayout431.xml"/><Relationship Id="rId29" Type="http://schemas.openxmlformats.org/officeDocument/2006/relationships/slideLayout" Target="../slideLayouts/slideLayout458.xml"/><Relationship Id="rId24" Type="http://schemas.openxmlformats.org/officeDocument/2006/relationships/slideLayout" Target="../slideLayouts/slideLayout453.xml"/><Relationship Id="rId40" Type="http://schemas.openxmlformats.org/officeDocument/2006/relationships/slideLayout" Target="../slideLayouts/slideLayout469.xml"/><Relationship Id="rId45" Type="http://schemas.openxmlformats.org/officeDocument/2006/relationships/slideLayout" Target="../slideLayouts/slideLayout474.xml"/><Relationship Id="rId66" Type="http://schemas.openxmlformats.org/officeDocument/2006/relationships/slideLayout" Target="../slideLayouts/slideLayout495.xml"/><Relationship Id="rId87" Type="http://schemas.openxmlformats.org/officeDocument/2006/relationships/slideLayout" Target="../slideLayouts/slideLayout516.xml"/><Relationship Id="rId110" Type="http://schemas.openxmlformats.org/officeDocument/2006/relationships/slideLayout" Target="../slideLayouts/slideLayout539.xml"/><Relationship Id="rId115" Type="http://schemas.openxmlformats.org/officeDocument/2006/relationships/slideLayout" Target="../slideLayouts/slideLayout544.xml"/><Relationship Id="rId131" Type="http://schemas.openxmlformats.org/officeDocument/2006/relationships/slideLayout" Target="../slideLayouts/slideLayout560.xml"/><Relationship Id="rId136" Type="http://schemas.openxmlformats.org/officeDocument/2006/relationships/slideLayout" Target="../slideLayouts/slideLayout565.xml"/><Relationship Id="rId61" Type="http://schemas.openxmlformats.org/officeDocument/2006/relationships/slideLayout" Target="../slideLayouts/slideLayout490.xml"/><Relationship Id="rId82" Type="http://schemas.openxmlformats.org/officeDocument/2006/relationships/slideLayout" Target="../slideLayouts/slideLayout511.xml"/><Relationship Id="rId19" Type="http://schemas.openxmlformats.org/officeDocument/2006/relationships/slideLayout" Target="../slideLayouts/slideLayout448.xml"/><Relationship Id="rId14" Type="http://schemas.openxmlformats.org/officeDocument/2006/relationships/slideLayout" Target="../slideLayouts/slideLayout443.xml"/><Relationship Id="rId30" Type="http://schemas.openxmlformats.org/officeDocument/2006/relationships/slideLayout" Target="../slideLayouts/slideLayout459.xml"/><Relationship Id="rId35" Type="http://schemas.openxmlformats.org/officeDocument/2006/relationships/slideLayout" Target="../slideLayouts/slideLayout464.xml"/><Relationship Id="rId56" Type="http://schemas.openxmlformats.org/officeDocument/2006/relationships/slideLayout" Target="../slideLayouts/slideLayout485.xml"/><Relationship Id="rId77" Type="http://schemas.openxmlformats.org/officeDocument/2006/relationships/slideLayout" Target="../slideLayouts/slideLayout506.xml"/><Relationship Id="rId100" Type="http://schemas.openxmlformats.org/officeDocument/2006/relationships/slideLayout" Target="../slideLayouts/slideLayout529.xml"/><Relationship Id="rId105" Type="http://schemas.openxmlformats.org/officeDocument/2006/relationships/slideLayout" Target="../slideLayouts/slideLayout534.xml"/><Relationship Id="rId126" Type="http://schemas.openxmlformats.org/officeDocument/2006/relationships/slideLayout" Target="../slideLayouts/slideLayout555.xml"/><Relationship Id="rId8" Type="http://schemas.openxmlformats.org/officeDocument/2006/relationships/slideLayout" Target="../slideLayouts/slideLayout437.xml"/><Relationship Id="rId51" Type="http://schemas.openxmlformats.org/officeDocument/2006/relationships/slideLayout" Target="../slideLayouts/slideLayout480.xml"/><Relationship Id="rId72" Type="http://schemas.openxmlformats.org/officeDocument/2006/relationships/slideLayout" Target="../slideLayouts/slideLayout501.xml"/><Relationship Id="rId93" Type="http://schemas.openxmlformats.org/officeDocument/2006/relationships/slideLayout" Target="../slideLayouts/slideLayout522.xml"/><Relationship Id="rId98" Type="http://schemas.openxmlformats.org/officeDocument/2006/relationships/slideLayout" Target="../slideLayouts/slideLayout527.xml"/><Relationship Id="rId121" Type="http://schemas.openxmlformats.org/officeDocument/2006/relationships/slideLayout" Target="../slideLayouts/slideLayout550.xml"/><Relationship Id="rId142" Type="http://schemas.openxmlformats.org/officeDocument/2006/relationships/theme" Target="../theme/theme10.xml"/><Relationship Id="rId3" Type="http://schemas.openxmlformats.org/officeDocument/2006/relationships/slideLayout" Target="../slideLayouts/slideLayout432.xml"/><Relationship Id="rId25" Type="http://schemas.openxmlformats.org/officeDocument/2006/relationships/slideLayout" Target="../slideLayouts/slideLayout454.xml"/><Relationship Id="rId46" Type="http://schemas.openxmlformats.org/officeDocument/2006/relationships/slideLayout" Target="../slideLayouts/slideLayout475.xml"/><Relationship Id="rId67" Type="http://schemas.openxmlformats.org/officeDocument/2006/relationships/slideLayout" Target="../slideLayouts/slideLayout496.xml"/><Relationship Id="rId116" Type="http://schemas.openxmlformats.org/officeDocument/2006/relationships/slideLayout" Target="../slideLayouts/slideLayout545.xml"/><Relationship Id="rId137" Type="http://schemas.openxmlformats.org/officeDocument/2006/relationships/slideLayout" Target="../slideLayouts/slideLayout566.xml"/><Relationship Id="rId20" Type="http://schemas.openxmlformats.org/officeDocument/2006/relationships/slideLayout" Target="../slideLayouts/slideLayout449.xml"/><Relationship Id="rId41" Type="http://schemas.openxmlformats.org/officeDocument/2006/relationships/slideLayout" Target="../slideLayouts/slideLayout470.xml"/><Relationship Id="rId62" Type="http://schemas.openxmlformats.org/officeDocument/2006/relationships/slideLayout" Target="../slideLayouts/slideLayout491.xml"/><Relationship Id="rId83" Type="http://schemas.openxmlformats.org/officeDocument/2006/relationships/slideLayout" Target="../slideLayouts/slideLayout512.xml"/><Relationship Id="rId88" Type="http://schemas.openxmlformats.org/officeDocument/2006/relationships/slideLayout" Target="../slideLayouts/slideLayout517.xml"/><Relationship Id="rId111" Type="http://schemas.openxmlformats.org/officeDocument/2006/relationships/slideLayout" Target="../slideLayouts/slideLayout540.xml"/><Relationship Id="rId132" Type="http://schemas.openxmlformats.org/officeDocument/2006/relationships/slideLayout" Target="../slideLayouts/slideLayout561.xml"/><Relationship Id="rId15" Type="http://schemas.openxmlformats.org/officeDocument/2006/relationships/slideLayout" Target="../slideLayouts/slideLayout444.xml"/><Relationship Id="rId36" Type="http://schemas.openxmlformats.org/officeDocument/2006/relationships/slideLayout" Target="../slideLayouts/slideLayout465.xml"/><Relationship Id="rId57" Type="http://schemas.openxmlformats.org/officeDocument/2006/relationships/slideLayout" Target="../slideLayouts/slideLayout486.xml"/><Relationship Id="rId106" Type="http://schemas.openxmlformats.org/officeDocument/2006/relationships/slideLayout" Target="../slideLayouts/slideLayout535.xml"/><Relationship Id="rId127" Type="http://schemas.openxmlformats.org/officeDocument/2006/relationships/slideLayout" Target="../slideLayouts/slideLayout556.xml"/><Relationship Id="rId10" Type="http://schemas.openxmlformats.org/officeDocument/2006/relationships/slideLayout" Target="../slideLayouts/slideLayout439.xml"/><Relationship Id="rId31" Type="http://schemas.openxmlformats.org/officeDocument/2006/relationships/slideLayout" Target="../slideLayouts/slideLayout460.xml"/><Relationship Id="rId52" Type="http://schemas.openxmlformats.org/officeDocument/2006/relationships/slideLayout" Target="../slideLayouts/slideLayout481.xml"/><Relationship Id="rId73" Type="http://schemas.openxmlformats.org/officeDocument/2006/relationships/slideLayout" Target="../slideLayouts/slideLayout502.xml"/><Relationship Id="rId78" Type="http://schemas.openxmlformats.org/officeDocument/2006/relationships/slideLayout" Target="../slideLayouts/slideLayout507.xml"/><Relationship Id="rId94" Type="http://schemas.openxmlformats.org/officeDocument/2006/relationships/slideLayout" Target="../slideLayouts/slideLayout523.xml"/><Relationship Id="rId99" Type="http://schemas.openxmlformats.org/officeDocument/2006/relationships/slideLayout" Target="../slideLayouts/slideLayout528.xml"/><Relationship Id="rId101" Type="http://schemas.openxmlformats.org/officeDocument/2006/relationships/slideLayout" Target="../slideLayouts/slideLayout530.xml"/><Relationship Id="rId122" Type="http://schemas.openxmlformats.org/officeDocument/2006/relationships/slideLayout" Target="../slideLayouts/slideLayout551.xml"/><Relationship Id="rId143" Type="http://schemas.openxmlformats.org/officeDocument/2006/relationships/image" Target="../media/image79.png"/><Relationship Id="rId4" Type="http://schemas.openxmlformats.org/officeDocument/2006/relationships/slideLayout" Target="../slideLayouts/slideLayout433.xml"/><Relationship Id="rId9" Type="http://schemas.openxmlformats.org/officeDocument/2006/relationships/slideLayout" Target="../slideLayouts/slideLayout438.xml"/><Relationship Id="rId26" Type="http://schemas.openxmlformats.org/officeDocument/2006/relationships/slideLayout" Target="../slideLayouts/slideLayout455.xml"/><Relationship Id="rId47" Type="http://schemas.openxmlformats.org/officeDocument/2006/relationships/slideLayout" Target="../slideLayouts/slideLayout476.xml"/><Relationship Id="rId68" Type="http://schemas.openxmlformats.org/officeDocument/2006/relationships/slideLayout" Target="../slideLayouts/slideLayout497.xml"/><Relationship Id="rId89" Type="http://schemas.openxmlformats.org/officeDocument/2006/relationships/slideLayout" Target="../slideLayouts/slideLayout518.xml"/><Relationship Id="rId112" Type="http://schemas.openxmlformats.org/officeDocument/2006/relationships/slideLayout" Target="../slideLayouts/slideLayout541.xml"/><Relationship Id="rId133" Type="http://schemas.openxmlformats.org/officeDocument/2006/relationships/slideLayout" Target="../slideLayouts/slideLayout562.xml"/><Relationship Id="rId16" Type="http://schemas.openxmlformats.org/officeDocument/2006/relationships/slideLayout" Target="../slideLayouts/slideLayout445.xml"/></Relationships>
</file>

<file path=ppt/slideMasters/_rels/slideMaster11.xml.rels><?xml version="1.0" encoding="UTF-8" standalone="yes"?>
<Relationships xmlns="http://schemas.openxmlformats.org/package/2006/relationships"><Relationship Id="rId117" Type="http://schemas.openxmlformats.org/officeDocument/2006/relationships/slideLayout" Target="../slideLayouts/slideLayout687.xml"/><Relationship Id="rId21" Type="http://schemas.openxmlformats.org/officeDocument/2006/relationships/slideLayout" Target="../slideLayouts/slideLayout591.xml"/><Relationship Id="rId42" Type="http://schemas.openxmlformats.org/officeDocument/2006/relationships/slideLayout" Target="../slideLayouts/slideLayout612.xml"/><Relationship Id="rId63" Type="http://schemas.openxmlformats.org/officeDocument/2006/relationships/slideLayout" Target="../slideLayouts/slideLayout633.xml"/><Relationship Id="rId84" Type="http://schemas.openxmlformats.org/officeDocument/2006/relationships/slideLayout" Target="../slideLayouts/slideLayout654.xml"/><Relationship Id="rId138" Type="http://schemas.openxmlformats.org/officeDocument/2006/relationships/slideLayout" Target="../slideLayouts/slideLayout708.xml"/><Relationship Id="rId107" Type="http://schemas.openxmlformats.org/officeDocument/2006/relationships/slideLayout" Target="../slideLayouts/slideLayout677.xml"/><Relationship Id="rId11" Type="http://schemas.openxmlformats.org/officeDocument/2006/relationships/slideLayout" Target="../slideLayouts/slideLayout581.xml"/><Relationship Id="rId32" Type="http://schemas.openxmlformats.org/officeDocument/2006/relationships/slideLayout" Target="../slideLayouts/slideLayout602.xml"/><Relationship Id="rId53" Type="http://schemas.openxmlformats.org/officeDocument/2006/relationships/slideLayout" Target="../slideLayouts/slideLayout623.xml"/><Relationship Id="rId74" Type="http://schemas.openxmlformats.org/officeDocument/2006/relationships/slideLayout" Target="../slideLayouts/slideLayout644.xml"/><Relationship Id="rId128" Type="http://schemas.openxmlformats.org/officeDocument/2006/relationships/slideLayout" Target="../slideLayouts/slideLayout698.xml"/><Relationship Id="rId149" Type="http://schemas.openxmlformats.org/officeDocument/2006/relationships/slideLayout" Target="../slideLayouts/slideLayout719.xml"/><Relationship Id="rId5" Type="http://schemas.openxmlformats.org/officeDocument/2006/relationships/slideLayout" Target="../slideLayouts/slideLayout575.xml"/><Relationship Id="rId95" Type="http://schemas.openxmlformats.org/officeDocument/2006/relationships/slideLayout" Target="../slideLayouts/slideLayout665.xml"/><Relationship Id="rId22" Type="http://schemas.openxmlformats.org/officeDocument/2006/relationships/slideLayout" Target="../slideLayouts/slideLayout592.xml"/><Relationship Id="rId27" Type="http://schemas.openxmlformats.org/officeDocument/2006/relationships/slideLayout" Target="../slideLayouts/slideLayout597.xml"/><Relationship Id="rId43" Type="http://schemas.openxmlformats.org/officeDocument/2006/relationships/slideLayout" Target="../slideLayouts/slideLayout613.xml"/><Relationship Id="rId48" Type="http://schemas.openxmlformats.org/officeDocument/2006/relationships/slideLayout" Target="../slideLayouts/slideLayout618.xml"/><Relationship Id="rId64" Type="http://schemas.openxmlformats.org/officeDocument/2006/relationships/slideLayout" Target="../slideLayouts/slideLayout634.xml"/><Relationship Id="rId69" Type="http://schemas.openxmlformats.org/officeDocument/2006/relationships/slideLayout" Target="../slideLayouts/slideLayout639.xml"/><Relationship Id="rId113" Type="http://schemas.openxmlformats.org/officeDocument/2006/relationships/slideLayout" Target="../slideLayouts/slideLayout683.xml"/><Relationship Id="rId118" Type="http://schemas.openxmlformats.org/officeDocument/2006/relationships/slideLayout" Target="../slideLayouts/slideLayout688.xml"/><Relationship Id="rId134" Type="http://schemas.openxmlformats.org/officeDocument/2006/relationships/slideLayout" Target="../slideLayouts/slideLayout704.xml"/><Relationship Id="rId139" Type="http://schemas.openxmlformats.org/officeDocument/2006/relationships/slideLayout" Target="../slideLayouts/slideLayout709.xml"/><Relationship Id="rId80" Type="http://schemas.openxmlformats.org/officeDocument/2006/relationships/slideLayout" Target="../slideLayouts/slideLayout650.xml"/><Relationship Id="rId85" Type="http://schemas.openxmlformats.org/officeDocument/2006/relationships/slideLayout" Target="../slideLayouts/slideLayout655.xml"/><Relationship Id="rId150" Type="http://schemas.openxmlformats.org/officeDocument/2006/relationships/slideLayout" Target="../slideLayouts/slideLayout720.xml"/><Relationship Id="rId12" Type="http://schemas.openxmlformats.org/officeDocument/2006/relationships/slideLayout" Target="../slideLayouts/slideLayout582.xml"/><Relationship Id="rId17" Type="http://schemas.openxmlformats.org/officeDocument/2006/relationships/slideLayout" Target="../slideLayouts/slideLayout587.xml"/><Relationship Id="rId33" Type="http://schemas.openxmlformats.org/officeDocument/2006/relationships/slideLayout" Target="../slideLayouts/slideLayout603.xml"/><Relationship Id="rId38" Type="http://schemas.openxmlformats.org/officeDocument/2006/relationships/slideLayout" Target="../slideLayouts/slideLayout608.xml"/><Relationship Id="rId59" Type="http://schemas.openxmlformats.org/officeDocument/2006/relationships/slideLayout" Target="../slideLayouts/slideLayout629.xml"/><Relationship Id="rId103" Type="http://schemas.openxmlformats.org/officeDocument/2006/relationships/slideLayout" Target="../slideLayouts/slideLayout673.xml"/><Relationship Id="rId108" Type="http://schemas.openxmlformats.org/officeDocument/2006/relationships/slideLayout" Target="../slideLayouts/slideLayout678.xml"/><Relationship Id="rId124" Type="http://schemas.openxmlformats.org/officeDocument/2006/relationships/slideLayout" Target="../slideLayouts/slideLayout694.xml"/><Relationship Id="rId129" Type="http://schemas.openxmlformats.org/officeDocument/2006/relationships/slideLayout" Target="../slideLayouts/slideLayout699.xml"/><Relationship Id="rId54" Type="http://schemas.openxmlformats.org/officeDocument/2006/relationships/slideLayout" Target="../slideLayouts/slideLayout624.xml"/><Relationship Id="rId70" Type="http://schemas.openxmlformats.org/officeDocument/2006/relationships/slideLayout" Target="../slideLayouts/slideLayout640.xml"/><Relationship Id="rId75" Type="http://schemas.openxmlformats.org/officeDocument/2006/relationships/slideLayout" Target="../slideLayouts/slideLayout645.xml"/><Relationship Id="rId91" Type="http://schemas.openxmlformats.org/officeDocument/2006/relationships/slideLayout" Target="../slideLayouts/slideLayout661.xml"/><Relationship Id="rId96" Type="http://schemas.openxmlformats.org/officeDocument/2006/relationships/slideLayout" Target="../slideLayouts/slideLayout666.xml"/><Relationship Id="rId140" Type="http://schemas.openxmlformats.org/officeDocument/2006/relationships/slideLayout" Target="../slideLayouts/slideLayout710.xml"/><Relationship Id="rId145" Type="http://schemas.openxmlformats.org/officeDocument/2006/relationships/slideLayout" Target="../slideLayouts/slideLayout715.xml"/><Relationship Id="rId1" Type="http://schemas.openxmlformats.org/officeDocument/2006/relationships/slideLayout" Target="../slideLayouts/slideLayout571.xml"/><Relationship Id="rId6" Type="http://schemas.openxmlformats.org/officeDocument/2006/relationships/slideLayout" Target="../slideLayouts/slideLayout576.xml"/><Relationship Id="rId23" Type="http://schemas.openxmlformats.org/officeDocument/2006/relationships/slideLayout" Target="../slideLayouts/slideLayout593.xml"/><Relationship Id="rId28" Type="http://schemas.openxmlformats.org/officeDocument/2006/relationships/slideLayout" Target="../slideLayouts/slideLayout598.xml"/><Relationship Id="rId49" Type="http://schemas.openxmlformats.org/officeDocument/2006/relationships/slideLayout" Target="../slideLayouts/slideLayout619.xml"/><Relationship Id="rId114" Type="http://schemas.openxmlformats.org/officeDocument/2006/relationships/slideLayout" Target="../slideLayouts/slideLayout684.xml"/><Relationship Id="rId119" Type="http://schemas.openxmlformats.org/officeDocument/2006/relationships/slideLayout" Target="../slideLayouts/slideLayout689.xml"/><Relationship Id="rId44" Type="http://schemas.openxmlformats.org/officeDocument/2006/relationships/slideLayout" Target="../slideLayouts/slideLayout614.xml"/><Relationship Id="rId60" Type="http://schemas.openxmlformats.org/officeDocument/2006/relationships/slideLayout" Target="../slideLayouts/slideLayout630.xml"/><Relationship Id="rId65" Type="http://schemas.openxmlformats.org/officeDocument/2006/relationships/slideLayout" Target="../slideLayouts/slideLayout635.xml"/><Relationship Id="rId81" Type="http://schemas.openxmlformats.org/officeDocument/2006/relationships/slideLayout" Target="../slideLayouts/slideLayout651.xml"/><Relationship Id="rId86" Type="http://schemas.openxmlformats.org/officeDocument/2006/relationships/slideLayout" Target="../slideLayouts/slideLayout656.xml"/><Relationship Id="rId130" Type="http://schemas.openxmlformats.org/officeDocument/2006/relationships/slideLayout" Target="../slideLayouts/slideLayout700.xml"/><Relationship Id="rId135" Type="http://schemas.openxmlformats.org/officeDocument/2006/relationships/slideLayout" Target="../slideLayouts/slideLayout705.xml"/><Relationship Id="rId151" Type="http://schemas.openxmlformats.org/officeDocument/2006/relationships/slideLayout" Target="../slideLayouts/slideLayout721.xml"/><Relationship Id="rId13" Type="http://schemas.openxmlformats.org/officeDocument/2006/relationships/slideLayout" Target="../slideLayouts/slideLayout583.xml"/><Relationship Id="rId18" Type="http://schemas.openxmlformats.org/officeDocument/2006/relationships/slideLayout" Target="../slideLayouts/slideLayout588.xml"/><Relationship Id="rId39" Type="http://schemas.openxmlformats.org/officeDocument/2006/relationships/slideLayout" Target="../slideLayouts/slideLayout609.xml"/><Relationship Id="rId109" Type="http://schemas.openxmlformats.org/officeDocument/2006/relationships/slideLayout" Target="../slideLayouts/slideLayout679.xml"/><Relationship Id="rId34" Type="http://schemas.openxmlformats.org/officeDocument/2006/relationships/slideLayout" Target="../slideLayouts/slideLayout604.xml"/><Relationship Id="rId50" Type="http://schemas.openxmlformats.org/officeDocument/2006/relationships/slideLayout" Target="../slideLayouts/slideLayout620.xml"/><Relationship Id="rId55" Type="http://schemas.openxmlformats.org/officeDocument/2006/relationships/slideLayout" Target="../slideLayouts/slideLayout625.xml"/><Relationship Id="rId76" Type="http://schemas.openxmlformats.org/officeDocument/2006/relationships/slideLayout" Target="../slideLayouts/slideLayout646.xml"/><Relationship Id="rId97" Type="http://schemas.openxmlformats.org/officeDocument/2006/relationships/slideLayout" Target="../slideLayouts/slideLayout667.xml"/><Relationship Id="rId104" Type="http://schemas.openxmlformats.org/officeDocument/2006/relationships/slideLayout" Target="../slideLayouts/slideLayout674.xml"/><Relationship Id="rId120" Type="http://schemas.openxmlformats.org/officeDocument/2006/relationships/slideLayout" Target="../slideLayouts/slideLayout690.xml"/><Relationship Id="rId125" Type="http://schemas.openxmlformats.org/officeDocument/2006/relationships/slideLayout" Target="../slideLayouts/slideLayout695.xml"/><Relationship Id="rId141" Type="http://schemas.openxmlformats.org/officeDocument/2006/relationships/slideLayout" Target="../slideLayouts/slideLayout711.xml"/><Relationship Id="rId146" Type="http://schemas.openxmlformats.org/officeDocument/2006/relationships/slideLayout" Target="../slideLayouts/slideLayout716.xml"/><Relationship Id="rId7" Type="http://schemas.openxmlformats.org/officeDocument/2006/relationships/slideLayout" Target="../slideLayouts/slideLayout577.xml"/><Relationship Id="rId71" Type="http://schemas.openxmlformats.org/officeDocument/2006/relationships/slideLayout" Target="../slideLayouts/slideLayout641.xml"/><Relationship Id="rId92" Type="http://schemas.openxmlformats.org/officeDocument/2006/relationships/slideLayout" Target="../slideLayouts/slideLayout662.xml"/><Relationship Id="rId2" Type="http://schemas.openxmlformats.org/officeDocument/2006/relationships/slideLayout" Target="../slideLayouts/slideLayout572.xml"/><Relationship Id="rId29" Type="http://schemas.openxmlformats.org/officeDocument/2006/relationships/slideLayout" Target="../slideLayouts/slideLayout599.xml"/><Relationship Id="rId24" Type="http://schemas.openxmlformats.org/officeDocument/2006/relationships/slideLayout" Target="../slideLayouts/slideLayout594.xml"/><Relationship Id="rId40" Type="http://schemas.openxmlformats.org/officeDocument/2006/relationships/slideLayout" Target="../slideLayouts/slideLayout610.xml"/><Relationship Id="rId45" Type="http://schemas.openxmlformats.org/officeDocument/2006/relationships/slideLayout" Target="../slideLayouts/slideLayout615.xml"/><Relationship Id="rId66" Type="http://schemas.openxmlformats.org/officeDocument/2006/relationships/slideLayout" Target="../slideLayouts/slideLayout636.xml"/><Relationship Id="rId87" Type="http://schemas.openxmlformats.org/officeDocument/2006/relationships/slideLayout" Target="../slideLayouts/slideLayout657.xml"/><Relationship Id="rId110" Type="http://schemas.openxmlformats.org/officeDocument/2006/relationships/slideLayout" Target="../slideLayouts/slideLayout680.xml"/><Relationship Id="rId115" Type="http://schemas.openxmlformats.org/officeDocument/2006/relationships/slideLayout" Target="../slideLayouts/slideLayout685.xml"/><Relationship Id="rId131" Type="http://schemas.openxmlformats.org/officeDocument/2006/relationships/slideLayout" Target="../slideLayouts/slideLayout701.xml"/><Relationship Id="rId136" Type="http://schemas.openxmlformats.org/officeDocument/2006/relationships/slideLayout" Target="../slideLayouts/slideLayout706.xml"/><Relationship Id="rId61" Type="http://schemas.openxmlformats.org/officeDocument/2006/relationships/slideLayout" Target="../slideLayouts/slideLayout631.xml"/><Relationship Id="rId82" Type="http://schemas.openxmlformats.org/officeDocument/2006/relationships/slideLayout" Target="../slideLayouts/slideLayout652.xml"/><Relationship Id="rId152" Type="http://schemas.openxmlformats.org/officeDocument/2006/relationships/slideLayout" Target="../slideLayouts/slideLayout722.xml"/><Relationship Id="rId19" Type="http://schemas.openxmlformats.org/officeDocument/2006/relationships/slideLayout" Target="../slideLayouts/slideLayout589.xml"/><Relationship Id="rId14" Type="http://schemas.openxmlformats.org/officeDocument/2006/relationships/slideLayout" Target="../slideLayouts/slideLayout584.xml"/><Relationship Id="rId30" Type="http://schemas.openxmlformats.org/officeDocument/2006/relationships/slideLayout" Target="../slideLayouts/slideLayout600.xml"/><Relationship Id="rId35" Type="http://schemas.openxmlformats.org/officeDocument/2006/relationships/slideLayout" Target="../slideLayouts/slideLayout605.xml"/><Relationship Id="rId56" Type="http://schemas.openxmlformats.org/officeDocument/2006/relationships/slideLayout" Target="../slideLayouts/slideLayout626.xml"/><Relationship Id="rId77" Type="http://schemas.openxmlformats.org/officeDocument/2006/relationships/slideLayout" Target="../slideLayouts/slideLayout647.xml"/><Relationship Id="rId100" Type="http://schemas.openxmlformats.org/officeDocument/2006/relationships/slideLayout" Target="../slideLayouts/slideLayout670.xml"/><Relationship Id="rId105" Type="http://schemas.openxmlformats.org/officeDocument/2006/relationships/slideLayout" Target="../slideLayouts/slideLayout675.xml"/><Relationship Id="rId126" Type="http://schemas.openxmlformats.org/officeDocument/2006/relationships/slideLayout" Target="../slideLayouts/slideLayout696.xml"/><Relationship Id="rId147" Type="http://schemas.openxmlformats.org/officeDocument/2006/relationships/slideLayout" Target="../slideLayouts/slideLayout717.xml"/><Relationship Id="rId8" Type="http://schemas.openxmlformats.org/officeDocument/2006/relationships/slideLayout" Target="../slideLayouts/slideLayout578.xml"/><Relationship Id="rId51" Type="http://schemas.openxmlformats.org/officeDocument/2006/relationships/slideLayout" Target="../slideLayouts/slideLayout621.xml"/><Relationship Id="rId72" Type="http://schemas.openxmlformats.org/officeDocument/2006/relationships/slideLayout" Target="../slideLayouts/slideLayout642.xml"/><Relationship Id="rId93" Type="http://schemas.openxmlformats.org/officeDocument/2006/relationships/slideLayout" Target="../slideLayouts/slideLayout663.xml"/><Relationship Id="rId98" Type="http://schemas.openxmlformats.org/officeDocument/2006/relationships/slideLayout" Target="../slideLayouts/slideLayout668.xml"/><Relationship Id="rId121" Type="http://schemas.openxmlformats.org/officeDocument/2006/relationships/slideLayout" Target="../slideLayouts/slideLayout691.xml"/><Relationship Id="rId142" Type="http://schemas.openxmlformats.org/officeDocument/2006/relationships/slideLayout" Target="../slideLayouts/slideLayout712.xml"/><Relationship Id="rId3" Type="http://schemas.openxmlformats.org/officeDocument/2006/relationships/slideLayout" Target="../slideLayouts/slideLayout573.xml"/><Relationship Id="rId25" Type="http://schemas.openxmlformats.org/officeDocument/2006/relationships/slideLayout" Target="../slideLayouts/slideLayout595.xml"/><Relationship Id="rId46" Type="http://schemas.openxmlformats.org/officeDocument/2006/relationships/slideLayout" Target="../slideLayouts/slideLayout616.xml"/><Relationship Id="rId67" Type="http://schemas.openxmlformats.org/officeDocument/2006/relationships/slideLayout" Target="../slideLayouts/slideLayout637.xml"/><Relationship Id="rId116" Type="http://schemas.openxmlformats.org/officeDocument/2006/relationships/slideLayout" Target="../slideLayouts/slideLayout686.xml"/><Relationship Id="rId137" Type="http://schemas.openxmlformats.org/officeDocument/2006/relationships/slideLayout" Target="../slideLayouts/slideLayout707.xml"/><Relationship Id="rId20" Type="http://schemas.openxmlformats.org/officeDocument/2006/relationships/slideLayout" Target="../slideLayouts/slideLayout590.xml"/><Relationship Id="rId41" Type="http://schemas.openxmlformats.org/officeDocument/2006/relationships/slideLayout" Target="../slideLayouts/slideLayout611.xml"/><Relationship Id="rId62" Type="http://schemas.openxmlformats.org/officeDocument/2006/relationships/slideLayout" Target="../slideLayouts/slideLayout632.xml"/><Relationship Id="rId83" Type="http://schemas.openxmlformats.org/officeDocument/2006/relationships/slideLayout" Target="../slideLayouts/slideLayout653.xml"/><Relationship Id="rId88" Type="http://schemas.openxmlformats.org/officeDocument/2006/relationships/slideLayout" Target="../slideLayouts/slideLayout658.xml"/><Relationship Id="rId111" Type="http://schemas.openxmlformats.org/officeDocument/2006/relationships/slideLayout" Target="../slideLayouts/slideLayout681.xml"/><Relationship Id="rId132" Type="http://schemas.openxmlformats.org/officeDocument/2006/relationships/slideLayout" Target="../slideLayouts/slideLayout702.xml"/><Relationship Id="rId153" Type="http://schemas.openxmlformats.org/officeDocument/2006/relationships/theme" Target="../theme/theme11.xml"/><Relationship Id="rId15" Type="http://schemas.openxmlformats.org/officeDocument/2006/relationships/slideLayout" Target="../slideLayouts/slideLayout585.xml"/><Relationship Id="rId36" Type="http://schemas.openxmlformats.org/officeDocument/2006/relationships/slideLayout" Target="../slideLayouts/slideLayout606.xml"/><Relationship Id="rId57" Type="http://schemas.openxmlformats.org/officeDocument/2006/relationships/slideLayout" Target="../slideLayouts/slideLayout627.xml"/><Relationship Id="rId106" Type="http://schemas.openxmlformats.org/officeDocument/2006/relationships/slideLayout" Target="../slideLayouts/slideLayout676.xml"/><Relationship Id="rId127" Type="http://schemas.openxmlformats.org/officeDocument/2006/relationships/slideLayout" Target="../slideLayouts/slideLayout697.xml"/><Relationship Id="rId10" Type="http://schemas.openxmlformats.org/officeDocument/2006/relationships/slideLayout" Target="../slideLayouts/slideLayout580.xml"/><Relationship Id="rId31" Type="http://schemas.openxmlformats.org/officeDocument/2006/relationships/slideLayout" Target="../slideLayouts/slideLayout601.xml"/><Relationship Id="rId52" Type="http://schemas.openxmlformats.org/officeDocument/2006/relationships/slideLayout" Target="../slideLayouts/slideLayout622.xml"/><Relationship Id="rId73" Type="http://schemas.openxmlformats.org/officeDocument/2006/relationships/slideLayout" Target="../slideLayouts/slideLayout643.xml"/><Relationship Id="rId78" Type="http://schemas.openxmlformats.org/officeDocument/2006/relationships/slideLayout" Target="../slideLayouts/slideLayout648.xml"/><Relationship Id="rId94" Type="http://schemas.openxmlformats.org/officeDocument/2006/relationships/slideLayout" Target="../slideLayouts/slideLayout664.xml"/><Relationship Id="rId99" Type="http://schemas.openxmlformats.org/officeDocument/2006/relationships/slideLayout" Target="../slideLayouts/slideLayout669.xml"/><Relationship Id="rId101" Type="http://schemas.openxmlformats.org/officeDocument/2006/relationships/slideLayout" Target="../slideLayouts/slideLayout671.xml"/><Relationship Id="rId122" Type="http://schemas.openxmlformats.org/officeDocument/2006/relationships/slideLayout" Target="../slideLayouts/slideLayout692.xml"/><Relationship Id="rId143" Type="http://schemas.openxmlformats.org/officeDocument/2006/relationships/slideLayout" Target="../slideLayouts/slideLayout713.xml"/><Relationship Id="rId148" Type="http://schemas.openxmlformats.org/officeDocument/2006/relationships/slideLayout" Target="../slideLayouts/slideLayout718.xml"/><Relationship Id="rId4" Type="http://schemas.openxmlformats.org/officeDocument/2006/relationships/slideLayout" Target="../slideLayouts/slideLayout574.xml"/><Relationship Id="rId9" Type="http://schemas.openxmlformats.org/officeDocument/2006/relationships/slideLayout" Target="../slideLayouts/slideLayout579.xml"/><Relationship Id="rId26" Type="http://schemas.openxmlformats.org/officeDocument/2006/relationships/slideLayout" Target="../slideLayouts/slideLayout596.xml"/><Relationship Id="rId47" Type="http://schemas.openxmlformats.org/officeDocument/2006/relationships/slideLayout" Target="../slideLayouts/slideLayout617.xml"/><Relationship Id="rId68" Type="http://schemas.openxmlformats.org/officeDocument/2006/relationships/slideLayout" Target="../slideLayouts/slideLayout638.xml"/><Relationship Id="rId89" Type="http://schemas.openxmlformats.org/officeDocument/2006/relationships/slideLayout" Target="../slideLayouts/slideLayout659.xml"/><Relationship Id="rId112" Type="http://schemas.openxmlformats.org/officeDocument/2006/relationships/slideLayout" Target="../slideLayouts/slideLayout682.xml"/><Relationship Id="rId133" Type="http://schemas.openxmlformats.org/officeDocument/2006/relationships/slideLayout" Target="../slideLayouts/slideLayout703.xml"/><Relationship Id="rId154" Type="http://schemas.openxmlformats.org/officeDocument/2006/relationships/image" Target="../media/image79.png"/><Relationship Id="rId16" Type="http://schemas.openxmlformats.org/officeDocument/2006/relationships/slideLayout" Target="../slideLayouts/slideLayout586.xml"/><Relationship Id="rId37" Type="http://schemas.openxmlformats.org/officeDocument/2006/relationships/slideLayout" Target="../slideLayouts/slideLayout607.xml"/><Relationship Id="rId58" Type="http://schemas.openxmlformats.org/officeDocument/2006/relationships/slideLayout" Target="../slideLayouts/slideLayout628.xml"/><Relationship Id="rId79" Type="http://schemas.openxmlformats.org/officeDocument/2006/relationships/slideLayout" Target="../slideLayouts/slideLayout649.xml"/><Relationship Id="rId102" Type="http://schemas.openxmlformats.org/officeDocument/2006/relationships/slideLayout" Target="../slideLayouts/slideLayout672.xml"/><Relationship Id="rId123" Type="http://schemas.openxmlformats.org/officeDocument/2006/relationships/slideLayout" Target="../slideLayouts/slideLayout693.xml"/><Relationship Id="rId144" Type="http://schemas.openxmlformats.org/officeDocument/2006/relationships/slideLayout" Target="../slideLayouts/slideLayout714.xml"/><Relationship Id="rId90" Type="http://schemas.openxmlformats.org/officeDocument/2006/relationships/slideLayout" Target="../slideLayouts/slideLayout6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68068"/>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3869" r:id="rId2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1"/>
          </a:solidFill>
          <a:latin typeface="Arial" panose="020B0604020202020204" pitchFamily="34" charset="0"/>
          <a:ea typeface="Verdana" charset="0"/>
          <a:cs typeface="Arial" panose="020B0604020202020204" pitchFamily="34" charset="0"/>
        </a:defRPr>
      </a:lvl1pPr>
    </p:titleStyle>
    <p:bodyStyle>
      <a:lvl1pPr marL="160863" indent="-160863" algn="l" defTabSz="1219170" rtl="0" eaLnBrk="1" latinLnBrk="0" hangingPunct="1">
        <a:spcBef>
          <a:spcPct val="20000"/>
        </a:spcBef>
        <a:buClr>
          <a:schemeClr val="accent1"/>
        </a:buClr>
        <a:buFont typeface="Arial" panose="020B0604020202020204" pitchFamily="34" charset="0"/>
        <a:buChar char="•"/>
        <a:tabLst/>
        <a:defRPr sz="2133" b="0" i="0" kern="1200">
          <a:solidFill>
            <a:schemeClr val="bg1"/>
          </a:solidFill>
          <a:latin typeface="Arial" panose="020B0604020202020204" pitchFamily="34" charset="0"/>
          <a:ea typeface="Verdana" charset="0"/>
          <a:cs typeface="Arial" panose="020B0604020202020204" pitchFamily="34" charset="0"/>
        </a:defRPr>
      </a:lvl1pPr>
      <a:lvl2pPr marL="764098" indent="-154513" algn="l" defTabSz="1219170" rtl="0" eaLnBrk="1" latinLnBrk="0" hangingPunct="1">
        <a:spcBef>
          <a:spcPct val="20000"/>
        </a:spcBef>
        <a:buFont typeface="Arial"/>
        <a:buChar char="•"/>
        <a:tabLst/>
        <a:defRPr sz="2133" b="0" i="0" kern="1200">
          <a:solidFill>
            <a:schemeClr val="bg1"/>
          </a:solidFill>
          <a:latin typeface="Arial" panose="020B0604020202020204" pitchFamily="34" charset="0"/>
          <a:ea typeface="Verdana" charset="0"/>
          <a:cs typeface="Arial" panose="020B0604020202020204" pitchFamily="34" charset="0"/>
        </a:defRPr>
      </a:lvl2pPr>
      <a:lvl3pPr marL="1380032" indent="-160863" algn="l" defTabSz="1219170" rtl="0" eaLnBrk="1" latinLnBrk="0" hangingPunct="1">
        <a:spcBef>
          <a:spcPct val="20000"/>
        </a:spcBef>
        <a:buFont typeface="Arial"/>
        <a:buChar char="•"/>
        <a:tabLst/>
        <a:defRPr sz="2133" b="0" i="0" kern="1200">
          <a:solidFill>
            <a:schemeClr val="bg1"/>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236801059"/>
      </p:ext>
    </p:extLst>
  </p:cSld>
  <p:clrMap bg1="lt1" tx1="dk1" bg2="lt2" tx2="dk2" accent1="accent1" accent2="accent2" accent3="accent3" accent4="accent4" accent5="accent5" accent6="accent6" hlink="hlink" folHlink="folHlink"/>
  <p:sldLayoutIdLst>
    <p:sldLayoutId id="2147484563" r:id="rId1"/>
    <p:sldLayoutId id="2147484564" r:id="rId2"/>
    <p:sldLayoutId id="2147484565" r:id="rId3"/>
    <p:sldLayoutId id="2147484566" r:id="rId4"/>
    <p:sldLayoutId id="2147484567" r:id="rId5"/>
    <p:sldLayoutId id="2147484568" r:id="rId6"/>
    <p:sldLayoutId id="2147484569" r:id="rId7"/>
    <p:sldLayoutId id="2147484570" r:id="rId8"/>
    <p:sldLayoutId id="2147484624" r:id="rId9"/>
    <p:sldLayoutId id="2147484625" r:id="rId10"/>
    <p:sldLayoutId id="2147484626" r:id="rId11"/>
    <p:sldLayoutId id="2147484627" r:id="rId12"/>
    <p:sldLayoutId id="2147484628" r:id="rId13"/>
    <p:sldLayoutId id="2147484629" r:id="rId14"/>
    <p:sldLayoutId id="2147484630" r:id="rId15"/>
    <p:sldLayoutId id="2147484631" r:id="rId16"/>
    <p:sldLayoutId id="2147484632" r:id="rId17"/>
    <p:sldLayoutId id="2147484633" r:id="rId18"/>
    <p:sldLayoutId id="2147484634" r:id="rId19"/>
    <p:sldLayoutId id="2147484635" r:id="rId20"/>
    <p:sldLayoutId id="2147484636" r:id="rId21"/>
    <p:sldLayoutId id="2147484637" r:id="rId22"/>
    <p:sldLayoutId id="2147484571" r:id="rId23"/>
    <p:sldLayoutId id="2147484638" r:id="rId24"/>
    <p:sldLayoutId id="2147484639" r:id="rId25"/>
    <p:sldLayoutId id="2147484572" r:id="rId26"/>
    <p:sldLayoutId id="2147484573" r:id="rId27"/>
    <p:sldLayoutId id="2147484574" r:id="rId28"/>
    <p:sldLayoutId id="2147484575" r:id="rId29"/>
    <p:sldLayoutId id="2147484576" r:id="rId30"/>
    <p:sldLayoutId id="2147484577" r:id="rId31"/>
    <p:sldLayoutId id="2147484640" r:id="rId32"/>
    <p:sldLayoutId id="2147484641" r:id="rId33"/>
    <p:sldLayoutId id="2147484642" r:id="rId34"/>
    <p:sldLayoutId id="2147483701" r:id="rId35"/>
    <p:sldLayoutId id="2147484643" r:id="rId36"/>
    <p:sldLayoutId id="2147484644" r:id="rId37"/>
    <p:sldLayoutId id="2147484578" r:id="rId38"/>
    <p:sldLayoutId id="2147484579" r:id="rId39"/>
    <p:sldLayoutId id="2147484580" r:id="rId40"/>
    <p:sldLayoutId id="2147484581" r:id="rId41"/>
    <p:sldLayoutId id="2147484582" r:id="rId42"/>
    <p:sldLayoutId id="2147484583" r:id="rId43"/>
    <p:sldLayoutId id="2147484584" r:id="rId44"/>
    <p:sldLayoutId id="2147484585" r:id="rId45"/>
    <p:sldLayoutId id="2147484586" r:id="rId46"/>
    <p:sldLayoutId id="2147484587" r:id="rId47"/>
    <p:sldLayoutId id="2147484588" r:id="rId48"/>
    <p:sldLayoutId id="2147484589" r:id="rId49"/>
    <p:sldLayoutId id="2147484590" r:id="rId50"/>
    <p:sldLayoutId id="2147484591" r:id="rId51"/>
    <p:sldLayoutId id="2147484592" r:id="rId52"/>
    <p:sldLayoutId id="2147484593" r:id="rId53"/>
    <p:sldLayoutId id="2147484594" r:id="rId54"/>
    <p:sldLayoutId id="2147484595" r:id="rId55"/>
    <p:sldLayoutId id="2147484596" r:id="rId56"/>
    <p:sldLayoutId id="2147484597" r:id="rId57"/>
    <p:sldLayoutId id="2147484598" r:id="rId58"/>
    <p:sldLayoutId id="2147484599" r:id="rId59"/>
    <p:sldLayoutId id="2147484600" r:id="rId60"/>
    <p:sldLayoutId id="2147484645" r:id="rId61"/>
    <p:sldLayoutId id="2147484646" r:id="rId62"/>
    <p:sldLayoutId id="2147484647" r:id="rId63"/>
    <p:sldLayoutId id="2147484648" r:id="rId64"/>
    <p:sldLayoutId id="2147484649" r:id="rId65"/>
    <p:sldLayoutId id="2147484650" r:id="rId66"/>
    <p:sldLayoutId id="2147484651" r:id="rId67"/>
    <p:sldLayoutId id="2147483711" r:id="rId68"/>
    <p:sldLayoutId id="2147483712" r:id="rId69"/>
    <p:sldLayoutId id="2147483713" r:id="rId70"/>
    <p:sldLayoutId id="2147483714" r:id="rId71"/>
    <p:sldLayoutId id="2147483871" r:id="rId72"/>
    <p:sldLayoutId id="2147484601" r:id="rId73"/>
    <p:sldLayoutId id="2147484652" r:id="rId7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35" cstate="print">
            <a:extLst>
              <a:ext uri="{28A0092B-C50C-407E-A947-70E740481C1C}">
                <a14:useLocalDpi xmlns:a14="http://schemas.microsoft.com/office/drawing/2010/main"/>
              </a:ext>
              <a:ext uri="{96DAC541-7B7A-43D3-8B79-37D633B846F1}">
                <asvg:svgBlip xmlns:asvg="http://schemas.microsoft.com/office/drawing/2016/SVG/main" r:embed="rId36"/>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690582243"/>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872" r:id="rId3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41" cstate="screen">
            <a:extLst>
              <a:ext uri="{28A0092B-C50C-407E-A947-70E740481C1C}">
                <a14:useLocalDpi xmlns:a14="http://schemas.microsoft.com/office/drawing/2010/main"/>
              </a:ext>
              <a:ext uri="{96DAC541-7B7A-43D3-8B79-37D633B846F1}">
                <asvg:svgBlip xmlns:asvg="http://schemas.microsoft.com/office/drawing/2016/SVG/main" r:embed="rId42"/>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507823687"/>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 id="2147483821" r:id="rId29"/>
    <p:sldLayoutId id="2147483822" r:id="rId30"/>
    <p:sldLayoutId id="2147483823" r:id="rId31"/>
    <p:sldLayoutId id="2147483824" r:id="rId32"/>
    <p:sldLayoutId id="2147483825" r:id="rId33"/>
    <p:sldLayoutId id="2147483826" r:id="rId34"/>
    <p:sldLayoutId id="2147483827" r:id="rId35"/>
    <p:sldLayoutId id="2147483828" r:id="rId36"/>
    <p:sldLayoutId id="2147483829" r:id="rId37"/>
    <p:sldLayoutId id="2147483830" r:id="rId38"/>
    <p:sldLayoutId id="2147483831" r:id="rId3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a:stretch/>
        </p:blipFill>
        <p:spPr>
          <a:xfrm>
            <a:off x="10899588" y="6469435"/>
            <a:ext cx="1011805" cy="240541"/>
          </a:xfrm>
          <a:prstGeom prst="rect">
            <a:avLst/>
          </a:prstGeom>
        </p:spPr>
      </p:pic>
    </p:spTree>
    <p:extLst>
      <p:ext uri="{BB962C8B-B14F-4D97-AF65-F5344CB8AC3E}">
        <p14:creationId xmlns:p14="http://schemas.microsoft.com/office/powerpoint/2010/main" val="507240225"/>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 id="2147483852" r:id="rId17"/>
    <p:sldLayoutId id="2147483853" r:id="rId18"/>
    <p:sldLayoutId id="2147483854" r:id="rId19"/>
    <p:sldLayoutId id="2147483855" r:id="rId20"/>
    <p:sldLayoutId id="2147483856" r:id="rId21"/>
    <p:sldLayoutId id="2147483857" r:id="rId22"/>
    <p:sldLayoutId id="2147483858" r:id="rId23"/>
    <p:sldLayoutId id="2147483859" r:id="rId24"/>
    <p:sldLayoutId id="2147483860" r:id="rId25"/>
    <p:sldLayoutId id="2147483861" r:id="rId26"/>
    <p:sldLayoutId id="2147483862" r:id="rId27"/>
    <p:sldLayoutId id="2147483863" r:id="rId28"/>
    <p:sldLayoutId id="2147483864" r:id="rId29"/>
    <p:sldLayoutId id="2147483865" r:id="rId30"/>
    <p:sldLayoutId id="2147483866" r:id="rId31"/>
    <p:sldLayoutId id="2147483867" r:id="rId32"/>
    <p:sldLayoutId id="2147483868" r:id="rId3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4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81" indent="-380981" algn="l" defTabSz="121914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50" indent="-380981"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17" indent="-457178"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493"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062"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63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E6D52A0-C258-A89C-938D-72D9341DDCEE}"/>
              </a:ext>
            </a:extLst>
          </p:cNvPr>
          <p:cNvPicPr>
            <a:picLocks noChangeAspect="1"/>
          </p:cNvPicPr>
          <p:nvPr userDrawn="1"/>
        </p:nvPicPr>
        <p:blipFill>
          <a:blip r:embed="rId35" cstate="screen">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9997980" y="6465147"/>
            <a:ext cx="1984557" cy="255821"/>
          </a:xfrm>
          <a:prstGeom prst="rect">
            <a:avLst/>
          </a:prstGeom>
        </p:spPr>
      </p:pic>
    </p:spTree>
    <p:extLst>
      <p:ext uri="{BB962C8B-B14F-4D97-AF65-F5344CB8AC3E}">
        <p14:creationId xmlns:p14="http://schemas.microsoft.com/office/powerpoint/2010/main" val="3015748333"/>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 id="2147483891" r:id="rId17"/>
    <p:sldLayoutId id="2147483892" r:id="rId18"/>
    <p:sldLayoutId id="2147483893" r:id="rId19"/>
    <p:sldLayoutId id="2147483894" r:id="rId20"/>
    <p:sldLayoutId id="2147483895" r:id="rId21"/>
    <p:sldLayoutId id="2147483896" r:id="rId22"/>
    <p:sldLayoutId id="2147483897" r:id="rId23"/>
    <p:sldLayoutId id="2147483898" r:id="rId24"/>
    <p:sldLayoutId id="2147483899" r:id="rId25"/>
    <p:sldLayoutId id="2147483900" r:id="rId26"/>
    <p:sldLayoutId id="2147483901" r:id="rId27"/>
    <p:sldLayoutId id="2147483902" r:id="rId28"/>
    <p:sldLayoutId id="2147483903" r:id="rId29"/>
    <p:sldLayoutId id="2147483904" r:id="rId30"/>
    <p:sldLayoutId id="2147483905" r:id="rId31"/>
    <p:sldLayoutId id="2147483906" r:id="rId32"/>
    <p:sldLayoutId id="2147483907" r:id="rId3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2961562955"/>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4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 id="2147484653" r:id="rId137"/>
    <p:sldLayoutId id="2147484654" r:id="rId138"/>
    <p:sldLayoutId id="2147484952" r:id="rId139"/>
    <p:sldLayoutId id="2147484953" r:id="rId14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776" userDrawn="1">
          <p15:clr>
            <a:srgbClr val="F26B43"/>
          </p15:clr>
        </p15:guide>
        <p15:guide id="3" pos="352" userDrawn="1">
          <p15:clr>
            <a:srgbClr val="F26B43"/>
          </p15:clr>
        </p15:guide>
        <p15:guide id="4" pos="7200" userDrawn="1">
          <p15:clr>
            <a:srgbClr val="F26B43"/>
          </p15:clr>
        </p15:guide>
        <p15:guide id="5" orient="horz" pos="4048" userDrawn="1">
          <p15:clr>
            <a:srgbClr val="F26B43"/>
          </p15:clr>
        </p15:guide>
        <p15:guide id="6" pos="2048" userDrawn="1">
          <p15:clr>
            <a:srgbClr val="F26B43"/>
          </p15:clr>
        </p15:guide>
        <p15:guide id="7" pos="5472" userDrawn="1">
          <p15:clr>
            <a:srgbClr val="F26B43"/>
          </p15:clr>
        </p15:guide>
        <p15:guide id="8" pos="2624" userDrawn="1">
          <p15:clr>
            <a:srgbClr val="F26B43"/>
          </p15:clr>
        </p15:guide>
        <p15:guide id="9" pos="4928"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a:stretch/>
        </p:blipFill>
        <p:spPr>
          <a:xfrm>
            <a:off x="10899588" y="6469435"/>
            <a:ext cx="1011805" cy="240541"/>
          </a:xfrm>
          <a:prstGeom prst="rect">
            <a:avLst/>
          </a:prstGeom>
        </p:spPr>
      </p:pic>
    </p:spTree>
    <p:extLst>
      <p:ext uri="{BB962C8B-B14F-4D97-AF65-F5344CB8AC3E}">
        <p14:creationId xmlns:p14="http://schemas.microsoft.com/office/powerpoint/2010/main" val="5657650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4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81" indent="-380981" algn="l" defTabSz="121914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50" indent="-380981"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17" indent="-457178" algn="l" defTabSz="121914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493"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062" indent="-304784" algn="l" defTabSz="121914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63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4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9274793"/>
      </p:ext>
    </p:extLst>
  </p:cSld>
  <p:clrMap bg1="lt1" tx1="dk1" bg2="lt2" tx2="dk2" accent1="accent1" accent2="accent2" accent3="accent3" accent4="accent4" accent5="accent5" accent6="accent6" hlink="hlink" folHlink="folHlink"/>
  <p:sldLayoutIdLst>
    <p:sldLayoutId id="2147484656" r:id="rId1"/>
    <p:sldLayoutId id="2147484657" r:id="rId2"/>
    <p:sldLayoutId id="2147484658" r:id="rId3"/>
    <p:sldLayoutId id="2147484659" r:id="rId4"/>
    <p:sldLayoutId id="2147484660" r:id="rId5"/>
    <p:sldLayoutId id="2147484661" r:id="rId6"/>
    <p:sldLayoutId id="2147484662" r:id="rId7"/>
    <p:sldLayoutId id="2147484663" r:id="rId8"/>
    <p:sldLayoutId id="2147484664" r:id="rId9"/>
    <p:sldLayoutId id="2147484665" r:id="rId10"/>
    <p:sldLayoutId id="2147484666" r:id="rId11"/>
    <p:sldLayoutId id="2147484667" r:id="rId12"/>
    <p:sldLayoutId id="2147484668" r:id="rId13"/>
    <p:sldLayoutId id="2147484669" r:id="rId14"/>
    <p:sldLayoutId id="2147484670" r:id="rId15"/>
    <p:sldLayoutId id="2147484671" r:id="rId16"/>
    <p:sldLayoutId id="2147484672" r:id="rId17"/>
    <p:sldLayoutId id="2147484673" r:id="rId18"/>
    <p:sldLayoutId id="2147484674" r:id="rId19"/>
    <p:sldLayoutId id="2147484675" r:id="rId20"/>
    <p:sldLayoutId id="2147484676" r:id="rId21"/>
    <p:sldLayoutId id="2147484677" r:id="rId22"/>
    <p:sldLayoutId id="2147484678" r:id="rId23"/>
    <p:sldLayoutId id="2147484679" r:id="rId24"/>
    <p:sldLayoutId id="2147484680" r:id="rId25"/>
    <p:sldLayoutId id="2147484681" r:id="rId26"/>
    <p:sldLayoutId id="2147484682" r:id="rId27"/>
    <p:sldLayoutId id="2147484683" r:id="rId28"/>
    <p:sldLayoutId id="2147484684" r:id="rId29"/>
    <p:sldLayoutId id="2147484685" r:id="rId30"/>
    <p:sldLayoutId id="2147484686" r:id="rId31"/>
    <p:sldLayoutId id="2147484687" r:id="rId32"/>
    <p:sldLayoutId id="2147484688" r:id="rId33"/>
    <p:sldLayoutId id="2147484689" r:id="rId34"/>
    <p:sldLayoutId id="2147484690" r:id="rId35"/>
    <p:sldLayoutId id="2147484691" r:id="rId36"/>
    <p:sldLayoutId id="2147484692" r:id="rId37"/>
    <p:sldLayoutId id="2147484693" r:id="rId38"/>
    <p:sldLayoutId id="2147484694" r:id="rId39"/>
    <p:sldLayoutId id="2147484695" r:id="rId40"/>
    <p:sldLayoutId id="2147484696" r:id="rId41"/>
    <p:sldLayoutId id="2147484697" r:id="rId42"/>
    <p:sldLayoutId id="2147484698" r:id="rId43"/>
    <p:sldLayoutId id="2147484699" r:id="rId44"/>
    <p:sldLayoutId id="2147484700" r:id="rId45"/>
    <p:sldLayoutId id="2147484701" r:id="rId46"/>
    <p:sldLayoutId id="2147484702" r:id="rId47"/>
    <p:sldLayoutId id="2147484703" r:id="rId48"/>
    <p:sldLayoutId id="2147484704" r:id="rId49"/>
    <p:sldLayoutId id="2147484705" r:id="rId50"/>
    <p:sldLayoutId id="2147484706" r:id="rId51"/>
    <p:sldLayoutId id="2147484707" r:id="rId52"/>
    <p:sldLayoutId id="2147484708" r:id="rId53"/>
    <p:sldLayoutId id="2147484709" r:id="rId54"/>
    <p:sldLayoutId id="2147484710" r:id="rId55"/>
    <p:sldLayoutId id="2147484711" r:id="rId56"/>
    <p:sldLayoutId id="2147484712" r:id="rId57"/>
    <p:sldLayoutId id="2147484713" r:id="rId58"/>
    <p:sldLayoutId id="2147484714" r:id="rId59"/>
    <p:sldLayoutId id="2147484715" r:id="rId60"/>
    <p:sldLayoutId id="2147484716" r:id="rId61"/>
    <p:sldLayoutId id="2147484717" r:id="rId62"/>
    <p:sldLayoutId id="2147484718" r:id="rId63"/>
    <p:sldLayoutId id="2147484719" r:id="rId64"/>
    <p:sldLayoutId id="2147484720" r:id="rId65"/>
    <p:sldLayoutId id="2147484721" r:id="rId66"/>
    <p:sldLayoutId id="2147484722" r:id="rId67"/>
    <p:sldLayoutId id="2147484723" r:id="rId68"/>
    <p:sldLayoutId id="2147484724" r:id="rId69"/>
    <p:sldLayoutId id="2147484725" r:id="rId70"/>
    <p:sldLayoutId id="2147484726" r:id="rId71"/>
    <p:sldLayoutId id="2147484727" r:id="rId72"/>
    <p:sldLayoutId id="2147484728" r:id="rId73"/>
    <p:sldLayoutId id="2147484729" r:id="rId74"/>
    <p:sldLayoutId id="2147484730" r:id="rId75"/>
    <p:sldLayoutId id="2147484731" r:id="rId76"/>
    <p:sldLayoutId id="2147484732" r:id="rId77"/>
    <p:sldLayoutId id="2147484733" r:id="rId78"/>
    <p:sldLayoutId id="2147484734" r:id="rId79"/>
    <p:sldLayoutId id="2147484735" r:id="rId80"/>
    <p:sldLayoutId id="2147484736" r:id="rId81"/>
    <p:sldLayoutId id="2147484737" r:id="rId82"/>
    <p:sldLayoutId id="2147484738" r:id="rId83"/>
    <p:sldLayoutId id="2147484739" r:id="rId84"/>
    <p:sldLayoutId id="2147484740" r:id="rId85"/>
    <p:sldLayoutId id="2147484741" r:id="rId86"/>
    <p:sldLayoutId id="2147484742" r:id="rId87"/>
    <p:sldLayoutId id="2147484743" r:id="rId88"/>
    <p:sldLayoutId id="2147484744" r:id="rId89"/>
    <p:sldLayoutId id="2147484745" r:id="rId90"/>
    <p:sldLayoutId id="2147484746" r:id="rId91"/>
    <p:sldLayoutId id="2147484747" r:id="rId92"/>
    <p:sldLayoutId id="2147484748" r:id="rId93"/>
    <p:sldLayoutId id="2147484749" r:id="rId94"/>
    <p:sldLayoutId id="2147484750" r:id="rId95"/>
    <p:sldLayoutId id="2147484751" r:id="rId96"/>
    <p:sldLayoutId id="2147484752" r:id="rId97"/>
    <p:sldLayoutId id="2147484753" r:id="rId98"/>
    <p:sldLayoutId id="2147484754" r:id="rId99"/>
    <p:sldLayoutId id="2147484755" r:id="rId100"/>
    <p:sldLayoutId id="2147484756" r:id="rId101"/>
    <p:sldLayoutId id="2147484757" r:id="rId102"/>
    <p:sldLayoutId id="2147484758" r:id="rId103"/>
    <p:sldLayoutId id="2147484759" r:id="rId104"/>
    <p:sldLayoutId id="2147484760" r:id="rId105"/>
    <p:sldLayoutId id="2147484761" r:id="rId106"/>
    <p:sldLayoutId id="2147484762" r:id="rId107"/>
    <p:sldLayoutId id="2147484763" r:id="rId108"/>
    <p:sldLayoutId id="2147484764" r:id="rId109"/>
    <p:sldLayoutId id="2147484765" r:id="rId110"/>
    <p:sldLayoutId id="2147484766" r:id="rId111"/>
    <p:sldLayoutId id="2147484767" r:id="rId112"/>
    <p:sldLayoutId id="2147484768" r:id="rId113"/>
    <p:sldLayoutId id="2147484769" r:id="rId114"/>
    <p:sldLayoutId id="2147484770" r:id="rId115"/>
    <p:sldLayoutId id="2147484771" r:id="rId116"/>
    <p:sldLayoutId id="2147484772" r:id="rId117"/>
    <p:sldLayoutId id="2147484773" r:id="rId118"/>
    <p:sldLayoutId id="2147484774" r:id="rId119"/>
    <p:sldLayoutId id="2147484775" r:id="rId120"/>
    <p:sldLayoutId id="2147484776" r:id="rId121"/>
    <p:sldLayoutId id="2147484777" r:id="rId122"/>
    <p:sldLayoutId id="2147484778" r:id="rId123"/>
    <p:sldLayoutId id="2147484779" r:id="rId124"/>
    <p:sldLayoutId id="2147484780" r:id="rId125"/>
    <p:sldLayoutId id="2147484781" r:id="rId126"/>
    <p:sldLayoutId id="2147484782" r:id="rId127"/>
    <p:sldLayoutId id="2147484783" r:id="rId128"/>
    <p:sldLayoutId id="2147484784" r:id="rId129"/>
    <p:sldLayoutId id="2147484785" r:id="rId130"/>
    <p:sldLayoutId id="2147484786" r:id="rId131"/>
    <p:sldLayoutId id="2147484787" r:id="rId132"/>
    <p:sldLayoutId id="2147484788" r:id="rId133"/>
    <p:sldLayoutId id="2147484789" r:id="rId134"/>
    <p:sldLayoutId id="2147484790" r:id="rId135"/>
    <p:sldLayoutId id="2147484791" r:id="rId136"/>
    <p:sldLayoutId id="2147484792" r:id="rId137"/>
    <p:sldLayoutId id="2147484794" r:id="rId138"/>
    <p:sldLayoutId id="2147484796" r:id="rId139"/>
    <p:sldLayoutId id="2147484797" r:id="rId140"/>
    <p:sldLayoutId id="2147484798" r:id="rId14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4"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9243067"/>
      </p:ext>
    </p:extLst>
  </p:cSld>
  <p:clrMap bg1="lt1" tx1="dk1" bg2="lt2" tx2="dk2" accent1="accent1" accent2="accent2" accent3="accent3" accent4="accent4" accent5="accent5" accent6="accent6" hlink="hlink" folHlink="folHlink"/>
  <p:sldLayoutIdLst>
    <p:sldLayoutId id="2147484800" r:id="rId1"/>
    <p:sldLayoutId id="2147484801" r:id="rId2"/>
    <p:sldLayoutId id="2147484802" r:id="rId3"/>
    <p:sldLayoutId id="2147484803" r:id="rId4"/>
    <p:sldLayoutId id="2147484804" r:id="rId5"/>
    <p:sldLayoutId id="2147484805" r:id="rId6"/>
    <p:sldLayoutId id="2147484806" r:id="rId7"/>
    <p:sldLayoutId id="2147484807" r:id="rId8"/>
    <p:sldLayoutId id="2147484808" r:id="rId9"/>
    <p:sldLayoutId id="2147484809" r:id="rId10"/>
    <p:sldLayoutId id="2147484810" r:id="rId11"/>
    <p:sldLayoutId id="2147484811" r:id="rId12"/>
    <p:sldLayoutId id="2147484812" r:id="rId13"/>
    <p:sldLayoutId id="2147484813" r:id="rId14"/>
    <p:sldLayoutId id="2147484814" r:id="rId15"/>
    <p:sldLayoutId id="2147484815" r:id="rId16"/>
    <p:sldLayoutId id="2147484816" r:id="rId17"/>
    <p:sldLayoutId id="2147484817" r:id="rId18"/>
    <p:sldLayoutId id="2147484818" r:id="rId19"/>
    <p:sldLayoutId id="2147484819" r:id="rId20"/>
    <p:sldLayoutId id="2147484820" r:id="rId21"/>
    <p:sldLayoutId id="2147484821" r:id="rId22"/>
    <p:sldLayoutId id="2147484822" r:id="rId23"/>
    <p:sldLayoutId id="2147484823" r:id="rId24"/>
    <p:sldLayoutId id="2147484824" r:id="rId25"/>
    <p:sldLayoutId id="2147484825" r:id="rId26"/>
    <p:sldLayoutId id="2147484826" r:id="rId27"/>
    <p:sldLayoutId id="2147484827" r:id="rId28"/>
    <p:sldLayoutId id="2147484828" r:id="rId29"/>
    <p:sldLayoutId id="2147484829" r:id="rId30"/>
    <p:sldLayoutId id="2147484830" r:id="rId31"/>
    <p:sldLayoutId id="2147484831" r:id="rId32"/>
    <p:sldLayoutId id="2147484832" r:id="rId33"/>
    <p:sldLayoutId id="2147484833" r:id="rId34"/>
    <p:sldLayoutId id="2147484834" r:id="rId35"/>
    <p:sldLayoutId id="2147484835" r:id="rId36"/>
    <p:sldLayoutId id="2147484836" r:id="rId37"/>
    <p:sldLayoutId id="2147484837" r:id="rId38"/>
    <p:sldLayoutId id="2147484838" r:id="rId39"/>
    <p:sldLayoutId id="2147484839" r:id="rId40"/>
    <p:sldLayoutId id="2147484840" r:id="rId41"/>
    <p:sldLayoutId id="2147484841" r:id="rId42"/>
    <p:sldLayoutId id="2147484842" r:id="rId43"/>
    <p:sldLayoutId id="2147484843" r:id="rId44"/>
    <p:sldLayoutId id="2147484844" r:id="rId45"/>
    <p:sldLayoutId id="2147484845" r:id="rId46"/>
    <p:sldLayoutId id="2147484846" r:id="rId47"/>
    <p:sldLayoutId id="2147484847" r:id="rId48"/>
    <p:sldLayoutId id="2147484848" r:id="rId49"/>
    <p:sldLayoutId id="2147484849" r:id="rId50"/>
    <p:sldLayoutId id="2147484850" r:id="rId51"/>
    <p:sldLayoutId id="2147484851" r:id="rId52"/>
    <p:sldLayoutId id="2147484852" r:id="rId53"/>
    <p:sldLayoutId id="2147484853" r:id="rId54"/>
    <p:sldLayoutId id="2147484854" r:id="rId55"/>
    <p:sldLayoutId id="2147484855" r:id="rId56"/>
    <p:sldLayoutId id="2147484856" r:id="rId57"/>
    <p:sldLayoutId id="2147484857" r:id="rId58"/>
    <p:sldLayoutId id="2147484858" r:id="rId59"/>
    <p:sldLayoutId id="2147484859" r:id="rId60"/>
    <p:sldLayoutId id="2147484860" r:id="rId61"/>
    <p:sldLayoutId id="2147484861" r:id="rId62"/>
    <p:sldLayoutId id="2147484862" r:id="rId63"/>
    <p:sldLayoutId id="2147484863" r:id="rId64"/>
    <p:sldLayoutId id="2147484864" r:id="rId65"/>
    <p:sldLayoutId id="2147484865" r:id="rId66"/>
    <p:sldLayoutId id="2147484866" r:id="rId67"/>
    <p:sldLayoutId id="2147484867" r:id="rId68"/>
    <p:sldLayoutId id="2147484868" r:id="rId69"/>
    <p:sldLayoutId id="2147484869" r:id="rId70"/>
    <p:sldLayoutId id="2147484870" r:id="rId71"/>
    <p:sldLayoutId id="2147484871" r:id="rId72"/>
    <p:sldLayoutId id="2147484872" r:id="rId73"/>
    <p:sldLayoutId id="2147484873" r:id="rId74"/>
    <p:sldLayoutId id="2147484874" r:id="rId75"/>
    <p:sldLayoutId id="2147484875" r:id="rId76"/>
    <p:sldLayoutId id="2147484876" r:id="rId77"/>
    <p:sldLayoutId id="2147484877" r:id="rId78"/>
    <p:sldLayoutId id="2147484878" r:id="rId79"/>
    <p:sldLayoutId id="2147484879" r:id="rId80"/>
    <p:sldLayoutId id="2147484880" r:id="rId81"/>
    <p:sldLayoutId id="2147484881" r:id="rId82"/>
    <p:sldLayoutId id="2147484882" r:id="rId83"/>
    <p:sldLayoutId id="2147484883" r:id="rId84"/>
    <p:sldLayoutId id="2147484884" r:id="rId85"/>
    <p:sldLayoutId id="2147484885" r:id="rId86"/>
    <p:sldLayoutId id="2147484886" r:id="rId87"/>
    <p:sldLayoutId id="2147484887" r:id="rId88"/>
    <p:sldLayoutId id="2147484888" r:id="rId89"/>
    <p:sldLayoutId id="2147484889" r:id="rId90"/>
    <p:sldLayoutId id="2147484890" r:id="rId91"/>
    <p:sldLayoutId id="2147484891" r:id="rId92"/>
    <p:sldLayoutId id="2147484892" r:id="rId93"/>
    <p:sldLayoutId id="2147484893" r:id="rId94"/>
    <p:sldLayoutId id="2147484894" r:id="rId95"/>
    <p:sldLayoutId id="2147484895" r:id="rId96"/>
    <p:sldLayoutId id="2147484896" r:id="rId97"/>
    <p:sldLayoutId id="2147484897" r:id="rId98"/>
    <p:sldLayoutId id="2147484898" r:id="rId99"/>
    <p:sldLayoutId id="2147484899" r:id="rId100"/>
    <p:sldLayoutId id="2147484900" r:id="rId101"/>
    <p:sldLayoutId id="2147484901" r:id="rId102"/>
    <p:sldLayoutId id="2147484902" r:id="rId103"/>
    <p:sldLayoutId id="2147484903" r:id="rId104"/>
    <p:sldLayoutId id="2147484904" r:id="rId105"/>
    <p:sldLayoutId id="2147484905" r:id="rId106"/>
    <p:sldLayoutId id="2147484906" r:id="rId107"/>
    <p:sldLayoutId id="2147484907" r:id="rId108"/>
    <p:sldLayoutId id="2147484908" r:id="rId109"/>
    <p:sldLayoutId id="2147484909" r:id="rId110"/>
    <p:sldLayoutId id="2147484910" r:id="rId111"/>
    <p:sldLayoutId id="2147484911" r:id="rId112"/>
    <p:sldLayoutId id="2147484912" r:id="rId113"/>
    <p:sldLayoutId id="2147484913" r:id="rId114"/>
    <p:sldLayoutId id="2147484914" r:id="rId115"/>
    <p:sldLayoutId id="2147484915" r:id="rId116"/>
    <p:sldLayoutId id="2147484916" r:id="rId117"/>
    <p:sldLayoutId id="2147484917" r:id="rId118"/>
    <p:sldLayoutId id="2147484918" r:id="rId119"/>
    <p:sldLayoutId id="2147484919" r:id="rId120"/>
    <p:sldLayoutId id="2147484920" r:id="rId121"/>
    <p:sldLayoutId id="2147484921" r:id="rId122"/>
    <p:sldLayoutId id="2147484922" r:id="rId123"/>
    <p:sldLayoutId id="2147484923" r:id="rId124"/>
    <p:sldLayoutId id="2147484924" r:id="rId125"/>
    <p:sldLayoutId id="2147484925" r:id="rId126"/>
    <p:sldLayoutId id="2147484926" r:id="rId127"/>
    <p:sldLayoutId id="2147484927" r:id="rId128"/>
    <p:sldLayoutId id="2147484928" r:id="rId129"/>
    <p:sldLayoutId id="2147484929" r:id="rId130"/>
    <p:sldLayoutId id="2147484930" r:id="rId131"/>
    <p:sldLayoutId id="2147484931" r:id="rId132"/>
    <p:sldLayoutId id="2147484932" r:id="rId133"/>
    <p:sldLayoutId id="2147484933" r:id="rId134"/>
    <p:sldLayoutId id="2147484934" r:id="rId135"/>
    <p:sldLayoutId id="2147484935" r:id="rId136"/>
    <p:sldLayoutId id="2147484936" r:id="rId137"/>
    <p:sldLayoutId id="2147484937" r:id="rId138"/>
    <p:sldLayoutId id="2147484938" r:id="rId139"/>
    <p:sldLayoutId id="2147484939" r:id="rId140"/>
    <p:sldLayoutId id="2147484940" r:id="rId141"/>
    <p:sldLayoutId id="2147484941" r:id="rId142"/>
    <p:sldLayoutId id="2147484942" r:id="rId143"/>
    <p:sldLayoutId id="2147484943" r:id="rId144"/>
    <p:sldLayoutId id="2147484944" r:id="rId145"/>
    <p:sldLayoutId id="2147484945" r:id="rId146"/>
    <p:sldLayoutId id="2147484946" r:id="rId147"/>
    <p:sldLayoutId id="2147484947" r:id="rId148"/>
    <p:sldLayoutId id="2147484948" r:id="rId149"/>
    <p:sldLayoutId id="2147484949" r:id="rId150"/>
    <p:sldLayoutId id="2147484950" r:id="rId151"/>
    <p:sldLayoutId id="2147484951" r:id="rId152"/>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0.xml"/></Relationships>
</file>

<file path=ppt/slides/_rels/slide3.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5.xml"/><Relationship Id="rId7" Type="http://schemas.openxmlformats.org/officeDocument/2006/relationships/slide" Target="slide46.xml"/><Relationship Id="rId2" Type="http://schemas.openxmlformats.org/officeDocument/2006/relationships/notesSlide" Target="../notesSlides/notesSlide1.xml"/><Relationship Id="rId1" Type="http://schemas.openxmlformats.org/officeDocument/2006/relationships/slideLayout" Target="../slideLayouts/slideLayout269.xml"/><Relationship Id="rId6" Type="http://schemas.openxmlformats.org/officeDocument/2006/relationships/slide" Target="slide29.xml"/><Relationship Id="rId5" Type="http://schemas.openxmlformats.org/officeDocument/2006/relationships/slide" Target="slide22.xml"/><Relationship Id="rId4" Type="http://schemas.openxmlformats.org/officeDocument/2006/relationships/slide" Target="slide15.xml"/><Relationship Id="rId9" Type="http://schemas.openxmlformats.org/officeDocument/2006/relationships/image" Target="../media/image10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6.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7.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8.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65.xml"/></Relationships>
</file>

<file path=ppt/slides/_rels/slide1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65.xml"/></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65.xml"/></Relationships>
</file>

<file path=ppt/slides/_rels/slide1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65.xml"/></Relationships>
</file>

<file path=ppt/slides/_rels/slide13.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image" Target="../media/image112.jpeg"/><Relationship Id="rId1" Type="http://schemas.openxmlformats.org/officeDocument/2006/relationships/slideLayout" Target="../slideLayouts/slideLayout26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16.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17.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65.xml"/></Relationships>
</file>

<file path=ppt/slides/_rels/slide1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65.xml"/><Relationship Id="rId4" Type="http://schemas.openxmlformats.org/officeDocument/2006/relationships/image" Target="../media/image117.png"/></Relationships>
</file>

<file path=ppt/slides/_rels/slide1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65.xml"/></Relationships>
</file>

<file path=ppt/slides/_rels/slide2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65.xml"/></Relationships>
</file>

<file path=ppt/slides/_rels/slide2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6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27.xml.rels><?xml version="1.0" encoding="UTF-8" standalone="yes"?>
<Relationships xmlns="http://schemas.openxmlformats.org/package/2006/relationships"><Relationship Id="rId2" Type="http://schemas.microsoft.com/office/2018/10/relationships/comments" Target="../comments/modernComment_10E_9C80C196.xml"/><Relationship Id="rId1" Type="http://schemas.openxmlformats.org/officeDocument/2006/relationships/slideLayout" Target="../slideLayouts/slideLayout265.xml"/></Relationships>
</file>

<file path=ppt/slides/_rels/slide28.xml.rels><?xml version="1.0" encoding="UTF-8" standalone="yes"?>
<Relationships xmlns="http://schemas.openxmlformats.org/package/2006/relationships"><Relationship Id="rId2" Type="http://schemas.microsoft.com/office/2018/10/relationships/comments" Target="../comments/modernComment_7FFFFFEB_96144E42.xml"/><Relationship Id="rId1" Type="http://schemas.openxmlformats.org/officeDocument/2006/relationships/slideLayout" Target="../slideLayouts/slideLayout26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30.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31.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3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33.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370.xml"/></Relationships>
</file>

<file path=ppt/slides/_rels/slide34.xml.rels><?xml version="1.0" encoding="UTF-8" standalone="yes"?>
<Relationships xmlns="http://schemas.openxmlformats.org/package/2006/relationships"><Relationship Id="rId2" Type="http://schemas.microsoft.com/office/2018/10/relationships/comments" Target="../comments/modernComment_7FFFFFE4_97495.xml"/><Relationship Id="rId1" Type="http://schemas.openxmlformats.org/officeDocument/2006/relationships/slideLayout" Target="../slideLayouts/slideLayout26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36.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image" Target="../media/image122.jpeg"/><Relationship Id="rId1" Type="http://schemas.openxmlformats.org/officeDocument/2006/relationships/slideLayout" Target="../slideLayouts/slideLayout26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3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7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43.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image" Target="../media/image125.jpeg"/><Relationship Id="rId1" Type="http://schemas.openxmlformats.org/officeDocument/2006/relationships/slideLayout" Target="../slideLayouts/slideLayout271.xml"/></Relationships>
</file>

<file path=ppt/slides/_rels/slide44.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jpeg"/><Relationship Id="rId1" Type="http://schemas.openxmlformats.org/officeDocument/2006/relationships/slideLayout" Target="../slideLayouts/slideLayout271.xml"/></Relationships>
</file>

<file path=ppt/slides/_rels/slide45.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image" Target="../media/image129.jpeg"/><Relationship Id="rId1" Type="http://schemas.openxmlformats.org/officeDocument/2006/relationships/slideLayout" Target="../slideLayouts/slideLayout27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94220-9F22-C0D9-1F1D-CD1AEB426A9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6488FC0-CEFC-EA5C-35B8-E54F06673998}"/>
              </a:ext>
            </a:extLst>
          </p:cNvPr>
          <p:cNvSpPr>
            <a:spLocks noGrp="1"/>
          </p:cNvSpPr>
          <p:nvPr>
            <p:ph type="title"/>
          </p:nvPr>
        </p:nvSpPr>
        <p:spPr/>
        <p:txBody>
          <a:bodyPr anchor="ctr"/>
          <a:lstStyle/>
          <a:p>
            <a:r>
              <a:rPr lang="en-US" sz="6000"/>
              <a:t>Anaplan Sales</a:t>
            </a:r>
            <a:br>
              <a:rPr lang="en-US" sz="6000"/>
            </a:br>
            <a:r>
              <a:rPr lang="en-US" sz="6000"/>
              <a:t>Applications</a:t>
            </a:r>
          </a:p>
        </p:txBody>
      </p:sp>
      <p:sp>
        <p:nvSpPr>
          <p:cNvPr id="7" name="Subtitle 2">
            <a:extLst>
              <a:ext uri="{FF2B5EF4-FFF2-40B4-BE49-F238E27FC236}">
                <a16:creationId xmlns:a16="http://schemas.microsoft.com/office/drawing/2014/main" id="{42FCE0BB-2FF6-2DA7-DB95-D12EFDBCE1A0}"/>
              </a:ext>
            </a:extLst>
          </p:cNvPr>
          <p:cNvSpPr>
            <a:spLocks noGrp="1"/>
          </p:cNvSpPr>
          <p:nvPr>
            <p:ph type="body" sz="quarter" idx="10"/>
          </p:nvPr>
        </p:nvSpPr>
        <p:spPr/>
        <p:txBody>
          <a:bodyPr vert="horz" lIns="0" tIns="45720" rIns="91440" bIns="45720" rtlCol="0" anchor="ctr">
            <a:normAutofit/>
          </a:bodyPr>
          <a:lstStyle/>
          <a:p>
            <a:pPr>
              <a:lnSpc>
                <a:spcPts val="2500"/>
              </a:lnSpc>
            </a:pPr>
            <a:r>
              <a:rPr lang="en-US" sz="2200">
                <a:latin typeface="Arial"/>
                <a:cs typeface="Arial"/>
              </a:rPr>
              <a:t>Go-to-Market Capacity Planning</a:t>
            </a:r>
          </a:p>
          <a:p>
            <a:pPr>
              <a:lnSpc>
                <a:spcPts val="2500"/>
              </a:lnSpc>
            </a:pPr>
            <a:r>
              <a:rPr lang="en-US" sz="2200">
                <a:solidFill>
                  <a:schemeClr val="accent1"/>
                </a:solidFill>
                <a:latin typeface="Arial"/>
                <a:cs typeface="Arial"/>
              </a:rPr>
              <a:t>Post-model generation updates</a:t>
            </a:r>
          </a:p>
        </p:txBody>
      </p:sp>
      <p:sp>
        <p:nvSpPr>
          <p:cNvPr id="8" name="TextBox 7">
            <a:extLst>
              <a:ext uri="{FF2B5EF4-FFF2-40B4-BE49-F238E27FC236}">
                <a16:creationId xmlns:a16="http://schemas.microsoft.com/office/drawing/2014/main" id="{517653A9-6C7D-32EF-2FCF-565691E3CA8A}"/>
              </a:ext>
            </a:extLst>
          </p:cNvPr>
          <p:cNvSpPr txBox="1"/>
          <p:nvPr/>
        </p:nvSpPr>
        <p:spPr>
          <a:xfrm>
            <a:off x="7674243" y="6198173"/>
            <a:ext cx="29827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2"/>
                </a:solidFill>
                <a:ea typeface="Calibri"/>
                <a:cs typeface="Calibri"/>
              </a:rPr>
              <a:t>Application Version 1.1.0</a:t>
            </a:r>
          </a:p>
          <a:p>
            <a:r>
              <a:rPr lang="en-US" sz="1200">
                <a:solidFill>
                  <a:schemeClr val="bg2"/>
                </a:solidFill>
                <a:ea typeface="Calibri"/>
                <a:cs typeface="Calibri"/>
              </a:rPr>
              <a:t>Last updated July 15, 2025</a:t>
            </a:r>
          </a:p>
        </p:txBody>
      </p:sp>
    </p:spTree>
    <p:extLst>
      <p:ext uri="{BB962C8B-B14F-4D97-AF65-F5344CB8AC3E}">
        <p14:creationId xmlns:p14="http://schemas.microsoft.com/office/powerpoint/2010/main" val="3297798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F4C99-60E2-DD21-985A-0098E87714A6}"/>
              </a:ext>
            </a:extLst>
          </p:cNvPr>
          <p:cNvSpPr>
            <a:spLocks noGrp="1"/>
          </p:cNvSpPr>
          <p:nvPr>
            <p:ph type="body" sz="quarter" idx="10"/>
          </p:nvPr>
        </p:nvSpPr>
        <p:spPr/>
        <p:txBody>
          <a:bodyPr lIns="0" tIns="45720" rIns="91440" bIns="45720" anchor="b"/>
          <a:lstStyle/>
          <a:p>
            <a:r>
              <a:rPr lang="en-US">
                <a:latin typeface="Arial"/>
                <a:cs typeface="Arial"/>
              </a:rPr>
              <a:t>Confidentiality notice</a:t>
            </a:r>
            <a:endParaRPr lang="en-US"/>
          </a:p>
        </p:txBody>
      </p:sp>
      <p:sp>
        <p:nvSpPr>
          <p:cNvPr id="4" name="TextBox 3">
            <a:extLst>
              <a:ext uri="{FF2B5EF4-FFF2-40B4-BE49-F238E27FC236}">
                <a16:creationId xmlns:a16="http://schemas.microsoft.com/office/drawing/2014/main" id="{B9897C31-E5AC-1359-7F28-F7D9F2EF5781}"/>
              </a:ext>
            </a:extLst>
          </p:cNvPr>
          <p:cNvSpPr txBox="1"/>
          <p:nvPr/>
        </p:nvSpPr>
        <p:spPr>
          <a:xfrm>
            <a:off x="1018117" y="3623733"/>
            <a:ext cx="8228710" cy="2246769"/>
          </a:xfrm>
          <a:prstGeom prst="rect">
            <a:avLst/>
          </a:prstGeom>
          <a:noFill/>
        </p:spPr>
        <p:txBody>
          <a:bodyPr wrap="square" lIns="0" tIns="45720" rIns="91440" bIns="45720" rtlCol="0" anchor="t">
            <a:spAutoFit/>
          </a:bodyPr>
          <a:lstStyle/>
          <a:p>
            <a:pPr>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and any related materials are provided solely for the use of authorized Anaplan customers who have purchased the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Anaplan </a:t>
            </a:r>
            <a:r>
              <a:rPr lang="en-US" sz="1000" b="1">
                <a:solidFill>
                  <a:srgbClr val="0A2F46"/>
                </a:solidFill>
                <a:latin typeface="Arial" panose="020B0604020202020204"/>
              </a:rPr>
              <a:t>Go-to-Market Capacity Planning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Application </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and are considered Anaplan proprietary information</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The information contained herein is intended exclusively for the purpose of implementing the application </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by authorized customers</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 Any use outside of this intended purpose is strictly prohibited</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including but not limited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Sharing, distributing, or disclosing this content with or to individuals or entities not directly involved in the customer’s authorized implementation.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Using the documentation, in whole or in part, to replicate, retrofit, or reverse-engineer the functionality in other models, environments, or platforms.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sz="1000" b="0" i="0" u="none" strike="noStrike" kern="1200" cap="none" spc="0" normalizeH="0" baseline="0" noProof="0">
                <a:ln>
                  <a:noFill/>
                </a:ln>
                <a:effectLst/>
                <a:uLnTx/>
                <a:uFillTx/>
                <a:latin typeface="Arial" panose="020B0604020202020204"/>
              </a:rPr>
            </a:b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contains proprietary information of Anaplan and is protected by applicable intellectual property laws. Any unauthorized use, reproduction, or dissemination is a violation of these terms and may result in legal action. </a:t>
            </a:r>
            <a:br>
              <a:rPr lang="en-US" sz="1000" b="0" i="0" u="none" strike="noStrike" kern="1200" cap="none" spc="0" normalizeH="0" baseline="0" noProof="0">
                <a:ln>
                  <a:noFill/>
                </a:ln>
                <a:effectLst/>
                <a:uLnTx/>
                <a:uFillTx/>
                <a:latin typeface="Arial" panose="020B0604020202020204"/>
              </a:rPr>
            </a:b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015068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2856D-BFF9-E399-C7BA-6B117B5D3AB5}"/>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916ED981-C2CD-84AB-CD07-B4D741563948}"/>
              </a:ext>
            </a:extLst>
          </p:cNvPr>
          <p:cNvGrpSpPr/>
          <p:nvPr/>
        </p:nvGrpSpPr>
        <p:grpSpPr>
          <a:xfrm>
            <a:off x="610649" y="867286"/>
            <a:ext cx="5989320" cy="617517"/>
            <a:chOff x="665018" y="1199408"/>
            <a:chExt cx="5989320" cy="617517"/>
          </a:xfrm>
        </p:grpSpPr>
        <p:cxnSp>
          <p:nvCxnSpPr>
            <p:cNvPr id="4" name="Straight Connector 3">
              <a:extLst>
                <a:ext uri="{FF2B5EF4-FFF2-40B4-BE49-F238E27FC236}">
                  <a16:creationId xmlns:a16="http://schemas.microsoft.com/office/drawing/2014/main" id="{EDF00A99-C6D3-16E7-6710-4D2EC1D8A237}"/>
                </a:ext>
              </a:extLst>
            </p:cNvPr>
            <p:cNvCxnSpPr>
              <a:cxnSpLocks/>
            </p:cNvCxnSpPr>
            <p:nvPr/>
          </p:nvCxnSpPr>
          <p:spPr>
            <a:xfrm flipV="1">
              <a:off x="665018" y="1816924"/>
              <a:ext cx="5989320" cy="1"/>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9786DB6-BFC8-E34E-0EE8-002C9D65DA5D}"/>
                </a:ext>
              </a:extLst>
            </p:cNvPr>
            <p:cNvSpPr txBox="1"/>
            <p:nvPr/>
          </p:nvSpPr>
          <p:spPr>
            <a:xfrm>
              <a:off x="665018" y="1199408"/>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1 </a:t>
              </a:r>
            </a:p>
          </p:txBody>
        </p:sp>
        <p:sp>
          <p:nvSpPr>
            <p:cNvPr id="14" name="TextBox 13">
              <a:extLst>
                <a:ext uri="{FF2B5EF4-FFF2-40B4-BE49-F238E27FC236}">
                  <a16:creationId xmlns:a16="http://schemas.microsoft.com/office/drawing/2014/main" id="{FF51F142-F692-3E36-8ABD-1D3765EF1AC1}"/>
                </a:ext>
              </a:extLst>
            </p:cNvPr>
            <p:cNvSpPr txBox="1"/>
            <p:nvPr/>
          </p:nvSpPr>
          <p:spPr>
            <a:xfrm>
              <a:off x="1196788" y="1199408"/>
              <a:ext cx="5455522"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Miscellaneous</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3" name="Group 32">
            <a:extLst>
              <a:ext uri="{FF2B5EF4-FFF2-40B4-BE49-F238E27FC236}">
                <a16:creationId xmlns:a16="http://schemas.microsoft.com/office/drawing/2014/main" id="{3EF742ED-0BC3-CE41-B292-4C77342B7326}"/>
              </a:ext>
            </a:extLst>
          </p:cNvPr>
          <p:cNvGrpSpPr/>
          <p:nvPr/>
        </p:nvGrpSpPr>
        <p:grpSpPr>
          <a:xfrm>
            <a:off x="610649" y="1617493"/>
            <a:ext cx="5990738" cy="741025"/>
            <a:chOff x="665018" y="1954270"/>
            <a:chExt cx="5990738" cy="741025"/>
          </a:xfrm>
        </p:grpSpPr>
        <p:cxnSp>
          <p:nvCxnSpPr>
            <p:cNvPr id="6" name="Straight Connector 5">
              <a:extLst>
                <a:ext uri="{FF2B5EF4-FFF2-40B4-BE49-F238E27FC236}">
                  <a16:creationId xmlns:a16="http://schemas.microsoft.com/office/drawing/2014/main" id="{CD86D70A-2ED7-F2BF-D80E-57E9262D2854}"/>
                </a:ext>
              </a:extLst>
            </p:cNvPr>
            <p:cNvCxnSpPr>
              <a:cxnSpLocks/>
            </p:cNvCxnSpPr>
            <p:nvPr/>
          </p:nvCxnSpPr>
          <p:spPr>
            <a:xfrm>
              <a:off x="665018" y="2695295"/>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68E0653-DF54-9F8E-2857-739531C16F68}"/>
                </a:ext>
              </a:extLst>
            </p:cNvPr>
            <p:cNvSpPr txBox="1"/>
            <p:nvPr/>
          </p:nvSpPr>
          <p:spPr>
            <a:xfrm>
              <a:off x="665018" y="1954270"/>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2 </a:t>
              </a:r>
            </a:p>
          </p:txBody>
        </p:sp>
        <p:sp>
          <p:nvSpPr>
            <p:cNvPr id="15" name="TextBox 14">
              <a:extLst>
                <a:ext uri="{FF2B5EF4-FFF2-40B4-BE49-F238E27FC236}">
                  <a16:creationId xmlns:a16="http://schemas.microsoft.com/office/drawing/2014/main" id="{2C63D3CE-B326-4383-0189-11AB1179E4BA}"/>
                </a:ext>
              </a:extLst>
            </p:cNvPr>
            <p:cNvSpPr txBox="1"/>
            <p:nvPr/>
          </p:nvSpPr>
          <p:spPr>
            <a:xfrm>
              <a:off x="1196788" y="1985047"/>
              <a:ext cx="5458968" cy="492443"/>
            </a:xfrm>
            <a:prstGeom prst="rect">
              <a:avLst/>
            </a:prstGeom>
            <a:noFill/>
          </p:spPr>
          <p:txBody>
            <a:bodyPr wrap="square" lIns="0" tIns="45720" rIns="91440" bIns="45720" rtlCol="0" anchor="t">
              <a:spAutoFit/>
            </a:bodyPr>
            <a:lstStyle/>
            <a:p>
              <a:pPr>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Saved view </a:t>
              </a:r>
              <a:r>
                <a:rPr lang="en-US" sz="2600">
                  <a:solidFill>
                    <a:srgbClr val="0A2F46"/>
                  </a:solidFill>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&amp; a</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ctions</a:t>
              </a:r>
              <a:r>
                <a:rPr lang="en-US" sz="2600">
                  <a:solidFill>
                    <a:srgbClr val="0A2F46"/>
                  </a:solidFill>
                  <a:latin typeface="Arial"/>
                  <a:ea typeface="Inter Light" panose="02000503000000020004" pitchFamily="2" charset="0"/>
                  <a:cs typeface="Arial"/>
                </a:rPr>
                <a:t> update</a:t>
              </a:r>
              <a:endParaRPr lang="en-US" sz="2600"/>
            </a:p>
          </p:txBody>
        </p:sp>
      </p:grpSp>
      <p:grpSp>
        <p:nvGrpSpPr>
          <p:cNvPr id="34" name="Group 33">
            <a:extLst>
              <a:ext uri="{FF2B5EF4-FFF2-40B4-BE49-F238E27FC236}">
                <a16:creationId xmlns:a16="http://schemas.microsoft.com/office/drawing/2014/main" id="{FE472167-E7DE-507C-0C73-99A718834054}"/>
              </a:ext>
            </a:extLst>
          </p:cNvPr>
          <p:cNvGrpSpPr/>
          <p:nvPr/>
        </p:nvGrpSpPr>
        <p:grpSpPr>
          <a:xfrm>
            <a:off x="610649" y="2574032"/>
            <a:ext cx="5990738" cy="747145"/>
            <a:chOff x="665018" y="2920817"/>
            <a:chExt cx="5990738" cy="747145"/>
          </a:xfrm>
        </p:grpSpPr>
        <p:cxnSp>
          <p:nvCxnSpPr>
            <p:cNvPr id="8" name="Straight Connector 7">
              <a:extLst>
                <a:ext uri="{FF2B5EF4-FFF2-40B4-BE49-F238E27FC236}">
                  <a16:creationId xmlns:a16="http://schemas.microsoft.com/office/drawing/2014/main" id="{9B7B9426-D39C-3D57-DDC3-5CF7FD854165}"/>
                </a:ext>
              </a:extLst>
            </p:cNvPr>
            <p:cNvCxnSpPr>
              <a:cxnSpLocks/>
            </p:cNvCxnSpPr>
            <p:nvPr/>
          </p:nvCxnSpPr>
          <p:spPr>
            <a:xfrm>
              <a:off x="665018" y="3667962"/>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C9CF80F-4EF1-4189-2599-6ABB9AB67BCE}"/>
                </a:ext>
              </a:extLst>
            </p:cNvPr>
            <p:cNvSpPr txBox="1"/>
            <p:nvPr/>
          </p:nvSpPr>
          <p:spPr>
            <a:xfrm>
              <a:off x="665018" y="2920817"/>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3 </a:t>
              </a:r>
            </a:p>
          </p:txBody>
        </p:sp>
        <p:sp>
          <p:nvSpPr>
            <p:cNvPr id="16" name="TextBox 15">
              <a:extLst>
                <a:ext uri="{FF2B5EF4-FFF2-40B4-BE49-F238E27FC236}">
                  <a16:creationId xmlns:a16="http://schemas.microsoft.com/office/drawing/2014/main" id="{2A1B91D8-FD75-DB54-21CD-BE678E67658C}"/>
                </a:ext>
              </a:extLst>
            </p:cNvPr>
            <p:cNvSpPr txBox="1"/>
            <p:nvPr/>
          </p:nvSpPr>
          <p:spPr>
            <a:xfrm>
              <a:off x="1196788" y="2920817"/>
              <a:ext cx="5458968" cy="492443"/>
            </a:xfrm>
            <a:prstGeom prst="rect">
              <a:avLst/>
            </a:prstGeom>
            <a:noFill/>
          </p:spPr>
          <p:txBody>
            <a:bodyPr wrap="square" lIns="0" tIns="45720" rIns="91440" bIns="45720" rtlCol="0" anchor="t">
              <a:spAutoFit/>
            </a:bodyPr>
            <a:lstStyle/>
            <a:p>
              <a:pPr>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Lists </a:t>
              </a:r>
              <a:r>
                <a:rPr lang="en-US" sz="2600">
                  <a:solidFill>
                    <a:srgbClr val="0A2F46"/>
                  </a:solidFill>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&amp; Data</a:t>
              </a:r>
              <a:r>
                <a:rPr lang="en-US" sz="2600">
                  <a:solidFill>
                    <a:srgbClr val="0A2F46"/>
                  </a:solidFill>
                  <a:latin typeface="Arial"/>
                  <a:ea typeface="Inter Light" panose="02000503000000020004" pitchFamily="2" charset="0"/>
                  <a:cs typeface="Arial"/>
                </a:rPr>
                <a:t> 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5" name="Group 34">
            <a:extLst>
              <a:ext uri="{FF2B5EF4-FFF2-40B4-BE49-F238E27FC236}">
                <a16:creationId xmlns:a16="http://schemas.microsoft.com/office/drawing/2014/main" id="{CDEA85C5-ACA2-8A7C-9DA3-5FC02285FF29}"/>
              </a:ext>
            </a:extLst>
          </p:cNvPr>
          <p:cNvGrpSpPr/>
          <p:nvPr/>
        </p:nvGrpSpPr>
        <p:grpSpPr>
          <a:xfrm>
            <a:off x="610649" y="4428742"/>
            <a:ext cx="5990738" cy="771803"/>
            <a:chOff x="665018" y="3963123"/>
            <a:chExt cx="5990738" cy="771803"/>
          </a:xfrm>
        </p:grpSpPr>
        <p:cxnSp>
          <p:nvCxnSpPr>
            <p:cNvPr id="10" name="Straight Connector 9">
              <a:extLst>
                <a:ext uri="{FF2B5EF4-FFF2-40B4-BE49-F238E27FC236}">
                  <a16:creationId xmlns:a16="http://schemas.microsoft.com/office/drawing/2014/main" id="{12D91B9E-36F4-43DD-0245-D4B5008CE9EE}"/>
                </a:ext>
              </a:extLst>
            </p:cNvPr>
            <p:cNvCxnSpPr>
              <a:cxnSpLocks/>
            </p:cNvCxnSpPr>
            <p:nvPr/>
          </p:nvCxnSpPr>
          <p:spPr>
            <a:xfrm>
              <a:off x="665018" y="4734926"/>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0FDE425-D440-C6AB-C687-169C55106692}"/>
                </a:ext>
              </a:extLst>
            </p:cNvPr>
            <p:cNvSpPr txBox="1"/>
            <p:nvPr/>
          </p:nvSpPr>
          <p:spPr>
            <a:xfrm>
              <a:off x="665018" y="3963123"/>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5 </a:t>
              </a:r>
            </a:p>
          </p:txBody>
        </p:sp>
        <p:sp>
          <p:nvSpPr>
            <p:cNvPr id="17" name="TextBox 16">
              <a:extLst>
                <a:ext uri="{FF2B5EF4-FFF2-40B4-BE49-F238E27FC236}">
                  <a16:creationId xmlns:a16="http://schemas.microsoft.com/office/drawing/2014/main" id="{1DCEA953-D365-79CD-D88D-A34275AAE207}"/>
                </a:ext>
              </a:extLst>
            </p:cNvPr>
            <p:cNvSpPr txBox="1"/>
            <p:nvPr/>
          </p:nvSpPr>
          <p:spPr>
            <a:xfrm>
              <a:off x="1196788" y="3963123"/>
              <a:ext cx="5458968"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App Pa</a:t>
              </a:r>
              <a:r>
                <a:rPr kumimoji="0" lang="en-US" sz="2600" b="0" i="0"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g</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es</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6" name="Group 35">
            <a:extLst>
              <a:ext uri="{FF2B5EF4-FFF2-40B4-BE49-F238E27FC236}">
                <a16:creationId xmlns:a16="http://schemas.microsoft.com/office/drawing/2014/main" id="{2B8372E9-314C-3652-F998-DC00CB595ACF}"/>
              </a:ext>
            </a:extLst>
          </p:cNvPr>
          <p:cNvGrpSpPr/>
          <p:nvPr/>
        </p:nvGrpSpPr>
        <p:grpSpPr>
          <a:xfrm>
            <a:off x="610649" y="5408401"/>
            <a:ext cx="5990738" cy="747144"/>
            <a:chOff x="665018" y="5054746"/>
            <a:chExt cx="5990738" cy="747144"/>
          </a:xfrm>
        </p:grpSpPr>
        <p:cxnSp>
          <p:nvCxnSpPr>
            <p:cNvPr id="12" name="Straight Connector 11">
              <a:extLst>
                <a:ext uri="{FF2B5EF4-FFF2-40B4-BE49-F238E27FC236}">
                  <a16:creationId xmlns:a16="http://schemas.microsoft.com/office/drawing/2014/main" id="{93B4947D-671B-9AA4-DD2A-1445FD7AA69C}"/>
                </a:ext>
              </a:extLst>
            </p:cNvPr>
            <p:cNvCxnSpPr>
              <a:cxnSpLocks/>
            </p:cNvCxnSpPr>
            <p:nvPr/>
          </p:nvCxnSpPr>
          <p:spPr>
            <a:xfrm>
              <a:off x="665018" y="5801890"/>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1296509-D519-1E2A-5A58-FA2705AB22E4}"/>
                </a:ext>
              </a:extLst>
            </p:cNvPr>
            <p:cNvSpPr txBox="1"/>
            <p:nvPr/>
          </p:nvSpPr>
          <p:spPr>
            <a:xfrm>
              <a:off x="665018" y="5054746"/>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6 </a:t>
              </a:r>
            </a:p>
          </p:txBody>
        </p:sp>
        <p:sp>
          <p:nvSpPr>
            <p:cNvPr id="18" name="TextBox 17">
              <a:extLst>
                <a:ext uri="{FF2B5EF4-FFF2-40B4-BE49-F238E27FC236}">
                  <a16:creationId xmlns:a16="http://schemas.microsoft.com/office/drawing/2014/main" id="{B914E6C9-9718-7B9B-CBB2-3D7175D0BAF8}"/>
                </a:ext>
              </a:extLst>
            </p:cNvPr>
            <p:cNvSpPr txBox="1"/>
            <p:nvPr/>
          </p:nvSpPr>
          <p:spPr>
            <a:xfrm>
              <a:off x="1196788" y="5054746"/>
              <a:ext cx="5458968"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7" action="ppaction://hlinksldjump">
                    <a:extLst>
                      <a:ext uri="{A12FA001-AC4F-418D-AE19-62706E023703}">
                        <ahyp:hlinkClr xmlns:ahyp="http://schemas.microsoft.com/office/drawing/2018/hyperlinkcolor" val="tx"/>
                      </a:ext>
                    </a:extLst>
                  </a:hlinkClick>
                </a:rPr>
                <a:t>Security</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sp>
        <p:nvSpPr>
          <p:cNvPr id="19" name="Title 18">
            <a:extLst>
              <a:ext uri="{FF2B5EF4-FFF2-40B4-BE49-F238E27FC236}">
                <a16:creationId xmlns:a16="http://schemas.microsoft.com/office/drawing/2014/main" id="{6A298C28-3F44-B676-BE5B-8C732AAB0B70}"/>
              </a:ext>
            </a:extLst>
          </p:cNvPr>
          <p:cNvSpPr>
            <a:spLocks noGrp="1"/>
          </p:cNvSpPr>
          <p:nvPr>
            <p:ph type="title"/>
          </p:nvPr>
        </p:nvSpPr>
        <p:spPr>
          <a:xfrm>
            <a:off x="542829" y="156841"/>
            <a:ext cx="10871201" cy="451405"/>
          </a:xfrm>
        </p:spPr>
        <p:txBody>
          <a:bodyPr/>
          <a:lstStyle/>
          <a:p>
            <a:r>
              <a:rPr lang="en-US" b="1">
                <a:solidFill>
                  <a:schemeClr val="tx2"/>
                </a:solidFill>
              </a:rPr>
              <a:t>Post model generation updates</a:t>
            </a:r>
          </a:p>
        </p:txBody>
      </p:sp>
      <p:grpSp>
        <p:nvGrpSpPr>
          <p:cNvPr id="2" name="Group 1">
            <a:extLst>
              <a:ext uri="{FF2B5EF4-FFF2-40B4-BE49-F238E27FC236}">
                <a16:creationId xmlns:a16="http://schemas.microsoft.com/office/drawing/2014/main" id="{0E13A77A-C37C-521B-9DD1-F7F4FEDD4680}"/>
              </a:ext>
            </a:extLst>
          </p:cNvPr>
          <p:cNvGrpSpPr/>
          <p:nvPr/>
        </p:nvGrpSpPr>
        <p:grpSpPr>
          <a:xfrm>
            <a:off x="610649" y="3558128"/>
            <a:ext cx="5990738" cy="741025"/>
            <a:chOff x="665018" y="5060865"/>
            <a:chExt cx="5990738" cy="741025"/>
          </a:xfrm>
        </p:grpSpPr>
        <p:cxnSp>
          <p:nvCxnSpPr>
            <p:cNvPr id="3" name="Straight Connector 2">
              <a:extLst>
                <a:ext uri="{FF2B5EF4-FFF2-40B4-BE49-F238E27FC236}">
                  <a16:creationId xmlns:a16="http://schemas.microsoft.com/office/drawing/2014/main" id="{C37CCC2B-6A7C-FF9C-90D1-F2B0361932F1}"/>
                </a:ext>
              </a:extLst>
            </p:cNvPr>
            <p:cNvCxnSpPr>
              <a:cxnSpLocks/>
            </p:cNvCxnSpPr>
            <p:nvPr/>
          </p:nvCxnSpPr>
          <p:spPr>
            <a:xfrm>
              <a:off x="665018" y="5801890"/>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E1A6B48-51EE-5D20-A073-27F6917F6400}"/>
                </a:ext>
              </a:extLst>
            </p:cNvPr>
            <p:cNvSpPr txBox="1"/>
            <p:nvPr/>
          </p:nvSpPr>
          <p:spPr>
            <a:xfrm>
              <a:off x="665018" y="5060865"/>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4 </a:t>
              </a:r>
            </a:p>
          </p:txBody>
        </p:sp>
        <p:sp>
          <p:nvSpPr>
            <p:cNvPr id="21" name="TextBox 20">
              <a:extLst>
                <a:ext uri="{FF2B5EF4-FFF2-40B4-BE49-F238E27FC236}">
                  <a16:creationId xmlns:a16="http://schemas.microsoft.com/office/drawing/2014/main" id="{D8C9A400-51FB-5827-5335-3B7A2535819B}"/>
                </a:ext>
              </a:extLst>
            </p:cNvPr>
            <p:cNvSpPr txBox="1"/>
            <p:nvPr/>
          </p:nvSpPr>
          <p:spPr>
            <a:xfrm>
              <a:off x="1196788" y="5060865"/>
              <a:ext cx="5458968" cy="492443"/>
            </a:xfrm>
            <a:prstGeom prst="rect">
              <a:avLst/>
            </a:prstGeom>
            <a:noFill/>
          </p:spPr>
          <p:txBody>
            <a:bodyPr wrap="square" lIns="0" tIns="45720" rIns="91440" bIns="45720" rtlCol="0" anchor="t">
              <a:spAutoFit/>
            </a:bodyPr>
            <a:lstStyle/>
            <a:p>
              <a:pPr>
                <a:defRPr/>
              </a:pPr>
              <a:r>
                <a:rPr lang="en-US" sz="2600">
                  <a:solidFill>
                    <a:srgbClr val="0A2F46"/>
                  </a:solidFill>
                  <a:latin typeface="Arial"/>
                  <a:ea typeface="Inter Light" panose="02000503000000020004" pitchFamily="2" charset="0"/>
                  <a:cs typeface="Arial"/>
                  <a:hlinkClick r:id="rId8" action="ppaction://hlinksldjump">
                    <a:extLst>
                      <a:ext uri="{A12FA001-AC4F-418D-AE19-62706E023703}">
                        <ahyp:hlinkClr xmlns:ahyp="http://schemas.microsoft.com/office/drawing/2018/hyperlinkcolor" val="tx"/>
                      </a:ext>
                    </a:extLst>
                  </a:hlinkClick>
                </a:rPr>
                <a:t>Module &amp; Li</a:t>
              </a:r>
              <a:r>
                <a:rPr lang="en-US" sz="2600">
                  <a:solidFill>
                    <a:schemeClr val="tx2"/>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ne</a:t>
              </a:r>
              <a:r>
                <a:rPr kumimoji="0" lang="en-US" sz="2600" b="0" i="0" u="none" strike="noStrike" kern="1200" cap="none" spc="0" normalizeH="0" baseline="0" noProof="0">
                  <a:ln>
                    <a:noFill/>
                  </a:ln>
                  <a:solidFill>
                    <a:schemeClr val="tx2"/>
                  </a:solidFill>
                  <a:effectLst/>
                  <a:uLnTx/>
                  <a:uFillTx/>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 i</a:t>
              </a:r>
              <a:r>
                <a:rPr lang="en-US" sz="2600">
                  <a:solidFill>
                    <a:schemeClr val="tx2"/>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tem</a:t>
              </a:r>
              <a:r>
                <a:rPr lang="en-US" sz="2600">
                  <a:solidFill>
                    <a:schemeClr val="tx2"/>
                  </a:solidFill>
                  <a:latin typeface="Arial"/>
                  <a:ea typeface="Inter Light" panose="02000503000000020004" pitchFamily="2" charset="0"/>
                  <a:cs typeface="Arial"/>
                </a:rPr>
                <a:t> u</a:t>
              </a:r>
              <a:r>
                <a:rPr lang="en-US" sz="2600">
                  <a:solidFill>
                    <a:srgbClr val="0A2F46"/>
                  </a:solidFill>
                  <a:latin typeface="Arial"/>
                  <a:ea typeface="Inter Light" panose="02000503000000020004" pitchFamily="2" charset="0"/>
                  <a:cs typeface="Arial"/>
                </a:rPr>
                <a:t>pdates</a:t>
              </a:r>
              <a:endPar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endParaRPr>
            </a:p>
          </p:txBody>
        </p:sp>
      </p:grpSp>
      <p:pic>
        <p:nvPicPr>
          <p:cNvPr id="22" name="Picture Placeholder 8">
            <a:extLst>
              <a:ext uri="{FF2B5EF4-FFF2-40B4-BE49-F238E27FC236}">
                <a16:creationId xmlns:a16="http://schemas.microsoft.com/office/drawing/2014/main" id="{6E83D639-4570-BC04-5C4E-F6AFD7DED1F5}"/>
              </a:ext>
            </a:extLst>
          </p:cNvPr>
          <p:cNvPicPr>
            <a:picLocks noChangeAspect="1"/>
          </p:cNvPicPr>
          <p:nvPr/>
        </p:nvPicPr>
        <p:blipFill>
          <a:blip r:embed="rId9"/>
          <a:srcRect t="10484" b="10484"/>
          <a:stretch/>
        </p:blipFill>
        <p:spPr>
          <a:xfrm>
            <a:off x="7251384" y="872505"/>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grpSp>
        <p:nvGrpSpPr>
          <p:cNvPr id="23" name="Group 22">
            <a:extLst>
              <a:ext uri="{FF2B5EF4-FFF2-40B4-BE49-F238E27FC236}">
                <a16:creationId xmlns:a16="http://schemas.microsoft.com/office/drawing/2014/main" id="{AB2A0147-4697-F0A3-4FD8-ECCEE142F9B1}"/>
              </a:ext>
            </a:extLst>
          </p:cNvPr>
          <p:cNvGrpSpPr/>
          <p:nvPr/>
        </p:nvGrpSpPr>
        <p:grpSpPr>
          <a:xfrm>
            <a:off x="610649" y="6224009"/>
            <a:ext cx="5990738" cy="747144"/>
            <a:chOff x="665018" y="5054746"/>
            <a:chExt cx="5990738" cy="747144"/>
          </a:xfrm>
        </p:grpSpPr>
        <p:cxnSp>
          <p:nvCxnSpPr>
            <p:cNvPr id="24" name="Straight Connector 23">
              <a:extLst>
                <a:ext uri="{FF2B5EF4-FFF2-40B4-BE49-F238E27FC236}">
                  <a16:creationId xmlns:a16="http://schemas.microsoft.com/office/drawing/2014/main" id="{6B66EDB0-393A-58B2-10B7-5C928FEEC9DC}"/>
                </a:ext>
              </a:extLst>
            </p:cNvPr>
            <p:cNvCxnSpPr>
              <a:cxnSpLocks/>
            </p:cNvCxnSpPr>
            <p:nvPr/>
          </p:nvCxnSpPr>
          <p:spPr>
            <a:xfrm>
              <a:off x="665018" y="5801890"/>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5EC1F17-1610-077B-E57E-8EC0C0068D64}"/>
                </a:ext>
              </a:extLst>
            </p:cNvPr>
            <p:cNvSpPr txBox="1"/>
            <p:nvPr/>
          </p:nvSpPr>
          <p:spPr>
            <a:xfrm>
              <a:off x="665018" y="5054746"/>
              <a:ext cx="531770" cy="523220"/>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a:solidFill>
                    <a:srgbClr val="FF6100"/>
                  </a:solidFill>
                  <a:latin typeface="Arial"/>
                  <a:ea typeface="Inter Light" panose="02000503000000020004" pitchFamily="2" charset="0"/>
                  <a:cs typeface="Arial"/>
                </a:rPr>
                <a:t>7</a:t>
              </a:r>
              <a:endParaRPr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
          <p:nvSpPr>
            <p:cNvPr id="26" name="TextBox 25">
              <a:extLst>
                <a:ext uri="{FF2B5EF4-FFF2-40B4-BE49-F238E27FC236}">
                  <a16:creationId xmlns:a16="http://schemas.microsoft.com/office/drawing/2014/main" id="{03D40795-455B-033B-A36B-7D6BC4CCB674}"/>
                </a:ext>
              </a:extLst>
            </p:cNvPr>
            <p:cNvSpPr txBox="1"/>
            <p:nvPr/>
          </p:nvSpPr>
          <p:spPr>
            <a:xfrm>
              <a:off x="1196788" y="5054746"/>
              <a:ext cx="5458968" cy="492443"/>
            </a:xfrm>
            <a:prstGeom prst="rect">
              <a:avLst/>
            </a:prstGeom>
            <a:noFill/>
          </p:spPr>
          <p:txBody>
            <a:bodyPr wrap="square" lIns="0" tIns="45720" rIns="91440" bIns="45720" rtlCol="0" anchor="t">
              <a:spAutoFit/>
            </a:bodyPr>
            <a:lstStyle/>
            <a:p>
              <a:pPr>
                <a:defRPr/>
              </a:pPr>
              <a:r>
                <a:rPr lang="en-US" sz="2600">
                  <a:solidFill>
                    <a:srgbClr val="0A2F46"/>
                  </a:solidFill>
                  <a:latin typeface="Arial"/>
                  <a:ea typeface="Inter Light" panose="02000503000000020004" pitchFamily="2" charset="0"/>
                  <a:cs typeface="Arial"/>
                </a:rPr>
                <a:t>OWP Connection (If</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necessary)</a:t>
              </a:r>
              <a:endParaRPr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spTree>
    <p:extLst>
      <p:ext uri="{BB962C8B-B14F-4D97-AF65-F5344CB8AC3E}">
        <p14:creationId xmlns:p14="http://schemas.microsoft.com/office/powerpoint/2010/main" val="8672524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C016-DD55-F1C3-51A4-9A21E812EAB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1896CB12-CBE4-9E86-7086-B02ACA90527D}"/>
              </a:ext>
            </a:extLst>
          </p:cNvPr>
          <p:cNvSpPr/>
          <p:nvPr/>
        </p:nvSpPr>
        <p:spPr>
          <a:xfrm>
            <a:off x="8815876" y="1780760"/>
            <a:ext cx="2614124" cy="4310631"/>
          </a:xfrm>
          <a:prstGeom prst="roundRect">
            <a:avLst>
              <a:gd name="adj" fmla="val 513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243840" tIns="243840" rIns="243840" rtlCol="0" anchor="t"/>
          <a:lstStyle/>
          <a:p>
            <a:pPr defTabSz="1219140">
              <a:spcBef>
                <a:spcPts val="1200"/>
              </a:spcBef>
              <a:spcAft>
                <a:spcPts val="4800"/>
              </a:spcAft>
              <a:defRPr/>
            </a:pPr>
            <a:r>
              <a:rPr lang="en-US" sz="2000">
                <a:solidFill>
                  <a:schemeClr val="bg1"/>
                </a:solidFill>
                <a:latin typeface="Arial" panose="020B0604020202020204" pitchFamily="34" charset="0"/>
                <a:ea typeface="Inter Medium" panose="02000503000000020004" pitchFamily="2" charset="0"/>
                <a:cs typeface="Arial" panose="020B0604020202020204" pitchFamily="34" charset="0"/>
              </a:rPr>
              <a:t>*As a rough estimate, </a:t>
            </a:r>
            <a:r>
              <a:rPr lang="en-US" sz="2000" b="1">
                <a:solidFill>
                  <a:srgbClr val="FF721C"/>
                </a:solidFill>
                <a:latin typeface="Arial" panose="020B0604020202020204" pitchFamily="34" charset="0"/>
                <a:ea typeface="Inter Medium" panose="02000503000000020004" pitchFamily="2" charset="0"/>
                <a:cs typeface="Arial" panose="020B0604020202020204" pitchFamily="34" charset="0"/>
              </a:rPr>
              <a:t>budget at least a day</a:t>
            </a:r>
            <a:r>
              <a:rPr lang="en-US" sz="2000">
                <a:solidFill>
                  <a:srgbClr val="FF721C"/>
                </a:solidFill>
                <a:latin typeface="Arial" panose="020B0604020202020204" pitchFamily="34" charset="0"/>
                <a:ea typeface="Inter Medium" panose="02000503000000020004" pitchFamily="2" charset="0"/>
                <a:cs typeface="Arial" panose="020B0604020202020204" pitchFamily="34" charset="0"/>
              </a:rPr>
              <a:t> </a:t>
            </a:r>
            <a:r>
              <a:rPr lang="en-US" sz="2000">
                <a:solidFill>
                  <a:schemeClr val="bg1"/>
                </a:solidFill>
                <a:latin typeface="Arial" panose="020B0604020202020204" pitchFamily="34" charset="0"/>
                <a:ea typeface="Inter Medium" panose="02000503000000020004" pitchFamily="2" charset="0"/>
                <a:cs typeface="Arial" panose="020B0604020202020204" pitchFamily="34" charset="0"/>
              </a:rPr>
              <a:t>to complete those changes after generation.</a:t>
            </a:r>
          </a:p>
        </p:txBody>
      </p:sp>
      <p:sp>
        <p:nvSpPr>
          <p:cNvPr id="14" name="Rounded Rectangle 13">
            <a:extLst>
              <a:ext uri="{FF2B5EF4-FFF2-40B4-BE49-F238E27FC236}">
                <a16:creationId xmlns:a16="http://schemas.microsoft.com/office/drawing/2014/main" id="{C4877710-D12B-8847-E2D1-7AF768C7DD86}"/>
              </a:ext>
            </a:extLst>
          </p:cNvPr>
          <p:cNvSpPr/>
          <p:nvPr/>
        </p:nvSpPr>
        <p:spPr>
          <a:xfrm>
            <a:off x="558801" y="1780760"/>
            <a:ext cx="7995264" cy="4310631"/>
          </a:xfrm>
          <a:prstGeom prst="roundRect">
            <a:avLst>
              <a:gd name="adj" fmla="val 3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 name="TextBox 3">
            <a:extLst>
              <a:ext uri="{FF2B5EF4-FFF2-40B4-BE49-F238E27FC236}">
                <a16:creationId xmlns:a16="http://schemas.microsoft.com/office/drawing/2014/main" id="{A304CDBD-D439-2301-4107-A7C37DED1CCD}"/>
              </a:ext>
            </a:extLst>
          </p:cNvPr>
          <p:cNvSpPr txBox="1"/>
          <p:nvPr/>
        </p:nvSpPr>
        <p:spPr>
          <a:xfrm>
            <a:off x="848167" y="2061444"/>
            <a:ext cx="7098800" cy="3416320"/>
          </a:xfrm>
          <a:prstGeom prst="rect">
            <a:avLst/>
          </a:prstGeom>
          <a:noFill/>
        </p:spPr>
        <p:txBody>
          <a:bodyPr wrap="square" lIns="91440" tIns="45720" rIns="91440" bIns="45720" rtlCol="0" anchor="t">
            <a:spAutoFit/>
          </a:bodyPr>
          <a:lstStyle/>
          <a:p>
            <a:pPr defTabSz="1219140">
              <a:spcBef>
                <a:spcPts val="1200"/>
              </a:spcBef>
              <a:spcAft>
                <a:spcPts val="4800"/>
              </a:spcAft>
              <a:defRPr/>
            </a:pPr>
            <a: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t>Multiple areas will require updates to both the structure and user experience that are not generated with the models and application pages. </a:t>
            </a:r>
            <a:b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br>
            <a:b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br>
            <a: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t>Depending on the level of configuration a customer has and how familiar the page builder is with the changes needed, the time to make the required changes so that the model will function as expected may vary.</a:t>
            </a:r>
          </a:p>
        </p:txBody>
      </p:sp>
      <p:sp>
        <p:nvSpPr>
          <p:cNvPr id="3" name="Title 2">
            <a:extLst>
              <a:ext uri="{FF2B5EF4-FFF2-40B4-BE49-F238E27FC236}">
                <a16:creationId xmlns:a16="http://schemas.microsoft.com/office/drawing/2014/main" id="{826B8B6F-AA54-E883-0131-4F31A981E3FC}"/>
              </a:ext>
            </a:extLst>
          </p:cNvPr>
          <p:cNvSpPr>
            <a:spLocks noGrp="1"/>
          </p:cNvSpPr>
          <p:nvPr>
            <p:ph type="title"/>
          </p:nvPr>
        </p:nvSpPr>
        <p:spPr>
          <a:xfrm>
            <a:off x="558801" y="392854"/>
            <a:ext cx="10871201" cy="451405"/>
          </a:xfrm>
        </p:spPr>
        <p:txBody>
          <a:bodyPr/>
          <a:lstStyle/>
          <a:p>
            <a:r>
              <a:rPr lang="en-US" b="1">
                <a:latin typeface="Arial" panose="020B0604020202020204" pitchFamily="34" charset="0"/>
              </a:rPr>
              <a:t>Time and effort estimation​</a:t>
            </a:r>
          </a:p>
        </p:txBody>
      </p:sp>
    </p:spTree>
    <p:extLst>
      <p:ext uri="{BB962C8B-B14F-4D97-AF65-F5344CB8AC3E}">
        <p14:creationId xmlns:p14="http://schemas.microsoft.com/office/powerpoint/2010/main" val="20876445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C4152-F76C-BE34-6BAC-42013628BC5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76CD6A9-8857-0F2C-A944-200340C5B228}"/>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Miscellaneous updates</a:t>
            </a:r>
            <a:endParaRPr lang="en-US" sz="4200"/>
          </a:p>
        </p:txBody>
      </p:sp>
      <p:sp>
        <p:nvSpPr>
          <p:cNvPr id="3" name="Text Placeholder 2">
            <a:extLst>
              <a:ext uri="{FF2B5EF4-FFF2-40B4-BE49-F238E27FC236}">
                <a16:creationId xmlns:a16="http://schemas.microsoft.com/office/drawing/2014/main" id="{FCF1E74E-E2B5-77C0-BF1D-4DCDB125730D}"/>
              </a:ext>
            </a:extLst>
          </p:cNvPr>
          <p:cNvSpPr>
            <a:spLocks noGrp="1"/>
          </p:cNvSpPr>
          <p:nvPr>
            <p:ph type="body" sz="quarter" idx="11"/>
          </p:nvPr>
        </p:nvSpPr>
        <p:spPr>
          <a:xfrm>
            <a:off x="4485134" y="2725350"/>
            <a:ext cx="6601856" cy="509871"/>
          </a:xfrm>
        </p:spPr>
        <p:txBody>
          <a:bodyPr/>
          <a:lstStyle/>
          <a:p>
            <a:r>
              <a:rPr lang="en-US">
                <a:solidFill>
                  <a:schemeClr val="accent1"/>
                </a:solidFill>
              </a:rPr>
              <a:t>Section 1</a:t>
            </a:r>
          </a:p>
        </p:txBody>
      </p:sp>
    </p:spTree>
    <p:extLst>
      <p:ext uri="{BB962C8B-B14F-4D97-AF65-F5344CB8AC3E}">
        <p14:creationId xmlns:p14="http://schemas.microsoft.com/office/powerpoint/2010/main" val="8479040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7679FE-ACDA-63C4-52C1-B114DC0F632D}"/>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b="1">
                <a:solidFill>
                  <a:srgbClr val="0C314B"/>
                </a:solidFill>
                <a:latin typeface="Arial"/>
                <a:ea typeface="Verdana"/>
                <a:cs typeface="Arial"/>
              </a:rPr>
              <a:t>Check dashboards are generated correctly</a:t>
            </a:r>
            <a:endParaRPr lang="en-GB" sz="1800" b="1">
              <a:solidFill>
                <a:srgbClr val="0C314B"/>
              </a:solidFill>
              <a:latin typeface="Arial"/>
              <a:ea typeface="Verdana"/>
              <a:cs typeface="Arial"/>
            </a:endParaRPr>
          </a:p>
        </p:txBody>
      </p:sp>
      <p:grpSp>
        <p:nvGrpSpPr>
          <p:cNvPr id="5" name="Group 4">
            <a:extLst>
              <a:ext uri="{FF2B5EF4-FFF2-40B4-BE49-F238E27FC236}">
                <a16:creationId xmlns:a16="http://schemas.microsoft.com/office/drawing/2014/main" id="{72651B39-5595-9E08-87F6-EFD133824B9F}"/>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7FC35471-34CD-0A35-902A-ED71776C90DE}"/>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7E656924-1602-5F06-DFDE-8FF1DD9D71A8}"/>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EAE864FF-F678-731A-423D-757D47B84653}"/>
                </a:ext>
              </a:extLst>
            </p:cNvPr>
            <p:cNvSpPr txBox="1"/>
            <p:nvPr/>
          </p:nvSpPr>
          <p:spPr>
            <a:xfrm>
              <a:off x="6649814" y="2453393"/>
              <a:ext cx="4921800" cy="1488549"/>
            </a:xfrm>
            <a:prstGeom prst="rect">
              <a:avLst/>
            </a:prstGeom>
            <a:noFill/>
          </p:spPr>
          <p:txBody>
            <a:bodyPr wrap="square" rtlCol="0">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C314B"/>
                  </a:solidFill>
                  <a:effectLst/>
                  <a:uLnTx/>
                  <a:uFillTx/>
                  <a:latin typeface="Arial" panose="020B0604020202020204"/>
                  <a:ea typeface="+mn-ea"/>
                  <a:cs typeface="+mn-cs"/>
                </a:rPr>
                <a:t>If a dashboard fails to generate,</a:t>
              </a:r>
              <a:br>
                <a:rPr kumimoji="0" lang="en-US" sz="2600" b="0" i="0" u="none" strike="noStrike" kern="1200" cap="none" spc="0" normalizeH="0" baseline="0" noProof="0">
                  <a:ln>
                    <a:noFill/>
                  </a:ln>
                  <a:solidFill>
                    <a:srgbClr val="0C314B"/>
                  </a:solidFill>
                  <a:effectLst/>
                  <a:uLnTx/>
                  <a:uFillTx/>
                  <a:latin typeface="Arial" panose="020B0604020202020204"/>
                  <a:ea typeface="+mn-ea"/>
                  <a:cs typeface="+mn-cs"/>
                </a:rPr>
              </a:br>
              <a:r>
                <a:rPr kumimoji="0" lang="en-US" sz="2600" b="1" i="0" strike="noStrike" kern="1200" cap="none" spc="0" normalizeH="0" baseline="0" noProof="0">
                  <a:ln>
                    <a:noFill/>
                  </a:ln>
                  <a:solidFill>
                    <a:schemeClr val="accent1"/>
                  </a:solidFill>
                  <a:effectLst/>
                  <a:uLnTx/>
                  <a:uFillTx/>
                  <a:latin typeface="Arial" panose="020B0604020202020204"/>
                  <a:ea typeface="+mn-ea"/>
                  <a:cs typeface="+mn-cs"/>
                </a:rPr>
                <a:t>delete and regenerate the</a:t>
              </a:r>
              <a:br>
                <a:rPr kumimoji="0" lang="en-US" sz="2600" b="1" i="0" strike="noStrike" kern="1200" cap="none" spc="0" normalizeH="0" baseline="0" noProof="0">
                  <a:ln>
                    <a:noFill/>
                  </a:ln>
                  <a:solidFill>
                    <a:schemeClr val="accent1"/>
                  </a:solidFill>
                  <a:effectLst/>
                  <a:uLnTx/>
                  <a:uFillTx/>
                  <a:latin typeface="Arial" panose="020B0604020202020204"/>
                  <a:ea typeface="+mn-ea"/>
                  <a:cs typeface="+mn-cs"/>
                </a:rPr>
              </a:br>
              <a:r>
                <a:rPr kumimoji="0" lang="en-US" sz="2600" b="1" i="0" strike="noStrike" kern="1200" cap="none" spc="0" normalizeH="0" baseline="0" noProof="0">
                  <a:ln>
                    <a:noFill/>
                  </a:ln>
                  <a:solidFill>
                    <a:schemeClr val="accent1"/>
                  </a:solidFill>
                  <a:effectLst/>
                  <a:uLnTx/>
                  <a:uFillTx/>
                  <a:latin typeface="Arial" panose="020B0604020202020204"/>
                  <a:ea typeface="+mn-ea"/>
                  <a:cs typeface="+mn-cs"/>
                </a:rPr>
                <a:t>apps and models.</a:t>
              </a:r>
            </a:p>
          </p:txBody>
        </p:sp>
      </p:grpSp>
      <p:sp>
        <p:nvSpPr>
          <p:cNvPr id="9" name="Rounded Rectangle 8">
            <a:extLst>
              <a:ext uri="{FF2B5EF4-FFF2-40B4-BE49-F238E27FC236}">
                <a16:creationId xmlns:a16="http://schemas.microsoft.com/office/drawing/2014/main" id="{EB1D2037-0EEF-75CE-62D8-9C15E0891833}"/>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2A2AB8A3-4E00-8E2E-8938-1584FB63085E}"/>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742140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4EF2-D895-D3D3-3793-F5049B14F9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F8AA596-7604-F870-C8DC-4A1E488087EC}"/>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page number ordering </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F8DCBB73-6C39-6AC9-9A55-990155AA0FBD}"/>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8E3ABA9F-615A-78AE-F068-406CE3900C76}"/>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E3568F92-FB38-99FA-DA05-1B4C877DE763}"/>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2953414A-420E-8E5A-24EC-A2714937F0E9}"/>
                </a:ext>
              </a:extLst>
            </p:cNvPr>
            <p:cNvSpPr txBox="1"/>
            <p:nvPr/>
          </p:nvSpPr>
          <p:spPr>
            <a:xfrm>
              <a:off x="6622417" y="2597503"/>
              <a:ext cx="4921800" cy="1569660"/>
            </a:xfrm>
            <a:prstGeom prst="rect">
              <a:avLst/>
            </a:prstGeom>
            <a:noFill/>
          </p:spPr>
          <p:txBody>
            <a:bodyPr wrap="square" rtlCol="0">
              <a:spAutoFit/>
            </a:bodyPr>
            <a:lstStyle/>
            <a:p>
              <a:pPr algn="ctr"/>
              <a:r>
                <a:rPr lang="en-US" sz="2400">
                  <a:ea typeface="Verdana"/>
                  <a:cs typeface="Arial"/>
                </a:rPr>
                <a:t>Pages generate within their category in randomized order. They must be manually reordered.</a:t>
              </a:r>
              <a:br>
                <a:rPr lang="en-US" sz="2400">
                  <a:ea typeface="Verdana"/>
                  <a:cs typeface="Arial"/>
                </a:rPr>
              </a:br>
              <a:endParaRPr lang="en-US" sz="2400">
                <a:solidFill>
                  <a:schemeClr val="tx2"/>
                </a:solidFill>
              </a:endParaRPr>
            </a:p>
          </p:txBody>
        </p:sp>
      </p:grpSp>
      <p:sp>
        <p:nvSpPr>
          <p:cNvPr id="9" name="Rounded Rectangle 8">
            <a:extLst>
              <a:ext uri="{FF2B5EF4-FFF2-40B4-BE49-F238E27FC236}">
                <a16:creationId xmlns:a16="http://schemas.microsoft.com/office/drawing/2014/main" id="{D85D4643-6611-7F49-BE76-7C19C344C21D}"/>
              </a:ext>
            </a:extLst>
          </p:cNvPr>
          <p:cNvSpPr/>
          <p:nvPr/>
        </p:nvSpPr>
        <p:spPr>
          <a:xfrm>
            <a:off x="2477075" y="2129044"/>
            <a:ext cx="1756950" cy="419446"/>
          </a:xfrm>
          <a:prstGeom prst="roundRect">
            <a:avLst>
              <a:gd name="adj" fmla="val 50000"/>
            </a:avLst>
          </a:prstGeom>
          <a:solidFill>
            <a:srgbClr val="FF610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a:t>
            </a:r>
            <a:r>
              <a:rPr lang="en-GB" sz="1400">
                <a:solidFill>
                  <a:srgbClr val="FFFFFF"/>
                </a:solidFill>
                <a:latin typeface="Arial" panose="020B0604020202020204"/>
                <a:ea typeface="Verdana"/>
                <a:cs typeface="Verdana" panose="020B0604030504040204" pitchFamily="34" charset="0"/>
              </a:rPr>
              <a:t>t</a:t>
            </a:r>
            <a:r>
              <a:rPr kumimoji="0" lang="en-GB" sz="1400" b="0" i="0" u="none" strike="noStrike" kern="1200" cap="none" spc="0" normalizeH="0" baseline="0" noProof="0" err="1">
                <a:ln>
                  <a:noFill/>
                </a:ln>
                <a:solidFill>
                  <a:srgbClr val="FFFFFF"/>
                </a:solidFill>
                <a:effectLst/>
                <a:uLnTx/>
                <a:uFillTx/>
                <a:latin typeface="Arial" panose="020B0604020202020204"/>
                <a:ea typeface="Verdana"/>
                <a:cs typeface="Verdana" panose="020B0604030504040204" pitchFamily="34" charset="0"/>
              </a:rPr>
              <a: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158AAC0A-D94B-9096-26A2-91F17AAF1C92}"/>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26977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19A1A-CD40-8156-AD89-6E59200987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D1D779-1B2E-3466-61F4-00EEBC3D95A1}"/>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Add page navigation links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C746EDDB-ACBF-C581-56FA-4590AEBFBB40}"/>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36AE9972-47E7-F4DB-9B7B-05608AFB2703}"/>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20C22E15-F783-5177-347D-3034449B2695}"/>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E18DD393-5A93-A1F8-083A-855844C8E828}"/>
                </a:ext>
              </a:extLst>
            </p:cNvPr>
            <p:cNvSpPr txBox="1"/>
            <p:nvPr/>
          </p:nvSpPr>
          <p:spPr>
            <a:xfrm>
              <a:off x="6541697" y="2328953"/>
              <a:ext cx="5083240" cy="1938992"/>
            </a:xfrm>
            <a:prstGeom prst="rect">
              <a:avLst/>
            </a:prstGeom>
            <a:noFill/>
          </p:spPr>
          <p:txBody>
            <a:bodyPr wrap="square" rtlCol="0">
              <a:spAutoFit/>
            </a:bodyPr>
            <a:lstStyle/>
            <a:p>
              <a:pPr algn="ctr"/>
              <a:r>
                <a:rPr lang="en-US" sz="2400">
                  <a:ea typeface="Verdana"/>
                  <a:cs typeface="Arial"/>
                </a:rPr>
                <a:t>Navigation links are not included in the application. For improved user flow it is recommended to add navigation buttons between relevant pages. </a:t>
              </a:r>
              <a:endParaRPr lang="en-US" sz="2400">
                <a:solidFill>
                  <a:schemeClr val="tx2"/>
                </a:solidFill>
              </a:endParaRPr>
            </a:p>
          </p:txBody>
        </p:sp>
      </p:grpSp>
      <p:sp>
        <p:nvSpPr>
          <p:cNvPr id="9" name="Rounded Rectangle 8">
            <a:extLst>
              <a:ext uri="{FF2B5EF4-FFF2-40B4-BE49-F238E27FC236}">
                <a16:creationId xmlns:a16="http://schemas.microsoft.com/office/drawing/2014/main" id="{0D41E920-9DB9-87C9-0604-B94AEDBB6016}"/>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5E8EB272-D232-B3AA-B0EA-63490EDF89DD}"/>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4086426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FE79483-D9F8-6916-8230-EC04AA119AE6}"/>
              </a:ext>
            </a:extLst>
          </p:cNvPr>
          <p:cNvSpPr txBox="1"/>
          <p:nvPr/>
        </p:nvSpPr>
        <p:spPr>
          <a:xfrm>
            <a:off x="508716" y="1212623"/>
            <a:ext cx="4607813" cy="1974900"/>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p>
          <a:p>
            <a:pPr marL="0" marR="0" lvl="0" indent="0" defTabSz="914400" eaLnBrk="1" fontAlgn="auto" latinLnBrk="0" hangingPunct="1">
              <a:lnSpc>
                <a:spcPct val="100000"/>
              </a:lnSpc>
              <a:spcBef>
                <a:spcPts val="0"/>
              </a:spcBef>
              <a:spcAft>
                <a:spcPts val="800"/>
              </a:spcAft>
              <a:buClrTx/>
              <a:buSzTx/>
              <a:buFontTx/>
              <a:buNone/>
              <a:tabLst/>
              <a:defRPr/>
            </a:pPr>
            <a:r>
              <a:rPr kumimoji="0" lang="en-GB" sz="1400" b="0" i="0" u="none" strike="noStrike" kern="0" cap="none" spc="0" normalizeH="0" baseline="0" noProof="0">
                <a:ln>
                  <a:noFill/>
                </a:ln>
                <a:solidFill>
                  <a:srgbClr val="FFFFFF"/>
                </a:solidFill>
                <a:effectLst/>
                <a:uLnTx/>
                <a:uFillTx/>
                <a:cs typeface="Arial"/>
              </a:rPr>
              <a:t>We have seen cases where a generated model, when imported to another workspace, is unable to execute any imports from itself (for example, from a saved view to a list). This happens because the source model's entry that you would need to edit is no longer visible, so you cannot edit it. </a:t>
            </a:r>
          </a:p>
          <a:p>
            <a:pPr marL="0" marR="0" lvl="0" indent="0" defTabSz="914400" eaLnBrk="1" fontAlgn="auto" latinLnBrk="0" hangingPunct="1">
              <a:lnSpc>
                <a:spcPct val="100000"/>
              </a:lnSpc>
              <a:spcBef>
                <a:spcPts val="0"/>
              </a:spcBef>
              <a:spcAft>
                <a:spcPts val="800"/>
              </a:spcAft>
              <a:buClrTx/>
              <a:buSzTx/>
              <a:buFontTx/>
              <a:buNone/>
              <a:tabLst/>
              <a:defRPr/>
            </a:pPr>
            <a:r>
              <a:rPr kumimoji="0" lang="en-GB" sz="900" b="0" i="0" u="none" strike="noStrike" kern="0" cap="none" spc="0" normalizeH="0" baseline="0" noProof="0">
                <a:ln>
                  <a:noFill/>
                </a:ln>
                <a:solidFill>
                  <a:srgbClr val="FFFFFF"/>
                </a:solidFill>
                <a:effectLst/>
                <a:uLnTx/>
                <a:uFillTx/>
                <a:cs typeface="Arial"/>
              </a:rPr>
              <a:t>(SPT-477, SPT-581)</a:t>
            </a:r>
          </a:p>
        </p:txBody>
      </p:sp>
      <p:sp>
        <p:nvSpPr>
          <p:cNvPr id="13" name="TextBox 12">
            <a:extLst>
              <a:ext uri="{FF2B5EF4-FFF2-40B4-BE49-F238E27FC236}">
                <a16:creationId xmlns:a16="http://schemas.microsoft.com/office/drawing/2014/main" id="{718BF22E-C7EE-5CF7-F3D4-7064BD7FA1A8}"/>
              </a:ext>
            </a:extLst>
          </p:cNvPr>
          <p:cNvSpPr txBox="1"/>
          <p:nvPr/>
        </p:nvSpPr>
        <p:spPr>
          <a:xfrm>
            <a:off x="508716" y="3429000"/>
            <a:ext cx="4535894" cy="2903359"/>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How do I fix it?</a:t>
            </a:r>
          </a:p>
          <a:p>
            <a:pPr marL="342900" marR="0" lvl="0" indent="-342900" defTabSz="914400" eaLnBrk="1" fontAlgn="auto" latinLnBrk="0" hangingPunct="1">
              <a:lnSpc>
                <a:spcPct val="100000"/>
              </a:lnSpc>
              <a:spcBef>
                <a:spcPts val="0"/>
              </a:spcBef>
              <a:spcAft>
                <a:spcPts val="800"/>
              </a:spcAft>
              <a:buClrTx/>
              <a:buSzTx/>
              <a:buFont typeface="+mj-lt"/>
              <a:buAutoNum type="arabicPeriod"/>
              <a:tabLst/>
              <a:defRPr/>
            </a:pPr>
            <a:r>
              <a:rPr kumimoji="0" lang="en-GB" sz="1400" b="0" i="0" u="none" strike="noStrike" kern="0" cap="none" spc="0" normalizeH="0" baseline="0" noProof="0">
                <a:ln>
                  <a:noFill/>
                </a:ln>
                <a:solidFill>
                  <a:srgbClr val="FFFFFF"/>
                </a:solidFill>
                <a:effectLst/>
                <a:uLnTx/>
                <a:uFillTx/>
                <a:cs typeface="Arial"/>
              </a:rPr>
              <a:t> Before you do anything else, either:</a:t>
            </a:r>
          </a:p>
          <a:p>
            <a:pPr marL="742944" lvl="1" indent="-285744">
              <a:spcAft>
                <a:spcPts val="800"/>
              </a:spcAft>
              <a:buFont typeface="Arial,Sans-Serif" panose="020B0604020202020204" pitchFamily="34" charset="0"/>
              <a:buChar char="•"/>
              <a:defRPr/>
            </a:pPr>
            <a:r>
              <a:rPr kumimoji="0" lang="en-GB" sz="1400" b="1" i="0" u="none" strike="noStrike" kern="0" cap="none" spc="0" normalizeH="0" baseline="0" noProof="0">
                <a:ln>
                  <a:noFill/>
                </a:ln>
                <a:solidFill>
                  <a:srgbClr val="FFFFFF"/>
                </a:solidFill>
                <a:effectLst/>
                <a:uLnTx/>
                <a:uFillTx/>
                <a:cs typeface="Arial"/>
              </a:rPr>
              <a:t>Easy: </a:t>
            </a:r>
            <a:r>
              <a:rPr kumimoji="0" lang="en-GB" sz="1400" b="0" i="0" u="none" strike="noStrike" kern="0" cap="none" spc="0" normalizeH="0" baseline="0" noProof="0">
                <a:ln>
                  <a:noFill/>
                </a:ln>
                <a:solidFill>
                  <a:srgbClr val="FFFFFF"/>
                </a:solidFill>
                <a:effectLst/>
                <a:uLnTx/>
                <a:uFillTx/>
                <a:cs typeface="Arial"/>
              </a:rPr>
              <a:t>Rename your generated data hub &amp; spoke models</a:t>
            </a:r>
          </a:p>
          <a:p>
            <a:pPr marL="742944" lvl="1" indent="-285744">
              <a:spcAft>
                <a:spcPts val="800"/>
              </a:spcAft>
              <a:buFont typeface="Arial,Sans-Serif" panose="020B0604020202020204" pitchFamily="34" charset="0"/>
              <a:buChar char="•"/>
              <a:defRPr/>
            </a:pPr>
            <a:r>
              <a:rPr kumimoji="0" lang="en-GB" sz="1400" b="1" i="0" u="none" strike="noStrike" kern="0" cap="none" spc="0" normalizeH="0" baseline="0" noProof="0">
                <a:ln>
                  <a:noFill/>
                </a:ln>
                <a:solidFill>
                  <a:srgbClr val="FFFFFF"/>
                </a:solidFill>
                <a:effectLst/>
                <a:uLnTx/>
                <a:uFillTx/>
                <a:cs typeface="Arial"/>
              </a:rPr>
              <a:t>Less easy: </a:t>
            </a:r>
            <a:r>
              <a:rPr kumimoji="0" lang="en-GB" sz="1400" b="0" i="0" u="none" strike="noStrike" kern="0" cap="none" spc="0" normalizeH="0" baseline="0" noProof="0">
                <a:ln>
                  <a:noFill/>
                </a:ln>
                <a:solidFill>
                  <a:srgbClr val="FFFFFF"/>
                </a:solidFill>
                <a:effectLst/>
                <a:uLnTx/>
                <a:uFillTx/>
                <a:cs typeface="Arial"/>
              </a:rPr>
              <a:t>Copy generated data hub and spoke models or import the models to another workspace.</a:t>
            </a:r>
          </a:p>
          <a:p>
            <a:pPr marL="342900" indent="-342900">
              <a:spcAft>
                <a:spcPts val="800"/>
              </a:spcAft>
              <a:buFont typeface="+mj-lt"/>
              <a:buAutoNum type="arabicPeriod"/>
              <a:defRPr/>
            </a:pPr>
            <a:r>
              <a:rPr kumimoji="0" lang="en-GB" sz="1400" b="0" i="0" u="none" strike="noStrike" kern="0" cap="none" spc="0" normalizeH="0" baseline="0" noProof="0">
                <a:ln>
                  <a:noFill/>
                </a:ln>
                <a:solidFill>
                  <a:srgbClr val="FFFFFF"/>
                </a:solidFill>
                <a:effectLst/>
                <a:uLnTx/>
                <a:uFillTx/>
                <a:cs typeface="Arial"/>
              </a:rPr>
              <a:t>In each renamed/copied/imported model, go to the Source Models tab, edit all entries to point to the names or copies you just made so that the "Mapped to" column on the right is not blank.</a:t>
            </a:r>
            <a:endParaRPr kumimoji="0" lang="en-GB" sz="1600" b="0" i="0" u="none" strike="noStrike" kern="0" cap="none" spc="0" normalizeH="0" baseline="0" noProof="0">
              <a:ln>
                <a:noFill/>
              </a:ln>
              <a:solidFill>
                <a:srgbClr val="FFFFFF"/>
              </a:solidFill>
              <a:effectLst/>
              <a:uLnTx/>
              <a:uFillTx/>
              <a:cs typeface="Arial"/>
            </a:endParaRPr>
          </a:p>
        </p:txBody>
      </p:sp>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Possible self-to-self import issue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15" name="Picture 14" descr="A screenshot of a computer&#10;&#10;AI-generated content may be incorrect.">
            <a:extLst>
              <a:ext uri="{FF2B5EF4-FFF2-40B4-BE49-F238E27FC236}">
                <a16:creationId xmlns:a16="http://schemas.microsoft.com/office/drawing/2014/main" id="{9D9904CC-5917-5B47-BA1A-A71A0D1D500D}"/>
              </a:ext>
            </a:extLst>
          </p:cNvPr>
          <p:cNvPicPr>
            <a:picLocks noChangeAspect="1"/>
          </p:cNvPicPr>
          <p:nvPr/>
        </p:nvPicPr>
        <p:blipFill>
          <a:blip r:embed="rId2"/>
          <a:stretch>
            <a:fillRect/>
          </a:stretch>
        </p:blipFill>
        <p:spPr>
          <a:xfrm>
            <a:off x="5527498" y="2200073"/>
            <a:ext cx="6155786" cy="2571493"/>
          </a:xfrm>
          <a:prstGeom prst="roundRect">
            <a:avLst>
              <a:gd name="adj" fmla="val 2820"/>
            </a:avLst>
          </a:prstGeom>
        </p:spPr>
      </p:pic>
    </p:spTree>
    <p:extLst>
      <p:ext uri="{BB962C8B-B14F-4D97-AF65-F5344CB8AC3E}">
        <p14:creationId xmlns:p14="http://schemas.microsoft.com/office/powerpoint/2010/main" val="5026768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0E63-39DB-1E3C-643F-E9899C08C9BF}"/>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38562EF4-0E76-AA60-7779-FB743F324162}"/>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Possible self-to-self import issue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9819E99D-DC99-C33D-1DF7-C1AB1054E2E7}"/>
              </a:ext>
            </a:extLst>
          </p:cNvPr>
          <p:cNvSpPr txBox="1"/>
          <p:nvPr/>
        </p:nvSpPr>
        <p:spPr>
          <a:xfrm>
            <a:off x="512360" y="1030939"/>
            <a:ext cx="6515164" cy="5308216"/>
          </a:xfrm>
          <a:prstGeom prst="rect">
            <a:avLst/>
          </a:prstGeom>
        </p:spPr>
        <p:txBody>
          <a:bodyPr rot="0" spcFirstLastPara="0" vertOverflow="overflow" horzOverflow="overflow" vert="horz" lIns="0" tIns="45720" rIns="0" bIns="45720" numCol="1" spcCol="0" rtlCol="0" fromWordArt="0" anchor="t" anchorCtr="0" forceAA="0" compatLnSpc="1">
            <a:prstTxWarp prst="textNoShape">
              <a:avLst/>
            </a:prstTxWarp>
            <a:normAutofit/>
          </a:bodyPr>
          <a:lstStyle/>
          <a:p>
            <a:pPr defTabSz="1219140">
              <a:lnSpc>
                <a:spcPts val="1700"/>
              </a:lnSpc>
              <a:spcBef>
                <a:spcPct val="20000"/>
              </a:spcBef>
              <a:defRPr/>
            </a:pPr>
            <a:r>
              <a:rPr kumimoji="0" lang="en-US" sz="1600" b="1" i="0" u="none" strike="noStrike" kern="1200" cap="none" spc="0" normalizeH="0" baseline="0" noProof="0">
                <a:ln>
                  <a:noFill/>
                </a:ln>
                <a:effectLst/>
                <a:uLnTx/>
                <a:uFillTx/>
                <a:latin typeface="Arial"/>
                <a:ea typeface="Verdana"/>
                <a:cs typeface="Arial"/>
              </a:rPr>
              <a:t>What if I already have the </a:t>
            </a:r>
            <a:r>
              <a:rPr lang="en-US" sz="1600" b="1">
                <a:latin typeface="Arial"/>
                <a:ea typeface="Verdana"/>
                <a:cs typeface="Arial"/>
              </a:rPr>
              <a:t>problem where a source</a:t>
            </a:r>
            <a:r>
              <a:rPr kumimoji="0" lang="en-US" sz="1600" b="1" i="0" u="none" strike="noStrike" kern="1200" cap="none" spc="0" normalizeH="0" baseline="0" noProof="0">
                <a:ln>
                  <a:noFill/>
                </a:ln>
                <a:effectLst/>
                <a:uLnTx/>
                <a:uFillTx/>
                <a:latin typeface="Arial"/>
                <a:ea typeface="Verdana"/>
                <a:cs typeface="Arial"/>
              </a:rPr>
              <a:t> </a:t>
            </a:r>
            <a:r>
              <a:rPr lang="en-US" sz="1600" b="1">
                <a:latin typeface="Arial"/>
                <a:ea typeface="Verdana"/>
                <a:cs typeface="Arial"/>
              </a:rPr>
              <a:t>model's</a:t>
            </a:r>
            <a:r>
              <a:rPr kumimoji="0" lang="en-US" sz="1600" b="1" i="0" u="none" strike="noStrike" kern="1200" cap="none" spc="0" normalizeH="0" baseline="0" noProof="0">
                <a:ln>
                  <a:noFill/>
                </a:ln>
                <a:effectLst/>
                <a:uLnTx/>
                <a:uFillTx/>
                <a:latin typeface="Arial"/>
                <a:ea typeface="Verdana"/>
                <a:cs typeface="Arial"/>
              </a:rPr>
              <a:t> screen is missing the entry to edit? You have two options:</a:t>
            </a:r>
            <a:br>
              <a:rPr kumimoji="0" lang="en-US" sz="1600" b="1" i="0" u="none" strike="noStrike" kern="1200" cap="none" spc="0" normalizeH="0" baseline="0" noProof="0">
                <a:ln>
                  <a:noFill/>
                </a:ln>
                <a:effectLst/>
                <a:uLnTx/>
                <a:uFillTx/>
                <a:latin typeface="Arial"/>
                <a:ea typeface="Verdana"/>
                <a:cs typeface="Arial"/>
              </a:rPr>
            </a:br>
            <a:endParaRPr kumimoji="0" lang="en-US" sz="1400" b="1" i="0" u="none" strike="noStrike" kern="1200" cap="none" spc="0" normalizeH="0" baseline="0" noProof="0">
              <a:ln>
                <a:noFill/>
              </a:ln>
              <a:effectLst/>
              <a:uLnTx/>
              <a:uFillTx/>
              <a:latin typeface="Arial"/>
              <a:ea typeface="Verdana"/>
              <a:cs typeface="Arial"/>
            </a:endParaRPr>
          </a:p>
          <a:p>
            <a:pPr marL="342900" marR="0" lvl="0" indent="-342900" algn="l" defTabSz="1219140" rtl="0" eaLnBrk="1" fontAlgn="auto" latinLnBrk="0" hangingPunct="1">
              <a:lnSpc>
                <a:spcPts val="1600"/>
              </a:lnSpc>
              <a:spcBef>
                <a:spcPct val="20000"/>
              </a:spcBef>
              <a:spcAft>
                <a:spcPts val="0"/>
              </a:spcAft>
              <a:buClrTx/>
              <a:buSzTx/>
              <a:buAutoNum type="arabicPeriod"/>
              <a:tabLst/>
              <a:defRPr/>
            </a:pPr>
            <a:r>
              <a:rPr kumimoji="0" lang="en-US" sz="1400" b="1" i="0" u="none" strike="noStrike" kern="1200" cap="none" spc="0" normalizeH="0" baseline="0" noProof="0">
                <a:ln>
                  <a:noFill/>
                </a:ln>
                <a:solidFill>
                  <a:srgbClr val="FF721C"/>
                </a:solidFill>
                <a:effectLst/>
                <a:uLnTx/>
                <a:uFillTx/>
                <a:latin typeface="Arial"/>
                <a:ea typeface="Verdana"/>
                <a:cs typeface="Arial"/>
              </a:rPr>
              <a:t>Restore each affected model</a:t>
            </a:r>
            <a:endParaRPr lang="en-US" sz="1400" b="1" i="0" u="none" strike="noStrike" kern="1200" cap="none" spc="0" normalizeH="0" baseline="0" noProof="0">
              <a:ln>
                <a:noFill/>
              </a:ln>
              <a:solidFill>
                <a:srgbClr val="FF721C"/>
              </a:solidFill>
              <a:effectLst/>
              <a:uLnTx/>
              <a:uFillTx/>
              <a:latin typeface="Arial"/>
              <a:ea typeface="Verdana"/>
              <a:cs typeface="Arial"/>
            </a:endParaRPr>
          </a:p>
          <a:p>
            <a:pPr marL="800100" lvl="1" indent="-34290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Restore the models to a history ID </a:t>
            </a:r>
            <a:r>
              <a:rPr lang="en-US" sz="1400" b="1" i="1">
                <a:latin typeface="Arial"/>
                <a:ea typeface="Verdana"/>
                <a:cs typeface="Arial"/>
              </a:rPr>
              <a:t>before</a:t>
            </a:r>
            <a:r>
              <a:rPr lang="en-US" sz="1400">
                <a:latin typeface="Arial"/>
                <a:ea typeface="Verdana"/>
                <a:cs typeface="Arial"/>
              </a:rPr>
              <a:t> the</a:t>
            </a:r>
            <a:r>
              <a:rPr kumimoji="0" lang="en-US" sz="1400" b="0" i="0" u="none" strike="noStrike" kern="1200" cap="none" spc="0" normalizeH="0" baseline="0" noProof="0">
                <a:ln>
                  <a:noFill/>
                </a:ln>
                <a:effectLst/>
                <a:uLnTx/>
                <a:uFillTx/>
                <a:latin typeface="Arial"/>
                <a:ea typeface="Verdana"/>
                <a:cs typeface="Arial"/>
              </a:rPr>
              <a:t> first time a self-to-self import runs. Up until this point, the Source Model screen works.</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800100" lvl="1" indent="-34290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Make a copy of the restored models in the same workspace</a:t>
            </a:r>
            <a:r>
              <a:rPr lang="en-US" sz="1400">
                <a:latin typeface="Arial"/>
                <a:ea typeface="Verdana"/>
                <a:cs typeface="Arial"/>
              </a:rPr>
              <a:t> or</a:t>
            </a:r>
            <a:r>
              <a:rPr kumimoji="0" lang="en-US" sz="1400" b="0" i="0" u="none" strike="noStrike" kern="1200" cap="none" spc="0" normalizeH="0" baseline="0" noProof="0">
                <a:ln>
                  <a:noFill/>
                </a:ln>
                <a:effectLst/>
                <a:uLnTx/>
                <a:uFillTx/>
                <a:latin typeface="Arial"/>
                <a:ea typeface="Verdana"/>
                <a:cs typeface="Arial"/>
              </a:rPr>
              <a:t> import to another workspace.</a:t>
            </a:r>
            <a:endParaRPr lang="en-US" sz="1400" b="0" i="0" u="none" strike="noStrike" kern="1200" cap="none" spc="0" normalizeH="0" baseline="0" noProof="0">
              <a:ln>
                <a:noFill/>
              </a:ln>
              <a:effectLst/>
              <a:uLnTx/>
              <a:uFillTx/>
              <a:latin typeface="Arial"/>
              <a:ea typeface="Verdana"/>
              <a:cs typeface="Arial"/>
            </a:endParaRPr>
          </a:p>
          <a:p>
            <a:pPr marL="800100" marR="0" lvl="1" indent="-342900" algn="l" defTabSz="1219140" rtl="0" eaLnBrk="1" fontAlgn="auto" latinLnBrk="0" hangingPunct="1">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In the copied/imported models, edit the Source Model screen to map</a:t>
            </a:r>
            <a:br>
              <a:rPr kumimoji="0" lang="en-US" sz="1400" b="0" i="0" u="none" strike="noStrike" kern="1200" cap="none" spc="0" normalizeH="0" baseline="0" noProof="0">
                <a:ln>
                  <a:noFill/>
                </a:ln>
                <a:effectLst/>
                <a:uLnTx/>
                <a:uFillTx/>
                <a:latin typeface="Arial"/>
                <a:ea typeface="Verdana"/>
                <a:cs typeface="Arial"/>
              </a:rPr>
            </a:br>
            <a:r>
              <a:rPr kumimoji="0" lang="en-US" sz="1400" b="0" i="0" u="none" strike="noStrike" kern="1200" cap="none" spc="0" normalizeH="0" baseline="0" noProof="0">
                <a:ln>
                  <a:noFill/>
                </a:ln>
                <a:effectLst/>
                <a:uLnTx/>
                <a:uFillTx/>
                <a:latin typeface="Arial"/>
                <a:ea typeface="Verdana"/>
                <a:cs typeface="Arial"/>
              </a:rPr>
              <a:t>to this new instance instead of the original one.</a:t>
            </a:r>
            <a:br>
              <a:rPr kumimoji="0" lang="en-US" sz="1400" b="0" i="0" u="none" strike="noStrike" kern="1200" cap="none" spc="0" normalizeH="0" baseline="0" noProof="0">
                <a:ln>
                  <a:noFill/>
                </a:ln>
                <a:effectLst/>
                <a:uLnTx/>
                <a:uFillTx/>
                <a:latin typeface="Arial"/>
                <a:ea typeface="Verdana"/>
                <a:cs typeface="Arial"/>
              </a:rPr>
            </a:br>
            <a:endParaRPr kumimoji="0" lang="en-US" sz="1400" b="0" i="0" u="none" strike="noStrike" kern="1200" cap="none" spc="0" normalizeH="0" baseline="0" noProof="0">
              <a:ln>
                <a:noFill/>
              </a:ln>
              <a:effectLst/>
              <a:uLnTx/>
              <a:uFillTx/>
              <a:latin typeface="Arial" panose="020B0604020202020204"/>
              <a:ea typeface="+mn-ea"/>
              <a:cs typeface="+mn-cs"/>
            </a:endParaRPr>
          </a:p>
          <a:p>
            <a:pPr marL="232410" indent="-232410" defTabSz="1219140">
              <a:lnSpc>
                <a:spcPts val="1600"/>
              </a:lnSpc>
              <a:spcBef>
                <a:spcPct val="20000"/>
              </a:spcBef>
              <a:buFontTx/>
              <a:buAutoNum type="arabicPeriod"/>
              <a:defRPr/>
            </a:pPr>
            <a:r>
              <a:rPr lang="en-US" sz="1400" b="1">
                <a:solidFill>
                  <a:srgbClr val="FF721C"/>
                </a:solidFill>
                <a:latin typeface="Arial"/>
                <a:ea typeface="Verdana"/>
                <a:cs typeface="Arial"/>
              </a:rPr>
              <a:t>  </a:t>
            </a:r>
            <a:r>
              <a:rPr kumimoji="0" lang="en-US" sz="1400" b="1" i="0" u="none" strike="noStrike" kern="1200" cap="none" spc="0" normalizeH="0" baseline="0" noProof="0">
                <a:ln>
                  <a:noFill/>
                </a:ln>
                <a:solidFill>
                  <a:srgbClr val="FF721C"/>
                </a:solidFill>
                <a:effectLst/>
                <a:uLnTx/>
                <a:uFillTx/>
                <a:latin typeface="Arial"/>
                <a:ea typeface="Verdana"/>
                <a:cs typeface="Arial"/>
              </a:rPr>
              <a:t>Don't restore, fix</a:t>
            </a:r>
            <a:endParaRPr lang="en-US" sz="1400" b="1" i="0" u="none" strike="noStrike" kern="1200" cap="none" spc="0" normalizeH="0" baseline="0" noProof="0">
              <a:ln>
                <a:noFill/>
              </a:ln>
              <a:solidFill>
                <a:srgbClr val="FF721C"/>
              </a:solidFill>
              <a:effectLst/>
              <a:uLnTx/>
              <a:uFillTx/>
              <a:latin typeface="Arial"/>
              <a:ea typeface="Verdana"/>
              <a:cs typeface="Arial"/>
            </a:endParaRPr>
          </a:p>
          <a:p>
            <a:pPr marL="689610" lvl="1" indent="-23241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Make a copy of the models in the same workspace</a:t>
            </a:r>
            <a:r>
              <a:rPr lang="en-US" sz="1400">
                <a:latin typeface="Arial"/>
                <a:ea typeface="Verdana"/>
                <a:cs typeface="Arial"/>
              </a:rPr>
              <a:t> or</a:t>
            </a:r>
            <a:r>
              <a:rPr kumimoji="0" lang="en-US" sz="1400" b="0" i="0" u="none" strike="noStrike" kern="1200" cap="none" spc="0" normalizeH="0" baseline="0" noProof="0">
                <a:ln>
                  <a:noFill/>
                </a:ln>
                <a:effectLst/>
                <a:uLnTx/>
                <a:uFillTx/>
                <a:latin typeface="Arial"/>
                <a:ea typeface="Verdana"/>
                <a:cs typeface="Arial"/>
              </a:rPr>
              <a:t> import to another workspace.</a:t>
            </a:r>
            <a:endParaRPr kumimoji="0" lang="en-US" sz="1400" b="0" i="0" u="none" strike="noStrike" kern="1200" cap="none" spc="0" normalizeH="0" baseline="0" noProof="0">
              <a:ln>
                <a:noFill/>
              </a:ln>
              <a:effectLst/>
              <a:uLnTx/>
              <a:uFillTx/>
              <a:latin typeface="Arial" panose="020B0604020202020204"/>
              <a:ea typeface="+mn-ea"/>
              <a:cs typeface="+mn-cs"/>
            </a:endParaRPr>
          </a:p>
          <a:p>
            <a:pPr marL="689610" marR="0" lvl="1" indent="-232410" algn="l" defTabSz="1219140" rtl="0" eaLnBrk="1" fontAlgn="auto" latinLnBrk="0" hangingPunct="1">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Go to </a:t>
            </a:r>
            <a:r>
              <a:rPr kumimoji="0" lang="en-US" sz="1400" b="1" i="0" u="none" strike="noStrike" kern="1200" cap="none" spc="0" normalizeH="0" baseline="0" noProof="0">
                <a:ln>
                  <a:noFill/>
                </a:ln>
                <a:effectLst/>
                <a:uLnTx/>
                <a:uFillTx/>
                <a:latin typeface="Arial"/>
                <a:ea typeface="Verdana"/>
                <a:cs typeface="Arial"/>
              </a:rPr>
              <a:t>Actions-&gt;Import Data Sources</a:t>
            </a:r>
            <a:r>
              <a:rPr kumimoji="0" lang="en-US" sz="1400" b="0" i="0" u="none" strike="noStrike" kern="1200" cap="none" spc="0" normalizeH="0" baseline="0" noProof="0">
                <a:ln>
                  <a:noFill/>
                </a:ln>
                <a:effectLst/>
                <a:uLnTx/>
                <a:uFillTx/>
                <a:latin typeface="Arial"/>
                <a:ea typeface="Verdana"/>
                <a:cs typeface="Arial"/>
              </a:rPr>
              <a:t>.</a:t>
            </a:r>
            <a:endParaRPr kumimoji="0" lang="en-US" sz="1400" b="0" i="0" u="none" strike="noStrike" kern="1200" cap="none" spc="0" normalizeH="0" baseline="0" noProof="0">
              <a:ln>
                <a:noFill/>
              </a:ln>
              <a:effectLst/>
              <a:uLnTx/>
              <a:uFillTx/>
              <a:latin typeface="Arial" panose="020B0604020202020204"/>
              <a:ea typeface="+mn-ea"/>
              <a:cs typeface="Arial" panose="020B0604020202020204"/>
            </a:endParaRPr>
          </a:p>
          <a:p>
            <a:pPr marL="689610" lvl="1" indent="-23241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For each entry that serves a self-to-self import, copy the name of the source saved view from the </a:t>
            </a:r>
            <a:r>
              <a:rPr kumimoji="0" lang="en-US" sz="1400" b="1" i="0" u="none" strike="noStrike" kern="1200" cap="none" spc="0" normalizeH="0" baseline="0" noProof="0">
                <a:ln>
                  <a:noFill/>
                </a:ln>
                <a:effectLst/>
                <a:uLnTx/>
                <a:uFillTx/>
                <a:latin typeface="Arial"/>
                <a:ea typeface="Verdana"/>
                <a:cs typeface="Arial"/>
              </a:rPr>
              <a:t>Source Object Name</a:t>
            </a:r>
            <a:r>
              <a:rPr kumimoji="0" lang="en-US" sz="1400" b="0" i="0" u="none" strike="noStrike" kern="1200" cap="none" spc="0" normalizeH="0" baseline="0" noProof="0">
                <a:ln>
                  <a:noFill/>
                </a:ln>
                <a:effectLst/>
                <a:uLnTx/>
                <a:uFillTx/>
                <a:latin typeface="Arial"/>
                <a:ea typeface="Verdana"/>
                <a:cs typeface="Arial"/>
              </a:rPr>
              <a:t> column, edit the import data source, change to the correct copied/imported model, and reselect the correct saved view in this model copy.</a:t>
            </a:r>
            <a:endParaRPr lang="en-US" sz="1400">
              <a:latin typeface="Arial"/>
              <a:ea typeface="Verdana"/>
              <a:cs typeface="Arial"/>
            </a:endParaRPr>
          </a:p>
          <a:p>
            <a:pPr marL="689610" marR="0" lvl="1" indent="-232410" algn="l" defTabSz="1219140">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In the copied/imported models, edit the Source Model screen to map</a:t>
            </a:r>
            <a:br>
              <a:rPr kumimoji="0" lang="en-US" sz="1400" b="0" i="0" u="none" strike="noStrike" kern="1200" cap="none" spc="0" normalizeH="0" baseline="0" noProof="0">
                <a:ln>
                  <a:noFill/>
                </a:ln>
                <a:effectLst/>
                <a:uLnTx/>
                <a:uFillTx/>
                <a:latin typeface="Arial"/>
                <a:ea typeface="Verdana"/>
                <a:cs typeface="Arial"/>
              </a:rPr>
            </a:br>
            <a:r>
              <a:rPr kumimoji="0" lang="en-US" sz="1400" b="0" i="0" u="none" strike="noStrike" kern="1200" cap="none" spc="0" normalizeH="0" baseline="0" noProof="0">
                <a:ln>
                  <a:noFill/>
                </a:ln>
                <a:effectLst/>
                <a:uLnTx/>
                <a:uFillTx/>
                <a:latin typeface="Arial"/>
                <a:ea typeface="Verdana"/>
                <a:cs typeface="Arial"/>
              </a:rPr>
              <a:t>to this new instance instead of the original one.</a:t>
            </a:r>
            <a:endParaRPr lang="en-US" sz="1400" b="0" i="0" u="none" strike="noStrike" kern="1200" cap="none" spc="0" normalizeH="0" baseline="0" noProof="0">
              <a:ln>
                <a:noFill/>
              </a:ln>
              <a:effectLst/>
              <a:uLnTx/>
              <a:uFillTx/>
              <a:latin typeface="Arial"/>
              <a:ea typeface="Verdana"/>
              <a:cs typeface="Arial"/>
            </a:endParaRPr>
          </a:p>
          <a:p>
            <a:pPr marL="232410" marR="0" lvl="0" indent="-232410" algn="l" defTabSz="1219140" rtl="0" eaLnBrk="1" fontAlgn="auto" latinLnBrk="0" hangingPunct="1">
              <a:lnSpc>
                <a:spcPts val="1600"/>
              </a:lnSpc>
              <a:spcBef>
                <a:spcPct val="20000"/>
              </a:spcBef>
              <a:spcAft>
                <a:spcPts val="0"/>
              </a:spcAft>
              <a:buClrTx/>
              <a:buSzTx/>
              <a:buFontTx/>
              <a:buAutoNum type="arabicPeriod"/>
              <a:tabLst/>
              <a:defRPr/>
            </a:pPr>
            <a:endParaRPr kumimoji="0" lang="en-US" sz="12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1219140" rtl="0" eaLnBrk="1" fontAlgn="auto" latinLnBrk="0" hangingPunct="1">
              <a:lnSpc>
                <a:spcPts val="1600"/>
              </a:lnSpc>
              <a:spcBef>
                <a:spcPct val="2000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Verdana"/>
                <a:cs typeface="Arial"/>
              </a:rPr>
              <a:t>(SPT-477, SPT-581)</a:t>
            </a:r>
            <a:endParaRPr lang="en-US" sz="900" b="0" i="0" u="none" strike="noStrike" kern="1200" cap="none" spc="0" normalizeH="0" baseline="0" noProof="0">
              <a:ln>
                <a:noFill/>
              </a:ln>
              <a:effectLst/>
              <a:uLnTx/>
              <a:uFillTx/>
              <a:latin typeface="Arial"/>
              <a:ea typeface="Verdana"/>
              <a:cs typeface="Arial"/>
            </a:endParaRPr>
          </a:p>
        </p:txBody>
      </p:sp>
      <p:grpSp>
        <p:nvGrpSpPr>
          <p:cNvPr id="5" name="Group 4">
            <a:extLst>
              <a:ext uri="{FF2B5EF4-FFF2-40B4-BE49-F238E27FC236}">
                <a16:creationId xmlns:a16="http://schemas.microsoft.com/office/drawing/2014/main" id="{7964F0B0-D2A0-0457-AE07-4D5FE7211CB8}"/>
              </a:ext>
            </a:extLst>
          </p:cNvPr>
          <p:cNvGrpSpPr/>
          <p:nvPr/>
        </p:nvGrpSpPr>
        <p:grpSpPr>
          <a:xfrm>
            <a:off x="7191910" y="1726057"/>
            <a:ext cx="3949419" cy="4440977"/>
            <a:chOff x="6389718" y="1315553"/>
            <a:chExt cx="4751611" cy="4851482"/>
          </a:xfrm>
        </p:grpSpPr>
        <p:pic>
          <p:nvPicPr>
            <p:cNvPr id="2" name="Picture 1" descr="A screenshot of a computer&#10;&#10;Description automatically generated">
              <a:extLst>
                <a:ext uri="{FF2B5EF4-FFF2-40B4-BE49-F238E27FC236}">
                  <a16:creationId xmlns:a16="http://schemas.microsoft.com/office/drawing/2014/main" id="{1431D519-8254-7D57-E2D9-AB7F087C6B67}"/>
                </a:ext>
              </a:extLst>
            </p:cNvPr>
            <p:cNvPicPr>
              <a:picLocks noChangeAspect="1"/>
            </p:cNvPicPr>
            <p:nvPr/>
          </p:nvPicPr>
          <p:blipFill>
            <a:blip r:embed="rId2"/>
            <a:stretch>
              <a:fillRect/>
            </a:stretch>
          </p:blipFill>
          <p:spPr>
            <a:xfrm>
              <a:off x="6389718" y="1315553"/>
              <a:ext cx="4751611" cy="4851482"/>
            </a:xfrm>
            <a:prstGeom prst="roundRect">
              <a:avLst>
                <a:gd name="adj" fmla="val 1285"/>
              </a:avLst>
            </a:prstGeom>
            <a:noFill/>
          </p:spPr>
        </p:pic>
        <p:sp>
          <p:nvSpPr>
            <p:cNvPr id="4" name="Rectangle 3">
              <a:extLst>
                <a:ext uri="{FF2B5EF4-FFF2-40B4-BE49-F238E27FC236}">
                  <a16:creationId xmlns:a16="http://schemas.microsoft.com/office/drawing/2014/main" id="{A4D9273F-9213-C1F0-CDF2-1DD08C7A02BD}"/>
                </a:ext>
              </a:extLst>
            </p:cNvPr>
            <p:cNvSpPr/>
            <p:nvPr/>
          </p:nvSpPr>
          <p:spPr>
            <a:xfrm>
              <a:off x="10712138" y="1348208"/>
              <a:ext cx="409598" cy="2223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grpSp>
    </p:spTree>
    <p:extLst>
      <p:ext uri="{BB962C8B-B14F-4D97-AF65-F5344CB8AC3E}">
        <p14:creationId xmlns:p14="http://schemas.microsoft.com/office/powerpoint/2010/main" val="26867986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F356-4BCB-A205-4A85-3D58678D94B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172EC5B7-1A05-30C4-01B6-E729AFF25104}"/>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time settings &amp; time ranges to match customer needs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E9B9FC68-1B31-DF30-02E4-16D721C8B4E2}"/>
              </a:ext>
            </a:extLst>
          </p:cNvPr>
          <p:cNvSpPr txBox="1"/>
          <p:nvPr/>
        </p:nvSpPr>
        <p:spPr>
          <a:xfrm>
            <a:off x="5361471" y="4828081"/>
            <a:ext cx="520823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400">
                <a:solidFill>
                  <a:schemeClr val="tx2"/>
                </a:solidFill>
                <a:cs typeface="Arial"/>
              </a:rPr>
              <a:t>Update </a:t>
            </a:r>
            <a:r>
              <a:rPr lang="en-US" sz="1400" b="1">
                <a:solidFill>
                  <a:schemeClr val="tx2"/>
                </a:solidFill>
                <a:cs typeface="Arial"/>
              </a:rPr>
              <a:t>Current Fiscal Year - </a:t>
            </a:r>
            <a:r>
              <a:rPr lang="en-US" sz="1400">
                <a:solidFill>
                  <a:schemeClr val="tx2"/>
                </a:solidFill>
                <a:ea typeface="Verdana"/>
                <a:cs typeface="Arial"/>
              </a:rPr>
              <a:t>match to customer</a:t>
            </a:r>
            <a:endParaRPr lang="en-US" sz="1400" b="1">
              <a:solidFill>
                <a:schemeClr val="tx2"/>
              </a:solidFill>
              <a:cs typeface="Arial"/>
            </a:endParaRPr>
          </a:p>
          <a:p>
            <a:pPr marL="285750" indent="-285750">
              <a:buFont typeface="Arial" panose="020B0604020202020204" pitchFamily="34" charset="0"/>
              <a:buChar char="•"/>
            </a:pPr>
            <a:r>
              <a:rPr lang="en-US" sz="1400">
                <a:solidFill>
                  <a:schemeClr val="tx2"/>
                </a:solidFill>
                <a:cs typeface="Arial"/>
              </a:rPr>
              <a:t>Update</a:t>
            </a:r>
            <a:r>
              <a:rPr lang="en-US" sz="1400" b="1">
                <a:solidFill>
                  <a:schemeClr val="tx2"/>
                </a:solidFill>
                <a:cs typeface="Arial"/>
              </a:rPr>
              <a:t> Fiscal Year Start Month - </a:t>
            </a:r>
            <a:r>
              <a:rPr lang="en-US" sz="1400">
                <a:solidFill>
                  <a:schemeClr val="tx2"/>
                </a:solidFill>
                <a:ea typeface="Verdana"/>
                <a:cs typeface="Arial"/>
              </a:rPr>
              <a:t>match to customer</a:t>
            </a:r>
            <a:endParaRPr lang="en-US" sz="1400" b="1">
              <a:solidFill>
                <a:schemeClr val="tx2"/>
              </a:solidFill>
              <a:cs typeface="Arial"/>
            </a:endParaRPr>
          </a:p>
          <a:p>
            <a:pPr marL="285750" indent="-285750">
              <a:buFont typeface="Arial" panose="020B0604020202020204" pitchFamily="34" charset="0"/>
              <a:buChar char="•"/>
            </a:pPr>
            <a:r>
              <a:rPr lang="en-US" sz="1400">
                <a:solidFill>
                  <a:schemeClr val="tx2"/>
                </a:solidFill>
                <a:cs typeface="Arial"/>
              </a:rPr>
              <a:t>Number of </a:t>
            </a:r>
            <a:r>
              <a:rPr lang="en-US" sz="1400" b="1">
                <a:solidFill>
                  <a:schemeClr val="tx2"/>
                </a:solidFill>
                <a:cs typeface="Arial"/>
              </a:rPr>
              <a:t>Past Years – 2</a:t>
            </a:r>
          </a:p>
          <a:p>
            <a:pPr marL="285750" indent="-285750">
              <a:buFont typeface="Arial" panose="020B0604020202020204" pitchFamily="34" charset="0"/>
              <a:buChar char="•"/>
            </a:pPr>
            <a:r>
              <a:rPr lang="en-US" sz="1400">
                <a:solidFill>
                  <a:schemeClr val="tx2"/>
                </a:solidFill>
                <a:cs typeface="Arial"/>
              </a:rPr>
              <a:t>Number of </a:t>
            </a:r>
            <a:r>
              <a:rPr lang="en-US" sz="1400" b="1">
                <a:solidFill>
                  <a:schemeClr val="tx2"/>
                </a:solidFill>
                <a:cs typeface="Arial"/>
              </a:rPr>
              <a:t>Future Years – 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latin typeface="Arial"/>
                <a:ea typeface="Verdana"/>
                <a:cs typeface="Arial"/>
              </a:rPr>
              <a:t>Select </a:t>
            </a:r>
            <a:r>
              <a:rPr kumimoji="0" lang="en-US" sz="1400" b="1" i="0" u="none" strike="noStrike" kern="1200" cap="none" spc="0" normalizeH="0" baseline="0" noProof="0">
                <a:ln>
                  <a:noFill/>
                </a:ln>
                <a:effectLst/>
                <a:uLnTx/>
                <a:uFillTx/>
                <a:latin typeface="Arial"/>
                <a:ea typeface="Verdana"/>
                <a:cs typeface="Arial"/>
              </a:rPr>
              <a:t>Total of All Periods</a:t>
            </a:r>
            <a:r>
              <a:rPr kumimoji="0" lang="en-US" sz="1400" b="0" i="0" u="none" strike="noStrike" kern="1200" cap="none" spc="0" normalizeH="0" baseline="0" noProof="0">
                <a:ln>
                  <a:noFill/>
                </a:ln>
                <a:effectLst/>
                <a:uLnTx/>
                <a:uFillTx/>
                <a:latin typeface="Arial"/>
                <a:ea typeface="Verdana"/>
                <a:cs typeface="Arial"/>
              </a:rPr>
              <a:t> </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47E713A7-86A8-CD21-BFAB-867250D6A8B0}"/>
              </a:ext>
            </a:extLst>
          </p:cNvPr>
          <p:cNvSpPr txBox="1"/>
          <p:nvPr/>
        </p:nvSpPr>
        <p:spPr>
          <a:xfrm>
            <a:off x="5311254" y="947549"/>
            <a:ext cx="414291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6">
                    <a:lumMod val="90000"/>
                  </a:schemeClr>
                </a:solidFill>
                <a:effectLst/>
                <a:uLnTx/>
                <a:uFillTx/>
                <a:latin typeface="Arial"/>
                <a:ea typeface="Verdana"/>
                <a:cs typeface="Arial"/>
              </a:rPr>
              <a:t>Spoke </a:t>
            </a:r>
            <a:r>
              <a:rPr lang="en-US" sz="1600" b="1">
                <a:solidFill>
                  <a:schemeClr val="accent6">
                    <a:lumMod val="90000"/>
                  </a:schemeClr>
                </a:solidFill>
                <a:latin typeface="Arial"/>
                <a:ea typeface="Verdana"/>
                <a:cs typeface="Arial"/>
              </a:rPr>
              <a:t>model</a:t>
            </a:r>
            <a:endParaRPr kumimoji="0" lang="en-US" sz="1600" b="1" i="0" u="none" strike="noStrike" kern="1200" cap="none" spc="0" normalizeH="0" baseline="0" noProof="0">
              <a:ln>
                <a:noFill/>
              </a:ln>
              <a:solidFill>
                <a:schemeClr val="accent6">
                  <a:lumMod val="90000"/>
                </a:schemeClr>
              </a:solidFill>
              <a:effectLst/>
              <a:uLnTx/>
              <a:uFillTx/>
              <a:latin typeface="Arial" panose="020B0604020202020204" pitchFamily="34" charset="0"/>
              <a:ea typeface="Verdana" charset="0"/>
              <a:cs typeface="Arial" panose="020B0604020202020204" pitchFamily="34" charset="0"/>
            </a:endParaRPr>
          </a:p>
        </p:txBody>
      </p:sp>
      <p:sp>
        <p:nvSpPr>
          <p:cNvPr id="4" name="TextBox 3">
            <a:extLst>
              <a:ext uri="{FF2B5EF4-FFF2-40B4-BE49-F238E27FC236}">
                <a16:creationId xmlns:a16="http://schemas.microsoft.com/office/drawing/2014/main" id="{53996123-BF6D-CDE9-03B4-850FC0C5CDEF}"/>
              </a:ext>
            </a:extLst>
          </p:cNvPr>
          <p:cNvSpPr txBox="1"/>
          <p:nvPr/>
        </p:nvSpPr>
        <p:spPr>
          <a:xfrm>
            <a:off x="562161" y="980152"/>
            <a:ext cx="414291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kumimoji="0" lang="en-US" sz="1600" b="1" i="0" u="none" strike="noStrike" kern="1200" cap="none" spc="0" normalizeH="0" baseline="0" noProof="0">
                <a:ln>
                  <a:noFill/>
                </a:ln>
                <a:solidFill>
                  <a:srgbClr val="FF721C"/>
                </a:solidFill>
                <a:effectLst/>
                <a:uLnTx/>
                <a:uFillTx/>
                <a:latin typeface="Arial"/>
                <a:ea typeface="Verdana"/>
                <a:cs typeface="Arial"/>
              </a:rPr>
              <a:t>Data </a:t>
            </a:r>
            <a:r>
              <a:rPr lang="en-US" sz="1600" b="1">
                <a:solidFill>
                  <a:srgbClr val="FF721C"/>
                </a:solidFill>
                <a:latin typeface="Arial"/>
                <a:ea typeface="Verdana"/>
                <a:cs typeface="Arial"/>
              </a:rPr>
              <a:t>Hub model</a:t>
            </a:r>
            <a:endParaRPr kumimoji="0" lang="en-US" sz="1800" b="1" i="0" u="none" strike="noStrike" kern="1200" cap="none" spc="0" normalizeH="0" baseline="0" noProof="0">
              <a:ln>
                <a:noFill/>
              </a:ln>
              <a:solidFill>
                <a:srgbClr val="FF721C"/>
              </a:solidFill>
              <a:effectLst/>
              <a:uLnTx/>
              <a:uFillTx/>
              <a:latin typeface="Arial" panose="020B0604020202020204"/>
              <a:ea typeface="+mn-ea"/>
              <a:cs typeface="Arial"/>
            </a:endParaRPr>
          </a:p>
        </p:txBody>
      </p:sp>
      <p:sp>
        <p:nvSpPr>
          <p:cNvPr id="5" name="TextBox 4">
            <a:extLst>
              <a:ext uri="{FF2B5EF4-FFF2-40B4-BE49-F238E27FC236}">
                <a16:creationId xmlns:a16="http://schemas.microsoft.com/office/drawing/2014/main" id="{054CBE3C-55EC-7077-39BD-67FC333C22C0}"/>
              </a:ext>
            </a:extLst>
          </p:cNvPr>
          <p:cNvSpPr txBox="1"/>
          <p:nvPr/>
        </p:nvSpPr>
        <p:spPr>
          <a:xfrm>
            <a:off x="669571" y="4828081"/>
            <a:ext cx="520823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400" b="1" i="0" u="none" strike="noStrike" kern="1200" cap="none" spc="0" normalizeH="0" baseline="0" noProof="0">
                <a:ln>
                  <a:noFill/>
                </a:ln>
                <a:effectLst/>
                <a:uLnTx/>
                <a:uFillTx/>
                <a:latin typeface="Arial"/>
                <a:ea typeface="Verdana"/>
                <a:cs typeface="Arial"/>
              </a:rPr>
              <a:t>Fiscal Year Start Month</a:t>
            </a:r>
            <a:r>
              <a:rPr kumimoji="0" lang="en-US" sz="1400" b="0" i="0" u="none" strike="noStrike" kern="1200" cap="none" spc="0" normalizeH="0" baseline="0" noProof="0">
                <a:ln>
                  <a:noFill/>
                </a:ln>
                <a:effectLst/>
                <a:uLnTx/>
                <a:uFillTx/>
                <a:latin typeface="Arial"/>
                <a:ea typeface="Verdana"/>
                <a:cs typeface="Arial"/>
              </a:rPr>
              <a:t> – match to customer</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400" b="1" i="0" u="none" strike="noStrike" kern="1200" cap="none" spc="0" normalizeH="0" baseline="0" noProof="0">
                <a:ln>
                  <a:noFill/>
                </a:ln>
                <a:effectLst/>
                <a:uLnTx/>
                <a:uFillTx/>
                <a:latin typeface="Arial"/>
                <a:ea typeface="Verdana"/>
                <a:cs typeface="Arial"/>
              </a:rPr>
              <a:t>Current Fiscal Year </a:t>
            </a:r>
            <a:r>
              <a:rPr kumimoji="0" lang="en-US" sz="1400" b="0" i="0" u="none" strike="noStrike" kern="1200" cap="none" spc="0" normalizeH="0" baseline="0" noProof="0">
                <a:ln>
                  <a:noFill/>
                </a:ln>
                <a:effectLst/>
                <a:uLnTx/>
                <a:uFillTx/>
                <a:latin typeface="Arial"/>
                <a:ea typeface="Verdana"/>
                <a:cs typeface="Arial"/>
              </a:rPr>
              <a:t>– match to customer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sp>
        <p:nvSpPr>
          <p:cNvPr id="6" name="TextBox 5">
            <a:extLst>
              <a:ext uri="{FF2B5EF4-FFF2-40B4-BE49-F238E27FC236}">
                <a16:creationId xmlns:a16="http://schemas.microsoft.com/office/drawing/2014/main" id="{CC3DBDC6-A55E-F78D-65CE-928E33B8F689}"/>
              </a:ext>
            </a:extLst>
          </p:cNvPr>
          <p:cNvSpPr txBox="1"/>
          <p:nvPr/>
        </p:nvSpPr>
        <p:spPr>
          <a:xfrm>
            <a:off x="607540" y="5903919"/>
            <a:ext cx="4324383" cy="830997"/>
          </a:xfrm>
          <a:prstGeom prst="rect">
            <a:avLst/>
          </a:prstGeom>
          <a:noFill/>
          <a:ln>
            <a:solidFill>
              <a:srgbClr val="FF721C"/>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a:ln>
                  <a:noFill/>
                </a:ln>
                <a:solidFill>
                  <a:srgbClr val="FF721C"/>
                </a:solidFill>
                <a:effectLst/>
                <a:uLnTx/>
                <a:uFillTx/>
                <a:latin typeface="Arial"/>
                <a:ea typeface="Verdana"/>
                <a:cs typeface="Arial"/>
              </a:rPr>
              <a:t>Note: </a:t>
            </a:r>
            <a:r>
              <a:rPr lang="en-US" sz="2400">
                <a:latin typeface="Arial"/>
                <a:ea typeface="Verdana"/>
                <a:cs typeface="Arial"/>
              </a:rPr>
              <a:t>Make</a:t>
            </a:r>
            <a:r>
              <a:rPr kumimoji="0" lang="en-US" sz="2400" u="none" strike="noStrike" kern="1200" cap="none" spc="0" normalizeH="0" baseline="0" noProof="0">
                <a:ln>
                  <a:noFill/>
                </a:ln>
                <a:effectLst/>
                <a:uLnTx/>
                <a:uFillTx/>
                <a:latin typeface="Arial"/>
                <a:ea typeface="Verdana"/>
                <a:cs typeface="Arial"/>
              </a:rPr>
              <a:t> time changes before the first data load.</a:t>
            </a:r>
            <a:endParaRPr lang="en-US" sz="240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pic>
        <p:nvPicPr>
          <p:cNvPr id="7" name="Picture 6" descr="A screenshot of a calendar&#10;&#10;Description automatically generated">
            <a:extLst>
              <a:ext uri="{FF2B5EF4-FFF2-40B4-BE49-F238E27FC236}">
                <a16:creationId xmlns:a16="http://schemas.microsoft.com/office/drawing/2014/main" id="{A9B637F5-DE21-A116-E44C-614BA28AED29}"/>
              </a:ext>
            </a:extLst>
          </p:cNvPr>
          <p:cNvPicPr>
            <a:picLocks noChangeAspect="1"/>
          </p:cNvPicPr>
          <p:nvPr/>
        </p:nvPicPr>
        <p:blipFill>
          <a:blip r:embed="rId2"/>
          <a:stretch>
            <a:fillRect/>
          </a:stretch>
        </p:blipFill>
        <p:spPr>
          <a:xfrm>
            <a:off x="5361471" y="1359370"/>
            <a:ext cx="4042479" cy="3302001"/>
          </a:xfrm>
          <a:prstGeom prst="roundRect">
            <a:avLst>
              <a:gd name="adj" fmla="val 1053"/>
            </a:avLst>
          </a:prstGeom>
        </p:spPr>
      </p:pic>
      <p:pic>
        <p:nvPicPr>
          <p:cNvPr id="8" name="Picture 7" descr="A screenshot of a calendar&#10;&#10;Description automatically generated">
            <a:extLst>
              <a:ext uri="{FF2B5EF4-FFF2-40B4-BE49-F238E27FC236}">
                <a16:creationId xmlns:a16="http://schemas.microsoft.com/office/drawing/2014/main" id="{9860F1FC-9278-75AF-EBA1-2AEA4A474DF1}"/>
              </a:ext>
            </a:extLst>
          </p:cNvPr>
          <p:cNvPicPr>
            <a:picLocks noChangeAspect="1"/>
          </p:cNvPicPr>
          <p:nvPr/>
        </p:nvPicPr>
        <p:blipFill>
          <a:blip r:embed="rId3"/>
          <a:stretch>
            <a:fillRect/>
          </a:stretch>
        </p:blipFill>
        <p:spPr>
          <a:xfrm>
            <a:off x="669571" y="1364075"/>
            <a:ext cx="4139720" cy="3292592"/>
          </a:xfrm>
          <a:prstGeom prst="roundRect">
            <a:avLst>
              <a:gd name="adj" fmla="val 1009"/>
            </a:avLst>
          </a:prstGeom>
        </p:spPr>
      </p:pic>
      <p:sp>
        <p:nvSpPr>
          <p:cNvPr id="9" name="TextBox 8">
            <a:extLst>
              <a:ext uri="{FF2B5EF4-FFF2-40B4-BE49-F238E27FC236}">
                <a16:creationId xmlns:a16="http://schemas.microsoft.com/office/drawing/2014/main" id="{F4198A82-16F8-FA08-572D-7AB12F4660E0}"/>
              </a:ext>
            </a:extLst>
          </p:cNvPr>
          <p:cNvSpPr txBox="1"/>
          <p:nvPr/>
        </p:nvSpPr>
        <p:spPr>
          <a:xfrm>
            <a:off x="9454166" y="2226371"/>
            <a:ext cx="2558570" cy="1384995"/>
          </a:xfrm>
          <a:prstGeom prst="rect">
            <a:avLst/>
          </a:prstGeom>
          <a:noFill/>
        </p:spPr>
        <p:txBody>
          <a:bodyPr wrap="square">
            <a:spAutoFit/>
          </a:bodyPr>
          <a:lstStyle/>
          <a:p>
            <a:pPr marL="285750" indent="-285750">
              <a:buFont typeface="Arial" panose="020B0604020202020204" pitchFamily="34" charset="0"/>
              <a:buChar char="•"/>
            </a:pPr>
            <a:r>
              <a:rPr lang="en-US" sz="1400">
                <a:solidFill>
                  <a:schemeClr val="tx2"/>
                </a:solidFill>
                <a:latin typeface="Arial"/>
                <a:cs typeface="Arial"/>
              </a:rPr>
              <a:t>Update </a:t>
            </a:r>
            <a:r>
              <a:rPr lang="en-US" sz="1400" b="1">
                <a:solidFill>
                  <a:schemeClr val="tx2"/>
                </a:solidFill>
                <a:latin typeface="Arial"/>
                <a:cs typeface="Arial"/>
              </a:rPr>
              <a:t>Time Ranges</a:t>
            </a:r>
            <a:r>
              <a:rPr lang="en-US" sz="1400">
                <a:solidFill>
                  <a:schemeClr val="tx2"/>
                </a:solidFill>
                <a:latin typeface="Arial"/>
                <a:cs typeface="Arial"/>
              </a:rPr>
              <a:t> </a:t>
            </a:r>
            <a:r>
              <a:rPr lang="en-US" sz="1400" b="1">
                <a:solidFill>
                  <a:schemeClr val="tx2"/>
                </a:solidFill>
                <a:latin typeface="Arial"/>
                <a:cs typeface="Arial"/>
              </a:rPr>
              <a:t>Start period</a:t>
            </a:r>
            <a:r>
              <a:rPr lang="en-US" sz="1400">
                <a:solidFill>
                  <a:schemeClr val="tx2"/>
                </a:solidFill>
                <a:latin typeface="Arial"/>
                <a:cs typeface="Arial"/>
              </a:rPr>
              <a:t> to correspond with </a:t>
            </a:r>
            <a:r>
              <a:rPr lang="en-US" sz="1400" b="1">
                <a:solidFill>
                  <a:schemeClr val="tx2"/>
                </a:solidFill>
                <a:latin typeface="Arial"/>
                <a:cs typeface="Arial"/>
              </a:rPr>
              <a:t>Current Fiscal Year</a:t>
            </a:r>
          </a:p>
          <a:p>
            <a:pPr marL="285750" indent="-285750">
              <a:buFont typeface="Arial" panose="020B0604020202020204" pitchFamily="34" charset="0"/>
              <a:buChar char="•"/>
            </a:pPr>
            <a:r>
              <a:rPr lang="en-US" sz="1400">
                <a:solidFill>
                  <a:schemeClr val="tx2"/>
                </a:solidFill>
                <a:latin typeface="Arial"/>
                <a:cs typeface="Arial"/>
              </a:rPr>
              <a:t>Select </a:t>
            </a:r>
            <a:r>
              <a:rPr lang="en-US" sz="1400" b="1">
                <a:solidFill>
                  <a:schemeClr val="tx2"/>
                </a:solidFill>
                <a:latin typeface="Arial"/>
                <a:cs typeface="Arial"/>
              </a:rPr>
              <a:t>Total of all </a:t>
            </a:r>
            <a:r>
              <a:rPr lang="en-US" sz="1400" err="1">
                <a:solidFill>
                  <a:schemeClr val="tx2"/>
                </a:solidFill>
                <a:latin typeface="Arial"/>
                <a:cs typeface="Arial"/>
              </a:rPr>
              <a:t>boolean</a:t>
            </a:r>
            <a:r>
              <a:rPr lang="en-US" sz="1400">
                <a:solidFill>
                  <a:schemeClr val="tx2"/>
                </a:solidFill>
                <a:latin typeface="Arial"/>
                <a:cs typeface="Arial"/>
              </a:rPr>
              <a:t> when updating</a:t>
            </a:r>
          </a:p>
        </p:txBody>
      </p:sp>
    </p:spTree>
    <p:extLst>
      <p:ext uri="{BB962C8B-B14F-4D97-AF65-F5344CB8AC3E}">
        <p14:creationId xmlns:p14="http://schemas.microsoft.com/office/powerpoint/2010/main" val="723721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Time settings </a:t>
            </a:r>
            <a:r>
              <a:rPr lang="en-GB">
                <a:solidFill>
                  <a:srgbClr val="FFFFFF"/>
                </a:solidFill>
              </a:rPr>
              <a:t>m</a:t>
            </a:r>
            <a:r>
              <a:rPr kumimoji="0" lang="en-GB" sz="2400"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odule</a:t>
            </a: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 - spoke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5CEA6CFE-9F29-FFEE-56B0-767460D364EA}"/>
              </a:ext>
            </a:extLst>
          </p:cNvPr>
          <p:cNvSpPr txBox="1"/>
          <p:nvPr/>
        </p:nvSpPr>
        <p:spPr>
          <a:xfrm>
            <a:off x="615102" y="1567704"/>
            <a:ext cx="351033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tx2"/>
                </a:solidFill>
                <a:cs typeface="Arial"/>
              </a:rPr>
              <a:t>Go to module </a:t>
            </a:r>
            <a:r>
              <a:rPr lang="en-US" sz="1600" b="1">
                <a:solidFill>
                  <a:schemeClr val="tx2"/>
                </a:solidFill>
                <a:latin typeface="Consolas" panose="020B0609020204030204" pitchFamily="49" charset="0"/>
                <a:ea typeface="+mn-lt"/>
                <a:cs typeface="Consolas" panose="020B0609020204030204" pitchFamily="49" charset="0"/>
              </a:rPr>
              <a:t>SYS: Today Date</a:t>
            </a:r>
          </a:p>
          <a:p>
            <a:pPr marL="742950" lvl="1" indent="-285750">
              <a:buFont typeface="Arial" panose="020B0604020202020204" pitchFamily="34" charset="0"/>
              <a:buChar char="•"/>
            </a:pPr>
            <a:r>
              <a:rPr lang="en-US" sz="1600">
                <a:solidFill>
                  <a:schemeClr val="tx2"/>
                </a:solidFill>
                <a:cs typeface="Arial"/>
              </a:rPr>
              <a:t>Input values for line items </a:t>
            </a:r>
          </a:p>
          <a:p>
            <a:pPr marL="1200150" lvl="2" indent="-285750">
              <a:buFont typeface="Wingdings" pitchFamily="2" charset="2"/>
              <a:buChar char="§"/>
            </a:pPr>
            <a:r>
              <a:rPr lang="en-US" sz="1600" b="1">
                <a:solidFill>
                  <a:schemeClr val="tx2"/>
                </a:solidFill>
                <a:ea typeface="+mn-lt"/>
                <a:cs typeface="+mn-lt"/>
              </a:rPr>
              <a:t>Today's Date</a:t>
            </a:r>
            <a:endParaRPr lang="en-US" sz="1600" b="1">
              <a:solidFill>
                <a:schemeClr val="tx2"/>
              </a:solidFill>
              <a:cs typeface="Arial"/>
            </a:endParaRPr>
          </a:p>
          <a:p>
            <a:pPr marL="1200150" lvl="2" indent="-285750">
              <a:buFont typeface="Wingdings" pitchFamily="2" charset="2"/>
              <a:buChar char="§"/>
            </a:pPr>
            <a:r>
              <a:rPr lang="en-US" sz="1600" b="1">
                <a:solidFill>
                  <a:schemeClr val="tx2"/>
                </a:solidFill>
                <a:ea typeface="+mn-lt"/>
                <a:cs typeface="+mn-lt"/>
              </a:rPr>
              <a:t>Planning Year</a:t>
            </a:r>
            <a:endParaRPr lang="en-US" sz="1600">
              <a:solidFill>
                <a:schemeClr val="tx2"/>
              </a:solidFill>
              <a:cs typeface="Arial"/>
            </a:endParaRPr>
          </a:p>
          <a:p>
            <a:pPr marL="1200150" lvl="2" indent="-285750">
              <a:buFont typeface="Wingdings" pitchFamily="2" charset="2"/>
              <a:buChar char="§"/>
            </a:pPr>
            <a:r>
              <a:rPr lang="en-US" sz="1600" b="1">
                <a:solidFill>
                  <a:schemeClr val="tx2"/>
                </a:solidFill>
                <a:ea typeface="+mn-lt"/>
                <a:cs typeface="+mn-lt"/>
              </a:rPr>
              <a:t>Current Year</a:t>
            </a:r>
            <a:endParaRPr lang="en-US" sz="1600">
              <a:solidFill>
                <a:schemeClr val="tx2"/>
              </a:solidFill>
              <a:cs typeface="Arial"/>
            </a:endParaRPr>
          </a:p>
        </p:txBody>
      </p:sp>
      <p:pic>
        <p:nvPicPr>
          <p:cNvPr id="9" name="Picture 8" descr="A screenshot of a computer&#10;&#10;AI-generated content may be incorrect.">
            <a:extLst>
              <a:ext uri="{FF2B5EF4-FFF2-40B4-BE49-F238E27FC236}">
                <a16:creationId xmlns:a16="http://schemas.microsoft.com/office/drawing/2014/main" id="{929F1683-F40F-DCAB-6695-DA12C971BE34}"/>
              </a:ext>
            </a:extLst>
          </p:cNvPr>
          <p:cNvPicPr>
            <a:picLocks noChangeAspect="1"/>
          </p:cNvPicPr>
          <p:nvPr/>
        </p:nvPicPr>
        <p:blipFill>
          <a:blip r:embed="rId2"/>
          <a:srcRect l="4843" t="3137" r="42302" b="30885"/>
          <a:stretch>
            <a:fillRect/>
          </a:stretch>
        </p:blipFill>
        <p:spPr>
          <a:xfrm>
            <a:off x="4718680" y="1320883"/>
            <a:ext cx="5007671" cy="4850861"/>
          </a:xfrm>
          <a:prstGeom prst="rect">
            <a:avLst/>
          </a:prstGeom>
          <a:ln>
            <a:solidFill>
              <a:schemeClr val="tx2"/>
            </a:solidFill>
          </a:ln>
        </p:spPr>
      </p:pic>
      <p:sp>
        <p:nvSpPr>
          <p:cNvPr id="15" name="Left Arrow 14">
            <a:extLst>
              <a:ext uri="{FF2B5EF4-FFF2-40B4-BE49-F238E27FC236}">
                <a16:creationId xmlns:a16="http://schemas.microsoft.com/office/drawing/2014/main" id="{610B764F-4C36-CBB8-5F8D-D6337B4B6880}"/>
              </a:ext>
            </a:extLst>
          </p:cNvPr>
          <p:cNvSpPr/>
          <p:nvPr/>
        </p:nvSpPr>
        <p:spPr>
          <a:xfrm>
            <a:off x="9799427" y="3746313"/>
            <a:ext cx="1280160" cy="256032"/>
          </a:xfrm>
          <a:prstGeom prst="leftArrow">
            <a:avLst>
              <a:gd name="adj1" fmla="val 57173"/>
              <a:gd name="adj2" fmla="val 47590"/>
            </a:avLst>
          </a:prstGeom>
          <a:noFill/>
          <a:ln w="12700">
            <a:solidFill>
              <a:srgbClr val="FF721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FF721C"/>
                </a:solidFill>
                <a:latin typeface="Arial" panose="020B0604020202020204" pitchFamily="34" charset="0"/>
                <a:ea typeface="Verdana" charset="0"/>
                <a:cs typeface="Arial" panose="020B0604020202020204" pitchFamily="34" charset="0"/>
              </a:rPr>
              <a:t>Enter Values</a:t>
            </a:r>
          </a:p>
        </p:txBody>
      </p:sp>
      <p:sp>
        <p:nvSpPr>
          <p:cNvPr id="18" name="Left Arrow 17">
            <a:extLst>
              <a:ext uri="{FF2B5EF4-FFF2-40B4-BE49-F238E27FC236}">
                <a16:creationId xmlns:a16="http://schemas.microsoft.com/office/drawing/2014/main" id="{E286A8A7-F501-ED13-A7EB-8433E7467E53}"/>
              </a:ext>
            </a:extLst>
          </p:cNvPr>
          <p:cNvSpPr/>
          <p:nvPr/>
        </p:nvSpPr>
        <p:spPr>
          <a:xfrm>
            <a:off x="9799426" y="5500630"/>
            <a:ext cx="1280160" cy="256032"/>
          </a:xfrm>
          <a:prstGeom prst="leftArrow">
            <a:avLst>
              <a:gd name="adj1" fmla="val 57173"/>
              <a:gd name="adj2" fmla="val 47590"/>
            </a:avLst>
          </a:prstGeom>
          <a:noFill/>
          <a:ln w="12700">
            <a:solidFill>
              <a:srgbClr val="FF721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FF721C"/>
                </a:solidFill>
                <a:latin typeface="Arial" panose="020B0604020202020204" pitchFamily="34" charset="0"/>
                <a:ea typeface="Verdana" charset="0"/>
                <a:cs typeface="Arial" panose="020B0604020202020204" pitchFamily="34" charset="0"/>
              </a:rPr>
              <a:t>Enter Values</a:t>
            </a:r>
          </a:p>
        </p:txBody>
      </p:sp>
      <p:sp>
        <p:nvSpPr>
          <p:cNvPr id="19" name="Left Arrow 18">
            <a:extLst>
              <a:ext uri="{FF2B5EF4-FFF2-40B4-BE49-F238E27FC236}">
                <a16:creationId xmlns:a16="http://schemas.microsoft.com/office/drawing/2014/main" id="{57CD593D-E7BD-F9FC-A0F2-57E26FD0AF95}"/>
              </a:ext>
            </a:extLst>
          </p:cNvPr>
          <p:cNvSpPr/>
          <p:nvPr/>
        </p:nvSpPr>
        <p:spPr>
          <a:xfrm>
            <a:off x="9799425" y="5817239"/>
            <a:ext cx="1280160" cy="256032"/>
          </a:xfrm>
          <a:prstGeom prst="leftArrow">
            <a:avLst>
              <a:gd name="adj1" fmla="val 57173"/>
              <a:gd name="adj2" fmla="val 47590"/>
            </a:avLst>
          </a:prstGeom>
          <a:noFill/>
          <a:ln w="12700">
            <a:solidFill>
              <a:srgbClr val="FF721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FF721C"/>
                </a:solidFill>
                <a:latin typeface="Arial" panose="020B0604020202020204" pitchFamily="34" charset="0"/>
                <a:ea typeface="Verdana" charset="0"/>
                <a:cs typeface="Arial" panose="020B0604020202020204" pitchFamily="34" charset="0"/>
              </a:rPr>
              <a:t>Enter Values</a:t>
            </a:r>
          </a:p>
        </p:txBody>
      </p:sp>
    </p:spTree>
    <p:extLst>
      <p:ext uri="{BB962C8B-B14F-4D97-AF65-F5344CB8AC3E}">
        <p14:creationId xmlns:p14="http://schemas.microsoft.com/office/powerpoint/2010/main" val="4194178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90B3-F391-CC3B-E299-EB417B82727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2D7BA0C-ECB6-6433-DCB5-8E0B7ED88B73}"/>
              </a:ext>
            </a:extLst>
          </p:cNvPr>
          <p:cNvSpPr txBox="1"/>
          <p:nvPr/>
        </p:nvSpPr>
        <p:spPr>
          <a:xfrm>
            <a:off x="615102" y="1520848"/>
            <a:ext cx="3907640" cy="3118803"/>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br>
              <a:rPr kumimoji="0" lang="en-GB" sz="2000" b="1" i="0" u="none" strike="noStrike" kern="0" cap="none" spc="0" normalizeH="0" baseline="0" noProof="0">
                <a:ln>
                  <a:noFill/>
                </a:ln>
                <a:solidFill>
                  <a:srgbClr val="FF721C"/>
                </a:solidFill>
                <a:effectLst/>
                <a:uLnTx/>
                <a:uFillTx/>
              </a:rPr>
            </a:br>
            <a:endParaRPr kumimoji="0" lang="en-GB" sz="1400" b="1" i="0" u="none" strike="noStrike" kern="0" cap="none" spc="0" normalizeH="0" baseline="0" noProof="0">
              <a:ln>
                <a:noFill/>
              </a:ln>
              <a:solidFill>
                <a:srgbClr val="FF721C"/>
              </a:solidFill>
              <a:effectLst/>
              <a:uLnTx/>
              <a:uFillTx/>
            </a:endParaRP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b="0" i="0" u="none" strike="noStrike" kern="0" cap="none" spc="0" normalizeH="0" baseline="0" noProof="0">
                <a:ln>
                  <a:noFill/>
                </a:ln>
                <a:solidFill>
                  <a:srgbClr val="FFFFFF"/>
                </a:solidFill>
                <a:effectLst/>
                <a:uLnTx/>
                <a:uFillTx/>
                <a:cs typeface="Arial"/>
              </a:rPr>
              <a:t>The spoke has a simple way to store today's date: </a:t>
            </a:r>
            <a:r>
              <a:rPr kumimoji="0" lang="en-GB" sz="1400" b="1" i="0" u="none" strike="noStrike" kern="0" cap="none" spc="0" normalizeH="0" baseline="0" noProof="0">
                <a:ln>
                  <a:noFill/>
                </a:ln>
                <a:solidFill>
                  <a:srgbClr val="FFFFFF"/>
                </a:solidFill>
                <a:effectLst/>
                <a:uLnTx/>
                <a:uFillTx/>
                <a:cs typeface="Arial"/>
              </a:rPr>
              <a:t>Model Settings &gt; Today's Date.</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b="0" i="0" u="none" strike="noStrike" kern="0" cap="none" spc="0" normalizeH="0" baseline="0" noProof="0">
                <a:ln>
                  <a:noFill/>
                </a:ln>
                <a:solidFill>
                  <a:srgbClr val="FFFFFF"/>
                </a:solidFill>
                <a:effectLst/>
                <a:uLnTx/>
                <a:uFillTx/>
                <a:cs typeface="Arial"/>
              </a:rPr>
              <a:t>This is used to keep a record of when items are updated in the model.</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b="0" i="0" u="none" strike="noStrike" kern="0" cap="none" spc="0" normalizeH="0" baseline="0" noProof="0">
                <a:ln>
                  <a:noFill/>
                </a:ln>
                <a:solidFill>
                  <a:srgbClr val="FFFFFF"/>
                </a:solidFill>
                <a:effectLst/>
                <a:uLnTx/>
                <a:uFillTx/>
                <a:cs typeface="Arial"/>
              </a:rPr>
              <a:t>An automated daily load should be created to update the date in this module. This can be done with </a:t>
            </a:r>
            <a:r>
              <a:rPr kumimoji="0" lang="en-GB" sz="1400" b="0" i="0" u="none" strike="noStrike" kern="0" cap="none" spc="0" normalizeH="0" baseline="0" noProof="0" err="1">
                <a:ln>
                  <a:noFill/>
                </a:ln>
                <a:solidFill>
                  <a:srgbClr val="FFFFFF"/>
                </a:solidFill>
                <a:effectLst/>
                <a:uLnTx/>
                <a:uFillTx/>
                <a:cs typeface="Arial"/>
              </a:rPr>
              <a:t>CloudWorks</a:t>
            </a:r>
            <a:r>
              <a:rPr kumimoji="0" lang="en-GB" sz="1400" b="0" i="0" u="none" strike="noStrike" kern="0" cap="none" spc="0" normalizeH="0" baseline="0" noProof="0">
                <a:ln>
                  <a:noFill/>
                </a:ln>
                <a:solidFill>
                  <a:srgbClr val="FFFFFF"/>
                </a:solidFill>
                <a:effectLst/>
                <a:uLnTx/>
                <a:uFillTx/>
                <a:cs typeface="Arial"/>
              </a:rPr>
              <a:t>™.</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b="0" i="0" u="none" strike="noStrike" kern="0" cap="none" spc="0" normalizeH="0" baseline="0" noProof="0">
                <a:ln>
                  <a:noFill/>
                </a:ln>
                <a:solidFill>
                  <a:srgbClr val="FFFFFF"/>
                </a:solidFill>
                <a:effectLst/>
                <a:uLnTx/>
                <a:uFillTx/>
                <a:cs typeface="Arial"/>
              </a:rPr>
              <a:t>The screenshots show an example</a:t>
            </a:r>
            <a:br>
              <a:rPr kumimoji="0" lang="en-GB" sz="1400" b="0" i="0" u="none" strike="noStrike" kern="0" cap="none" spc="0" normalizeH="0" baseline="0" noProof="0">
                <a:ln>
                  <a:noFill/>
                </a:ln>
                <a:solidFill>
                  <a:srgbClr val="FFFFFF"/>
                </a:solidFill>
                <a:effectLst/>
                <a:uLnTx/>
                <a:uFillTx/>
                <a:cs typeface="Arial"/>
              </a:rPr>
            </a:br>
            <a:r>
              <a:rPr kumimoji="0" lang="en-GB" sz="1400" b="0" i="0" u="none" strike="noStrike" kern="0" cap="none" spc="0" normalizeH="0" baseline="0" noProof="0">
                <a:ln>
                  <a:noFill/>
                </a:ln>
                <a:solidFill>
                  <a:srgbClr val="FFFFFF"/>
                </a:solidFill>
                <a:effectLst/>
                <a:uLnTx/>
                <a:uFillTx/>
                <a:cs typeface="Arial"/>
              </a:rPr>
              <a:t>of setup using </a:t>
            </a:r>
            <a:r>
              <a:rPr kumimoji="0" lang="en-GB" sz="1400" b="0" i="0" u="none" strike="noStrike" kern="0" cap="none" spc="0" normalizeH="0" baseline="0" noProof="0" err="1">
                <a:ln>
                  <a:noFill/>
                </a:ln>
                <a:solidFill>
                  <a:srgbClr val="FFFFFF"/>
                </a:solidFill>
                <a:effectLst/>
                <a:uLnTx/>
                <a:uFillTx/>
                <a:cs typeface="Arial"/>
              </a:rPr>
              <a:t>CloudWorks</a:t>
            </a:r>
            <a:r>
              <a:rPr kumimoji="0" lang="en-GB" sz="1400" b="0" i="0" u="none" strike="noStrike" kern="0" cap="none" spc="0" normalizeH="0" baseline="0" noProof="0">
                <a:ln>
                  <a:noFill/>
                </a:ln>
                <a:solidFill>
                  <a:srgbClr val="FFFFFF"/>
                </a:solidFill>
                <a:effectLst/>
                <a:uLnTx/>
                <a:uFillTx/>
                <a:cs typeface="Arial"/>
              </a:rPr>
              <a:t>™:</a:t>
            </a:r>
          </a:p>
        </p:txBody>
      </p:sp>
      <p:sp>
        <p:nvSpPr>
          <p:cNvPr id="14" name="Title 67">
            <a:extLst>
              <a:ext uri="{FF2B5EF4-FFF2-40B4-BE49-F238E27FC236}">
                <a16:creationId xmlns:a16="http://schemas.microsoft.com/office/drawing/2014/main" id="{4621B29D-A48A-32FB-17E0-D4B86C93FF4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Optional </a:t>
            </a:r>
            <a:r>
              <a:rPr lang="en-GB">
                <a:solidFill>
                  <a:srgbClr val="FFFFFF"/>
                </a:solidFill>
              </a:rPr>
              <a:t>l</a:t>
            </a:r>
            <a:r>
              <a:rPr kumimoji="0" lang="en-GB" sz="2400"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oad</a:t>
            </a: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 ‘Today's Date’ </a:t>
            </a:r>
            <a:r>
              <a:rPr lang="en-GB">
                <a:solidFill>
                  <a:srgbClr val="FFFFFF"/>
                </a:solidFill>
              </a:rPr>
              <a:t>m</a:t>
            </a:r>
            <a:r>
              <a:rPr kumimoji="0" lang="en-GB" sz="2400"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odule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nvGrpSpPr>
          <p:cNvPr id="10" name="Group 9">
            <a:extLst>
              <a:ext uri="{FF2B5EF4-FFF2-40B4-BE49-F238E27FC236}">
                <a16:creationId xmlns:a16="http://schemas.microsoft.com/office/drawing/2014/main" id="{C7A5F82B-B0DE-4B0E-845A-D08972F704DE}"/>
              </a:ext>
            </a:extLst>
          </p:cNvPr>
          <p:cNvGrpSpPr/>
          <p:nvPr/>
        </p:nvGrpSpPr>
        <p:grpSpPr>
          <a:xfrm>
            <a:off x="5599416" y="1448656"/>
            <a:ext cx="5800958" cy="4224540"/>
            <a:chOff x="5493047" y="1765148"/>
            <a:chExt cx="5553851" cy="3829790"/>
          </a:xfrm>
        </p:grpSpPr>
        <p:pic>
          <p:nvPicPr>
            <p:cNvPr id="5" name="Picture 4" descr="A screenshot of a test&#10;&#10;Description automatically generated">
              <a:extLst>
                <a:ext uri="{FF2B5EF4-FFF2-40B4-BE49-F238E27FC236}">
                  <a16:creationId xmlns:a16="http://schemas.microsoft.com/office/drawing/2014/main" id="{D0443B74-7A66-757D-6947-8ABDB50F096A}"/>
                </a:ext>
              </a:extLst>
            </p:cNvPr>
            <p:cNvPicPr>
              <a:picLocks noChangeAspect="1"/>
            </p:cNvPicPr>
            <p:nvPr/>
          </p:nvPicPr>
          <p:blipFill>
            <a:blip r:embed="rId2"/>
            <a:stretch>
              <a:fillRect/>
            </a:stretch>
          </p:blipFill>
          <p:spPr>
            <a:xfrm>
              <a:off x="5493047" y="2705651"/>
              <a:ext cx="2385152" cy="2781577"/>
            </a:xfrm>
            <a:prstGeom prst="roundRect">
              <a:avLst>
                <a:gd name="adj" fmla="val 2800"/>
              </a:avLst>
            </a:prstGeom>
          </p:spPr>
        </p:pic>
        <p:pic>
          <p:nvPicPr>
            <p:cNvPr id="6" name="Picture 5" descr="A screenshot of a schedule&#10;&#10;Description automatically generated">
              <a:extLst>
                <a:ext uri="{FF2B5EF4-FFF2-40B4-BE49-F238E27FC236}">
                  <a16:creationId xmlns:a16="http://schemas.microsoft.com/office/drawing/2014/main" id="{55B41629-7112-4F3D-7470-DCB440D39A3F}"/>
                </a:ext>
              </a:extLst>
            </p:cNvPr>
            <p:cNvPicPr>
              <a:picLocks noChangeAspect="1"/>
            </p:cNvPicPr>
            <p:nvPr/>
          </p:nvPicPr>
          <p:blipFill>
            <a:blip r:embed="rId3"/>
            <a:stretch>
              <a:fillRect/>
            </a:stretch>
          </p:blipFill>
          <p:spPr>
            <a:xfrm>
              <a:off x="8303698" y="1765148"/>
              <a:ext cx="2743200" cy="2362565"/>
            </a:xfrm>
            <a:prstGeom prst="roundRect">
              <a:avLst>
                <a:gd name="adj" fmla="val 3903"/>
              </a:avLst>
            </a:prstGeom>
          </p:spPr>
        </p:pic>
        <p:sp>
          <p:nvSpPr>
            <p:cNvPr id="9" name="Left Arrow 8">
              <a:extLst>
                <a:ext uri="{FF2B5EF4-FFF2-40B4-BE49-F238E27FC236}">
                  <a16:creationId xmlns:a16="http://schemas.microsoft.com/office/drawing/2014/main" id="{4FA24825-5163-355B-DEEE-59E101EB9468}"/>
                </a:ext>
              </a:extLst>
            </p:cNvPr>
            <p:cNvSpPr/>
            <p:nvPr/>
          </p:nvSpPr>
          <p:spPr>
            <a:xfrm>
              <a:off x="8104472" y="4985844"/>
              <a:ext cx="1438364" cy="609094"/>
            </a:xfrm>
            <a:prstGeom prst="leftArrow">
              <a:avLst>
                <a:gd name="adj1" fmla="val 57173"/>
                <a:gd name="adj2" fmla="val 47590"/>
              </a:avLst>
            </a:prstGeom>
            <a:noFill/>
            <a:ln w="12700">
              <a:solidFill>
                <a:srgbClr val="FF721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721C"/>
                  </a:solidFill>
                  <a:latin typeface="Arial" panose="020B0604020202020204" pitchFamily="34" charset="0"/>
                  <a:ea typeface="Verdana" charset="0"/>
                  <a:cs typeface="Arial" panose="020B0604020202020204" pitchFamily="34" charset="0"/>
                </a:rPr>
                <a:t>Process</a:t>
              </a:r>
            </a:p>
          </p:txBody>
        </p:sp>
      </p:grpSp>
    </p:spTree>
    <p:extLst>
      <p:ext uri="{BB962C8B-B14F-4D97-AF65-F5344CB8AC3E}">
        <p14:creationId xmlns:p14="http://schemas.microsoft.com/office/powerpoint/2010/main" val="841771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214D-ACEE-32AF-817D-0B1F779E6760}"/>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855350AF-637C-7C04-BE5B-D82C03F86D8C}"/>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Model settings </a:t>
            </a:r>
            <a:r>
              <a:rPr lang="en-GB">
                <a:solidFill>
                  <a:srgbClr val="FFFFFF"/>
                </a:solidFill>
              </a:rPr>
              <a:t>m</a:t>
            </a:r>
            <a:r>
              <a:rPr kumimoji="0" lang="en-GB" sz="2400"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odules</a:t>
            </a: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 and lists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Content Placeholder 2">
            <a:extLst>
              <a:ext uri="{FF2B5EF4-FFF2-40B4-BE49-F238E27FC236}">
                <a16:creationId xmlns:a16="http://schemas.microsoft.com/office/drawing/2014/main" id="{A2B3259E-6DE4-19CC-062E-3C54FA2ED407}"/>
              </a:ext>
            </a:extLst>
          </p:cNvPr>
          <p:cNvSpPr>
            <a:spLocks noGrp="1"/>
          </p:cNvSpPr>
          <p:nvPr>
            <p:ph idx="1"/>
          </p:nvPr>
        </p:nvSpPr>
        <p:spPr>
          <a:xfrm>
            <a:off x="660400" y="1152078"/>
            <a:ext cx="10871200" cy="5313067"/>
          </a:xfrm>
        </p:spPr>
        <p:txBody>
          <a:bodyPr lIns="0" tIns="45720" rIns="0" bIns="45720" anchor="t"/>
          <a:lstStyle/>
          <a:p>
            <a:pPr marL="0" indent="0">
              <a:buNone/>
            </a:pPr>
            <a:r>
              <a:rPr lang="en-US" sz="1600" b="1">
                <a:solidFill>
                  <a:schemeClr val="accent1"/>
                </a:solidFill>
                <a:latin typeface="Arial"/>
                <a:ea typeface="+mn-lt"/>
                <a:cs typeface="Arial"/>
              </a:rPr>
              <a:t>SYS: Lookup </a:t>
            </a:r>
            <a:r>
              <a:rPr lang="en-US" sz="1600">
                <a:solidFill>
                  <a:schemeClr val="tx2"/>
                </a:solidFill>
                <a:latin typeface="Arial"/>
                <a:ea typeface="+mn-lt"/>
                <a:cs typeface="Arial"/>
              </a:rPr>
              <a:t>module</a:t>
            </a:r>
          </a:p>
          <a:p>
            <a:pPr marL="742950" lvl="1" indent="-285750"/>
            <a:r>
              <a:rPr lang="en-US" sz="1400">
                <a:solidFill>
                  <a:schemeClr val="tx2"/>
                </a:solidFill>
                <a:latin typeface="Arial"/>
                <a:cs typeface="Arial"/>
              </a:rPr>
              <a:t>Fill in line items with appropriate assumptions/inputs</a:t>
            </a:r>
          </a:p>
          <a:p>
            <a:pPr marL="0" indent="0">
              <a:buNone/>
            </a:pPr>
            <a:r>
              <a:rPr lang="en-US" sz="1400" b="1">
                <a:solidFill>
                  <a:schemeClr val="accent1"/>
                </a:solidFill>
              </a:rPr>
              <a:t>Planning Hierarchy Levels </a:t>
            </a:r>
            <a:r>
              <a:rPr lang="en-US" sz="1400">
                <a:solidFill>
                  <a:schemeClr val="tx2"/>
                </a:solidFill>
              </a:rPr>
              <a:t>list</a:t>
            </a:r>
          </a:p>
          <a:p>
            <a:pPr marL="457200" lvl="1" indent="0">
              <a:buNone/>
            </a:pPr>
            <a:r>
              <a:rPr lang="en-US" sz="1400">
                <a:solidFill>
                  <a:schemeClr val="tx2"/>
                </a:solidFill>
                <a:latin typeface="Arial"/>
              </a:rPr>
              <a:t>Create a hierarchy level for each level of your sales hierarchy, i.e., if there are 8 levels then make sure this list has L1, L2, L3,…, L8</a:t>
            </a:r>
          </a:p>
          <a:p>
            <a:pPr marL="80010" indent="-342900">
              <a:buFont typeface="Arial"/>
              <a:buChar char="•"/>
            </a:pPr>
            <a:endParaRPr lang="en-US" sz="2000" b="1">
              <a:solidFill>
                <a:schemeClr val="tx2"/>
              </a:solidFill>
              <a:latin typeface="Arial"/>
              <a:cs typeface="Arial"/>
            </a:endParaRPr>
          </a:p>
          <a:p>
            <a:pPr marL="232410" indent="-232410">
              <a:buFont typeface="Arial"/>
              <a:buChar char="•"/>
            </a:pPr>
            <a:endParaRPr lang="en-US" sz="2000" b="1">
              <a:solidFill>
                <a:schemeClr val="tx2"/>
              </a:solidFill>
            </a:endParaRPr>
          </a:p>
          <a:p>
            <a:pPr marL="232410" indent="-232410">
              <a:buFont typeface="Arial"/>
              <a:buChar char="•"/>
            </a:pPr>
            <a:endParaRPr lang="en-US" sz="2000">
              <a:solidFill>
                <a:schemeClr val="tx2"/>
              </a:solidFill>
            </a:endParaRPr>
          </a:p>
          <a:p>
            <a:pPr marL="689610" lvl="1" indent="-232410">
              <a:lnSpc>
                <a:spcPts val="2850"/>
              </a:lnSpc>
              <a:buFont typeface="Courier New,monospace"/>
              <a:buChar char="o"/>
            </a:pPr>
            <a:endParaRPr lang="en-US" sz="2000">
              <a:solidFill>
                <a:schemeClr val="tx2"/>
              </a:solidFill>
              <a:cs typeface="Arial" panose="020B0604020202020204" pitchFamily="34" charset="0"/>
            </a:endParaRPr>
          </a:p>
          <a:p>
            <a:pPr marL="232410" indent="-232410"/>
            <a:endParaRPr lang="en-US" sz="2000">
              <a:solidFill>
                <a:schemeClr val="tx2"/>
              </a:solidFill>
            </a:endParaRPr>
          </a:p>
        </p:txBody>
      </p:sp>
    </p:spTree>
    <p:extLst>
      <p:ext uri="{BB962C8B-B14F-4D97-AF65-F5344CB8AC3E}">
        <p14:creationId xmlns:p14="http://schemas.microsoft.com/office/powerpoint/2010/main" val="28288638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F839-88E2-709B-AB7D-1CE8A0D7EED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D7D23EF-A561-D9E4-EC91-9D11150F87F9}"/>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Saved view &amp; action updates</a:t>
            </a:r>
            <a:endParaRPr lang="en-US" sz="4200"/>
          </a:p>
        </p:txBody>
      </p:sp>
      <p:sp>
        <p:nvSpPr>
          <p:cNvPr id="3" name="Text Placeholder 2">
            <a:extLst>
              <a:ext uri="{FF2B5EF4-FFF2-40B4-BE49-F238E27FC236}">
                <a16:creationId xmlns:a16="http://schemas.microsoft.com/office/drawing/2014/main" id="{BF10FC43-B972-3F26-BCEF-97758DA6EECC}"/>
              </a:ext>
            </a:extLst>
          </p:cNvPr>
          <p:cNvSpPr>
            <a:spLocks noGrp="1"/>
          </p:cNvSpPr>
          <p:nvPr>
            <p:ph type="body" sz="quarter" idx="11"/>
          </p:nvPr>
        </p:nvSpPr>
        <p:spPr>
          <a:xfrm>
            <a:off x="4485135" y="2549243"/>
            <a:ext cx="6601856" cy="509871"/>
          </a:xfrm>
        </p:spPr>
        <p:txBody>
          <a:bodyPr/>
          <a:lstStyle/>
          <a:p>
            <a:r>
              <a:rPr lang="en-US">
                <a:solidFill>
                  <a:schemeClr val="accent1"/>
                </a:solidFill>
              </a:rPr>
              <a:t>Section 2</a:t>
            </a:r>
          </a:p>
        </p:txBody>
      </p:sp>
    </p:spTree>
    <p:extLst>
      <p:ext uri="{BB962C8B-B14F-4D97-AF65-F5344CB8AC3E}">
        <p14:creationId xmlns:p14="http://schemas.microsoft.com/office/powerpoint/2010/main" val="11144975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7EC3-0CFC-675D-8F08-B7F7B25A85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BFB1C6A-BA37-49A8-93A3-8CAAC5D12897}"/>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rPr>
              <a:t>Add notify actions</a:t>
            </a:r>
          </a:p>
        </p:txBody>
      </p:sp>
      <p:grpSp>
        <p:nvGrpSpPr>
          <p:cNvPr id="5" name="Group 4">
            <a:extLst>
              <a:ext uri="{FF2B5EF4-FFF2-40B4-BE49-F238E27FC236}">
                <a16:creationId xmlns:a16="http://schemas.microsoft.com/office/drawing/2014/main" id="{C1BE19BC-7675-3868-DDA5-014DCF9C7C24}"/>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E15B43F1-076B-3E57-AEFC-713E21220EAD}"/>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0A2CBECB-6A3F-6F8C-4678-7F59599E58B8}"/>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78105C1E-8DF3-6CC6-C384-B170F5FEA4E8}"/>
                </a:ext>
              </a:extLst>
            </p:cNvPr>
            <p:cNvSpPr txBox="1"/>
            <p:nvPr/>
          </p:nvSpPr>
          <p:spPr>
            <a:xfrm>
              <a:off x="6575987" y="2504396"/>
              <a:ext cx="5014660" cy="1200329"/>
            </a:xfrm>
            <a:prstGeom prst="rect">
              <a:avLst/>
            </a:prstGeom>
            <a:noFill/>
          </p:spPr>
          <p:txBody>
            <a:bodyPr wrap="square" rtlCol="0">
              <a:spAutoFit/>
            </a:bodyPr>
            <a:lstStyle/>
            <a:p>
              <a:pPr algn="ctr"/>
              <a:r>
                <a:rPr lang="en-US" sz="2400">
                  <a:ea typeface="Verdana"/>
                  <a:cs typeface="Arial"/>
                </a:rPr>
                <a:t>Notify actions will need to be added manually after generating the model (applies to target approvals). </a:t>
              </a:r>
              <a:endParaRPr lang="en-US" sz="2400">
                <a:solidFill>
                  <a:schemeClr val="tx2"/>
                </a:solidFill>
              </a:endParaRPr>
            </a:p>
          </p:txBody>
        </p:sp>
      </p:grpSp>
      <p:sp>
        <p:nvSpPr>
          <p:cNvPr id="9" name="Rounded Rectangle 8">
            <a:extLst>
              <a:ext uri="{FF2B5EF4-FFF2-40B4-BE49-F238E27FC236}">
                <a16:creationId xmlns:a16="http://schemas.microsoft.com/office/drawing/2014/main" id="{891CF404-6DFD-12E8-A07F-63204F14D501}"/>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42EDD810-6C9E-BEF8-2A13-F4BE99040806}"/>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
        <p:nvSpPr>
          <p:cNvPr id="3" name="TextBox 2">
            <a:extLst>
              <a:ext uri="{FF2B5EF4-FFF2-40B4-BE49-F238E27FC236}">
                <a16:creationId xmlns:a16="http://schemas.microsoft.com/office/drawing/2014/main" id="{225F65D4-9563-4868-536D-94A31883D3EF}"/>
              </a:ext>
            </a:extLst>
          </p:cNvPr>
          <p:cNvSpPr txBox="1"/>
          <p:nvPr/>
        </p:nvSpPr>
        <p:spPr>
          <a:xfrm>
            <a:off x="762273" y="5503431"/>
            <a:ext cx="6097904" cy="230832"/>
          </a:xfrm>
          <a:prstGeom prst="rect">
            <a:avLst/>
          </a:prstGeom>
          <a:noFill/>
        </p:spPr>
        <p:txBody>
          <a:bodyPr wrap="square">
            <a:spAutoFit/>
          </a:bodyPr>
          <a:lstStyle/>
          <a:p>
            <a:r>
              <a:rPr lang="en-US" sz="900">
                <a:ea typeface="Verdana"/>
                <a:cs typeface="Arial"/>
              </a:rPr>
              <a:t>(SPT-270)</a:t>
            </a:r>
            <a:endParaRPr lang="en-US" sz="900"/>
          </a:p>
        </p:txBody>
      </p:sp>
    </p:spTree>
    <p:extLst>
      <p:ext uri="{BB962C8B-B14F-4D97-AF65-F5344CB8AC3E}">
        <p14:creationId xmlns:p14="http://schemas.microsoft.com/office/powerpoint/2010/main" val="30594491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saved views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6" name="TextBox 5">
            <a:extLst>
              <a:ext uri="{FF2B5EF4-FFF2-40B4-BE49-F238E27FC236}">
                <a16:creationId xmlns:a16="http://schemas.microsoft.com/office/drawing/2014/main" id="{C7A1F1F3-B26B-FD83-DEED-4F74E2A55607}"/>
              </a:ext>
            </a:extLst>
          </p:cNvPr>
          <p:cNvSpPr txBox="1"/>
          <p:nvPr/>
        </p:nvSpPr>
        <p:spPr>
          <a:xfrm>
            <a:off x="640080" y="1492511"/>
            <a:ext cx="4625941" cy="677108"/>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lang="en-US" sz="1600">
                <a:latin typeface="Arial"/>
                <a:ea typeface="Verdana"/>
                <a:cs typeface="Arial"/>
              </a:rPr>
              <a:t>This should be done after loading data to the model so that lists are populated.</a:t>
            </a:r>
          </a:p>
        </p:txBody>
      </p:sp>
      <p:pic>
        <p:nvPicPr>
          <p:cNvPr id="1026" name="Picture 2" descr="A screenshot of a computer&#10;&#10;Description automatically generated">
            <a:extLst>
              <a:ext uri="{FF2B5EF4-FFF2-40B4-BE49-F238E27FC236}">
                <a16:creationId xmlns:a16="http://schemas.microsoft.com/office/drawing/2014/main" id="{07EBFDE2-4C5D-5752-D1B0-E61B4E16D4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 y="4995376"/>
            <a:ext cx="10798486" cy="1272478"/>
          </a:xfrm>
          <a:prstGeom prst="roundRect">
            <a:avLst>
              <a:gd name="adj" fmla="val 5456"/>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AA1F52D-2A5C-831B-3AA0-C3ADA8E1BE81}"/>
              </a:ext>
            </a:extLst>
          </p:cNvPr>
          <p:cNvSpPr txBox="1"/>
          <p:nvPr/>
        </p:nvSpPr>
        <p:spPr>
          <a:xfrm>
            <a:off x="615102" y="2551446"/>
            <a:ext cx="11247706" cy="2062103"/>
          </a:xfrm>
          <a:prstGeom prst="rect">
            <a:avLst/>
          </a:prstGeom>
          <a:noFill/>
        </p:spPr>
        <p:txBody>
          <a:bodyPr wrap="square">
            <a:spAutoFit/>
          </a:bodyPr>
          <a:lstStyle/>
          <a:p>
            <a:pPr fontAlgn="base"/>
            <a:r>
              <a:rPr lang="en-US" sz="1600" b="1">
                <a:solidFill>
                  <a:schemeClr val="accent1"/>
                </a:solidFill>
              </a:rPr>
              <a:t>Overview</a:t>
            </a:r>
          </a:p>
          <a:p>
            <a:pPr fontAlgn="base"/>
            <a:endParaRPr lang="en-US" sz="1400"/>
          </a:p>
          <a:p>
            <a:pPr fontAlgn="base"/>
            <a:r>
              <a:rPr lang="en-US" sz="1400"/>
              <a:t>All exports necessary to know how to update saved views are conveniently located in the configurator app </a:t>
            </a:r>
            <a:r>
              <a:rPr lang="en-US" sz="1400">
                <a:solidFill>
                  <a:schemeClr val="tx2"/>
                </a:solidFill>
              </a:rPr>
              <a:t>page</a:t>
            </a:r>
            <a:r>
              <a:rPr lang="en-US" sz="1400" b="1">
                <a:solidFill>
                  <a:schemeClr val="accent1"/>
                </a:solidFill>
              </a:rPr>
              <a:t> 1.12. Exports for Generated Models</a:t>
            </a:r>
            <a:r>
              <a:rPr lang="en-US" sz="1400"/>
              <a:t>.​</a:t>
            </a:r>
          </a:p>
          <a:p>
            <a:pPr fontAlgn="base"/>
            <a:endParaRPr lang="en-US" sz="1400"/>
          </a:p>
          <a:p>
            <a:pPr marL="285750" indent="-285750" fontAlgn="base">
              <a:buFont typeface="Arial" panose="020B0604020202020204" pitchFamily="34" charset="0"/>
              <a:buChar char="•"/>
            </a:pPr>
            <a:r>
              <a:rPr lang="en-US" sz="1400"/>
              <a:t>Run </a:t>
            </a:r>
            <a:r>
              <a:rPr lang="en-US" sz="1400" b="1"/>
              <a:t>Saved Views Select Levels to Show</a:t>
            </a:r>
            <a:r>
              <a:rPr lang="en-US" sz="1400"/>
              <a:t> to see which should be updated to include </a:t>
            </a:r>
            <a:r>
              <a:rPr lang="en-US" sz="1400" b="1"/>
              <a:t>Select Levels to show</a:t>
            </a:r>
            <a:r>
              <a:rPr lang="en-US" sz="1400"/>
              <a:t>. </a:t>
            </a:r>
            <a:r>
              <a:rPr lang="en-US" sz="900"/>
              <a:t>(SPT-287)​</a:t>
            </a:r>
          </a:p>
          <a:p>
            <a:pPr marL="285750" indent="-285750" fontAlgn="base">
              <a:buFont typeface="Arial" panose="020B0604020202020204" pitchFamily="34" charset="0"/>
              <a:buChar char="•"/>
            </a:pPr>
            <a:r>
              <a:rPr lang="en-US" sz="1400"/>
              <a:t>Run the export for saved views for line item selection.  Changing line item selection can affect imports because some imports map on column number, so make sure to check any dependent imports, particularly to see that list mapping is still working. </a:t>
            </a:r>
            <a:r>
              <a:rPr lang="en-US" sz="900"/>
              <a:t>(SPT-286)​</a:t>
            </a:r>
          </a:p>
          <a:p>
            <a:pPr marL="285750" indent="-285750" fontAlgn="base">
              <a:buFont typeface="Arial" panose="020B0604020202020204" pitchFamily="34" charset="0"/>
              <a:buChar char="•"/>
            </a:pPr>
            <a:r>
              <a:rPr lang="en-US" sz="1400"/>
              <a:t>Check that column filters in particular are applied correctly to saved views. </a:t>
            </a:r>
            <a:r>
              <a:rPr lang="en-US" sz="900"/>
              <a:t>(SPT-323)</a:t>
            </a:r>
          </a:p>
        </p:txBody>
      </p:sp>
    </p:spTree>
    <p:extLst>
      <p:ext uri="{BB962C8B-B14F-4D97-AF65-F5344CB8AC3E}">
        <p14:creationId xmlns:p14="http://schemas.microsoft.com/office/powerpoint/2010/main" val="3113971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725010" y="1408091"/>
            <a:ext cx="3907640" cy="1087477"/>
          </a:xfrm>
          <a:prstGeom prst="rect">
            <a:avLst/>
          </a:prstGeom>
          <a:noFill/>
        </p:spPr>
        <p:txBody>
          <a:bodyPr wrap="square" lIns="91440" tIns="45720" rIns="91440" bIns="45720" anchor="t">
            <a:spAutoFit/>
          </a:bodyPr>
          <a:lstStyle/>
          <a:p>
            <a:pPr marR="0" lvl="0" defTabSz="914400" eaLnBrk="1" fontAlgn="auto" latinLnBrk="0" hangingPunct="1">
              <a:lnSpc>
                <a:spcPct val="100000"/>
              </a:lnSpc>
              <a:spcBef>
                <a:spcPts val="0"/>
              </a:spcBef>
              <a:spcAft>
                <a:spcPts val="800"/>
              </a:spcAft>
              <a:buClrTx/>
              <a:buSzTx/>
              <a:tabLst/>
              <a:defRPr/>
            </a:pPr>
            <a:r>
              <a:rPr kumimoji="0" lang="en-GB" sz="1400" b="0" i="0" u="none" strike="noStrike" kern="0" cap="none" spc="0" normalizeH="0" baseline="0" noProof="0">
                <a:ln>
                  <a:noFill/>
                </a:ln>
                <a:solidFill>
                  <a:srgbClr val="FFFFFF"/>
                </a:solidFill>
                <a:effectLst/>
                <a:uLnTx/>
                <a:uFillTx/>
                <a:cs typeface="Arial"/>
              </a:rPr>
              <a:t>On the Actions screen, select the reorder button and sort in ascending order. Do this for processes, actions, exports, and other actions</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endParaRPr kumimoji="0" lang="en-GB" sz="1600" b="0" i="0" u="none" strike="noStrike" kern="0" cap="none" spc="0" normalizeH="0" baseline="0" noProof="0">
              <a:ln>
                <a:noFill/>
              </a:ln>
              <a:solidFill>
                <a:srgbClr val="FFFFFF"/>
              </a:solidFill>
              <a:effectLst/>
              <a:uLnTx/>
              <a:uFillTx/>
              <a:cs typeface="Arial"/>
            </a:endParaRPr>
          </a:p>
        </p:txBody>
      </p:sp>
      <p:grpSp>
        <p:nvGrpSpPr>
          <p:cNvPr id="11" name="Group 10">
            <a:extLst>
              <a:ext uri="{FF2B5EF4-FFF2-40B4-BE49-F238E27FC236}">
                <a16:creationId xmlns:a16="http://schemas.microsoft.com/office/drawing/2014/main" id="{A025D017-4490-F3D2-49C9-9EDC3083F203}"/>
              </a:ext>
            </a:extLst>
          </p:cNvPr>
          <p:cNvGrpSpPr/>
          <p:nvPr/>
        </p:nvGrpSpPr>
        <p:grpSpPr>
          <a:xfrm>
            <a:off x="718644" y="2660639"/>
            <a:ext cx="3914006" cy="1880988"/>
            <a:chOff x="718644" y="3356800"/>
            <a:chExt cx="2565647" cy="1232995"/>
          </a:xfrm>
        </p:grpSpPr>
        <p:pic>
          <p:nvPicPr>
            <p:cNvPr id="6" name="Picture 5" descr="A screenshot of a computer&#10;&#10;Description automatically generated">
              <a:extLst>
                <a:ext uri="{FF2B5EF4-FFF2-40B4-BE49-F238E27FC236}">
                  <a16:creationId xmlns:a16="http://schemas.microsoft.com/office/drawing/2014/main" id="{5C695FE1-9A20-E8ED-2A84-1CECC1089036}"/>
                </a:ext>
              </a:extLst>
            </p:cNvPr>
            <p:cNvPicPr>
              <a:picLocks noChangeAspect="1"/>
            </p:cNvPicPr>
            <p:nvPr/>
          </p:nvPicPr>
          <p:blipFill>
            <a:blip r:embed="rId2"/>
            <a:stretch>
              <a:fillRect/>
            </a:stretch>
          </p:blipFill>
          <p:spPr>
            <a:xfrm>
              <a:off x="718644" y="3356800"/>
              <a:ext cx="2565647" cy="1232995"/>
            </a:xfrm>
            <a:prstGeom prst="roundRect">
              <a:avLst>
                <a:gd name="adj" fmla="val 4809"/>
              </a:avLst>
            </a:prstGeom>
          </p:spPr>
        </p:pic>
        <p:sp>
          <p:nvSpPr>
            <p:cNvPr id="8" name="Rectangle 7">
              <a:extLst>
                <a:ext uri="{FF2B5EF4-FFF2-40B4-BE49-F238E27FC236}">
                  <a16:creationId xmlns:a16="http://schemas.microsoft.com/office/drawing/2014/main" id="{3E84AB0B-9210-98E1-E895-F7DB95AB3C69}"/>
                </a:ext>
              </a:extLst>
            </p:cNvPr>
            <p:cNvSpPr/>
            <p:nvPr/>
          </p:nvSpPr>
          <p:spPr>
            <a:xfrm>
              <a:off x="2759426" y="3923641"/>
              <a:ext cx="418497" cy="176592"/>
            </a:xfrm>
            <a:prstGeom prst="rect">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grpSp>
        <p:nvGrpSpPr>
          <p:cNvPr id="10" name="Group 9">
            <a:extLst>
              <a:ext uri="{FF2B5EF4-FFF2-40B4-BE49-F238E27FC236}">
                <a16:creationId xmlns:a16="http://schemas.microsoft.com/office/drawing/2014/main" id="{81C13C98-AFDC-F875-9E3A-1D8B410E3FD0}"/>
              </a:ext>
            </a:extLst>
          </p:cNvPr>
          <p:cNvGrpSpPr/>
          <p:nvPr/>
        </p:nvGrpSpPr>
        <p:grpSpPr>
          <a:xfrm>
            <a:off x="718643" y="4871768"/>
            <a:ext cx="3902520" cy="1211353"/>
            <a:chOff x="3898768" y="3410916"/>
            <a:chExt cx="2743200" cy="851497"/>
          </a:xfrm>
        </p:grpSpPr>
        <p:pic>
          <p:nvPicPr>
            <p:cNvPr id="5" name="Picture 4" descr="A close-up of a computer screen&#10;&#10;Description automatically generated">
              <a:extLst>
                <a:ext uri="{FF2B5EF4-FFF2-40B4-BE49-F238E27FC236}">
                  <a16:creationId xmlns:a16="http://schemas.microsoft.com/office/drawing/2014/main" id="{61860495-6EB9-71B8-DCCD-5BE1CCDFBCAC}"/>
                </a:ext>
              </a:extLst>
            </p:cNvPr>
            <p:cNvPicPr>
              <a:picLocks noChangeAspect="1"/>
            </p:cNvPicPr>
            <p:nvPr/>
          </p:nvPicPr>
          <p:blipFill>
            <a:blip r:embed="rId3"/>
            <a:stretch>
              <a:fillRect/>
            </a:stretch>
          </p:blipFill>
          <p:spPr>
            <a:xfrm>
              <a:off x="3898768" y="3410916"/>
              <a:ext cx="2743200" cy="851497"/>
            </a:xfrm>
            <a:prstGeom prst="roundRect">
              <a:avLst>
                <a:gd name="adj" fmla="val 4069"/>
              </a:avLst>
            </a:prstGeom>
          </p:spPr>
        </p:pic>
        <p:sp>
          <p:nvSpPr>
            <p:cNvPr id="9" name="Rectangle 8">
              <a:extLst>
                <a:ext uri="{FF2B5EF4-FFF2-40B4-BE49-F238E27FC236}">
                  <a16:creationId xmlns:a16="http://schemas.microsoft.com/office/drawing/2014/main" id="{43D8FA6C-DC34-BD20-F4B7-8AF32978A578}"/>
                </a:ext>
              </a:extLst>
            </p:cNvPr>
            <p:cNvSpPr/>
            <p:nvPr/>
          </p:nvSpPr>
          <p:spPr>
            <a:xfrm>
              <a:off x="5981841" y="3745970"/>
              <a:ext cx="551544" cy="176592"/>
            </a:xfrm>
            <a:prstGeom prst="rect">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sp>
        <p:nvSpPr>
          <p:cNvPr id="12" name="TextBox 11">
            <a:extLst>
              <a:ext uri="{FF2B5EF4-FFF2-40B4-BE49-F238E27FC236}">
                <a16:creationId xmlns:a16="http://schemas.microsoft.com/office/drawing/2014/main" id="{39E6B43A-0C30-2862-7CB2-AF7A940AF9B8}"/>
              </a:ext>
            </a:extLst>
          </p:cNvPr>
          <p:cNvSpPr txBox="1"/>
          <p:nvPr/>
        </p:nvSpPr>
        <p:spPr>
          <a:xfrm>
            <a:off x="6106844" y="1274845"/>
            <a:ext cx="4839390" cy="1846659"/>
          </a:xfrm>
          <a:prstGeom prst="rect">
            <a:avLst/>
          </a:prstGeom>
          <a:noFill/>
        </p:spPr>
        <p:txBody>
          <a:bodyPr wrap="square" lIns="91440" tIns="45720" rIns="91440" bIns="45720" anchor="t">
            <a:spAutoFit/>
          </a:bodyPr>
          <a:lstStyle/>
          <a:p>
            <a:pPr marR="0" lvl="0" defTabSz="914400" eaLnBrk="1" fontAlgn="auto" latinLnBrk="0" hangingPunct="1">
              <a:lnSpc>
                <a:spcPct val="100000"/>
              </a:lnSpc>
              <a:spcBef>
                <a:spcPts val="0"/>
              </a:spcBef>
              <a:spcAft>
                <a:spcPts val="800"/>
              </a:spcAft>
              <a:buClrTx/>
              <a:buSzTx/>
              <a:tabLst/>
              <a:defRPr/>
            </a:pPr>
            <a:r>
              <a:rPr kumimoji="0" lang="en-GB" sz="1400" b="0" i="0" u="none" strike="noStrike" kern="0" cap="none" spc="0" normalizeH="0" baseline="0" noProof="0">
                <a:ln>
                  <a:noFill/>
                </a:ln>
                <a:solidFill>
                  <a:srgbClr val="FFFFFF"/>
                </a:solidFill>
                <a:effectLst/>
                <a:uLnTx/>
                <a:uFillTx/>
                <a:cs typeface="Arial"/>
              </a:rPr>
              <a:t>If you need to modify an existing import to numbered lists –you will need to recreate them from scratch should anything need to be revised.  </a:t>
            </a:r>
            <a:r>
              <a:rPr lang="en-GB" sz="1400" kern="0" err="1">
                <a:solidFill>
                  <a:srgbClr val="FFFFFF"/>
                </a:solidFill>
                <a:cs typeface="Arial"/>
              </a:rPr>
              <a:t>Yo</a:t>
            </a:r>
            <a:r>
              <a:rPr kumimoji="0" lang="en-GB" sz="1400" b="0" i="0" u="none" strike="noStrike" kern="0" cap="none" spc="0" normalizeH="0" baseline="0" noProof="0">
                <a:ln>
                  <a:noFill/>
                </a:ln>
                <a:solidFill>
                  <a:srgbClr val="FFFFFF"/>
                </a:solidFill>
                <a:effectLst/>
                <a:uLnTx/>
                <a:uFillTx/>
                <a:cs typeface="Arial"/>
              </a:rPr>
              <a:t>u are unable to </a:t>
            </a:r>
            <a:r>
              <a:rPr lang="en-GB" sz="1400" kern="0">
                <a:solidFill>
                  <a:srgbClr val="FFFFFF"/>
                </a:solidFill>
                <a:cs typeface="Arial"/>
              </a:rPr>
              <a:t>edit the existing numbered list imports</a:t>
            </a:r>
            <a:r>
              <a:rPr kumimoji="0" lang="en-GB" sz="1400" b="0" i="0" u="none" strike="noStrike" kern="0" cap="none" spc="0" normalizeH="0" baseline="0" noProof="0">
                <a:ln>
                  <a:noFill/>
                </a:ln>
                <a:solidFill>
                  <a:srgbClr val="FFFFFF"/>
                </a:solidFill>
                <a:effectLst/>
                <a:uLnTx/>
                <a:uFillTx/>
                <a:cs typeface="Arial"/>
              </a:rPr>
              <a:t>. See screenshot for error when trying to edit.</a:t>
            </a:r>
            <a:br>
              <a:rPr kumimoji="0" lang="en-GB" sz="1600" b="0" i="0" u="none" strike="noStrike" kern="0" cap="none" spc="0" normalizeH="0" baseline="0" noProof="0">
                <a:ln>
                  <a:noFill/>
                </a:ln>
                <a:solidFill>
                  <a:srgbClr val="FFFFFF"/>
                </a:solidFill>
                <a:effectLst/>
                <a:uLnTx/>
                <a:uFillTx/>
                <a:cs typeface="Arial"/>
              </a:rPr>
            </a:br>
            <a:br>
              <a:rPr kumimoji="0" lang="en-GB" sz="1600" b="0" i="0" u="none" strike="noStrike" kern="0" cap="none" spc="0" normalizeH="0" baseline="0" noProof="0">
                <a:ln>
                  <a:noFill/>
                </a:ln>
                <a:solidFill>
                  <a:srgbClr val="FFFFFF"/>
                </a:solidFill>
                <a:effectLst/>
                <a:uLnTx/>
                <a:uFillTx/>
                <a:cs typeface="Arial"/>
              </a:rPr>
            </a:br>
            <a:r>
              <a:rPr kumimoji="0" lang="en-GB" sz="1400" b="0" i="0" u="none" strike="noStrike" kern="0" cap="none" spc="0" normalizeH="0" baseline="0" noProof="0">
                <a:ln>
                  <a:noFill/>
                </a:ln>
                <a:solidFill>
                  <a:srgbClr val="FF721C"/>
                </a:solidFill>
                <a:effectLst/>
                <a:uLnTx/>
                <a:uFillTx/>
                <a:cs typeface="Arial"/>
              </a:rPr>
              <a:t>Note: The existing imports can still be used </a:t>
            </a:r>
            <a:r>
              <a:rPr kumimoji="0" lang="en-GB" sz="1400" b="0" i="0" u="none" strike="noStrike" kern="0" cap="none" spc="0" normalizeH="0" baseline="0" noProof="0" err="1">
                <a:ln>
                  <a:noFill/>
                </a:ln>
                <a:solidFill>
                  <a:srgbClr val="FF721C"/>
                </a:solidFill>
                <a:effectLst/>
                <a:uLnTx/>
                <a:uFillTx/>
                <a:cs typeface="Arial"/>
              </a:rPr>
              <a:t>i</a:t>
            </a:r>
            <a:r>
              <a:rPr lang="en-GB" sz="1400" kern="0">
                <a:solidFill>
                  <a:srgbClr val="FF721C"/>
                </a:solidFill>
                <a:cs typeface="Arial"/>
              </a:rPr>
              <a:t>f no changes are required. </a:t>
            </a:r>
            <a:endParaRPr kumimoji="0" lang="en-GB" sz="1400" b="0" i="0" u="none" strike="noStrike" kern="0" cap="none" spc="0" normalizeH="0" baseline="0" noProof="0">
              <a:ln>
                <a:noFill/>
              </a:ln>
              <a:solidFill>
                <a:srgbClr val="FF721C"/>
              </a:solidFill>
              <a:effectLst/>
              <a:uLnTx/>
              <a:uFillTx/>
              <a:cs typeface="Arial"/>
            </a:endParaRPr>
          </a:p>
        </p:txBody>
      </p:sp>
      <p:pic>
        <p:nvPicPr>
          <p:cNvPr id="13" name="Picture 12" descr="A screenshot of a computer&#10;&#10;Description automatically generated">
            <a:extLst>
              <a:ext uri="{FF2B5EF4-FFF2-40B4-BE49-F238E27FC236}">
                <a16:creationId xmlns:a16="http://schemas.microsoft.com/office/drawing/2014/main" id="{9ADC9CAC-C349-8E9A-D200-C1764CFBAE61}"/>
              </a:ext>
            </a:extLst>
          </p:cNvPr>
          <p:cNvPicPr>
            <a:picLocks noChangeAspect="1"/>
          </p:cNvPicPr>
          <p:nvPr/>
        </p:nvPicPr>
        <p:blipFill>
          <a:blip r:embed="rId4"/>
          <a:stretch>
            <a:fillRect/>
          </a:stretch>
        </p:blipFill>
        <p:spPr>
          <a:xfrm>
            <a:off x="6106844" y="3366390"/>
            <a:ext cx="4913793" cy="2716731"/>
          </a:xfrm>
          <a:prstGeom prst="roundRect">
            <a:avLst>
              <a:gd name="adj" fmla="val 3061"/>
            </a:avLst>
          </a:prstGeom>
        </p:spPr>
      </p:pic>
      <p:sp>
        <p:nvSpPr>
          <p:cNvPr id="4" name="TextBox 3">
            <a:extLst>
              <a:ext uri="{FF2B5EF4-FFF2-40B4-BE49-F238E27FC236}">
                <a16:creationId xmlns:a16="http://schemas.microsoft.com/office/drawing/2014/main" id="{87B3A220-B68E-2760-0464-54C294624B09}"/>
              </a:ext>
            </a:extLst>
          </p:cNvPr>
          <p:cNvSpPr txBox="1"/>
          <p:nvPr/>
        </p:nvSpPr>
        <p:spPr>
          <a:xfrm>
            <a:off x="6106844" y="6234313"/>
            <a:ext cx="6097904" cy="230832"/>
          </a:xfrm>
          <a:prstGeom prst="rect">
            <a:avLst/>
          </a:prstGeom>
          <a:noFill/>
        </p:spPr>
        <p:txBody>
          <a:bodyPr wrap="square">
            <a:spAutoFit/>
          </a:bodyPr>
          <a:lstStyle/>
          <a:p>
            <a:r>
              <a:rPr lang="en-US" sz="900" b="0" i="0" u="none" strike="noStrike">
                <a:solidFill>
                  <a:schemeClr val="tx2"/>
                </a:solidFill>
                <a:effectLst/>
                <a:latin typeface="Arial" panose="020B0604020202020204" pitchFamily="34" charset="0"/>
              </a:rPr>
              <a:t>(OT-29, ZOID-254)</a:t>
            </a:r>
            <a:endParaRPr lang="en-US" sz="900">
              <a:solidFill>
                <a:schemeClr val="tx2"/>
              </a:solidFill>
            </a:endParaRPr>
          </a:p>
        </p:txBody>
      </p:sp>
    </p:spTree>
    <p:extLst>
      <p:ext uri="{BB962C8B-B14F-4D97-AF65-F5344CB8AC3E}">
        <p14:creationId xmlns:p14="http://schemas.microsoft.com/office/powerpoint/2010/main" val="31958399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Ignore unmatched on imports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7" y="1212623"/>
            <a:ext cx="3907640" cy="1508105"/>
          </a:xfrm>
          <a:prstGeom prst="rect">
            <a:avLst/>
          </a:prstGeom>
          <a:noFill/>
        </p:spPr>
        <p:txBody>
          <a:bodyPr wrap="square" lIns="91440" tIns="45720" rIns="91440" bIns="45720" anchor="t">
            <a:spAutoFit/>
          </a:bodyPr>
          <a:lstStyle/>
          <a:p>
            <a:r>
              <a:rPr lang="en-US" sz="1600">
                <a:solidFill>
                  <a:srgbClr val="FF721C"/>
                </a:solidFill>
                <a:ea typeface="Verdana"/>
                <a:cs typeface="Arial"/>
              </a:rPr>
              <a:t>For spoke imports, you may add </a:t>
            </a:r>
            <a:r>
              <a:rPr lang="en-US" sz="1600" b="1">
                <a:solidFill>
                  <a:srgbClr val="FF721C"/>
                </a:solidFill>
                <a:ea typeface="Verdana"/>
                <a:cs typeface="Arial"/>
              </a:rPr>
              <a:t>Ignore Unmapped </a:t>
            </a:r>
            <a:r>
              <a:rPr lang="en-US" sz="1600">
                <a:solidFill>
                  <a:srgbClr val="FF721C"/>
                </a:solidFill>
                <a:ea typeface="Verdana"/>
                <a:cs typeface="Arial"/>
              </a:rPr>
              <a:t>to the import settings</a:t>
            </a:r>
          </a:p>
          <a:p>
            <a:endParaRPr lang="en-US" b="1">
              <a:solidFill>
                <a:srgbClr val="FF721C"/>
              </a:solidFill>
              <a:ea typeface="Verdana"/>
              <a:cs typeface="Arial"/>
            </a:endParaRPr>
          </a:p>
          <a:p>
            <a:pPr marL="800100" lvl="1" indent="-285750">
              <a:buFont typeface="Arial" panose="020B0604020202020204" pitchFamily="34" charset="0"/>
              <a:buChar char="•"/>
            </a:pPr>
            <a:r>
              <a:rPr lang="en-US" sz="1400">
                <a:ea typeface="Verdana"/>
                <a:cs typeface="Arial"/>
              </a:rPr>
              <a:t>Less noise from warnings</a:t>
            </a:r>
          </a:p>
          <a:p>
            <a:pPr marL="800100" lvl="1" indent="-285750">
              <a:buFont typeface="Arial" panose="020B0604020202020204" pitchFamily="34" charset="0"/>
              <a:buChar char="•"/>
            </a:pPr>
            <a:r>
              <a:rPr lang="en-US" sz="1400">
                <a:ea typeface="Verdana"/>
                <a:cs typeface="Arial"/>
              </a:rPr>
              <a:t>Faster execution</a:t>
            </a:r>
          </a:p>
          <a:p>
            <a:pPr marL="800100" lvl="1" indent="-285750"/>
            <a:endParaRPr lang="en-US" sz="1400">
              <a:ea typeface="Verdana"/>
              <a:cs typeface="Arial"/>
            </a:endParaRPr>
          </a:p>
        </p:txBody>
      </p:sp>
      <p:pic>
        <p:nvPicPr>
          <p:cNvPr id="3" name="Picture 2">
            <a:extLst>
              <a:ext uri="{FF2B5EF4-FFF2-40B4-BE49-F238E27FC236}">
                <a16:creationId xmlns:a16="http://schemas.microsoft.com/office/drawing/2014/main" id="{7E3C98A7-79AA-4F3E-D659-FE99F2F76D64}"/>
              </a:ext>
            </a:extLst>
          </p:cNvPr>
          <p:cNvPicPr>
            <a:picLocks noChangeAspect="1"/>
          </p:cNvPicPr>
          <p:nvPr/>
        </p:nvPicPr>
        <p:blipFill>
          <a:blip r:embed="rId2"/>
          <a:stretch>
            <a:fillRect/>
          </a:stretch>
        </p:blipFill>
        <p:spPr>
          <a:xfrm>
            <a:off x="5323288" y="3840354"/>
            <a:ext cx="5662155" cy="2770976"/>
          </a:xfrm>
          <a:prstGeom prst="roundRect">
            <a:avLst>
              <a:gd name="adj" fmla="val 2312"/>
            </a:avLst>
          </a:prstGeom>
        </p:spPr>
      </p:pic>
      <p:pic>
        <p:nvPicPr>
          <p:cNvPr id="4" name="Picture 3" descr="A screenshot of a computer&#10;&#10;Description automatically generated">
            <a:extLst>
              <a:ext uri="{FF2B5EF4-FFF2-40B4-BE49-F238E27FC236}">
                <a16:creationId xmlns:a16="http://schemas.microsoft.com/office/drawing/2014/main" id="{3B5767DD-A3F0-C1B8-D25A-2226EEAD4383}"/>
              </a:ext>
            </a:extLst>
          </p:cNvPr>
          <p:cNvPicPr>
            <a:picLocks noChangeAspect="1"/>
          </p:cNvPicPr>
          <p:nvPr/>
        </p:nvPicPr>
        <p:blipFill>
          <a:blip r:embed="rId3"/>
          <a:stretch>
            <a:fillRect/>
          </a:stretch>
        </p:blipFill>
        <p:spPr>
          <a:xfrm>
            <a:off x="5081203" y="1255614"/>
            <a:ext cx="6405678" cy="2173386"/>
          </a:xfrm>
          <a:prstGeom prst="roundRect">
            <a:avLst>
              <a:gd name="adj" fmla="val 3206"/>
            </a:avLst>
          </a:prstGeom>
        </p:spPr>
      </p:pic>
      <p:sp>
        <p:nvSpPr>
          <p:cNvPr id="7" name="TextBox 6">
            <a:extLst>
              <a:ext uri="{FF2B5EF4-FFF2-40B4-BE49-F238E27FC236}">
                <a16:creationId xmlns:a16="http://schemas.microsoft.com/office/drawing/2014/main" id="{E5D61697-8852-9E21-458D-566E1E4C4BE5}"/>
              </a:ext>
            </a:extLst>
          </p:cNvPr>
          <p:cNvSpPr txBox="1"/>
          <p:nvPr/>
        </p:nvSpPr>
        <p:spPr>
          <a:xfrm>
            <a:off x="508717" y="3735422"/>
            <a:ext cx="3907640" cy="1261884"/>
          </a:xfrm>
          <a:prstGeom prst="rect">
            <a:avLst/>
          </a:prstGeom>
          <a:noFill/>
        </p:spPr>
        <p:txBody>
          <a:bodyPr wrap="square" lIns="91440" tIns="45720" rIns="91440" bIns="45720" anchor="t">
            <a:spAutoFit/>
          </a:bodyPr>
          <a:lstStyle/>
          <a:p>
            <a:r>
              <a:rPr lang="en-US" sz="1600">
                <a:solidFill>
                  <a:srgbClr val="FF721C"/>
                </a:solidFill>
                <a:ea typeface="Verdana"/>
                <a:cs typeface="Arial"/>
              </a:rPr>
              <a:t>Search imports for:</a:t>
            </a:r>
          </a:p>
          <a:p>
            <a:endParaRPr lang="en-US" b="1">
              <a:solidFill>
                <a:srgbClr val="FF721C"/>
              </a:solidFill>
              <a:ea typeface="Verdana"/>
              <a:cs typeface="Arial"/>
            </a:endParaRPr>
          </a:p>
          <a:p>
            <a:pPr marL="857250" lvl="1" indent="-342900">
              <a:buFont typeface="+mj-lt"/>
              <a:buAutoNum type="arabicPeriod"/>
            </a:pPr>
            <a:r>
              <a:rPr lang="en-US" sz="1400" b="1" err="1">
                <a:solidFill>
                  <a:schemeClr val="tx2"/>
                </a:solidFill>
                <a:latin typeface="Consolas" panose="020B0609020204030204" pitchFamily="49" charset="0"/>
                <a:ea typeface="Verdana"/>
                <a:cs typeface="Consolas" panose="020B0609020204030204" pitchFamily="49" charset="0"/>
              </a:rPr>
              <a:t>import_attr</a:t>
            </a:r>
            <a:endParaRPr lang="en-US" sz="1400">
              <a:solidFill>
                <a:schemeClr val="tx2"/>
              </a:solidFill>
              <a:latin typeface="Consolas" panose="020B0609020204030204" pitchFamily="49" charset="0"/>
              <a:ea typeface="Verdana"/>
              <a:cs typeface="Consolas" panose="020B0609020204030204" pitchFamily="49" charset="0"/>
            </a:endParaRPr>
          </a:p>
          <a:p>
            <a:pPr marL="857250" lvl="1" indent="-342900">
              <a:buFont typeface="+mj-lt"/>
              <a:buAutoNum type="arabicPeriod"/>
            </a:pPr>
            <a:r>
              <a:rPr lang="en-US" sz="1400" b="1">
                <a:solidFill>
                  <a:schemeClr val="tx2"/>
                </a:solidFill>
                <a:latin typeface="Consolas" panose="020B0609020204030204" pitchFamily="49" charset="0"/>
                <a:ea typeface="Verdana"/>
                <a:cs typeface="Consolas" panose="020B0609020204030204" pitchFamily="49" charset="0"/>
              </a:rPr>
              <a:t>rule</a:t>
            </a:r>
            <a:endParaRPr lang="en-US" sz="1400">
              <a:latin typeface="Consolas" panose="020B0609020204030204" pitchFamily="49" charset="0"/>
              <a:ea typeface="Verdana"/>
              <a:cs typeface="Consolas" panose="020B0609020204030204" pitchFamily="49" charset="0"/>
            </a:endParaRPr>
          </a:p>
          <a:p>
            <a:pPr marL="800100" lvl="1" indent="-285750"/>
            <a:endParaRPr lang="en-US" sz="1400">
              <a:ea typeface="Verdana"/>
              <a:cs typeface="Arial"/>
            </a:endParaRPr>
          </a:p>
        </p:txBody>
      </p:sp>
      <p:sp>
        <p:nvSpPr>
          <p:cNvPr id="6" name="TextBox 5">
            <a:extLst>
              <a:ext uri="{FF2B5EF4-FFF2-40B4-BE49-F238E27FC236}">
                <a16:creationId xmlns:a16="http://schemas.microsoft.com/office/drawing/2014/main" id="{D085F52F-D7E5-1A77-3C52-BC44ECE95062}"/>
              </a:ext>
            </a:extLst>
          </p:cNvPr>
          <p:cNvSpPr txBox="1"/>
          <p:nvPr/>
        </p:nvSpPr>
        <p:spPr>
          <a:xfrm>
            <a:off x="615102" y="2489896"/>
            <a:ext cx="6097904" cy="230832"/>
          </a:xfrm>
          <a:prstGeom prst="rect">
            <a:avLst/>
          </a:prstGeom>
          <a:noFill/>
        </p:spPr>
        <p:txBody>
          <a:bodyPr wrap="square">
            <a:spAutoFit/>
          </a:bodyPr>
          <a:lstStyle/>
          <a:p>
            <a:r>
              <a:rPr lang="en-US" sz="900" b="0" i="0" u="none" strike="noStrike">
                <a:solidFill>
                  <a:schemeClr val="tx2"/>
                </a:solidFill>
                <a:effectLst/>
                <a:latin typeface="Arial" panose="020B0604020202020204" pitchFamily="34" charset="0"/>
              </a:rPr>
              <a:t>(SPT-51)</a:t>
            </a:r>
            <a:endParaRPr lang="en-US" sz="900">
              <a:solidFill>
                <a:schemeClr val="tx2"/>
              </a:solidFill>
            </a:endParaRPr>
          </a:p>
        </p:txBody>
      </p:sp>
      <p:sp>
        <p:nvSpPr>
          <p:cNvPr id="9" name="TextBox 8">
            <a:extLst>
              <a:ext uri="{FF2B5EF4-FFF2-40B4-BE49-F238E27FC236}">
                <a16:creationId xmlns:a16="http://schemas.microsoft.com/office/drawing/2014/main" id="{847512BF-B9C6-F7B0-CB14-B4D2289FA5FD}"/>
              </a:ext>
            </a:extLst>
          </p:cNvPr>
          <p:cNvSpPr txBox="1"/>
          <p:nvPr/>
        </p:nvSpPr>
        <p:spPr>
          <a:xfrm>
            <a:off x="615102" y="4843804"/>
            <a:ext cx="6097904" cy="230832"/>
          </a:xfrm>
          <a:prstGeom prst="rect">
            <a:avLst/>
          </a:prstGeom>
          <a:noFill/>
        </p:spPr>
        <p:txBody>
          <a:bodyPr wrap="square">
            <a:spAutoFit/>
          </a:bodyPr>
          <a:lstStyle/>
          <a:p>
            <a:r>
              <a:rPr lang="en-US" sz="900" b="0" i="0" u="none" strike="noStrike">
                <a:solidFill>
                  <a:schemeClr val="tx2"/>
                </a:solidFill>
                <a:effectLst/>
                <a:latin typeface="Arial" panose="020B0604020202020204" pitchFamily="34" charset="0"/>
              </a:rPr>
              <a:t>(SPT-48)</a:t>
            </a:r>
            <a:endParaRPr lang="en-US" sz="900">
              <a:solidFill>
                <a:schemeClr val="tx2"/>
              </a:solidFill>
            </a:endParaRPr>
          </a:p>
        </p:txBody>
      </p:sp>
      <p:sp>
        <p:nvSpPr>
          <p:cNvPr id="10" name="TextBox 9">
            <a:extLst>
              <a:ext uri="{FF2B5EF4-FFF2-40B4-BE49-F238E27FC236}">
                <a16:creationId xmlns:a16="http://schemas.microsoft.com/office/drawing/2014/main" id="{ED957418-3742-ADC4-92A7-9C28FFE39D04}"/>
              </a:ext>
            </a:extLst>
          </p:cNvPr>
          <p:cNvSpPr txBox="1"/>
          <p:nvPr/>
        </p:nvSpPr>
        <p:spPr>
          <a:xfrm>
            <a:off x="508717" y="5398391"/>
            <a:ext cx="4459638" cy="1169551"/>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lang="en-US" sz="1600">
                <a:latin typeface="Arial"/>
                <a:ea typeface="Verdana"/>
                <a:cs typeface="Arial"/>
              </a:rPr>
              <a:t>There may be additional unmapped items present in other imports – please validate that these are intended to be unmapped before ignoring. </a:t>
            </a:r>
          </a:p>
        </p:txBody>
      </p:sp>
    </p:spTree>
    <p:extLst>
      <p:ext uri="{BB962C8B-B14F-4D97-AF65-F5344CB8AC3E}">
        <p14:creationId xmlns:p14="http://schemas.microsoft.com/office/powerpoint/2010/main" val="33985366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7" y="2197892"/>
            <a:ext cx="4384296" cy="2462213"/>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1400">
                <a:ea typeface="Verdana"/>
                <a:cs typeface="Arial"/>
              </a:rPr>
              <a:t>Some imports may be sensitive to column position, for example, if you add a new line item to a saved view, try to add it to the end, so that existing columns do not change position.</a:t>
            </a:r>
          </a:p>
          <a:p>
            <a:pPr marL="285750" indent="-285750">
              <a:buFont typeface="Arial" panose="020B0604020202020204" pitchFamily="34" charset="0"/>
              <a:buChar char="•"/>
            </a:pPr>
            <a:endParaRPr lang="en-US" sz="1400">
              <a:ea typeface="Verdana"/>
              <a:cs typeface="Arial"/>
            </a:endParaRPr>
          </a:p>
          <a:p>
            <a:pPr marL="285750" indent="-285750">
              <a:buFont typeface="Arial" panose="020B0604020202020204" pitchFamily="34" charset="0"/>
              <a:buChar char="•"/>
            </a:pPr>
            <a:r>
              <a:rPr lang="en-US" sz="1400">
                <a:ea typeface="Verdana"/>
                <a:cs typeface="Arial"/>
              </a:rPr>
              <a:t>A similar situation exists for file imports to the data hub – except that for these imports, it is specifically the list mapping column that must be in column 2 of the source CSV file (may be resolved already).</a:t>
            </a:r>
          </a:p>
          <a:p>
            <a:pPr marL="285750" indent="-285750">
              <a:buFont typeface="Arial" panose="020B0604020202020204" pitchFamily="34" charset="0"/>
              <a:buChar char="•"/>
            </a:pPr>
            <a:endParaRPr lang="en-US" sz="1400">
              <a:ea typeface="Verdana"/>
              <a:cs typeface="Arial"/>
            </a:endParaRPr>
          </a:p>
        </p:txBody>
      </p:sp>
      <p:pic>
        <p:nvPicPr>
          <p:cNvPr id="5" name="Picture 4" descr="A screenshot of a computer&#10;&#10;Description automatically generated">
            <a:extLst>
              <a:ext uri="{FF2B5EF4-FFF2-40B4-BE49-F238E27FC236}">
                <a16:creationId xmlns:a16="http://schemas.microsoft.com/office/drawing/2014/main" id="{BFF63C69-4100-02A3-D239-D5B09D2D6F01}"/>
              </a:ext>
            </a:extLst>
          </p:cNvPr>
          <p:cNvPicPr>
            <a:picLocks noChangeAspect="1"/>
          </p:cNvPicPr>
          <p:nvPr/>
        </p:nvPicPr>
        <p:blipFill>
          <a:blip r:embed="rId2"/>
          <a:stretch>
            <a:fillRect/>
          </a:stretch>
        </p:blipFill>
        <p:spPr>
          <a:xfrm>
            <a:off x="5945993" y="2368310"/>
            <a:ext cx="5437518" cy="2121379"/>
          </a:xfrm>
          <a:prstGeom prst="roundRect">
            <a:avLst>
              <a:gd name="adj" fmla="val 5662"/>
            </a:avLst>
          </a:prstGeom>
        </p:spPr>
      </p:pic>
    </p:spTree>
    <p:extLst>
      <p:ext uri="{BB962C8B-B14F-4D97-AF65-F5344CB8AC3E}">
        <p14:creationId xmlns:p14="http://schemas.microsoft.com/office/powerpoint/2010/main" val="749654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6" y="1296011"/>
            <a:ext cx="4753947" cy="4385816"/>
          </a:xfrm>
          <a:prstGeom prst="rect">
            <a:avLst/>
          </a:prstGeom>
          <a:noFill/>
        </p:spPr>
        <p:txBody>
          <a:bodyPr wrap="square" lIns="91440" tIns="45720" rIns="91440" bIns="45720" anchor="t">
            <a:spAutoFit/>
          </a:bodyPr>
          <a:lstStyle/>
          <a:p>
            <a:r>
              <a:rPr lang="en-US" sz="1400" b="1">
                <a:ea typeface="Verdana"/>
                <a:cs typeface="Arial"/>
              </a:rPr>
              <a:t>On import to modules, up to 6 manually mapped line items are supported. When the mapping is &gt; 6 items, only the first 6 will be generated. </a:t>
            </a:r>
          </a:p>
          <a:p>
            <a:endParaRPr lang="en-US" sz="1400">
              <a:ea typeface="Verdana"/>
              <a:cs typeface="Arial"/>
            </a:endParaRPr>
          </a:p>
          <a:p>
            <a:r>
              <a:rPr lang="en-US" sz="1400">
                <a:ea typeface="Verdana"/>
                <a:cs typeface="Arial"/>
              </a:rPr>
              <a:t>To know which actions to fix and how to fix them, run export </a:t>
            </a:r>
            <a:r>
              <a:rPr lang="en-US" sz="1400" b="1">
                <a:solidFill>
                  <a:schemeClr val="accent1"/>
                </a:solidFill>
              </a:rPr>
              <a:t>Module Imports Map GT 6</a:t>
            </a:r>
            <a:r>
              <a:rPr lang="en-US" sz="1400" b="1">
                <a:solidFill>
                  <a:schemeClr val="accent1"/>
                </a:solidFill>
                <a:ea typeface="Verdana"/>
                <a:cs typeface="Arial"/>
              </a:rPr>
              <a:t> </a:t>
            </a:r>
            <a:r>
              <a:rPr lang="en-US" sz="1400">
                <a:ea typeface="Verdana"/>
                <a:cs typeface="Arial"/>
              </a:rPr>
              <a:t>from the generator and use its guidance to update the generated actions.</a:t>
            </a:r>
          </a:p>
          <a:p>
            <a:endParaRPr lang="en-US" sz="1400">
              <a:ea typeface="Verdana"/>
              <a:cs typeface="Arial"/>
            </a:endParaRPr>
          </a:p>
          <a:p>
            <a:r>
              <a:rPr lang="en-US" sz="1400"/>
              <a:t>This export is conveniently located in configurator app page</a:t>
            </a:r>
            <a:r>
              <a:rPr lang="en-US" sz="1400" b="1">
                <a:solidFill>
                  <a:schemeClr val="accent1"/>
                </a:solidFill>
              </a:rPr>
              <a:t> 1.12. Exports for Generated Models</a:t>
            </a:r>
            <a:r>
              <a:rPr lang="en-US" sz="1400"/>
              <a:t>. </a:t>
            </a:r>
            <a:endParaRPr lang="en-US" sz="1400">
              <a:ea typeface="Verdana"/>
              <a:cs typeface="Arial"/>
            </a:endParaRPr>
          </a:p>
          <a:p>
            <a:endParaRPr lang="en-US" sz="1400"/>
          </a:p>
          <a:p>
            <a:r>
              <a:rPr lang="en-US" sz="1400">
                <a:ea typeface="Verdana"/>
                <a:cs typeface="Arial"/>
              </a:rPr>
              <a:t>In the example to the right, you can see that "ignored" does not count as 1 of the 6 mappings.</a:t>
            </a:r>
            <a:br>
              <a:rPr lang="en-US" sz="1400">
                <a:ea typeface="Verdana"/>
                <a:cs typeface="Arial"/>
              </a:rPr>
            </a:br>
            <a:br>
              <a:rPr lang="en-US" sz="1400">
                <a:ea typeface="Verdana"/>
                <a:cs typeface="Arial"/>
              </a:rPr>
            </a:br>
            <a:r>
              <a:rPr lang="en-US" sz="1400">
                <a:ea typeface="Verdana"/>
                <a:cs typeface="Arial"/>
              </a:rPr>
              <a:t>(Unmapped rows are because saved views are generated without line-item choices, or there were more than 6 mappings.)</a:t>
            </a:r>
          </a:p>
          <a:p>
            <a:pPr marL="285750" indent="-285750">
              <a:buFont typeface="Arial" panose="020B0604020202020204" pitchFamily="34" charset="0"/>
              <a:buChar char="•"/>
            </a:pPr>
            <a:endParaRPr lang="en-US" sz="1400">
              <a:ea typeface="Verdana"/>
              <a:cs typeface="Arial"/>
            </a:endParaRPr>
          </a:p>
          <a:p>
            <a:r>
              <a:rPr lang="en-US" sz="900">
                <a:ea typeface="Verdana"/>
                <a:cs typeface="Arial"/>
              </a:rPr>
              <a:t>(SPT-1052)</a:t>
            </a:r>
          </a:p>
          <a:p>
            <a:pPr marL="285750" indent="-285750">
              <a:buFont typeface="Arial" panose="020B0604020202020204" pitchFamily="34" charset="0"/>
              <a:buChar char="•"/>
            </a:pPr>
            <a:endParaRPr lang="en-US" sz="1400">
              <a:ea typeface="Verdana"/>
              <a:cs typeface="Arial"/>
            </a:endParaRPr>
          </a:p>
        </p:txBody>
      </p:sp>
      <p:pic>
        <p:nvPicPr>
          <p:cNvPr id="3" name="Picture 2" descr="A screenshot of a computer&#10;&#10;Description automatically generated">
            <a:extLst>
              <a:ext uri="{FF2B5EF4-FFF2-40B4-BE49-F238E27FC236}">
                <a16:creationId xmlns:a16="http://schemas.microsoft.com/office/drawing/2014/main" id="{D5600DA2-10E0-8054-4C4F-1AE6D4D79758}"/>
              </a:ext>
            </a:extLst>
          </p:cNvPr>
          <p:cNvPicPr>
            <a:picLocks noChangeAspect="1"/>
          </p:cNvPicPr>
          <p:nvPr/>
        </p:nvPicPr>
        <p:blipFill>
          <a:blip r:embed="rId2"/>
          <a:stretch>
            <a:fillRect/>
          </a:stretch>
        </p:blipFill>
        <p:spPr>
          <a:xfrm>
            <a:off x="6414116" y="407815"/>
            <a:ext cx="3649960" cy="6057330"/>
          </a:xfrm>
          <a:prstGeom prst="roundRect">
            <a:avLst>
              <a:gd name="adj" fmla="val 2009"/>
            </a:avLst>
          </a:prstGeom>
        </p:spPr>
      </p:pic>
    </p:spTree>
    <p:extLst>
      <p:ext uri="{BB962C8B-B14F-4D97-AF65-F5344CB8AC3E}">
        <p14:creationId xmlns:p14="http://schemas.microsoft.com/office/powerpoint/2010/main" val="42502762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13C05-D5C1-FB7E-56C8-9C437907BCB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C15452A-61C8-AD8C-D1DD-B491C78579CE}"/>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Lists &amp; data updates</a:t>
            </a:r>
            <a:endParaRPr lang="en-US" sz="4200"/>
          </a:p>
        </p:txBody>
      </p:sp>
      <p:sp>
        <p:nvSpPr>
          <p:cNvPr id="3" name="Text Placeholder 2">
            <a:extLst>
              <a:ext uri="{FF2B5EF4-FFF2-40B4-BE49-F238E27FC236}">
                <a16:creationId xmlns:a16="http://schemas.microsoft.com/office/drawing/2014/main" id="{3DE0D65E-53FC-BDB2-A85F-43390A5537F8}"/>
              </a:ext>
            </a:extLst>
          </p:cNvPr>
          <p:cNvSpPr>
            <a:spLocks noGrp="1"/>
          </p:cNvSpPr>
          <p:nvPr>
            <p:ph type="body" sz="quarter" idx="11"/>
          </p:nvPr>
        </p:nvSpPr>
        <p:spPr>
          <a:xfrm>
            <a:off x="4485134" y="2720693"/>
            <a:ext cx="6601856" cy="509871"/>
          </a:xfrm>
        </p:spPr>
        <p:txBody>
          <a:bodyPr/>
          <a:lstStyle/>
          <a:p>
            <a:r>
              <a:rPr lang="en-US">
                <a:solidFill>
                  <a:schemeClr val="accent1"/>
                </a:solidFill>
              </a:rPr>
              <a:t>Section 3</a:t>
            </a:r>
          </a:p>
        </p:txBody>
      </p:sp>
    </p:spTree>
    <p:extLst>
      <p:ext uri="{BB962C8B-B14F-4D97-AF65-F5344CB8AC3E}">
        <p14:creationId xmlns:p14="http://schemas.microsoft.com/office/powerpoint/2010/main" val="29319507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2" name="Title 67">
            <a:extLst>
              <a:ext uri="{FF2B5EF4-FFF2-40B4-BE49-F238E27FC236}">
                <a16:creationId xmlns:a16="http://schemas.microsoft.com/office/drawing/2014/main" id="{2ACDF19F-5FF3-AAED-673E-54D1610FACB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GB">
                <a:solidFill>
                  <a:schemeClr val="tx2"/>
                </a:solidFill>
              </a:rPr>
              <a:t>Lists to manually update</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7" name="TextBox 6">
            <a:extLst>
              <a:ext uri="{FF2B5EF4-FFF2-40B4-BE49-F238E27FC236}">
                <a16:creationId xmlns:a16="http://schemas.microsoft.com/office/drawing/2014/main" id="{AC5A2458-F1BD-FD2D-5B9F-98F55265E05D}"/>
              </a:ext>
            </a:extLst>
          </p:cNvPr>
          <p:cNvSpPr txBox="1"/>
          <p:nvPr/>
        </p:nvSpPr>
        <p:spPr>
          <a:xfrm>
            <a:off x="494342" y="1322434"/>
            <a:ext cx="10889938" cy="3050643"/>
          </a:xfrm>
          <a:prstGeom prst="rect">
            <a:avLst/>
          </a:prstGeom>
          <a:noFill/>
        </p:spPr>
        <p:txBody>
          <a:bodyPr wrap="square">
            <a:spAutoFit/>
          </a:bodyPr>
          <a:lstStyle/>
          <a:p>
            <a:pPr marL="285750" indent="-285750" algn="l" rtl="0" fontAlgn="base">
              <a:lnSpc>
                <a:spcPts val="2550"/>
              </a:lnSpc>
              <a:buFont typeface="Arial" panose="020B0604020202020204" pitchFamily="34" charset="0"/>
              <a:buChar char="•"/>
            </a:pPr>
            <a:r>
              <a:rPr lang="en-US" sz="1400" b="0" i="0" u="none" strike="noStrike">
                <a:solidFill>
                  <a:schemeClr val="tx2"/>
                </a:solidFill>
                <a:effectLst/>
                <a:latin typeface="Arial" panose="020B0604020202020204" pitchFamily="34" charset="0"/>
              </a:rPr>
              <a:t>Add items to list </a:t>
            </a:r>
            <a:r>
              <a:rPr lang="en-US" sz="1400" b="1" i="0" u="none" strike="noStrike">
                <a:solidFill>
                  <a:schemeClr val="accent1"/>
                </a:solidFill>
                <a:effectLst/>
                <a:latin typeface="Arial" panose="020B0604020202020204" pitchFamily="34" charset="0"/>
              </a:rPr>
              <a:t>Ramping Profile</a:t>
            </a:r>
            <a:r>
              <a:rPr lang="en-US" sz="1400" b="0" i="0">
                <a:solidFill>
                  <a:schemeClr val="accent1"/>
                </a:solidFill>
                <a:effectLst/>
                <a:latin typeface="Arial" panose="020B0604020202020204" pitchFamily="34" charset="0"/>
              </a:rPr>
              <a:t>​</a:t>
            </a:r>
          </a:p>
          <a:p>
            <a:pPr marL="742950" lvl="1" indent="-285750" fontAlgn="base">
              <a:lnSpc>
                <a:spcPts val="2550"/>
              </a:lnSpc>
              <a:buFont typeface="Arial" panose="020B0604020202020204" pitchFamily="34" charset="0"/>
              <a:buChar char="•"/>
            </a:pPr>
            <a:r>
              <a:rPr lang="en-US" sz="1400" b="0" i="0" u="none" strike="noStrike">
                <a:solidFill>
                  <a:schemeClr val="tx2"/>
                </a:solidFill>
                <a:effectLst/>
                <a:latin typeface="Arial" panose="020B0604020202020204" pitchFamily="34" charset="0"/>
              </a:rPr>
              <a:t>Enter time periods to match </a:t>
            </a:r>
            <a:r>
              <a:rPr lang="en-US" sz="1400">
                <a:solidFill>
                  <a:schemeClr val="tx2"/>
                </a:solidFill>
                <a:latin typeface="Arial" panose="020B0604020202020204" pitchFamily="34" charset="0"/>
              </a:rPr>
              <a:t>the ramping months – for example </a:t>
            </a:r>
            <a:r>
              <a:rPr lang="en-US" sz="1400" b="1">
                <a:solidFill>
                  <a:schemeClr val="accent1"/>
                </a:solidFill>
                <a:latin typeface="Arial" panose="020B0604020202020204" pitchFamily="34" charset="0"/>
              </a:rPr>
              <a:t>1,2,3,4,… , </a:t>
            </a:r>
            <a:r>
              <a:rPr lang="en-US" sz="1400" b="1" i="0" u="none" strike="noStrike">
                <a:solidFill>
                  <a:schemeClr val="accent1"/>
                </a:solidFill>
                <a:effectLst/>
                <a:latin typeface="Arial" panose="020B0604020202020204" pitchFamily="34" charset="0"/>
              </a:rPr>
              <a:t>12 </a:t>
            </a:r>
            <a:r>
              <a:rPr lang="en-US" sz="1400" b="0" i="0" u="none" strike="noStrike">
                <a:solidFill>
                  <a:schemeClr val="tx2"/>
                </a:solidFill>
                <a:effectLst/>
                <a:latin typeface="Arial" panose="020B0604020202020204" pitchFamily="34" charset="0"/>
              </a:rPr>
              <a:t>for 12 months ramping</a:t>
            </a:r>
            <a:r>
              <a:rPr lang="en-US" sz="1400" b="0" i="0">
                <a:solidFill>
                  <a:schemeClr val="tx2"/>
                </a:solidFill>
                <a:effectLst/>
                <a:latin typeface="Arial" panose="020B0604020202020204" pitchFamily="34" charset="0"/>
              </a:rPr>
              <a:t>​.</a:t>
            </a:r>
          </a:p>
          <a:p>
            <a:pPr marL="742950" lvl="1" indent="-285750" fontAlgn="base">
              <a:lnSpc>
                <a:spcPts val="2550"/>
              </a:lnSpc>
              <a:buFont typeface="Arial" panose="020B0604020202020204" pitchFamily="34" charset="0"/>
              <a:buChar char="•"/>
            </a:pPr>
            <a:r>
              <a:rPr lang="en-US" sz="1400" b="0" i="0" u="none" strike="noStrike">
                <a:solidFill>
                  <a:schemeClr val="tx2"/>
                </a:solidFill>
                <a:effectLst/>
                <a:latin typeface="Arial" panose="020B0604020202020204" pitchFamily="34" charset="0"/>
              </a:rPr>
              <a:t>Add the number in the code as well</a:t>
            </a:r>
            <a:r>
              <a:rPr lang="en-US" sz="1400" b="0" i="0">
                <a:solidFill>
                  <a:schemeClr val="tx2"/>
                </a:solidFill>
                <a:effectLst/>
                <a:latin typeface="Arial" panose="020B0604020202020204" pitchFamily="34" charset="0"/>
              </a:rPr>
              <a:t>​</a:t>
            </a:r>
          </a:p>
          <a:p>
            <a:pPr lvl="1" fontAlgn="base">
              <a:lnSpc>
                <a:spcPts val="2550"/>
              </a:lnSpc>
            </a:pPr>
            <a:endParaRPr lang="en-US" sz="1400" b="0" i="0">
              <a:solidFill>
                <a:schemeClr val="tx2"/>
              </a:solidFill>
              <a:effectLst/>
              <a:latin typeface="Arial" panose="020B0604020202020204" pitchFamily="34" charset="0"/>
            </a:endParaRPr>
          </a:p>
          <a:p>
            <a:pPr marL="285750" indent="-285750" algn="l" rtl="0" fontAlgn="base">
              <a:lnSpc>
                <a:spcPts val="2550"/>
              </a:lnSpc>
              <a:buFont typeface="Arial" panose="020B0604020202020204" pitchFamily="34" charset="0"/>
              <a:buChar char="•"/>
            </a:pPr>
            <a:r>
              <a:rPr lang="en-US" sz="1400" b="0" i="0" u="none" strike="noStrike">
                <a:solidFill>
                  <a:schemeClr val="tx2"/>
                </a:solidFill>
                <a:effectLst/>
                <a:latin typeface="Arial" panose="020B0604020202020204" pitchFamily="34" charset="0"/>
              </a:rPr>
              <a:t>Add items to </a:t>
            </a:r>
            <a:r>
              <a:rPr lang="en-US" sz="1400" b="1" i="0" u="none" strike="noStrike">
                <a:solidFill>
                  <a:schemeClr val="accent1"/>
                </a:solidFill>
                <a:effectLst/>
                <a:latin typeface="Arial" panose="020B0604020202020204" pitchFamily="34" charset="0"/>
              </a:rPr>
              <a:t>Ramp Type</a:t>
            </a:r>
            <a:r>
              <a:rPr lang="en-US" sz="1400" b="1" i="0">
                <a:solidFill>
                  <a:schemeClr val="accent1"/>
                </a:solidFill>
                <a:effectLst/>
                <a:latin typeface="Arial" panose="020B0604020202020204" pitchFamily="34" charset="0"/>
              </a:rPr>
              <a:t>​</a:t>
            </a:r>
          </a:p>
          <a:p>
            <a:pPr marL="742950" lvl="1" indent="-285750" fontAlgn="base">
              <a:lnSpc>
                <a:spcPts val="2550"/>
              </a:lnSpc>
              <a:buFont typeface="Arial" panose="020B0604020202020204" pitchFamily="34" charset="0"/>
              <a:buChar char="•"/>
            </a:pPr>
            <a:r>
              <a:rPr lang="en-US" sz="1400" b="0" i="0" u="none" strike="noStrike">
                <a:solidFill>
                  <a:schemeClr val="tx2"/>
                </a:solidFill>
                <a:effectLst/>
                <a:latin typeface="Arial" panose="020B0604020202020204" pitchFamily="34" charset="0"/>
              </a:rPr>
              <a:t>These should be different types of ramping profiles such as </a:t>
            </a:r>
            <a:r>
              <a:rPr lang="en-US" sz="1400" b="1" i="0" u="none" strike="noStrike">
                <a:solidFill>
                  <a:schemeClr val="accent1"/>
                </a:solidFill>
                <a:effectLst/>
                <a:latin typeface="Arial" panose="020B0604020202020204" pitchFamily="34" charset="0"/>
              </a:rPr>
              <a:t>slow, base, fast, </a:t>
            </a:r>
            <a:r>
              <a:rPr lang="en-US" sz="1400" b="1">
                <a:solidFill>
                  <a:schemeClr val="accent1"/>
                </a:solidFill>
                <a:latin typeface="Arial" panose="020B0604020202020204" pitchFamily="34" charset="0"/>
              </a:rPr>
              <a:t>and transfer</a:t>
            </a:r>
            <a:r>
              <a:rPr lang="en-US" sz="1400" b="1" i="0">
                <a:solidFill>
                  <a:schemeClr val="accent1"/>
                </a:solidFill>
                <a:effectLst/>
                <a:latin typeface="Arial" panose="020B0604020202020204" pitchFamily="34" charset="0"/>
              </a:rPr>
              <a:t>​</a:t>
            </a:r>
          </a:p>
          <a:p>
            <a:pPr algn="l" rtl="0" fontAlgn="base">
              <a:lnSpc>
                <a:spcPts val="2550"/>
              </a:lnSpc>
            </a:pPr>
            <a:endParaRPr lang="en-US" sz="1400" b="0" i="0">
              <a:solidFill>
                <a:schemeClr val="accent1"/>
              </a:solidFill>
              <a:effectLst/>
              <a:latin typeface="Arial" panose="020B0604020202020204" pitchFamily="34" charset="0"/>
            </a:endParaRPr>
          </a:p>
          <a:p>
            <a:pPr marL="285750" indent="-285750" algn="l" rtl="0" fontAlgn="base">
              <a:lnSpc>
                <a:spcPts val="2550"/>
              </a:lnSpc>
              <a:buFont typeface="Arial" panose="020B0604020202020204" pitchFamily="34" charset="0"/>
              <a:buChar char="•"/>
            </a:pPr>
            <a:r>
              <a:rPr lang="en-US" sz="1400" b="0" i="0" u="none" strike="noStrike">
                <a:solidFill>
                  <a:schemeClr val="tx2"/>
                </a:solidFill>
                <a:effectLst/>
                <a:latin typeface="Arial" panose="020B0604020202020204" pitchFamily="34" charset="0"/>
              </a:rPr>
              <a:t>Add items to list </a:t>
            </a:r>
            <a:r>
              <a:rPr lang="en-US" sz="1400" b="1" i="0" u="none" strike="noStrike">
                <a:solidFill>
                  <a:schemeClr val="accent1"/>
                </a:solidFill>
                <a:effectLst/>
                <a:latin typeface="Arial" panose="020B0604020202020204" pitchFamily="34" charset="0"/>
              </a:rPr>
              <a:t>HC Add List</a:t>
            </a:r>
            <a:r>
              <a:rPr lang="en-US" sz="1400" b="0" i="0">
                <a:solidFill>
                  <a:schemeClr val="accent1"/>
                </a:solidFill>
                <a:effectLst/>
                <a:latin typeface="Arial" panose="020B0604020202020204" pitchFamily="34" charset="0"/>
              </a:rPr>
              <a:t>​</a:t>
            </a:r>
          </a:p>
          <a:p>
            <a:pPr marL="742950" lvl="1" indent="-285750" fontAlgn="base">
              <a:lnSpc>
                <a:spcPts val="2550"/>
              </a:lnSpc>
              <a:buFont typeface="Arial" panose="020B0604020202020204" pitchFamily="34" charset="0"/>
              <a:buChar char="•"/>
            </a:pPr>
            <a:r>
              <a:rPr lang="en-US" sz="1400" b="0" i="0" u="none" strike="noStrike">
                <a:solidFill>
                  <a:schemeClr val="tx2"/>
                </a:solidFill>
                <a:effectLst/>
                <a:latin typeface="Arial" panose="020B0604020202020204" pitchFamily="34" charset="0"/>
              </a:rPr>
              <a:t>Add list items </a:t>
            </a:r>
            <a:r>
              <a:rPr lang="en-US" sz="1400" b="1" i="0" u="none" strike="noStrike">
                <a:solidFill>
                  <a:schemeClr val="accent1"/>
                </a:solidFill>
                <a:effectLst/>
                <a:latin typeface="Arial" panose="020B0604020202020204" pitchFamily="34" charset="0"/>
              </a:rPr>
              <a:t>1,2,3</a:t>
            </a:r>
            <a:r>
              <a:rPr lang="en-US" sz="1400" b="1">
                <a:solidFill>
                  <a:schemeClr val="accent1"/>
                </a:solidFill>
                <a:latin typeface="Arial" panose="020B0604020202020204" pitchFamily="34" charset="0"/>
              </a:rPr>
              <a:t>,… , 300 </a:t>
            </a:r>
            <a:r>
              <a:rPr lang="en-US" sz="1400" b="0" i="0" u="none" strike="noStrike">
                <a:solidFill>
                  <a:schemeClr val="tx2"/>
                </a:solidFill>
                <a:effectLst/>
                <a:latin typeface="Arial" panose="020B0604020202020204" pitchFamily="34" charset="0"/>
              </a:rPr>
              <a:t>- That should be enough to get started. Make sure they are created under the "</a:t>
            </a:r>
            <a:r>
              <a:rPr lang="en-US" sz="1400" b="1" i="0" u="none" strike="noStrike">
                <a:solidFill>
                  <a:schemeClr val="accent1"/>
                </a:solidFill>
                <a:effectLst/>
                <a:latin typeface="Arial" panose="020B0604020202020204" pitchFamily="34" charset="0"/>
              </a:rPr>
              <a:t>All</a:t>
            </a:r>
            <a:r>
              <a:rPr lang="en-US" sz="1400" b="0" i="0" u="none" strike="noStrike">
                <a:solidFill>
                  <a:schemeClr val="tx2"/>
                </a:solidFill>
                <a:effectLst/>
                <a:latin typeface="Arial" panose="020B0604020202020204" pitchFamily="34" charset="0"/>
              </a:rPr>
              <a:t>" top level </a:t>
            </a:r>
            <a:endParaRPr lang="en-US" sz="1400" b="0" i="0">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32277250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3F91-34B5-55ED-AF6A-17E25432174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3B641D9-88C7-7E6A-2C6C-43EDC187FC1A}"/>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Module &amp; line item updates</a:t>
            </a:r>
            <a:endParaRPr lang="en-US" sz="4200"/>
          </a:p>
        </p:txBody>
      </p:sp>
      <p:sp>
        <p:nvSpPr>
          <p:cNvPr id="3" name="Text Placeholder 2">
            <a:extLst>
              <a:ext uri="{FF2B5EF4-FFF2-40B4-BE49-F238E27FC236}">
                <a16:creationId xmlns:a16="http://schemas.microsoft.com/office/drawing/2014/main" id="{5BA6960E-2D07-7D96-4B91-27753441D79D}"/>
              </a:ext>
            </a:extLst>
          </p:cNvPr>
          <p:cNvSpPr>
            <a:spLocks noGrp="1"/>
          </p:cNvSpPr>
          <p:nvPr>
            <p:ph type="body" sz="quarter" idx="11"/>
          </p:nvPr>
        </p:nvSpPr>
        <p:spPr>
          <a:xfrm>
            <a:off x="4485134" y="2781319"/>
            <a:ext cx="6601856" cy="509871"/>
          </a:xfrm>
        </p:spPr>
        <p:txBody>
          <a:bodyPr/>
          <a:lstStyle/>
          <a:p>
            <a:r>
              <a:rPr lang="en-US">
                <a:solidFill>
                  <a:schemeClr val="accent1"/>
                </a:solidFill>
              </a:rPr>
              <a:t>Section 4</a:t>
            </a:r>
          </a:p>
        </p:txBody>
      </p:sp>
    </p:spTree>
    <p:extLst>
      <p:ext uri="{BB962C8B-B14F-4D97-AF65-F5344CB8AC3E}">
        <p14:creationId xmlns:p14="http://schemas.microsoft.com/office/powerpoint/2010/main" val="38603442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14A03-7223-D50D-E54F-CB4BD929FBE5}"/>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80EBCC53-37CB-1BE7-3F73-E2090CBE74A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Line items and module updates required when not co-generating with the </a:t>
            </a:r>
            <a:br>
              <a:rPr lang="en-GB">
                <a:solidFill>
                  <a:srgbClr val="FFFFFF"/>
                </a:solidFill>
              </a:rPr>
            </a:br>
            <a:r>
              <a:rPr lang="en-GB">
                <a:solidFill>
                  <a:schemeClr val="accent1"/>
                </a:solidFill>
              </a:rPr>
              <a:t>Go-to-Market Capacity Planning Application </a:t>
            </a:r>
            <a:endParaRPr lang="en-GB" sz="4800" b="0">
              <a:solidFill>
                <a:schemeClr val="accent1"/>
              </a:solidFill>
            </a:endParaRPr>
          </a:p>
        </p:txBody>
      </p:sp>
      <p:sp>
        <p:nvSpPr>
          <p:cNvPr id="4" name="TextBox 3">
            <a:extLst>
              <a:ext uri="{FF2B5EF4-FFF2-40B4-BE49-F238E27FC236}">
                <a16:creationId xmlns:a16="http://schemas.microsoft.com/office/drawing/2014/main" id="{E247E894-4637-A624-3CD7-D9CA72BCF6FA}"/>
              </a:ext>
            </a:extLst>
          </p:cNvPr>
          <p:cNvSpPr txBox="1"/>
          <p:nvPr/>
        </p:nvSpPr>
        <p:spPr>
          <a:xfrm>
            <a:off x="615102" y="1370568"/>
            <a:ext cx="10792038" cy="5455148"/>
          </a:xfrm>
          <a:prstGeom prst="rect">
            <a:avLst/>
          </a:prstGeom>
          <a:noFill/>
        </p:spPr>
        <p:txBody>
          <a:bodyPr wrap="square">
            <a:spAutoFit/>
          </a:bodyPr>
          <a:lstStyle/>
          <a:p>
            <a:pPr algn="l" rtl="0" fontAlgn="base">
              <a:lnSpc>
                <a:spcPts val="2025"/>
              </a:lnSpc>
            </a:pPr>
            <a:r>
              <a:rPr lang="en-US" sz="1600" b="1" i="0" u="none" strike="noStrike">
                <a:solidFill>
                  <a:schemeClr val="accent1"/>
                </a:solidFill>
                <a:effectLst/>
                <a:latin typeface="Arial" panose="020B0604020202020204" pitchFamily="34" charset="0"/>
              </a:rPr>
              <a:t>General line </a:t>
            </a:r>
            <a:r>
              <a:rPr lang="en-US" sz="1600" b="1">
                <a:solidFill>
                  <a:schemeClr val="accent1"/>
                </a:solidFill>
                <a:latin typeface="Arial" panose="020B0604020202020204" pitchFamily="34" charset="0"/>
              </a:rPr>
              <a:t>i</a:t>
            </a:r>
            <a:r>
              <a:rPr lang="en-US" sz="1600" b="1" i="0" u="none" strike="noStrike">
                <a:solidFill>
                  <a:schemeClr val="accent1"/>
                </a:solidFill>
                <a:effectLst/>
                <a:latin typeface="Arial" panose="020B0604020202020204" pitchFamily="34" charset="0"/>
              </a:rPr>
              <a:t>tems</a:t>
            </a:r>
          </a:p>
          <a:p>
            <a:pPr algn="l" rtl="0" fontAlgn="base">
              <a:lnSpc>
                <a:spcPts val="2025"/>
              </a:lnSpc>
            </a:pPr>
            <a:endParaRPr lang="en-US" sz="1400" b="1" i="0" u="none" strike="noStrike">
              <a:solidFill>
                <a:schemeClr val="accent1"/>
              </a:solidFill>
              <a:effectLst/>
              <a:latin typeface="Arial" panose="020B0604020202020204" pitchFamily="34" charset="0"/>
            </a:endParaRPr>
          </a:p>
          <a:p>
            <a:pPr marL="285750" indent="-285750" fontAlgn="base">
              <a:lnSpc>
                <a:spcPts val="2025"/>
              </a:lnSpc>
              <a:buFont typeface="Arial" panose="020B0604020202020204" pitchFamily="34" charset="0"/>
              <a:buChar char="•"/>
            </a:pPr>
            <a:r>
              <a:rPr lang="en-US" sz="1400" b="0" i="0" u="none" strike="noStrike">
                <a:solidFill>
                  <a:schemeClr val="tx2"/>
                </a:solidFill>
                <a:effectLst/>
                <a:latin typeface="Arial" panose="020B0604020202020204" pitchFamily="34" charset="0"/>
              </a:rPr>
              <a:t>Find all line items named </a:t>
            </a:r>
            <a:r>
              <a:rPr lang="en-US" sz="1400" b="1" i="0" u="none" strike="noStrike">
                <a:solidFill>
                  <a:schemeClr val="accent1"/>
                </a:solidFill>
                <a:effectLst/>
                <a:latin typeface="Consolas" panose="020B0609020204030204" pitchFamily="49" charset="0"/>
                <a:cs typeface="Consolas" panose="020B0609020204030204" pitchFamily="49" charset="0"/>
              </a:rPr>
              <a:t>Wallet Size ($B)</a:t>
            </a:r>
            <a:r>
              <a:rPr lang="en-US" sz="1400" i="0" u="none" strike="noStrike">
                <a:solidFill>
                  <a:schemeClr val="tx2"/>
                </a:solidFill>
                <a:effectLst/>
                <a:latin typeface="Arial" panose="020B0604020202020204" pitchFamily="34" charset="0"/>
              </a:rPr>
              <a:t>,</a:t>
            </a:r>
            <a:r>
              <a:rPr lang="en-US" sz="1400" b="1" i="0" u="none" strike="noStrike">
                <a:solidFill>
                  <a:schemeClr val="accent1"/>
                </a:solidFill>
                <a:effectLst/>
                <a:latin typeface="Arial" panose="020B0604020202020204" pitchFamily="34" charset="0"/>
              </a:rPr>
              <a:t> </a:t>
            </a:r>
            <a:r>
              <a:rPr lang="en-US" sz="1400" b="0" i="0" u="none" strike="noStrike">
                <a:solidFill>
                  <a:schemeClr val="tx2"/>
                </a:solidFill>
                <a:effectLst/>
                <a:latin typeface="Arial" panose="020B0604020202020204" pitchFamily="34" charset="0"/>
              </a:rPr>
              <a:t>they will be blank if the Go-to-Market Capacity Planning application hasn't been generated </a:t>
            </a:r>
            <a:r>
              <a:rPr lang="en-US" sz="1400">
                <a:solidFill>
                  <a:schemeClr val="tx2"/>
                </a:solidFill>
                <a:latin typeface="Arial" panose="020B0604020202020204" pitchFamily="34" charset="0"/>
              </a:rPr>
              <a:t>during the same configuration</a:t>
            </a:r>
            <a:r>
              <a:rPr lang="en-US" sz="1400" b="0" i="0" u="none" strike="noStrike">
                <a:solidFill>
                  <a:schemeClr val="tx2"/>
                </a:solidFill>
                <a:effectLst/>
                <a:latin typeface="Arial" panose="020B0604020202020204" pitchFamily="34" charset="0"/>
              </a:rPr>
              <a:t>.</a:t>
            </a:r>
            <a:r>
              <a:rPr lang="en-US" sz="1400" b="0" i="0">
                <a:solidFill>
                  <a:schemeClr val="tx2"/>
                </a:solidFill>
                <a:effectLst/>
                <a:latin typeface="Arial" panose="020B0604020202020204" pitchFamily="34" charset="0"/>
              </a:rPr>
              <a:t>​ </a:t>
            </a:r>
            <a:r>
              <a:rPr lang="en-US" sz="1400">
                <a:solidFill>
                  <a:schemeClr val="tx2"/>
                </a:solidFill>
                <a:latin typeface="Arial" panose="020B0604020202020204" pitchFamily="34" charset="0"/>
              </a:rPr>
              <a:t>To populate this data, you will need to either: </a:t>
            </a:r>
            <a:endParaRPr lang="en-US" sz="1400" b="0" i="0">
              <a:solidFill>
                <a:schemeClr val="tx2"/>
              </a:solidFill>
              <a:effectLst/>
              <a:latin typeface="Arial" panose="020B0604020202020204" pitchFamily="34" charset="0"/>
            </a:endParaRPr>
          </a:p>
          <a:p>
            <a:pPr marL="800100" lvl="1" indent="-342900" fontAlgn="base">
              <a:lnSpc>
                <a:spcPts val="2025"/>
              </a:lnSpc>
              <a:buClr>
                <a:schemeClr val="tx2"/>
              </a:buClr>
              <a:buFont typeface="+mj-lt"/>
              <a:buAutoNum type="arabicPeriod"/>
            </a:pPr>
            <a:r>
              <a:rPr lang="en-US" sz="1400">
                <a:solidFill>
                  <a:schemeClr val="tx2"/>
                </a:solidFill>
                <a:latin typeface="Arial" panose="020B0604020202020204" pitchFamily="34" charset="0"/>
              </a:rPr>
              <a:t>M</a:t>
            </a:r>
            <a:r>
              <a:rPr lang="en-US" sz="1400" b="0" i="0" u="none" strike="noStrike">
                <a:solidFill>
                  <a:schemeClr val="tx2"/>
                </a:solidFill>
                <a:effectLst/>
                <a:latin typeface="Arial" panose="020B0604020202020204" pitchFamily="34" charset="0"/>
              </a:rPr>
              <a:t>ap these line items to a relevant line item in module </a:t>
            </a:r>
            <a:r>
              <a:rPr lang="en-US" sz="1400" b="1" i="0" u="none" strike="noStrike">
                <a:solidFill>
                  <a:schemeClr val="accent1"/>
                </a:solidFill>
                <a:effectLst/>
                <a:latin typeface="Arial" panose="020B0604020202020204" pitchFamily="34" charset="0"/>
              </a:rPr>
              <a:t>SYS by Account Flat </a:t>
            </a:r>
            <a:endParaRPr lang="en-US" sz="1400" b="1">
              <a:solidFill>
                <a:schemeClr val="accent1"/>
              </a:solidFill>
              <a:latin typeface="Arial" panose="020B0604020202020204" pitchFamily="34" charset="0"/>
            </a:endParaRPr>
          </a:p>
          <a:p>
            <a:pPr marL="800100" lvl="1" indent="-342900" fontAlgn="base">
              <a:lnSpc>
                <a:spcPts val="2025"/>
              </a:lnSpc>
              <a:buClr>
                <a:schemeClr val="tx2"/>
              </a:buClr>
              <a:buFont typeface="+mj-lt"/>
              <a:buAutoNum type="arabicPeriod"/>
            </a:pPr>
            <a:r>
              <a:rPr lang="en-US" sz="1400">
                <a:solidFill>
                  <a:schemeClr val="tx2"/>
                </a:solidFill>
                <a:latin typeface="Arial" panose="020B0604020202020204" pitchFamily="34" charset="0"/>
              </a:rPr>
              <a:t>Create an import for </a:t>
            </a:r>
            <a:r>
              <a:rPr lang="en-US" sz="1400" b="0" i="0" u="none" strike="noStrike">
                <a:solidFill>
                  <a:schemeClr val="tx2"/>
                </a:solidFill>
                <a:effectLst/>
                <a:latin typeface="Arial" panose="020B0604020202020204" pitchFamily="34" charset="0"/>
              </a:rPr>
              <a:t>these line items</a:t>
            </a:r>
            <a:r>
              <a:rPr lang="en-US" sz="1400" b="0" i="0">
                <a:solidFill>
                  <a:schemeClr val="tx2"/>
                </a:solidFill>
                <a:effectLst/>
                <a:latin typeface="Arial" panose="020B0604020202020204" pitchFamily="34" charset="0"/>
              </a:rPr>
              <a:t>​ to populate the data</a:t>
            </a:r>
          </a:p>
          <a:p>
            <a:pPr lvl="1" fontAlgn="base">
              <a:lnSpc>
                <a:spcPts val="2025"/>
              </a:lnSpc>
              <a:buClr>
                <a:schemeClr val="accent1"/>
              </a:buClr>
            </a:pPr>
            <a:endParaRPr lang="en-US" sz="1400" b="0" i="0">
              <a:solidFill>
                <a:schemeClr val="tx2"/>
              </a:solidFill>
              <a:effectLst/>
              <a:latin typeface="Arial" panose="020B0604020202020204" pitchFamily="34" charset="0"/>
            </a:endParaRPr>
          </a:p>
          <a:p>
            <a:pPr algn="l" rtl="0" fontAlgn="base">
              <a:lnSpc>
                <a:spcPts val="2025"/>
              </a:lnSpc>
            </a:pPr>
            <a:endParaRPr lang="en-US" sz="1400" b="0" i="0" u="none" strike="noStrike">
              <a:solidFill>
                <a:schemeClr val="tx2"/>
              </a:solidFill>
              <a:effectLst/>
              <a:latin typeface="Arial" panose="020B0604020202020204" pitchFamily="34" charset="0"/>
            </a:endParaRPr>
          </a:p>
          <a:p>
            <a:pPr algn="l" rtl="0" fontAlgn="base">
              <a:lnSpc>
                <a:spcPts val="2025"/>
              </a:lnSpc>
            </a:pPr>
            <a:r>
              <a:rPr lang="en-US" sz="1600" b="1">
                <a:solidFill>
                  <a:schemeClr val="accent1"/>
                </a:solidFill>
                <a:latin typeface="Arial" panose="020B0604020202020204" pitchFamily="34" charset="0"/>
              </a:rPr>
              <a:t>Specific modules</a:t>
            </a:r>
          </a:p>
          <a:p>
            <a:pPr algn="l" rtl="0" fontAlgn="base">
              <a:lnSpc>
                <a:spcPts val="2025"/>
              </a:lnSpc>
            </a:pPr>
            <a:endParaRPr lang="en-US" sz="1600" b="1">
              <a:solidFill>
                <a:schemeClr val="accent1"/>
              </a:solidFill>
              <a:latin typeface="Arial" panose="020B0604020202020204" pitchFamily="34" charset="0"/>
            </a:endParaRPr>
          </a:p>
          <a:p>
            <a:pPr marL="285750" indent="-285750" fontAlgn="base">
              <a:lnSpc>
                <a:spcPts val="2025"/>
              </a:lnSpc>
              <a:buFont typeface="Arial" panose="020B0604020202020204" pitchFamily="34" charset="0"/>
              <a:buChar char="•"/>
            </a:pPr>
            <a:r>
              <a:rPr lang="en-US" sz="1400" i="0" u="none" strike="noStrike">
                <a:solidFill>
                  <a:schemeClr val="tx2"/>
                </a:solidFill>
                <a:effectLst/>
                <a:latin typeface="Arial" panose="020B0604020202020204" pitchFamily="34" charset="0"/>
              </a:rPr>
              <a:t>In</a:t>
            </a:r>
            <a:r>
              <a:rPr lang="en-US" sz="1400" b="1" i="0" u="none" strike="noStrike">
                <a:solidFill>
                  <a:schemeClr val="accent1"/>
                </a:solidFill>
                <a:effectLst/>
                <a:latin typeface="Arial" panose="020B0604020202020204" pitchFamily="34" charset="0"/>
              </a:rPr>
              <a:t> OUT: YoY Segment Metrics</a:t>
            </a:r>
            <a:r>
              <a:rPr lang="en-US" sz="1400" b="1" i="0" u="none" strike="noStrike">
                <a:solidFill>
                  <a:schemeClr val="tx2"/>
                </a:solidFill>
                <a:effectLst/>
                <a:latin typeface="Arial" panose="020B0604020202020204" pitchFamily="34" charset="0"/>
              </a:rPr>
              <a:t>,</a:t>
            </a:r>
            <a:r>
              <a:rPr lang="en-US" sz="1400" b="0" i="0" u="none" strike="noStrike">
                <a:solidFill>
                  <a:schemeClr val="tx2"/>
                </a:solidFill>
                <a:effectLst/>
                <a:latin typeface="Arial" panose="020B0604020202020204" pitchFamily="34" charset="0"/>
              </a:rPr>
              <a:t> line item </a:t>
            </a:r>
            <a:r>
              <a:rPr lang="en-US" sz="1400" b="1" i="0" u="none" strike="noStrike">
                <a:solidFill>
                  <a:schemeClr val="accent1"/>
                </a:solidFill>
                <a:effectLst/>
                <a:latin typeface="Arial" panose="020B0604020202020204" pitchFamily="34" charset="0"/>
              </a:rPr>
              <a:t>New # of Account Flat </a:t>
            </a:r>
            <a:r>
              <a:rPr lang="en-US" sz="1400" b="0" i="0" u="none" strike="noStrike">
                <a:solidFill>
                  <a:schemeClr val="tx2"/>
                </a:solidFill>
                <a:effectLst/>
                <a:latin typeface="Arial" panose="020B0604020202020204" pitchFamily="34" charset="0"/>
              </a:rPr>
              <a:t>will be incorrect </a:t>
            </a:r>
            <a:r>
              <a:rPr lang="en-US" sz="1400">
                <a:solidFill>
                  <a:schemeClr val="tx2"/>
                </a:solidFill>
                <a:latin typeface="Arial" panose="020B0604020202020204" pitchFamily="34" charset="0"/>
              </a:rPr>
              <a:t>as</a:t>
            </a:r>
            <a:r>
              <a:rPr lang="en-US" sz="1400" b="0" i="0" u="none" strike="noStrike">
                <a:solidFill>
                  <a:schemeClr val="tx2"/>
                </a:solidFill>
                <a:effectLst/>
                <a:latin typeface="Arial" panose="020B0604020202020204" pitchFamily="34" charset="0"/>
              </a:rPr>
              <a:t> formulas for </a:t>
            </a:r>
            <a:r>
              <a:rPr lang="en-US" sz="1400" b="1" i="0" u="none" strike="noStrike">
                <a:solidFill>
                  <a:schemeClr val="accent1"/>
                </a:solidFill>
                <a:effectLst/>
                <a:latin typeface="Arial" panose="020B0604020202020204" pitchFamily="34" charset="0"/>
              </a:rPr>
              <a:t>Account Flat Inflow</a:t>
            </a:r>
            <a:r>
              <a:rPr lang="en-US" sz="1400" b="0" i="0" u="none" strike="noStrike">
                <a:solidFill>
                  <a:schemeClr val="accent1"/>
                </a:solidFill>
                <a:effectLst/>
                <a:latin typeface="Arial" panose="020B0604020202020204" pitchFamily="34" charset="0"/>
              </a:rPr>
              <a:t> </a:t>
            </a:r>
            <a:r>
              <a:rPr lang="en-US" sz="1400" b="0" i="0" u="none" strike="noStrike">
                <a:solidFill>
                  <a:schemeClr val="tx2"/>
                </a:solidFill>
                <a:effectLst/>
                <a:latin typeface="Arial" panose="020B0604020202020204" pitchFamily="34" charset="0"/>
              </a:rPr>
              <a:t>and </a:t>
            </a:r>
            <a:r>
              <a:rPr lang="en-US" sz="1400" b="1" i="0" u="none" strike="noStrike">
                <a:solidFill>
                  <a:schemeClr val="accent1"/>
                </a:solidFill>
                <a:effectLst/>
                <a:latin typeface="Arial" panose="020B0604020202020204" pitchFamily="34" charset="0"/>
              </a:rPr>
              <a:t>Account Flat Outflow</a:t>
            </a:r>
            <a:r>
              <a:rPr lang="en-US" sz="1400" b="0" i="0" u="none" strike="noStrike">
                <a:solidFill>
                  <a:schemeClr val="accent1"/>
                </a:solidFill>
                <a:effectLst/>
                <a:latin typeface="Arial" panose="020B0604020202020204" pitchFamily="34" charset="0"/>
              </a:rPr>
              <a:t> </a:t>
            </a:r>
            <a:r>
              <a:rPr lang="en-US" sz="1400" b="0" i="0" u="none" strike="noStrike">
                <a:solidFill>
                  <a:schemeClr val="tx2"/>
                </a:solidFill>
                <a:effectLst/>
                <a:latin typeface="Arial" panose="020B0604020202020204" pitchFamily="34" charset="0"/>
              </a:rPr>
              <a:t>are not populated </a:t>
            </a:r>
            <a:r>
              <a:rPr lang="en-US" sz="1400">
                <a:solidFill>
                  <a:schemeClr val="tx2"/>
                </a:solidFill>
                <a:latin typeface="Arial" panose="020B0604020202020204" pitchFamily="34" charset="0"/>
              </a:rPr>
              <a:t>when the Go-to-Market Capacity Planning application hasn't been generated during the same configuration</a:t>
            </a:r>
            <a:r>
              <a:rPr lang="en-US" sz="1400" b="0" i="0" u="none" strike="noStrike">
                <a:solidFill>
                  <a:schemeClr val="tx2"/>
                </a:solidFill>
                <a:effectLst/>
                <a:latin typeface="Arial" panose="020B0604020202020204" pitchFamily="34" charset="0"/>
              </a:rPr>
              <a:t>. </a:t>
            </a:r>
          </a:p>
          <a:p>
            <a:pPr marL="742950" lvl="1" indent="-285750" fontAlgn="base">
              <a:lnSpc>
                <a:spcPts val="2025"/>
              </a:lnSpc>
              <a:buFont typeface="Arial" panose="020B0604020202020204" pitchFamily="34" charset="0"/>
              <a:buChar char="•"/>
            </a:pPr>
            <a:r>
              <a:rPr lang="en-US" sz="1400" b="0" i="0" u="none" strike="noStrike">
                <a:solidFill>
                  <a:schemeClr val="tx2"/>
                </a:solidFill>
                <a:effectLst/>
                <a:latin typeface="Arial" panose="020B0604020202020204" pitchFamily="34" charset="0"/>
              </a:rPr>
              <a:t>To resolve: create a formula tied to the </a:t>
            </a:r>
            <a:r>
              <a:rPr lang="en-US" sz="1400" b="1" i="0" u="none" strike="noStrike">
                <a:solidFill>
                  <a:schemeClr val="accent1"/>
                </a:solidFill>
                <a:effectLst/>
                <a:latin typeface="Arial" panose="020B0604020202020204" pitchFamily="34" charset="0"/>
              </a:rPr>
              <a:t>SYS by Account Flat</a:t>
            </a:r>
            <a:r>
              <a:rPr lang="en-US" sz="1400" b="0" i="0" u="none" strike="noStrike">
                <a:solidFill>
                  <a:schemeClr val="accent1"/>
                </a:solidFill>
                <a:effectLst/>
                <a:latin typeface="Arial" panose="020B0604020202020204" pitchFamily="34" charset="0"/>
              </a:rPr>
              <a:t> </a:t>
            </a:r>
            <a:r>
              <a:rPr lang="en-US" sz="1400" b="0" i="0" u="none" strike="noStrike">
                <a:solidFill>
                  <a:schemeClr val="tx2"/>
                </a:solidFill>
                <a:effectLst/>
                <a:latin typeface="Arial" panose="020B0604020202020204" pitchFamily="34" charset="0"/>
              </a:rPr>
              <a:t>module to give a proper Account count by segment and level of the hierarchy</a:t>
            </a:r>
            <a:r>
              <a:rPr lang="en-US" sz="1400" b="0" i="0">
                <a:solidFill>
                  <a:schemeClr val="tx2"/>
                </a:solidFill>
                <a:effectLst/>
                <a:latin typeface="Arial" panose="020B0604020202020204" pitchFamily="34" charset="0"/>
              </a:rPr>
              <a:t>​.</a:t>
            </a:r>
          </a:p>
          <a:p>
            <a:pPr marL="285750" indent="-285750" algn="l" rtl="0" fontAlgn="base">
              <a:lnSpc>
                <a:spcPts val="2025"/>
              </a:lnSpc>
              <a:buFont typeface="Arial" panose="020B0604020202020204" pitchFamily="34" charset="0"/>
              <a:buChar char="•"/>
            </a:pPr>
            <a:r>
              <a:rPr lang="en-US" sz="1400" i="0" u="none" strike="noStrike">
                <a:solidFill>
                  <a:schemeClr val="tx2"/>
                </a:solidFill>
                <a:effectLst/>
                <a:latin typeface="Arial" panose="020B0604020202020204" pitchFamily="34" charset="0"/>
              </a:rPr>
              <a:t>In</a:t>
            </a:r>
            <a:r>
              <a:rPr lang="en-US" sz="1400" b="1" i="0" u="none" strike="noStrike">
                <a:solidFill>
                  <a:schemeClr val="accent1"/>
                </a:solidFill>
                <a:effectLst/>
                <a:latin typeface="Arial" panose="020B0604020202020204" pitchFamily="34" charset="0"/>
              </a:rPr>
              <a:t> OUT: Coverage Account Hours by</a:t>
            </a:r>
            <a:r>
              <a:rPr lang="en-US" sz="1400" i="0" u="none" strike="noStrike">
                <a:solidFill>
                  <a:schemeClr val="tx2"/>
                </a:solidFill>
                <a:effectLst/>
                <a:latin typeface="Arial" panose="020B0604020202020204" pitchFamily="34" charset="0"/>
              </a:rPr>
              <a:t>, </a:t>
            </a:r>
            <a:r>
              <a:rPr lang="en-US" sz="1400" b="0" i="0" u="none" strike="noStrike">
                <a:solidFill>
                  <a:schemeClr val="tx2"/>
                </a:solidFill>
                <a:effectLst/>
                <a:latin typeface="Arial" panose="020B0604020202020204" pitchFamily="34" charset="0"/>
              </a:rPr>
              <a:t>line item </a:t>
            </a:r>
            <a:r>
              <a:rPr lang="en-US" sz="1400" b="1" i="0" u="none" strike="noStrike">
                <a:solidFill>
                  <a:schemeClr val="accent1"/>
                </a:solidFill>
                <a:effectLst/>
                <a:latin typeface="Arial" panose="020B0604020202020204" pitchFamily="34" charset="0"/>
              </a:rPr>
              <a:t>Planning Year # of Accounts</a:t>
            </a:r>
            <a:r>
              <a:rPr lang="en-US" sz="1400" b="0" i="0">
                <a:solidFill>
                  <a:schemeClr val="accent1"/>
                </a:solidFill>
                <a:effectLst/>
                <a:latin typeface="Arial" panose="020B0604020202020204" pitchFamily="34" charset="0"/>
              </a:rPr>
              <a:t>​</a:t>
            </a:r>
            <a:r>
              <a:rPr lang="en-US" sz="1400">
                <a:solidFill>
                  <a:schemeClr val="accent1"/>
                </a:solidFill>
                <a:latin typeface="Arial" panose="020B0604020202020204" pitchFamily="34" charset="0"/>
              </a:rPr>
              <a:t> </a:t>
            </a:r>
            <a:r>
              <a:rPr lang="en-US" sz="1400">
                <a:solidFill>
                  <a:schemeClr val="tx2"/>
                </a:solidFill>
                <a:latin typeface="Arial" panose="020B0604020202020204" pitchFamily="34" charset="0"/>
              </a:rPr>
              <a:t>the formula will not populate</a:t>
            </a:r>
            <a:endParaRPr lang="en-US" sz="1400" b="0" i="0">
              <a:solidFill>
                <a:schemeClr val="tx2"/>
              </a:solidFill>
              <a:effectLst/>
              <a:latin typeface="Arial" panose="020B0604020202020204" pitchFamily="34" charset="0"/>
            </a:endParaRPr>
          </a:p>
          <a:p>
            <a:pPr marL="742950" lvl="1" indent="-285750" fontAlgn="base">
              <a:lnSpc>
                <a:spcPts val="2025"/>
              </a:lnSpc>
              <a:buFont typeface="Arial" panose="020B0604020202020204" pitchFamily="34" charset="0"/>
              <a:buChar char="•"/>
            </a:pPr>
            <a:r>
              <a:rPr lang="en-US" sz="1400" b="1" i="0" u="none" strike="noStrike">
                <a:solidFill>
                  <a:schemeClr val="tx2"/>
                </a:solidFill>
                <a:effectLst/>
                <a:latin typeface="Arial" panose="020B0604020202020204" pitchFamily="34" charset="0"/>
              </a:rPr>
              <a:t>Formula was</a:t>
            </a:r>
            <a:r>
              <a:rPr lang="en-US" sz="1400" b="0" i="0" u="none" strike="noStrike">
                <a:solidFill>
                  <a:schemeClr val="tx2"/>
                </a:solidFill>
                <a:effectLst/>
                <a:latin typeface="Arial" panose="020B0604020202020204" pitchFamily="34" charset="0"/>
              </a:rPr>
              <a:t> </a:t>
            </a:r>
            <a:r>
              <a:rPr lang="en-US" sz="1400" b="0" i="0" u="none" strike="noStrike">
                <a:solidFill>
                  <a:schemeClr val="tx2"/>
                </a:solidFill>
                <a:effectLst/>
                <a:latin typeface="Consolas" panose="020B0609020204030204" pitchFamily="49" charset="0"/>
                <a:cs typeface="Consolas" panose="020B0609020204030204" pitchFamily="49" charset="0"/>
              </a:rPr>
              <a:t>SYS by Account </a:t>
            </a:r>
            <a:r>
              <a:rPr lang="en-US" sz="1400" b="0" i="0" u="none" strike="noStrike" err="1">
                <a:solidFill>
                  <a:schemeClr val="tx2"/>
                </a:solidFill>
                <a:effectLst/>
                <a:latin typeface="Consolas" panose="020B0609020204030204" pitchFamily="49" charset="0"/>
                <a:cs typeface="Consolas" panose="020B0609020204030204" pitchFamily="49" charset="0"/>
              </a:rPr>
              <a:t>Flat.'COUNT</a:t>
            </a:r>
            <a:r>
              <a:rPr lang="en-US" sz="1400" b="0" i="0" u="none" strike="noStrike">
                <a:solidFill>
                  <a:schemeClr val="tx2"/>
                </a:solidFill>
                <a:effectLst/>
                <a:latin typeface="Consolas" panose="020B0609020204030204" pitchFamily="49" charset="0"/>
                <a:cs typeface="Consolas" panose="020B0609020204030204" pitchFamily="49" charset="0"/>
              </a:rPr>
              <a:t>: Account Flat'[</a:t>
            </a:r>
            <a:r>
              <a:rPr lang="en-US" sz="1400" b="0" i="0" u="none" strike="noStrike">
                <a:solidFill>
                  <a:schemeClr val="accent2"/>
                </a:solidFill>
                <a:effectLst/>
                <a:latin typeface="Consolas" panose="020B0609020204030204" pitchFamily="49" charset="0"/>
                <a:cs typeface="Consolas" panose="020B0609020204030204" pitchFamily="49" charset="0"/>
              </a:rPr>
              <a:t>SUM: 'OUT: Segment YoY and Override </a:t>
            </a:r>
            <a:r>
              <a:rPr lang="en-US" sz="1400" b="0" i="0" u="none" strike="noStrike" err="1">
                <a:solidFill>
                  <a:schemeClr val="accent2"/>
                </a:solidFill>
                <a:effectLst/>
                <a:latin typeface="Consolas" panose="020B0609020204030204" pitchFamily="49" charset="0"/>
                <a:cs typeface="Consolas" panose="020B0609020204030204" pitchFamily="49" charset="0"/>
              </a:rPr>
              <a:t>Approval'.Final</a:t>
            </a:r>
            <a:r>
              <a:rPr lang="en-US" sz="1400" b="0" i="0" u="none" strike="noStrike">
                <a:solidFill>
                  <a:schemeClr val="accent2"/>
                </a:solidFill>
                <a:effectLst/>
                <a:latin typeface="Consolas" panose="020B0609020204030204" pitchFamily="49" charset="0"/>
                <a:cs typeface="Consolas" panose="020B0609020204030204" pitchFamily="49" charset="0"/>
              </a:rPr>
              <a:t> Account Segment</a:t>
            </a:r>
            <a:r>
              <a:rPr lang="en-US" sz="1400" b="0" i="0" u="none" strike="noStrike">
                <a:solidFill>
                  <a:schemeClr val="tx2"/>
                </a:solidFill>
                <a:effectLst/>
                <a:latin typeface="Consolas" panose="020B0609020204030204" pitchFamily="49" charset="0"/>
                <a:cs typeface="Consolas" panose="020B0609020204030204" pitchFamily="49" charset="0"/>
              </a:rPr>
              <a:t>, SUM: SYS by Account </a:t>
            </a:r>
            <a:r>
              <a:rPr lang="en-US" sz="1400" b="0" i="0" u="none" strike="noStrike" err="1">
                <a:solidFill>
                  <a:schemeClr val="tx2"/>
                </a:solidFill>
                <a:effectLst/>
                <a:latin typeface="Consolas" panose="020B0609020204030204" pitchFamily="49" charset="0"/>
                <a:cs typeface="Consolas" panose="020B0609020204030204" pitchFamily="49" charset="0"/>
              </a:rPr>
              <a:t>Flat.'ITEM</a:t>
            </a:r>
            <a:r>
              <a:rPr lang="en-US" sz="1400" b="0" i="0" u="none" strike="noStrike">
                <a:solidFill>
                  <a:schemeClr val="tx2"/>
                </a:solidFill>
                <a:effectLst/>
                <a:latin typeface="Consolas" panose="020B0609020204030204" pitchFamily="49" charset="0"/>
                <a:cs typeface="Consolas" panose="020B0609020204030204" pitchFamily="49" charset="0"/>
              </a:rPr>
              <a:t>: Area T2', </a:t>
            </a:r>
            <a:r>
              <a:rPr lang="en-US" sz="1400" b="0" i="0" u="none" strike="noStrike">
                <a:solidFill>
                  <a:schemeClr val="accent2"/>
                </a:solidFill>
                <a:effectLst/>
                <a:latin typeface="Consolas" panose="020B0609020204030204" pitchFamily="49" charset="0"/>
                <a:cs typeface="Consolas" panose="020B0609020204030204" pitchFamily="49" charset="0"/>
              </a:rPr>
              <a:t>SUM: 'CAL: Customer </a:t>
            </a:r>
            <a:r>
              <a:rPr lang="en-US" sz="1400" b="0" i="0" u="none" strike="noStrike" err="1">
                <a:solidFill>
                  <a:schemeClr val="accent2"/>
                </a:solidFill>
                <a:effectLst/>
                <a:latin typeface="Consolas" panose="020B0609020204030204" pitchFamily="49" charset="0"/>
                <a:cs typeface="Consolas" panose="020B0609020204030204" pitchFamily="49" charset="0"/>
              </a:rPr>
              <a:t>Profile'.Customer</a:t>
            </a:r>
            <a:r>
              <a:rPr lang="en-US" sz="1400" b="0" i="0" u="none" strike="noStrike">
                <a:solidFill>
                  <a:schemeClr val="accent2"/>
                </a:solidFill>
                <a:effectLst/>
                <a:latin typeface="Consolas" panose="020B0609020204030204" pitchFamily="49" charset="0"/>
                <a:cs typeface="Consolas" panose="020B0609020204030204" pitchFamily="49" charset="0"/>
              </a:rPr>
              <a:t> Profile</a:t>
            </a:r>
            <a:r>
              <a:rPr lang="en-US" sz="1400" b="0" i="0" u="none" strike="noStrike">
                <a:solidFill>
                  <a:schemeClr val="tx2"/>
                </a:solidFill>
                <a:effectLst/>
                <a:latin typeface="Consolas" panose="020B0609020204030204" pitchFamily="49" charset="0"/>
                <a:cs typeface="Consolas" panose="020B0609020204030204" pitchFamily="49" charset="0"/>
              </a:rPr>
              <a:t>] * 'INP: Coverage Segment </a:t>
            </a:r>
            <a:r>
              <a:rPr lang="en-US" sz="1400" b="0" i="0" u="none" strike="noStrike" err="1">
                <a:solidFill>
                  <a:schemeClr val="tx2"/>
                </a:solidFill>
                <a:effectLst/>
                <a:latin typeface="Consolas" panose="020B0609020204030204" pitchFamily="49" charset="0"/>
                <a:cs typeface="Consolas" panose="020B0609020204030204" pitchFamily="49" charset="0"/>
              </a:rPr>
              <a:t>Mapping'.Applicable</a:t>
            </a:r>
            <a:r>
              <a:rPr lang="en-US" sz="1400" b="0" i="0" u="none" strike="noStrike">
                <a:solidFill>
                  <a:schemeClr val="tx2"/>
                </a:solidFill>
                <a:effectLst/>
                <a:latin typeface="Consolas" panose="020B0609020204030204" pitchFamily="49" charset="0"/>
                <a:cs typeface="Consolas" panose="020B0609020204030204" pitchFamily="49" charset="0"/>
              </a:rPr>
              <a:t> Segment Count[LOOKUP: 'SYS by Area T2'.'ITEM: Geo T1’]</a:t>
            </a:r>
          </a:p>
          <a:p>
            <a:pPr marL="1200150" lvl="2" indent="-285750" fontAlgn="base">
              <a:lnSpc>
                <a:spcPts val="2025"/>
              </a:lnSpc>
              <a:buFont typeface="Arial" panose="020B0604020202020204" pitchFamily="34" charset="0"/>
              <a:buChar char="•"/>
            </a:pPr>
            <a:r>
              <a:rPr lang="en-US" sz="1400">
                <a:solidFill>
                  <a:schemeClr val="tx2"/>
                </a:solidFill>
                <a:latin typeface="Arial" panose="020B0604020202020204" pitchFamily="34" charset="0"/>
              </a:rPr>
              <a:t>To resolve: revise the red parts of the formula to the appropriate reference within the </a:t>
            </a:r>
            <a:r>
              <a:rPr lang="en-US" sz="1400" b="1">
                <a:solidFill>
                  <a:schemeClr val="accent1"/>
                </a:solidFill>
                <a:latin typeface="Consolas" panose="020B0609020204030204" pitchFamily="49" charset="0"/>
                <a:ea typeface="Verdana" panose="020B0604030504040204" pitchFamily="34" charset="0"/>
                <a:cs typeface="Consolas" panose="020B0609020204030204" pitchFamily="49" charset="0"/>
              </a:rPr>
              <a:t>SYS by Account Flat</a:t>
            </a:r>
            <a:r>
              <a:rPr lang="en-US" sz="1400">
                <a:solidFill>
                  <a:schemeClr val="accent1"/>
                </a:solidFill>
                <a:latin typeface="Consolas" panose="020B0609020204030204" pitchFamily="49" charset="0"/>
                <a:ea typeface="Verdana" panose="020B0604030504040204" pitchFamily="34" charset="0"/>
                <a:cs typeface="Consolas" panose="020B0609020204030204" pitchFamily="49" charset="0"/>
              </a:rPr>
              <a:t> </a:t>
            </a:r>
            <a:r>
              <a:rPr lang="en-US" sz="1400">
                <a:solidFill>
                  <a:schemeClr val="tx2"/>
                </a:solidFill>
                <a:latin typeface="Arial" panose="020B0604020202020204" pitchFamily="34" charset="0"/>
              </a:rPr>
              <a:t>module.  </a:t>
            </a:r>
            <a:endParaRPr lang="en-US" sz="1400" b="0" i="0">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21657015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0B218-2F86-8BD1-9FB3-2C49238EAB16}"/>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68C5815A-C971-3698-A2A0-67A231621B8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General module updates</a:t>
            </a:r>
            <a:endParaRPr lang="en-GB" sz="4800" b="0">
              <a:solidFill>
                <a:srgbClr val="FFFFFF"/>
              </a:solidFill>
            </a:endParaRPr>
          </a:p>
        </p:txBody>
      </p:sp>
      <p:sp>
        <p:nvSpPr>
          <p:cNvPr id="4" name="TextBox 3">
            <a:extLst>
              <a:ext uri="{FF2B5EF4-FFF2-40B4-BE49-F238E27FC236}">
                <a16:creationId xmlns:a16="http://schemas.microsoft.com/office/drawing/2014/main" id="{F42DEFC3-7BFA-0F57-75ED-965ADC25B76B}"/>
              </a:ext>
            </a:extLst>
          </p:cNvPr>
          <p:cNvSpPr txBox="1"/>
          <p:nvPr/>
        </p:nvSpPr>
        <p:spPr>
          <a:xfrm>
            <a:off x="615102" y="1519158"/>
            <a:ext cx="10792038" cy="3772636"/>
          </a:xfrm>
          <a:prstGeom prst="rect">
            <a:avLst/>
          </a:prstGeom>
          <a:noFill/>
        </p:spPr>
        <p:txBody>
          <a:bodyPr wrap="square">
            <a:spAutoFit/>
          </a:bodyPr>
          <a:lstStyle/>
          <a:p>
            <a:pPr marL="285750" indent="-285750" fontAlgn="base">
              <a:buFont typeface="Arial" panose="020B0604020202020204" pitchFamily="34" charset="0"/>
              <a:buChar char="•"/>
            </a:pPr>
            <a:r>
              <a:rPr lang="en-US" sz="1400"/>
              <a:t>Module </a:t>
            </a:r>
            <a:r>
              <a:rPr lang="en-US" sz="1400" b="1">
                <a:solidFill>
                  <a:schemeClr val="accent1"/>
                </a:solidFill>
                <a:latin typeface="Consolas" panose="020B0609020204030204" pitchFamily="49" charset="0"/>
                <a:cs typeface="Consolas" panose="020B0609020204030204" pitchFamily="49" charset="0"/>
              </a:rPr>
              <a:t>OUT: Direct Sellers Target Capacity Scenarios</a:t>
            </a:r>
            <a:r>
              <a:rPr lang="en-US" sz="1400" b="1"/>
              <a:t>, </a:t>
            </a:r>
            <a:r>
              <a:rPr lang="en-US" sz="1400"/>
              <a:t>line item </a:t>
            </a:r>
            <a:r>
              <a:rPr lang="en-US" sz="1400" b="1">
                <a:solidFill>
                  <a:schemeClr val="accent1"/>
                </a:solidFill>
              </a:rPr>
              <a:t>Ready to Snapshot Forecast Version?</a:t>
            </a:r>
            <a:r>
              <a:rPr lang="en-US" sz="1400">
                <a:solidFill>
                  <a:schemeClr val="accent1"/>
                </a:solidFill>
              </a:rPr>
              <a:t>​</a:t>
            </a:r>
          </a:p>
          <a:p>
            <a:pPr marL="742950" lvl="1" indent="-285750" fontAlgn="base">
              <a:buFont typeface="Arial" panose="020B0604020202020204" pitchFamily="34" charset="0"/>
              <a:buChar char="•"/>
            </a:pPr>
            <a:r>
              <a:rPr lang="en-US" sz="1400"/>
              <a:t>Make sure formula is there, or update to match formula from template but to the level of the hierarchy that the line item in formula exists​</a:t>
            </a:r>
          </a:p>
          <a:p>
            <a:pPr marL="742950" lvl="1" indent="-285750" fontAlgn="base">
              <a:buFont typeface="Arial" panose="020B0604020202020204" pitchFamily="34" charset="0"/>
              <a:buChar char="•"/>
            </a:pPr>
            <a:r>
              <a:rPr lang="en-US" sz="1400" b="1"/>
              <a:t>Template formula</a:t>
            </a:r>
            <a:r>
              <a:rPr lang="en-US" sz="1400"/>
              <a:t> = </a:t>
            </a:r>
            <a:r>
              <a:rPr lang="en-US" sz="1400">
                <a:latin typeface="Consolas" panose="020B0609020204030204" pitchFamily="49" charset="0"/>
                <a:cs typeface="Consolas" panose="020B0609020204030204" pitchFamily="49" charset="0"/>
              </a:rPr>
              <a:t>ISNOTBLANK('SYS by Region T3'.FI FLAT Hierarchy Snapshot Exists)​</a:t>
            </a:r>
          </a:p>
          <a:p>
            <a:pPr marL="742950" lvl="1" indent="-285750" fontAlgn="base">
              <a:buFont typeface="Arial" panose="020B0604020202020204" pitchFamily="34" charset="0"/>
              <a:buChar char="•"/>
            </a:pPr>
            <a:r>
              <a:rPr lang="en-US" sz="1400" b="1"/>
              <a:t>Update dimensionality of formula</a:t>
            </a:r>
            <a:r>
              <a:rPr lang="en-US" sz="1400"/>
              <a:t> as it generates over-</a:t>
            </a:r>
            <a:r>
              <a:rPr lang="en-US" sz="1400" err="1"/>
              <a:t>dimensionalized</a:t>
            </a:r>
            <a:r>
              <a:rPr lang="en-US" sz="1400"/>
              <a:t> since used in saved view filter​</a:t>
            </a:r>
          </a:p>
          <a:p>
            <a:pPr marL="742950" lvl="1" indent="-285750" fontAlgn="base">
              <a:buFont typeface="Arial" panose="020B0604020202020204" pitchFamily="34" charset="0"/>
              <a:buChar char="•"/>
            </a:pPr>
            <a:endParaRPr lang="en-US" sz="1400"/>
          </a:p>
          <a:p>
            <a:pPr marL="285750" indent="-285750" fontAlgn="base">
              <a:buFont typeface="Arial" panose="020B0604020202020204" pitchFamily="34" charset="0"/>
              <a:buChar char="•"/>
            </a:pPr>
            <a:r>
              <a:rPr lang="en-US" sz="1400"/>
              <a:t>Module</a:t>
            </a:r>
            <a:r>
              <a:rPr lang="en-US" sz="1400" b="1"/>
              <a:t> </a:t>
            </a:r>
            <a:r>
              <a:rPr lang="en-US" sz="1400" b="1">
                <a:solidFill>
                  <a:schemeClr val="accent1"/>
                </a:solidFill>
                <a:latin typeface="Consolas" panose="020B0609020204030204" pitchFamily="49" charset="0"/>
                <a:cs typeface="Consolas" panose="020B0609020204030204" pitchFamily="49" charset="0"/>
              </a:rPr>
              <a:t>OUT: Direct Sellers Target Capacity Final</a:t>
            </a:r>
            <a:r>
              <a:rPr lang="en-US" sz="1400" b="1"/>
              <a:t>, </a:t>
            </a:r>
            <a:r>
              <a:rPr lang="en-US" sz="1400"/>
              <a:t>line item </a:t>
            </a:r>
            <a:r>
              <a:rPr lang="en-US" sz="1400" b="1">
                <a:solidFill>
                  <a:schemeClr val="accent1"/>
                </a:solidFill>
              </a:rPr>
              <a:t>Ready to Snapshot Forecast Version?</a:t>
            </a:r>
            <a:r>
              <a:rPr lang="en-US" sz="1400">
                <a:solidFill>
                  <a:schemeClr val="accent1"/>
                </a:solidFill>
              </a:rPr>
              <a:t>​</a:t>
            </a:r>
          </a:p>
          <a:p>
            <a:pPr marL="742950" lvl="1" indent="-285750" fontAlgn="base">
              <a:buFont typeface="Arial" panose="020B0604020202020204" pitchFamily="34" charset="0"/>
              <a:buChar char="•"/>
            </a:pPr>
            <a:r>
              <a:rPr lang="en-US" sz="1400"/>
              <a:t>Make sure formula is there, or update to match formula from template but match the levels of the hierarchy that the line item's formula and dimensionality are at​</a:t>
            </a:r>
          </a:p>
          <a:p>
            <a:pPr marL="742950" lvl="1" indent="-285750" fontAlgn="base">
              <a:buFont typeface="Arial" panose="020B0604020202020204" pitchFamily="34" charset="0"/>
              <a:buChar char="•"/>
            </a:pPr>
            <a:r>
              <a:rPr lang="en-US" sz="1400" b="1"/>
              <a:t>Template formula</a:t>
            </a:r>
            <a:r>
              <a:rPr lang="en-US" sz="1400"/>
              <a:t> = </a:t>
            </a:r>
            <a:r>
              <a:rPr lang="en-US" sz="1400">
                <a:latin typeface="Consolas" panose="020B0609020204030204" pitchFamily="49" charset="0"/>
                <a:cs typeface="Consolas" panose="020B0609020204030204" pitchFamily="49" charset="0"/>
              </a:rPr>
              <a:t>'INP: Workflow Plan Approval by Area T2'.Approver Approves[LOOKUP: 'SYS by Region T3'.'ITEM: Area T2'] AND ISNOTBLANK('SYS by Region T3'.FI FLAT Hierarchy Snapshot Exists)​</a:t>
            </a:r>
          </a:p>
          <a:p>
            <a:pPr marL="742950" lvl="1" indent="-285750" fontAlgn="base">
              <a:buFont typeface="Arial" panose="020B0604020202020204" pitchFamily="34" charset="0"/>
              <a:buChar char="•"/>
            </a:pPr>
            <a:endParaRPr lang="en-US" sz="1400"/>
          </a:p>
          <a:p>
            <a:pPr marL="285750" indent="-285750" fontAlgn="base">
              <a:buFont typeface="Arial" panose="020B0604020202020204" pitchFamily="34" charset="0"/>
              <a:buChar char="•"/>
            </a:pPr>
            <a:r>
              <a:rPr lang="en-US" sz="1400"/>
              <a:t>Module</a:t>
            </a:r>
            <a:r>
              <a:rPr lang="en-US" sz="1400" b="1"/>
              <a:t> </a:t>
            </a:r>
            <a:r>
              <a:rPr lang="en-US" sz="1400" b="1">
                <a:solidFill>
                  <a:schemeClr val="accent1"/>
                </a:solidFill>
                <a:latin typeface="Consolas" panose="020B0609020204030204" pitchFamily="49" charset="0"/>
                <a:cs typeface="Consolas" panose="020B0609020204030204" pitchFamily="49" charset="0"/>
              </a:rPr>
              <a:t>INP: Forecast Versions Assumptions</a:t>
            </a:r>
            <a:r>
              <a:rPr lang="en-US" sz="1400" b="1"/>
              <a:t>, </a:t>
            </a:r>
            <a:r>
              <a:rPr lang="en-US" sz="1400"/>
              <a:t>line item</a:t>
            </a:r>
            <a:r>
              <a:rPr lang="en-US" sz="1400" b="1"/>
              <a:t> </a:t>
            </a:r>
            <a:r>
              <a:rPr lang="en-US" sz="1400" b="1">
                <a:solidFill>
                  <a:schemeClr val="accent1"/>
                </a:solidFill>
              </a:rPr>
              <a:t>Previous Forecast Version Date Lock</a:t>
            </a:r>
            <a:r>
              <a:rPr lang="en-US" sz="1400">
                <a:solidFill>
                  <a:schemeClr val="accent1"/>
                </a:solidFill>
              </a:rPr>
              <a:t>​</a:t>
            </a:r>
          </a:p>
          <a:p>
            <a:pPr marL="742950" lvl="1" indent="-285750" fontAlgn="base">
              <a:buFont typeface="Arial" panose="020B0604020202020204" pitchFamily="34" charset="0"/>
              <a:buChar char="•"/>
            </a:pPr>
            <a:r>
              <a:rPr lang="en-US" sz="1400"/>
              <a:t>Formula doesn't generate because of all periods in the time settings not being selected​</a:t>
            </a:r>
          </a:p>
          <a:p>
            <a:pPr marL="742950" lvl="1" indent="-285750" fontAlgn="base">
              <a:buFont typeface="Arial" panose="020B0604020202020204" pitchFamily="34" charset="0"/>
              <a:buChar char="•"/>
            </a:pPr>
            <a:r>
              <a:rPr lang="en-US" sz="1400"/>
              <a:t>Formula should be </a:t>
            </a:r>
            <a:r>
              <a:rPr lang="en-US" sz="1400">
                <a:latin typeface="Consolas" panose="020B0609020204030204" pitchFamily="49" charset="0"/>
                <a:cs typeface="Consolas" panose="020B0609020204030204" pitchFamily="49" charset="0"/>
              </a:rPr>
              <a:t>IF ISBLANK(Previous Forecast Version) THEN 'SYS: Time </a:t>
            </a:r>
            <a:r>
              <a:rPr lang="en-US" sz="1400" err="1">
                <a:latin typeface="Consolas" panose="020B0609020204030204" pitchFamily="49" charset="0"/>
                <a:cs typeface="Consolas" panose="020B0609020204030204" pitchFamily="49" charset="0"/>
              </a:rPr>
              <a:t>Management'.First</a:t>
            </a:r>
            <a:r>
              <a:rPr lang="en-US" sz="1400">
                <a:latin typeface="Consolas" panose="020B0609020204030204" pitchFamily="49" charset="0"/>
                <a:cs typeface="Consolas" panose="020B0609020204030204" pitchFamily="49" charset="0"/>
              </a:rPr>
              <a:t> Date ELSE Date of Snapshot[LOOKUP: Previous Forecast Version]​</a:t>
            </a:r>
          </a:p>
          <a:p>
            <a:pPr marL="285750" indent="-285750" algn="l" rtl="0" fontAlgn="base">
              <a:lnSpc>
                <a:spcPts val="2025"/>
              </a:lnSpc>
              <a:buFont typeface="Arial" panose="020B0604020202020204" pitchFamily="34" charset="0"/>
              <a:buChar char="•"/>
            </a:pPr>
            <a:endParaRPr lang="en-US" sz="1400" b="0" i="0">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2497745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2D8F9-A56C-9A5E-3DEA-C5178EB33C5A}"/>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BF4516B2-54C2-F9A3-DE8C-762E0DAA409D}"/>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General module updates </a:t>
            </a:r>
            <a:r>
              <a:rPr lang="en-GB" b="0">
                <a:solidFill>
                  <a:srgbClr val="FFFFFF"/>
                </a:solidFill>
              </a:rPr>
              <a:t>(cont.)</a:t>
            </a:r>
            <a:endParaRPr lang="en-GB" sz="4800" b="0">
              <a:solidFill>
                <a:srgbClr val="FFFFFF"/>
              </a:solidFill>
            </a:endParaRPr>
          </a:p>
        </p:txBody>
      </p:sp>
      <p:sp>
        <p:nvSpPr>
          <p:cNvPr id="4" name="TextBox 3">
            <a:extLst>
              <a:ext uri="{FF2B5EF4-FFF2-40B4-BE49-F238E27FC236}">
                <a16:creationId xmlns:a16="http://schemas.microsoft.com/office/drawing/2014/main" id="{EFDA63F2-2617-5F73-4C84-20CBABE18F8D}"/>
              </a:ext>
            </a:extLst>
          </p:cNvPr>
          <p:cNvSpPr txBox="1"/>
          <p:nvPr/>
        </p:nvSpPr>
        <p:spPr>
          <a:xfrm>
            <a:off x="512232" y="1219516"/>
            <a:ext cx="10792038" cy="4418967"/>
          </a:xfrm>
          <a:prstGeom prst="rect">
            <a:avLst/>
          </a:prstGeom>
          <a:noFill/>
        </p:spPr>
        <p:txBody>
          <a:bodyPr wrap="square">
            <a:spAutoFit/>
          </a:bodyPr>
          <a:lstStyle/>
          <a:p>
            <a:pPr marL="285750" indent="-285750" fontAlgn="base">
              <a:buFont typeface="Arial" panose="020B0604020202020204" pitchFamily="34" charset="0"/>
              <a:buChar char="•"/>
            </a:pPr>
            <a:r>
              <a:rPr lang="en-US" sz="1400"/>
              <a:t>Module</a:t>
            </a:r>
            <a:r>
              <a:rPr lang="en-US" sz="1400" b="1"/>
              <a:t> </a:t>
            </a:r>
            <a:r>
              <a:rPr lang="en-US" sz="1400" b="1">
                <a:solidFill>
                  <a:schemeClr val="accent1"/>
                </a:solidFill>
                <a:latin typeface="Consolas" panose="020B0609020204030204" pitchFamily="49" charset="0"/>
                <a:cs typeface="Consolas" panose="020B0609020204030204" pitchFamily="49" charset="0"/>
              </a:rPr>
              <a:t>SYS: Time Management</a:t>
            </a:r>
            <a:r>
              <a:rPr lang="en-US" sz="1400" b="1"/>
              <a:t>, </a:t>
            </a:r>
            <a:r>
              <a:rPr lang="en-US" sz="1400"/>
              <a:t>line item</a:t>
            </a:r>
            <a:r>
              <a:rPr lang="en-US" sz="1400" b="1"/>
              <a:t> </a:t>
            </a:r>
            <a:r>
              <a:rPr lang="en-US" sz="1400" b="1">
                <a:solidFill>
                  <a:schemeClr val="accent1"/>
                </a:solidFill>
              </a:rPr>
              <a:t>All But All Periods</a:t>
            </a:r>
            <a:r>
              <a:rPr lang="en-US" sz="1400">
                <a:solidFill>
                  <a:schemeClr val="accent1"/>
                </a:solidFill>
              </a:rPr>
              <a:t>​</a:t>
            </a:r>
          </a:p>
          <a:p>
            <a:pPr marL="742950" lvl="1" indent="-285750" fontAlgn="base">
              <a:buFont typeface="Arial" panose="020B0604020202020204" pitchFamily="34" charset="0"/>
              <a:buChar char="•"/>
            </a:pPr>
            <a:r>
              <a:rPr lang="en-US" sz="1400"/>
              <a:t>Formula doesn't generate because of all periods in the time settings not being selected​</a:t>
            </a:r>
          </a:p>
          <a:p>
            <a:pPr marL="742950" lvl="1" indent="-285750" fontAlgn="base">
              <a:buFont typeface="Arial" panose="020B0604020202020204" pitchFamily="34" charset="0"/>
              <a:buChar char="•"/>
            </a:pPr>
            <a:r>
              <a:rPr lang="en-US" sz="1400"/>
              <a:t>Formula should be </a:t>
            </a:r>
            <a:r>
              <a:rPr lang="en-US" sz="1400">
                <a:latin typeface="Consolas" panose="020B0609020204030204" pitchFamily="49" charset="0"/>
                <a:cs typeface="Consolas" panose="020B0609020204030204" pitchFamily="49" charset="0"/>
              </a:rPr>
              <a:t>Levels &lt;&gt; Levels[SELECT: </a:t>
            </a:r>
            <a:r>
              <a:rPr lang="en-US" sz="1400" err="1">
                <a:latin typeface="Consolas" panose="020B0609020204030204" pitchFamily="49" charset="0"/>
                <a:cs typeface="Consolas" panose="020B0609020204030204" pitchFamily="49" charset="0"/>
              </a:rPr>
              <a:t>TIME.All</a:t>
            </a:r>
            <a:r>
              <a:rPr lang="en-US" sz="1400">
                <a:latin typeface="Consolas" panose="020B0609020204030204" pitchFamily="49" charset="0"/>
                <a:cs typeface="Consolas" panose="020B0609020204030204" pitchFamily="49" charset="0"/>
              </a:rPr>
              <a:t> Periods]​</a:t>
            </a:r>
          </a:p>
          <a:p>
            <a:pPr lvl="1" fontAlgn="base"/>
            <a:endParaRPr lang="en-US" sz="1400"/>
          </a:p>
          <a:p>
            <a:pPr marL="285750" indent="-285750" fontAlgn="base">
              <a:buFont typeface="Arial" panose="020B0604020202020204" pitchFamily="34" charset="0"/>
              <a:buChar char="•"/>
            </a:pPr>
            <a:r>
              <a:rPr lang="en-US" sz="1400"/>
              <a:t>Module</a:t>
            </a:r>
            <a:r>
              <a:rPr lang="en-US" sz="1400" b="1"/>
              <a:t> </a:t>
            </a:r>
            <a:r>
              <a:rPr lang="en-US" sz="1400" b="1">
                <a:solidFill>
                  <a:schemeClr val="accent1"/>
                </a:solidFill>
                <a:latin typeface="Consolas" panose="020B0609020204030204" pitchFamily="49" charset="0"/>
                <a:cs typeface="Consolas" panose="020B0609020204030204" pitchFamily="49" charset="0"/>
              </a:rPr>
              <a:t>SYS: Today Date</a:t>
            </a:r>
            <a:r>
              <a:rPr lang="en-US" sz="1400" b="1"/>
              <a:t>, </a:t>
            </a:r>
            <a:r>
              <a:rPr lang="en-US" sz="1400"/>
              <a:t>line item</a:t>
            </a:r>
            <a:r>
              <a:rPr lang="en-US" sz="1400" b="1"/>
              <a:t> </a:t>
            </a:r>
            <a:r>
              <a:rPr lang="en-US" sz="1400" b="1">
                <a:solidFill>
                  <a:schemeClr val="accent1"/>
                </a:solidFill>
              </a:rPr>
              <a:t>First Time Month in Model</a:t>
            </a:r>
            <a:r>
              <a:rPr lang="en-US" sz="1400">
                <a:solidFill>
                  <a:schemeClr val="accent1"/>
                </a:solidFill>
              </a:rPr>
              <a:t>​</a:t>
            </a:r>
          </a:p>
          <a:p>
            <a:pPr marL="742950" lvl="1" indent="-285750" fontAlgn="base">
              <a:buFont typeface="Arial" panose="020B0604020202020204" pitchFamily="34" charset="0"/>
              <a:buChar char="•"/>
            </a:pPr>
            <a:r>
              <a:rPr lang="en-US" sz="1400"/>
              <a:t>Formula doesn't generate because of all periods in the time settings not being selected​</a:t>
            </a:r>
          </a:p>
          <a:p>
            <a:pPr marL="742950" lvl="1" indent="-285750" fontAlgn="base">
              <a:buFont typeface="Arial" panose="020B0604020202020204" pitchFamily="34" charset="0"/>
              <a:buChar char="•"/>
            </a:pPr>
            <a:r>
              <a:rPr lang="en-US" sz="1400"/>
              <a:t>Formula should be </a:t>
            </a:r>
            <a:r>
              <a:rPr lang="en-US" sz="1400">
                <a:latin typeface="Consolas" panose="020B0609020204030204" pitchFamily="49" charset="0"/>
                <a:cs typeface="Consolas" panose="020B0609020204030204" pitchFamily="49" charset="0"/>
              </a:rPr>
              <a:t>'SYS: Time </a:t>
            </a:r>
            <a:r>
              <a:rPr lang="en-US" sz="1400" err="1">
                <a:latin typeface="Consolas" panose="020B0609020204030204" pitchFamily="49" charset="0"/>
                <a:cs typeface="Consolas" panose="020B0609020204030204" pitchFamily="49" charset="0"/>
              </a:rPr>
              <a:t>Management'.First</a:t>
            </a:r>
            <a:r>
              <a:rPr lang="en-US" sz="1400">
                <a:latin typeface="Consolas" panose="020B0609020204030204" pitchFamily="49" charset="0"/>
                <a:cs typeface="Consolas" panose="020B0609020204030204" pitchFamily="49" charset="0"/>
              </a:rPr>
              <a:t> Month in Timescale​</a:t>
            </a:r>
          </a:p>
          <a:p>
            <a:pPr lvl="1" fontAlgn="base"/>
            <a:endParaRPr lang="en-US" sz="1400"/>
          </a:p>
          <a:p>
            <a:pPr marL="285750" indent="-285750" fontAlgn="base">
              <a:buFont typeface="Arial" panose="020B0604020202020204" pitchFamily="34" charset="0"/>
              <a:buChar char="•"/>
            </a:pPr>
            <a:r>
              <a:rPr lang="en-US" sz="1400"/>
              <a:t>Module</a:t>
            </a:r>
            <a:r>
              <a:rPr lang="en-US" sz="1400" b="1"/>
              <a:t> </a:t>
            </a:r>
            <a:r>
              <a:rPr lang="en-US" sz="1400" b="1">
                <a:solidFill>
                  <a:schemeClr val="accent1"/>
                </a:solidFill>
                <a:latin typeface="Consolas" panose="020B0609020204030204" pitchFamily="49" charset="0"/>
                <a:cs typeface="Consolas" panose="020B0609020204030204" pitchFamily="49" charset="0"/>
              </a:rPr>
              <a:t>SYS: Today Date</a:t>
            </a:r>
            <a:r>
              <a:rPr lang="en-US" sz="1400" b="1"/>
              <a:t>, </a:t>
            </a:r>
            <a:r>
              <a:rPr lang="en-US" sz="1400"/>
              <a:t>line item</a:t>
            </a:r>
            <a:r>
              <a:rPr lang="en-US" sz="1400" b="1"/>
              <a:t> </a:t>
            </a:r>
            <a:r>
              <a:rPr lang="en-US" sz="1400" b="1">
                <a:solidFill>
                  <a:schemeClr val="accent1"/>
                </a:solidFill>
              </a:rPr>
              <a:t>Last Time Month in Model</a:t>
            </a:r>
            <a:r>
              <a:rPr lang="en-US" sz="1400">
                <a:solidFill>
                  <a:schemeClr val="accent1"/>
                </a:solidFill>
              </a:rPr>
              <a:t>​</a:t>
            </a:r>
          </a:p>
          <a:p>
            <a:pPr marL="742950" lvl="1" indent="-285750" fontAlgn="base">
              <a:buFont typeface="Arial" panose="020B0604020202020204" pitchFamily="34" charset="0"/>
              <a:buChar char="•"/>
            </a:pPr>
            <a:r>
              <a:rPr lang="en-US" sz="1400"/>
              <a:t>Formula doesn't generate because of all periods in the time settings not being selected​</a:t>
            </a:r>
          </a:p>
          <a:p>
            <a:pPr marL="742950" lvl="1" indent="-285750" fontAlgn="base">
              <a:buFont typeface="Arial" panose="020B0604020202020204" pitchFamily="34" charset="0"/>
              <a:buChar char="•"/>
            </a:pPr>
            <a:r>
              <a:rPr lang="en-US" sz="1400"/>
              <a:t>Formula should be </a:t>
            </a:r>
            <a:r>
              <a:rPr lang="en-US" sz="1400">
                <a:latin typeface="Consolas" panose="020B0609020204030204" pitchFamily="49" charset="0"/>
                <a:cs typeface="Consolas" panose="020B0609020204030204" pitchFamily="49" charset="0"/>
              </a:rPr>
              <a:t>'SYS: Time </a:t>
            </a:r>
            <a:r>
              <a:rPr lang="en-US" sz="1400" err="1">
                <a:latin typeface="Consolas" panose="020B0609020204030204" pitchFamily="49" charset="0"/>
                <a:cs typeface="Consolas" panose="020B0609020204030204" pitchFamily="49" charset="0"/>
              </a:rPr>
              <a:t>Management'.Last</a:t>
            </a:r>
            <a:r>
              <a:rPr lang="en-US" sz="1400">
                <a:latin typeface="Consolas" panose="020B0609020204030204" pitchFamily="49" charset="0"/>
                <a:cs typeface="Consolas" panose="020B0609020204030204" pitchFamily="49" charset="0"/>
              </a:rPr>
              <a:t> Month in Timescale​</a:t>
            </a:r>
          </a:p>
          <a:p>
            <a:pPr lvl="1" fontAlgn="base"/>
            <a:endParaRPr lang="en-US" sz="1400"/>
          </a:p>
          <a:p>
            <a:pPr marL="285750" indent="-285750" fontAlgn="base">
              <a:buFont typeface="Arial" panose="020B0604020202020204" pitchFamily="34" charset="0"/>
              <a:buChar char="•"/>
            </a:pPr>
            <a:r>
              <a:rPr lang="en-US" sz="1400"/>
              <a:t>Module</a:t>
            </a:r>
            <a:r>
              <a:rPr lang="en-US" sz="1400" b="1"/>
              <a:t> </a:t>
            </a:r>
            <a:r>
              <a:rPr lang="en-US" sz="1400" b="1">
                <a:solidFill>
                  <a:schemeClr val="accent1"/>
                </a:solidFill>
                <a:latin typeface="Consolas" panose="020B0609020204030204" pitchFamily="49" charset="0"/>
                <a:cs typeface="Consolas" panose="020B0609020204030204" pitchFamily="49" charset="0"/>
              </a:rPr>
              <a:t>SYS: Time User Filters,</a:t>
            </a:r>
            <a:r>
              <a:rPr lang="en-US" sz="1400" b="1"/>
              <a:t> </a:t>
            </a:r>
            <a:r>
              <a:rPr lang="en-US" sz="1400"/>
              <a:t>line item</a:t>
            </a:r>
            <a:r>
              <a:rPr lang="en-US" sz="1400" b="1"/>
              <a:t> </a:t>
            </a:r>
            <a:r>
              <a:rPr lang="en-US" sz="1400" b="1">
                <a:solidFill>
                  <a:schemeClr val="accent1"/>
                </a:solidFill>
              </a:rPr>
              <a:t>All Time</a:t>
            </a:r>
            <a:r>
              <a:rPr lang="en-US" sz="1400">
                <a:solidFill>
                  <a:schemeClr val="accent1"/>
                </a:solidFill>
              </a:rPr>
              <a:t>​</a:t>
            </a:r>
          </a:p>
          <a:p>
            <a:pPr marL="742950" lvl="1" indent="-285750" fontAlgn="base">
              <a:buFont typeface="Arial" panose="020B0604020202020204" pitchFamily="34" charset="0"/>
              <a:buChar char="•"/>
            </a:pPr>
            <a:r>
              <a:rPr lang="en-US" sz="1400"/>
              <a:t>Formula doesn't generate because of all periods in the time settings not being selected​</a:t>
            </a:r>
          </a:p>
          <a:p>
            <a:pPr marL="742950" lvl="1" indent="-285750" fontAlgn="base">
              <a:buFont typeface="Arial" panose="020B0604020202020204" pitchFamily="34" charset="0"/>
              <a:buChar char="•"/>
            </a:pPr>
            <a:r>
              <a:rPr lang="en-US" sz="1400"/>
              <a:t>Formula should be </a:t>
            </a:r>
            <a:r>
              <a:rPr lang="en-US" sz="1400">
                <a:latin typeface="Consolas" panose="020B0609020204030204" pitchFamily="49" charset="0"/>
                <a:cs typeface="Consolas" panose="020B0609020204030204" pitchFamily="49" charset="0"/>
              </a:rPr>
              <a:t>Select?​</a:t>
            </a:r>
          </a:p>
          <a:p>
            <a:pPr lvl="1" fontAlgn="base"/>
            <a:endParaRPr lang="en-US" sz="1400"/>
          </a:p>
          <a:p>
            <a:pPr marL="285750" indent="-285750" fontAlgn="base">
              <a:buFont typeface="Arial" panose="020B0604020202020204" pitchFamily="34" charset="0"/>
              <a:buChar char="•"/>
            </a:pPr>
            <a:r>
              <a:rPr lang="en-US" sz="1400"/>
              <a:t>Module</a:t>
            </a:r>
            <a:r>
              <a:rPr lang="en-US" sz="1400" b="1"/>
              <a:t> </a:t>
            </a:r>
            <a:r>
              <a:rPr lang="en-US" sz="1400" b="1">
                <a:solidFill>
                  <a:schemeClr val="accent1"/>
                </a:solidFill>
                <a:latin typeface="Consolas" panose="020B0609020204030204" pitchFamily="49" charset="0"/>
                <a:cs typeface="Consolas" panose="020B0609020204030204" pitchFamily="49" charset="0"/>
              </a:rPr>
              <a:t>SYS by Employee Flat</a:t>
            </a:r>
            <a:r>
              <a:rPr lang="en-US" sz="1400" b="1"/>
              <a:t>, </a:t>
            </a:r>
            <a:r>
              <a:rPr lang="en-US" sz="1400"/>
              <a:t>line item</a:t>
            </a:r>
            <a:r>
              <a:rPr lang="en-US" sz="1400" b="1"/>
              <a:t> </a:t>
            </a:r>
            <a:r>
              <a:rPr lang="en-US" sz="1400" b="1">
                <a:solidFill>
                  <a:schemeClr val="accent1"/>
                </a:solidFill>
              </a:rPr>
              <a:t>ITEM: Role Grade</a:t>
            </a:r>
            <a:r>
              <a:rPr lang="en-US" sz="1400">
                <a:solidFill>
                  <a:schemeClr val="accent1"/>
                </a:solidFill>
              </a:rPr>
              <a:t>​</a:t>
            </a:r>
          </a:p>
          <a:p>
            <a:pPr marL="742950" lvl="1" indent="-285750" fontAlgn="base">
              <a:buFont typeface="Arial" panose="020B0604020202020204" pitchFamily="34" charset="0"/>
              <a:buChar char="•"/>
            </a:pPr>
            <a:r>
              <a:rPr lang="en-US" sz="1400"/>
              <a:t>Formula doesn't generate because of all periods in the time settings not being selected​</a:t>
            </a:r>
          </a:p>
          <a:p>
            <a:pPr marL="742950" lvl="1" indent="-285750" fontAlgn="base">
              <a:buFont typeface="Arial" panose="020B0604020202020204" pitchFamily="34" charset="0"/>
              <a:buChar char="•"/>
            </a:pPr>
            <a:r>
              <a:rPr lang="en-US" sz="1400"/>
              <a:t>Formula should be </a:t>
            </a:r>
            <a:r>
              <a:rPr lang="en-US" sz="1400">
                <a:latin typeface="Consolas" panose="020B0609020204030204" pitchFamily="49" charset="0"/>
                <a:cs typeface="Consolas" panose="020B0609020204030204" pitchFamily="49" charset="0"/>
              </a:rPr>
              <a:t>'OUT: Employee Metadata over </a:t>
            </a:r>
            <a:r>
              <a:rPr lang="en-US" sz="1400" err="1">
                <a:latin typeface="Consolas" panose="020B0609020204030204" pitchFamily="49" charset="0"/>
                <a:cs typeface="Consolas" panose="020B0609020204030204" pitchFamily="49" charset="0"/>
              </a:rPr>
              <a:t>Time'.Role</a:t>
            </a:r>
            <a:r>
              <a:rPr lang="en-US" sz="1400">
                <a:latin typeface="Consolas" panose="020B0609020204030204" pitchFamily="49" charset="0"/>
                <a:cs typeface="Consolas" panose="020B0609020204030204" pitchFamily="49" charset="0"/>
              </a:rPr>
              <a:t> Grade</a:t>
            </a:r>
          </a:p>
          <a:p>
            <a:pPr marL="285750" indent="-285750" algn="l" rtl="0" fontAlgn="base">
              <a:lnSpc>
                <a:spcPts val="2025"/>
              </a:lnSpc>
              <a:buFont typeface="Arial" panose="020B0604020202020204" pitchFamily="34" charset="0"/>
              <a:buChar char="•"/>
            </a:pPr>
            <a:endParaRPr lang="en-US" sz="1400" b="0" i="0">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26256838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3F89-3397-46DF-BF3A-E9A01FFC7050}"/>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332FDC17-445E-F690-9470-DEB3100C70A7}"/>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rgbClr val="FFFFFF"/>
                </a:solidFill>
              </a:rPr>
              <a:t>Dynamic cell access updates</a:t>
            </a:r>
            <a:endParaRPr lang="en-GB" sz="4800" b="0">
              <a:solidFill>
                <a:srgbClr val="FFFFFF"/>
              </a:solidFill>
            </a:endParaRPr>
          </a:p>
        </p:txBody>
      </p:sp>
      <p:sp>
        <p:nvSpPr>
          <p:cNvPr id="4" name="TextBox 3">
            <a:extLst>
              <a:ext uri="{FF2B5EF4-FFF2-40B4-BE49-F238E27FC236}">
                <a16:creationId xmlns:a16="http://schemas.microsoft.com/office/drawing/2014/main" id="{CB6B0084-97E7-5EDF-9035-FBD3943E0BCB}"/>
              </a:ext>
            </a:extLst>
          </p:cNvPr>
          <p:cNvSpPr txBox="1"/>
          <p:nvPr/>
        </p:nvSpPr>
        <p:spPr>
          <a:xfrm>
            <a:off x="535092" y="1253806"/>
            <a:ext cx="10792038" cy="1908215"/>
          </a:xfrm>
          <a:prstGeom prst="rect">
            <a:avLst/>
          </a:prstGeom>
          <a:noFill/>
        </p:spPr>
        <p:txBody>
          <a:bodyPr wrap="square">
            <a:spAutoFit/>
          </a:bodyPr>
          <a:lstStyle/>
          <a:p>
            <a:pPr fontAlgn="base"/>
            <a:r>
              <a:rPr lang="en-US" sz="1600"/>
              <a:t>Ensure that DCA is working and generated correctly​</a:t>
            </a:r>
          </a:p>
          <a:p>
            <a:pPr fontAlgn="base"/>
            <a:endParaRPr lang="en-US" sz="1600"/>
          </a:p>
          <a:p>
            <a:pPr marL="285750" indent="-285750" fontAlgn="base">
              <a:buFont typeface="Arial" panose="020B0604020202020204" pitchFamily="34" charset="0"/>
              <a:buChar char="•"/>
            </a:pPr>
            <a:r>
              <a:rPr lang="en-US" sz="1400"/>
              <a:t>When you select the </a:t>
            </a:r>
            <a:r>
              <a:rPr lang="en-US" sz="1400" b="1">
                <a:solidFill>
                  <a:schemeClr val="accent1"/>
                </a:solidFill>
              </a:rPr>
              <a:t>Submit &amp; Notify</a:t>
            </a:r>
            <a:r>
              <a:rPr lang="en-US" sz="1400">
                <a:solidFill>
                  <a:schemeClr val="accent1"/>
                </a:solidFill>
              </a:rPr>
              <a:t> </a:t>
            </a:r>
            <a:r>
              <a:rPr lang="en-US" sz="1400"/>
              <a:t>action at the bottom of the </a:t>
            </a:r>
            <a:r>
              <a:rPr lang="en-US" sz="1400" b="1">
                <a:solidFill>
                  <a:schemeClr val="accent1"/>
                </a:solidFill>
              </a:rPr>
              <a:t>Step 2</a:t>
            </a:r>
            <a:r>
              <a:rPr lang="en-US" sz="1400" b="1"/>
              <a:t> </a:t>
            </a:r>
            <a:r>
              <a:rPr lang="en-US" sz="1400"/>
              <a:t>pages in the </a:t>
            </a:r>
            <a:r>
              <a:rPr lang="en-US" sz="1400">
                <a:solidFill>
                  <a:schemeClr val="accent1"/>
                </a:solidFill>
              </a:rPr>
              <a:t>Top-Down HC Target Setting </a:t>
            </a:r>
            <a:r>
              <a:rPr lang="en-US" sz="1400"/>
              <a:t>for each level of the hierarchy, the data inputs on the page should turn to </a:t>
            </a:r>
            <a:r>
              <a:rPr lang="en-US" sz="1400" b="1"/>
              <a:t>READ-ONLY</a:t>
            </a:r>
          </a:p>
          <a:p>
            <a:pPr fontAlgn="base"/>
            <a:endParaRPr lang="en-US" sz="1400"/>
          </a:p>
          <a:p>
            <a:pPr marL="285750" indent="-285750" fontAlgn="base">
              <a:buFont typeface="Arial" panose="020B0604020202020204" pitchFamily="34" charset="0"/>
              <a:buChar char="•"/>
            </a:pPr>
            <a:r>
              <a:rPr lang="en-US" sz="1400"/>
              <a:t>Hiring plan inputs in </a:t>
            </a:r>
            <a:r>
              <a:rPr lang="en-US" sz="1400" b="1">
                <a:solidFill>
                  <a:schemeClr val="accent1"/>
                </a:solidFill>
              </a:rPr>
              <a:t>section 4</a:t>
            </a:r>
            <a:r>
              <a:rPr lang="en-US" sz="1400"/>
              <a:t> should turn to </a:t>
            </a:r>
            <a:r>
              <a:rPr lang="en-US" sz="1400" b="1"/>
              <a:t>READ-ONLY</a:t>
            </a:r>
            <a:r>
              <a:rPr lang="en-US" sz="1400"/>
              <a:t> when you lock or submit a plan</a:t>
            </a:r>
          </a:p>
          <a:p>
            <a:pPr fontAlgn="base"/>
            <a:endParaRPr lang="en-US" sz="1400"/>
          </a:p>
          <a:p>
            <a:pPr marL="285750" indent="-285750" fontAlgn="base">
              <a:buFont typeface="Arial" panose="020B0604020202020204" pitchFamily="34" charset="0"/>
              <a:buChar char="•"/>
            </a:pPr>
            <a:r>
              <a:rPr lang="en-US" sz="1400"/>
              <a:t>Hiring Plan inputs in </a:t>
            </a:r>
            <a:r>
              <a:rPr lang="en-US" sz="1400" b="1">
                <a:solidFill>
                  <a:schemeClr val="accent1"/>
                </a:solidFill>
              </a:rPr>
              <a:t>section</a:t>
            </a:r>
            <a:r>
              <a:rPr lang="en-US" sz="1400">
                <a:solidFill>
                  <a:schemeClr val="accent1"/>
                </a:solidFill>
              </a:rPr>
              <a:t> 5</a:t>
            </a:r>
            <a:r>
              <a:rPr lang="en-US" sz="1400"/>
              <a:t> should be </a:t>
            </a:r>
            <a:r>
              <a:rPr lang="en-US" sz="1400" b="1"/>
              <a:t>READ-ONLY</a:t>
            </a:r>
            <a:r>
              <a:rPr lang="en-US" sz="1400"/>
              <a:t> for months that are actuals based on the current date in the model​</a:t>
            </a:r>
          </a:p>
        </p:txBody>
      </p:sp>
    </p:spTree>
    <p:extLst>
      <p:ext uri="{BB962C8B-B14F-4D97-AF65-F5344CB8AC3E}">
        <p14:creationId xmlns:p14="http://schemas.microsoft.com/office/powerpoint/2010/main" val="25179131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53867FC-EBE9-4935-E151-E40228FAA9A0}"/>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App pages updates</a:t>
            </a:r>
            <a:endParaRPr lang="en-US" sz="4200"/>
          </a:p>
        </p:txBody>
      </p:sp>
      <p:sp>
        <p:nvSpPr>
          <p:cNvPr id="3" name="Text Placeholder 2">
            <a:extLst>
              <a:ext uri="{FF2B5EF4-FFF2-40B4-BE49-F238E27FC236}">
                <a16:creationId xmlns:a16="http://schemas.microsoft.com/office/drawing/2014/main" id="{952FD9F5-CCF2-A0F9-EA85-EF83BAD62E9E}"/>
              </a:ext>
            </a:extLst>
          </p:cNvPr>
          <p:cNvSpPr>
            <a:spLocks noGrp="1"/>
          </p:cNvSpPr>
          <p:nvPr>
            <p:ph type="body" sz="quarter" idx="11"/>
          </p:nvPr>
        </p:nvSpPr>
        <p:spPr>
          <a:xfrm>
            <a:off x="4485134" y="2725350"/>
            <a:ext cx="6601856" cy="509871"/>
          </a:xfrm>
        </p:spPr>
        <p:txBody>
          <a:bodyPr/>
          <a:lstStyle/>
          <a:p>
            <a:r>
              <a:rPr lang="en-US">
                <a:solidFill>
                  <a:schemeClr val="accent1"/>
                </a:solidFill>
              </a:rPr>
              <a:t>Section 5</a:t>
            </a:r>
          </a:p>
        </p:txBody>
      </p:sp>
    </p:spTree>
    <p:extLst>
      <p:ext uri="{BB962C8B-B14F-4D97-AF65-F5344CB8AC3E}">
        <p14:creationId xmlns:p14="http://schemas.microsoft.com/office/powerpoint/2010/main" val="27367292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D398E-313F-7B73-75AD-B7B5C8C4DC8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DCF744A-5DD2-33F6-8D51-E8758F960EE9}"/>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b="1">
                <a:solidFill>
                  <a:srgbClr val="0C314B"/>
                </a:solidFill>
                <a:latin typeface="Arial"/>
                <a:ea typeface="Verdana"/>
                <a:cs typeface="Arial"/>
              </a:rPr>
              <a:t>Remove/</a:t>
            </a:r>
            <a:r>
              <a:rPr lang="en-US" b="1" err="1">
                <a:solidFill>
                  <a:srgbClr val="0C314B"/>
                </a:solidFill>
                <a:latin typeface="Arial"/>
                <a:ea typeface="Verdana"/>
                <a:cs typeface="Arial"/>
              </a:rPr>
              <a:t>Uncategorize</a:t>
            </a:r>
            <a:r>
              <a:rPr lang="en-US" b="1">
                <a:solidFill>
                  <a:srgbClr val="0C314B"/>
                </a:solidFill>
                <a:latin typeface="Arial"/>
                <a:ea typeface="Verdana"/>
                <a:cs typeface="Arial"/>
              </a:rPr>
              <a:t> the Set of Dashboards that you are not using for the Top-Down Process</a:t>
            </a:r>
            <a:r>
              <a:rPr lang="en-GB" sz="1800" b="1">
                <a:solidFill>
                  <a:srgbClr val="0C314B"/>
                </a:solidFill>
                <a:latin typeface="Arial"/>
                <a:ea typeface="Verdana"/>
                <a:cs typeface="Arial"/>
              </a:rPr>
              <a:t>`</a:t>
            </a:r>
          </a:p>
        </p:txBody>
      </p:sp>
      <p:grpSp>
        <p:nvGrpSpPr>
          <p:cNvPr id="5" name="Group 4">
            <a:extLst>
              <a:ext uri="{FF2B5EF4-FFF2-40B4-BE49-F238E27FC236}">
                <a16:creationId xmlns:a16="http://schemas.microsoft.com/office/drawing/2014/main" id="{77661D5B-DFC5-1A7E-CD6A-1474E6B8B57D}"/>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B51D7326-9416-E917-6E1E-98FC0E14CDDC}"/>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571A286C-040C-C52D-CBD2-599A4BACCDB6}"/>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4D94A72A-948B-84F5-E4C9-80363372152A}"/>
                </a:ext>
              </a:extLst>
            </p:cNvPr>
            <p:cNvSpPr txBox="1"/>
            <p:nvPr/>
          </p:nvSpPr>
          <p:spPr>
            <a:xfrm>
              <a:off x="6649814" y="2453393"/>
              <a:ext cx="4921800" cy="1905073"/>
            </a:xfrm>
            <a:prstGeom prst="rect">
              <a:avLst/>
            </a:prstGeom>
            <a:noFill/>
          </p:spPr>
          <p:txBody>
            <a:bodyPr wrap="square" lIns="91440" tIns="45720" rIns="91440" bIns="45720" rtlCol="0" anchor="t">
              <a:spAutoFit/>
            </a:bodyPr>
            <a:lstStyle/>
            <a:p>
              <a:pPr algn="ctr" defTabSz="914377">
                <a:lnSpc>
                  <a:spcPct val="120000"/>
                </a:lnSpc>
                <a:defRPr/>
              </a:pPr>
              <a:r>
                <a:rPr lang="en-US" sz="2000" b="1">
                  <a:latin typeface="Arial" panose="020B0604020202020204"/>
                </a:rPr>
                <a:t>Based on if you are using the Role Grade Functionality for the top-down process or not, remove/</a:t>
              </a:r>
              <a:r>
                <a:rPr lang="en-US" sz="2000" b="1" err="1">
                  <a:latin typeface="Arial" panose="020B0604020202020204"/>
                </a:rPr>
                <a:t>uncategorize</a:t>
              </a:r>
              <a:r>
                <a:rPr lang="en-US" sz="2000" b="1">
                  <a:latin typeface="Arial" panose="020B0604020202020204"/>
                </a:rPr>
                <a:t> either Section 3 or Section 7 of dashboards</a:t>
              </a:r>
              <a:endParaRPr lang="en-US" sz="2000" b="1" i="0" strike="noStrike" kern="1200" cap="none" spc="0" normalizeH="0" baseline="0" noProof="0">
                <a:ln>
                  <a:noFill/>
                </a:ln>
                <a:effectLst/>
                <a:uLnTx/>
                <a:uFillTx/>
                <a:latin typeface="Arial" panose="020B0604020202020204"/>
                <a:cs typeface="Arial"/>
              </a:endParaRPr>
            </a:p>
          </p:txBody>
        </p:sp>
      </p:grpSp>
      <p:sp>
        <p:nvSpPr>
          <p:cNvPr id="9" name="Rounded Rectangle 8">
            <a:extLst>
              <a:ext uri="{FF2B5EF4-FFF2-40B4-BE49-F238E27FC236}">
                <a16:creationId xmlns:a16="http://schemas.microsoft.com/office/drawing/2014/main" id="{C24033D9-67DD-8F15-00EB-DBF5CF93872C}"/>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algn="ctr" defTabSz="1219050">
              <a:spcBef>
                <a:spcPct val="0"/>
              </a:spcBef>
              <a:defRPr/>
            </a:pPr>
            <a:r>
              <a:rPr lang="en-GB" sz="1400">
                <a:solidFill>
                  <a:srgbClr val="FFFFFF"/>
                </a:solidFill>
                <a:latin typeface="Arial" panose="020B0604020202020204"/>
                <a:ea typeface="Verdana"/>
              </a:rPr>
              <a:t>Role Grade </a:t>
            </a:r>
            <a:r>
              <a:rPr lang="en-GB" sz="1400">
                <a:solidFill>
                  <a:schemeClr val="tx1"/>
                </a:solidFill>
                <a:latin typeface="Arial" panose="020B0604020202020204"/>
                <a:ea typeface="Verdana"/>
              </a:rPr>
              <a:t>vs</a:t>
            </a:r>
            <a:r>
              <a:rPr lang="en-GB" sz="1400">
                <a:solidFill>
                  <a:srgbClr val="FFFFFF"/>
                </a:solidFill>
                <a:latin typeface="Arial" panose="020B0604020202020204"/>
                <a:ea typeface="Verdana"/>
              </a:rPr>
              <a:t> No Role Grade</a:t>
            </a:r>
            <a:endParaRPr lang="en-US"/>
          </a:p>
        </p:txBody>
      </p:sp>
      <p:pic>
        <p:nvPicPr>
          <p:cNvPr id="10" name="Picture Placeholder 8" descr="A person using a computer&#10;&#10;AI-generated content may be incorrect.">
            <a:extLst>
              <a:ext uri="{FF2B5EF4-FFF2-40B4-BE49-F238E27FC236}">
                <a16:creationId xmlns:a16="http://schemas.microsoft.com/office/drawing/2014/main" id="{EA095391-129A-5ED1-3BDF-70A72254AEDE}"/>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32491241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8875A-75C5-E77B-559F-78EDB283CDD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0B1873D-E784-04C5-3BC9-6B254330188C}"/>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number and line item formats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6402221D-2790-3B08-25BB-7672B9A3A7B8}"/>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0AD777A3-FF7D-CC55-A860-4A6F51416F6D}"/>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51CE518F-BB4F-EF02-AEB1-AB9F89738831}"/>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BDD520E7-3D0B-AF1D-A731-854255B52058}"/>
                </a:ext>
              </a:extLst>
            </p:cNvPr>
            <p:cNvSpPr txBox="1"/>
            <p:nvPr/>
          </p:nvSpPr>
          <p:spPr>
            <a:xfrm>
              <a:off x="6622417" y="2597503"/>
              <a:ext cx="4921800" cy="830997"/>
            </a:xfrm>
            <a:prstGeom prst="rect">
              <a:avLst/>
            </a:prstGeom>
            <a:noFill/>
          </p:spPr>
          <p:txBody>
            <a:bodyPr wrap="square" rtlCol="0">
              <a:spAutoFit/>
            </a:bodyPr>
            <a:lstStyle/>
            <a:p>
              <a:pPr algn="ctr"/>
              <a:r>
                <a:rPr lang="en-US" sz="2400">
                  <a:solidFill>
                    <a:schemeClr val="tx2"/>
                  </a:solidFill>
                  <a:ea typeface="Verdana"/>
                  <a:cs typeface="Arial"/>
                </a:rPr>
                <a:t>Update line item formats and styles to match template app.</a:t>
              </a:r>
            </a:p>
          </p:txBody>
        </p:sp>
      </p:grpSp>
      <p:sp>
        <p:nvSpPr>
          <p:cNvPr id="9" name="Rounded Rectangle 8">
            <a:extLst>
              <a:ext uri="{FF2B5EF4-FFF2-40B4-BE49-F238E27FC236}">
                <a16:creationId xmlns:a16="http://schemas.microsoft.com/office/drawing/2014/main" id="{9C69ACD0-50DF-FECB-FD4E-52D810CBD0DA}"/>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CED87719-E00E-F598-98F6-E84DB5732F95}"/>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552789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DEA95-7699-0503-20C8-1D460150F2F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B2C8071-20B5-CDB8-BE23-AA7B02E4F1C0}"/>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context selectors </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80A4AE6D-3967-DABF-2A93-83432E6517FF}"/>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91DCB572-F53F-70B7-9755-E7FB58A0FD41}"/>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41ACFE81-737F-99B0-FF65-FB881051EAD5}"/>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D135E29C-17B3-7CA4-42DF-840EC67F9873}"/>
                </a:ext>
              </a:extLst>
            </p:cNvPr>
            <p:cNvSpPr txBox="1"/>
            <p:nvPr/>
          </p:nvSpPr>
          <p:spPr>
            <a:xfrm>
              <a:off x="6622417" y="2597503"/>
              <a:ext cx="4921800" cy="1338828"/>
            </a:xfrm>
            <a:prstGeom prst="rect">
              <a:avLst/>
            </a:prstGeom>
            <a:noFill/>
          </p:spPr>
          <p:txBody>
            <a:bodyPr wrap="square" rtlCol="0">
              <a:spAutoFit/>
            </a:bodyPr>
            <a:lstStyle/>
            <a:p>
              <a:pPr algn="ctr"/>
              <a:r>
                <a:rPr lang="en-US" sz="2400">
                  <a:solidFill>
                    <a:schemeClr val="tx2"/>
                  </a:solidFill>
                  <a:ea typeface="Verdana"/>
                  <a:cs typeface="Arial"/>
                </a:rPr>
                <a:t>Compare page context selectors to the template app and adjust accordingly (hide, filter, select) </a:t>
              </a:r>
              <a:br>
                <a:rPr lang="en-US" sz="2400">
                  <a:solidFill>
                    <a:schemeClr val="tx2"/>
                  </a:solidFill>
                  <a:ea typeface="Verdana"/>
                  <a:cs typeface="Arial"/>
                </a:rPr>
              </a:br>
              <a:endParaRPr lang="en-US" sz="900">
                <a:solidFill>
                  <a:schemeClr val="tx2"/>
                </a:solidFill>
                <a:ea typeface="Verdana"/>
                <a:cs typeface="Arial"/>
              </a:endParaRPr>
            </a:p>
          </p:txBody>
        </p:sp>
      </p:grpSp>
      <p:sp>
        <p:nvSpPr>
          <p:cNvPr id="9" name="Rounded Rectangle 8">
            <a:extLst>
              <a:ext uri="{FF2B5EF4-FFF2-40B4-BE49-F238E27FC236}">
                <a16:creationId xmlns:a16="http://schemas.microsoft.com/office/drawing/2014/main" id="{1B48B6B6-1D9E-0D54-FEE5-E7B1333C495D}"/>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1561D68F-D1A9-EE22-F0D9-C955528C3555}"/>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
        <p:nvSpPr>
          <p:cNvPr id="3" name="TextBox 2">
            <a:extLst>
              <a:ext uri="{FF2B5EF4-FFF2-40B4-BE49-F238E27FC236}">
                <a16:creationId xmlns:a16="http://schemas.microsoft.com/office/drawing/2014/main" id="{6C52C5E6-DE15-B656-E10E-94CA63741A21}"/>
              </a:ext>
            </a:extLst>
          </p:cNvPr>
          <p:cNvSpPr txBox="1"/>
          <p:nvPr/>
        </p:nvSpPr>
        <p:spPr>
          <a:xfrm>
            <a:off x="640738" y="5355910"/>
            <a:ext cx="6097904" cy="230832"/>
          </a:xfrm>
          <a:prstGeom prst="rect">
            <a:avLst/>
          </a:prstGeom>
          <a:noFill/>
        </p:spPr>
        <p:txBody>
          <a:bodyPr wrap="square">
            <a:spAutoFit/>
          </a:bodyPr>
          <a:lstStyle/>
          <a:p>
            <a:r>
              <a:rPr lang="en-US" sz="900">
                <a:solidFill>
                  <a:schemeClr val="tx2"/>
                </a:solidFill>
                <a:ea typeface="Verdana"/>
                <a:cs typeface="Arial"/>
              </a:rPr>
              <a:t>(SPT-293, SPT-452)</a:t>
            </a:r>
            <a:endParaRPr lang="en-US" sz="900"/>
          </a:p>
        </p:txBody>
      </p:sp>
    </p:spTree>
    <p:extLst>
      <p:ext uri="{BB962C8B-B14F-4D97-AF65-F5344CB8AC3E}">
        <p14:creationId xmlns:p14="http://schemas.microsoft.com/office/powerpoint/2010/main" val="2500218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B3E8-C727-7F9E-331C-9FC7FC15E89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2C87ACA-ACC1-94BD-8987-6BAD90756283}"/>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dynamic text card</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D8A31F8C-50B5-60C1-DD4E-D19CB7EFDC65}"/>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1247822E-6181-CA63-F8B0-70E0293F473B}"/>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5A13EC9E-7FF4-2BF7-6CD6-2D6DA016B6D8}"/>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60C26339-5E4C-4774-CFB8-29EFE7F62743}"/>
                </a:ext>
              </a:extLst>
            </p:cNvPr>
            <p:cNvSpPr txBox="1"/>
            <p:nvPr/>
          </p:nvSpPr>
          <p:spPr>
            <a:xfrm>
              <a:off x="6541697" y="2597503"/>
              <a:ext cx="5083240" cy="1200329"/>
            </a:xfrm>
            <a:prstGeom prst="rect">
              <a:avLst/>
            </a:prstGeom>
            <a:noFill/>
          </p:spPr>
          <p:txBody>
            <a:bodyPr wrap="square" rtlCol="0">
              <a:spAutoFit/>
            </a:bodyPr>
            <a:lstStyle/>
            <a:p>
              <a:pPr algn="ctr" fontAlgn="base"/>
              <a:r>
                <a:rPr lang="en-US" sz="2400"/>
                <a:t>Ensure that the dynamic text in text cards is tied to the dimension that the dynamic text suggests.​</a:t>
              </a:r>
            </a:p>
          </p:txBody>
        </p:sp>
      </p:grpSp>
      <p:sp>
        <p:nvSpPr>
          <p:cNvPr id="9" name="Rounded Rectangle 8">
            <a:extLst>
              <a:ext uri="{FF2B5EF4-FFF2-40B4-BE49-F238E27FC236}">
                <a16:creationId xmlns:a16="http://schemas.microsoft.com/office/drawing/2014/main" id="{B956F279-30A8-EC79-E010-391FE4FAB7FB}"/>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B65C31E1-A477-A8F2-EC34-10F7E681A80F}"/>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489858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Creating new pages for Top-Down HC Target Setting</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2" y="1116171"/>
            <a:ext cx="10643448" cy="4327097"/>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fontAlgn="base">
              <a:buNone/>
            </a:pPr>
            <a:r>
              <a:rPr lang="en-US" sz="1400">
                <a:solidFill>
                  <a:schemeClr val="tx2"/>
                </a:solidFill>
                <a:latin typeface="Arial"/>
                <a:ea typeface="Verdana"/>
                <a:cs typeface="Arial"/>
              </a:rPr>
              <a:t>The app comes with 3 levels of the top-down process built out​. These are:</a:t>
            </a:r>
          </a:p>
          <a:p>
            <a:pPr marL="842010" lvl="1" indent="-232410" fontAlgn="base"/>
            <a:r>
              <a:rPr lang="en-US" sz="1400">
                <a:solidFill>
                  <a:schemeClr val="tx2"/>
                </a:solidFill>
                <a:latin typeface="Arial"/>
                <a:ea typeface="Verdana"/>
              </a:rPr>
              <a:t>Pages starting with 3.1/7.1are for the top level​</a:t>
            </a:r>
          </a:p>
          <a:p>
            <a:pPr marL="842010" lvl="1" indent="-232410" fontAlgn="base"/>
            <a:r>
              <a:rPr lang="en-US" sz="1400">
                <a:solidFill>
                  <a:schemeClr val="tx2"/>
                </a:solidFill>
                <a:latin typeface="Arial"/>
                <a:ea typeface="Verdana"/>
              </a:rPr>
              <a:t>Pages starting with 3.2/7.2 are middle level​</a:t>
            </a:r>
          </a:p>
          <a:p>
            <a:pPr marL="842010" lvl="1" indent="-232410" fontAlgn="base"/>
            <a:r>
              <a:rPr lang="en-US" sz="1400">
                <a:solidFill>
                  <a:schemeClr val="tx2"/>
                </a:solidFill>
                <a:latin typeface="Arial"/>
                <a:ea typeface="Verdana"/>
              </a:rPr>
              <a:t>Pages starting with 3.3/7.3 are for the bottom level​</a:t>
            </a:r>
          </a:p>
          <a:p>
            <a:pPr marL="608965" lvl="1" indent="0" fontAlgn="base">
              <a:buNone/>
            </a:pPr>
            <a:endParaRPr lang="en-US" sz="1400">
              <a:solidFill>
                <a:schemeClr val="tx2"/>
              </a:solidFill>
            </a:endParaRPr>
          </a:p>
          <a:p>
            <a:pPr marL="0" indent="0">
              <a:buNone/>
              <a:defRPr/>
            </a:pPr>
            <a:r>
              <a:rPr lang="en-US" sz="1600" b="1">
                <a:solidFill>
                  <a:schemeClr val="accent1"/>
                </a:solidFill>
                <a:latin typeface="Arial"/>
                <a:ea typeface="Verdana"/>
                <a:cs typeface="Arial"/>
              </a:rPr>
              <a:t>Action needed:​</a:t>
            </a:r>
          </a:p>
          <a:p>
            <a:pPr marL="0" indent="0">
              <a:buNone/>
              <a:defRPr/>
            </a:pPr>
            <a:endParaRPr kumimoji="0" lang="en-US" sz="1600" b="0" i="0" u="none" strike="noStrike" kern="1200" cap="none" spc="0" normalizeH="0" baseline="0" noProof="0">
              <a:ln>
                <a:noFill/>
              </a:ln>
              <a:solidFill>
                <a:schemeClr val="tx2"/>
              </a:solidFill>
              <a:effectLst/>
              <a:uLnTx/>
              <a:uFillTx/>
              <a:latin typeface="Arial"/>
              <a:ea typeface="Verdana"/>
              <a:cs typeface="Arial"/>
            </a:endParaRPr>
          </a:p>
          <a:p>
            <a:pPr marL="0" indent="0" fontAlgn="base">
              <a:buNone/>
            </a:pPr>
            <a:r>
              <a:rPr lang="en-US" sz="1400">
                <a:solidFill>
                  <a:schemeClr val="tx2"/>
                </a:solidFill>
                <a:latin typeface="Arial"/>
                <a:ea typeface="Verdana"/>
                <a:cs typeface="Arial"/>
              </a:rPr>
              <a:t>For a sales hierarchy with more than 3 levels, you will need to build out the new pages accordingly for each level...​ </a:t>
            </a:r>
          </a:p>
          <a:p>
            <a:pPr marL="0" indent="0" fontAlgn="base">
              <a:buNone/>
            </a:pPr>
            <a:endParaRPr lang="en-US" sz="1400">
              <a:solidFill>
                <a:schemeClr val="tx2"/>
              </a:solidFill>
            </a:endParaRPr>
          </a:p>
          <a:p>
            <a:pPr marL="0" indent="0" fontAlgn="base">
              <a:buNone/>
            </a:pPr>
            <a:r>
              <a:rPr lang="en-US" sz="1400">
                <a:solidFill>
                  <a:schemeClr val="tx2"/>
                </a:solidFill>
                <a:latin typeface="Arial"/>
                <a:ea typeface="Verdana"/>
                <a:cs typeface="Arial"/>
              </a:rPr>
              <a:t>For example, for a 5-level hierarchy you:</a:t>
            </a:r>
          </a:p>
          <a:p>
            <a:pPr marL="842010" lvl="1" indent="-232410" fontAlgn="base"/>
            <a:r>
              <a:rPr lang="en-US" sz="1400">
                <a:solidFill>
                  <a:schemeClr val="tx2"/>
                </a:solidFill>
                <a:latin typeface="Arial"/>
                <a:ea typeface="Verdana"/>
              </a:rPr>
              <a:t>Keep the </a:t>
            </a:r>
            <a:r>
              <a:rPr lang="en-US" sz="1400" b="1">
                <a:solidFill>
                  <a:schemeClr val="accent1"/>
                </a:solidFill>
                <a:latin typeface="Arial"/>
                <a:ea typeface="Verdana"/>
              </a:rPr>
              <a:t>top-level </a:t>
            </a:r>
            <a:r>
              <a:rPr lang="en-US" sz="1400">
                <a:solidFill>
                  <a:schemeClr val="tx2"/>
                </a:solidFill>
                <a:latin typeface="Arial"/>
                <a:ea typeface="Verdana"/>
              </a:rPr>
              <a:t>page</a:t>
            </a:r>
            <a:r>
              <a:rPr lang="en-US" sz="1400" b="1">
                <a:solidFill>
                  <a:schemeClr val="accent1"/>
                </a:solidFill>
                <a:latin typeface="Arial"/>
                <a:ea typeface="Verdana"/>
              </a:rPr>
              <a:t> </a:t>
            </a:r>
            <a:r>
              <a:rPr lang="en-US" sz="1400">
                <a:solidFill>
                  <a:schemeClr val="tx2"/>
                </a:solidFill>
                <a:latin typeface="Arial"/>
                <a:ea typeface="Verdana"/>
              </a:rPr>
              <a:t>the same​ (3.1/7.1)</a:t>
            </a:r>
          </a:p>
          <a:p>
            <a:pPr marL="842010" lvl="1" indent="-232410" fontAlgn="base"/>
            <a:r>
              <a:rPr lang="en-US" sz="1400">
                <a:solidFill>
                  <a:schemeClr val="tx2"/>
                </a:solidFill>
                <a:latin typeface="Arial"/>
                <a:ea typeface="Verdana"/>
              </a:rPr>
              <a:t>Duplicate level 2 pages until there is a page for each </a:t>
            </a:r>
            <a:r>
              <a:rPr lang="en-US" sz="1400" b="1">
                <a:solidFill>
                  <a:schemeClr val="accent1"/>
                </a:solidFill>
                <a:latin typeface="Arial"/>
                <a:ea typeface="Verdana"/>
              </a:rPr>
              <a:t>mid-level </a:t>
            </a:r>
            <a:r>
              <a:rPr lang="en-US" sz="1400">
                <a:solidFill>
                  <a:schemeClr val="tx2"/>
                </a:solidFill>
                <a:latin typeface="Arial"/>
                <a:ea typeface="Verdana"/>
              </a:rPr>
              <a:t>of the sales hierarchy​.</a:t>
            </a:r>
          </a:p>
          <a:p>
            <a:pPr marL="1449705" lvl="2" indent="-230505" fontAlgn="base"/>
            <a:r>
              <a:rPr lang="en-US" sz="1400">
                <a:solidFill>
                  <a:schemeClr val="tx2"/>
                </a:solidFill>
                <a:latin typeface="Arial"/>
                <a:ea typeface="Verdana"/>
              </a:rPr>
              <a:t>Rename the duplicate pages as levels 3 and 4, to show the appropriate level of the hierarchy.</a:t>
            </a:r>
          </a:p>
          <a:p>
            <a:pPr marL="1449705" lvl="2" indent="-230505" fontAlgn="base"/>
            <a:r>
              <a:rPr lang="en-US" sz="1400">
                <a:solidFill>
                  <a:schemeClr val="tx2"/>
                </a:solidFill>
                <a:latin typeface="Arial"/>
                <a:ea typeface="Verdana"/>
              </a:rPr>
              <a:t>Update relevant fields in these new pages to match their level.</a:t>
            </a:r>
          </a:p>
          <a:p>
            <a:pPr marL="842010" lvl="1" indent="-232410" fontAlgn="base"/>
            <a:r>
              <a:rPr lang="en-US" sz="1400">
                <a:solidFill>
                  <a:schemeClr val="tx2"/>
                </a:solidFill>
                <a:latin typeface="Arial"/>
                <a:ea typeface="Verdana"/>
              </a:rPr>
              <a:t>Update the </a:t>
            </a:r>
            <a:r>
              <a:rPr lang="en-US" sz="1400" b="1">
                <a:solidFill>
                  <a:schemeClr val="accent1"/>
                </a:solidFill>
                <a:latin typeface="Arial"/>
                <a:ea typeface="Verdana"/>
              </a:rPr>
              <a:t>bottom-level</a:t>
            </a:r>
            <a:r>
              <a:rPr lang="en-US" sz="1400">
                <a:solidFill>
                  <a:schemeClr val="tx2"/>
                </a:solidFill>
                <a:latin typeface="Arial"/>
                <a:ea typeface="Verdana"/>
              </a:rPr>
              <a:t> page naming and fields to show level 5 instead of the default level 3.</a:t>
            </a:r>
          </a:p>
          <a:p>
            <a:pPr marL="1449705" lvl="2" indent="-230505" fontAlgn="base"/>
            <a:endParaRPr lang="en-US" sz="1400">
              <a:solidFill>
                <a:schemeClr val="tx2"/>
              </a:solidFill>
            </a:endParaRPr>
          </a:p>
          <a:p>
            <a:pPr marL="1449705" lvl="2" indent="-230505" fontAlgn="base"/>
            <a:endParaRPr lang="en-US" sz="1400">
              <a:solidFill>
                <a:schemeClr val="tx2"/>
              </a:solidFill>
            </a:endParaRPr>
          </a:p>
          <a:p>
            <a:pPr marL="842010" lvl="1" indent="-232410" fontAlgn="base"/>
            <a:endParaRPr lang="en-US" sz="1400">
              <a:solidFill>
                <a:schemeClr val="tx2"/>
              </a:solidFill>
            </a:endParaRPr>
          </a:p>
          <a:p>
            <a:pPr marL="0" marR="0" lvl="0" indent="0" algn="l" defTabSz="1219170" rtl="0" eaLnBrk="1" fontAlgn="auto" latinLnBrk="0" hangingPunct="1">
              <a:lnSpc>
                <a:spcPct val="100000"/>
              </a:lnSpc>
              <a:spcBef>
                <a:spcPct val="20000"/>
              </a:spcBef>
              <a:spcAft>
                <a:spcPts val="0"/>
              </a:spcAft>
              <a:buClrTx/>
              <a:buSzTx/>
              <a:buNone/>
              <a:tabLst/>
              <a:defRPr/>
            </a:pPr>
            <a:endParaRPr kumimoji="0" lang="en-US" sz="1400" b="0" i="0" u="none" strike="noStrike" kern="1200" cap="none" spc="0" normalizeH="0" baseline="0" noProof="0">
              <a:ln>
                <a:noFill/>
              </a:ln>
              <a:solidFill>
                <a:schemeClr val="tx2"/>
              </a:solidFill>
              <a:effectLst/>
              <a:uLnTx/>
              <a:uFillTx/>
              <a:latin typeface="Arial"/>
              <a:ea typeface="Verdana"/>
              <a:cs typeface="Arial"/>
            </a:endParaRPr>
          </a:p>
        </p:txBody>
      </p:sp>
    </p:spTree>
    <p:extLst>
      <p:ext uri="{BB962C8B-B14F-4D97-AF65-F5344CB8AC3E}">
        <p14:creationId xmlns:p14="http://schemas.microsoft.com/office/powerpoint/2010/main" val="619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Grid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 name="Content Placeholder 2">
            <a:extLst>
              <a:ext uri="{FF2B5EF4-FFF2-40B4-BE49-F238E27FC236}">
                <a16:creationId xmlns:a16="http://schemas.microsoft.com/office/drawing/2014/main" id="{54BCF6B3-12BD-3B5E-ECFC-7C609EA258D1}"/>
              </a:ext>
            </a:extLst>
          </p:cNvPr>
          <p:cNvSpPr txBox="1">
            <a:spLocks/>
          </p:cNvSpPr>
          <p:nvPr/>
        </p:nvSpPr>
        <p:spPr>
          <a:xfrm>
            <a:off x="615102" y="1235412"/>
            <a:ext cx="10219435"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a:defRPr/>
            </a:pPr>
            <a:r>
              <a:rPr lang="en-US" sz="1400" b="1">
                <a:solidFill>
                  <a:schemeClr val="tx2"/>
                </a:solidFill>
                <a:latin typeface="Arial"/>
                <a:ea typeface="Verdana"/>
                <a:cs typeface="Arial"/>
              </a:rPr>
              <a:t>UX grids set to synchronize scrolling are not always generating that way.  </a:t>
            </a:r>
          </a:p>
          <a:p>
            <a:pPr lvl="1">
              <a:defRPr/>
            </a:pPr>
            <a:r>
              <a:rPr lang="en-US" sz="1400">
                <a:solidFill>
                  <a:schemeClr val="tx2"/>
                </a:solidFill>
                <a:latin typeface="Arial"/>
                <a:ea typeface="Verdana"/>
                <a:cs typeface="Arial"/>
              </a:rPr>
              <a:t>See for example page </a:t>
            </a:r>
            <a:r>
              <a:rPr lang="en-US" sz="1400" b="1">
                <a:solidFill>
                  <a:schemeClr val="accent1"/>
                </a:solidFill>
                <a:latin typeface="Arial"/>
                <a:ea typeface="Verdana"/>
                <a:cs typeface="Arial"/>
              </a:rPr>
              <a:t>Model Assumptions and Inputs</a:t>
            </a:r>
            <a:r>
              <a:rPr lang="en-US" sz="1400">
                <a:solidFill>
                  <a:schemeClr val="tx2"/>
                </a:solidFill>
                <a:latin typeface="Arial"/>
                <a:ea typeface="Verdana"/>
                <a:cs typeface="Arial"/>
              </a:rPr>
              <a:t>, grids </a:t>
            </a:r>
            <a:r>
              <a:rPr lang="en-US" sz="1400" b="1">
                <a:solidFill>
                  <a:schemeClr val="accent1"/>
                </a:solidFill>
                <a:latin typeface="Arial"/>
                <a:ea typeface="Verdana"/>
                <a:cs typeface="Arial"/>
              </a:rPr>
              <a:t>Setup Quota Type</a:t>
            </a:r>
            <a:r>
              <a:rPr lang="en-US" sz="1400">
                <a:solidFill>
                  <a:schemeClr val="tx2"/>
                </a:solidFill>
                <a:latin typeface="Arial"/>
                <a:ea typeface="Verdana"/>
                <a:cs typeface="Arial"/>
              </a:rPr>
              <a:t> and </a:t>
            </a:r>
            <a:r>
              <a:rPr lang="en-US" sz="1400" b="1">
                <a:solidFill>
                  <a:schemeClr val="accent1"/>
                </a:solidFill>
                <a:latin typeface="Arial"/>
                <a:ea typeface="Verdana"/>
                <a:cs typeface="Arial"/>
              </a:rPr>
              <a:t>Product Selection</a:t>
            </a:r>
            <a:r>
              <a:rPr lang="en-US" sz="1400">
                <a:solidFill>
                  <a:schemeClr val="tx2"/>
                </a:solidFill>
                <a:latin typeface="Arial"/>
                <a:ea typeface="Verdana"/>
                <a:cs typeface="Arial"/>
              </a:rPr>
              <a:t>.  </a:t>
            </a:r>
          </a:p>
          <a:p>
            <a:pPr lvl="1">
              <a:defRPr/>
            </a:pPr>
            <a:r>
              <a:rPr lang="en-US" sz="1400">
                <a:solidFill>
                  <a:schemeClr val="tx2"/>
                </a:solidFill>
                <a:latin typeface="Arial"/>
                <a:ea typeface="Verdana"/>
                <a:cs typeface="Arial"/>
              </a:rPr>
              <a:t>Synchronized grids should be expected where 2 grids are side by side with the same list on rows</a:t>
            </a:r>
            <a:r>
              <a:rPr lang="en-US" sz="900">
                <a:solidFill>
                  <a:schemeClr val="tx2"/>
                </a:solidFill>
                <a:latin typeface="Arial"/>
                <a:ea typeface="Verdana"/>
                <a:cs typeface="Arial"/>
              </a:rPr>
              <a:t>.  (SPT-294)</a:t>
            </a:r>
          </a:p>
          <a:p>
            <a:pPr marL="0" indent="0">
              <a:buNone/>
              <a:defRPr/>
            </a:pPr>
            <a:endParaRPr lang="en-US" sz="1400">
              <a:solidFill>
                <a:schemeClr val="tx2"/>
              </a:solidFill>
              <a:latin typeface="Arial"/>
              <a:ea typeface="Verdana"/>
              <a:cs typeface="Arial"/>
            </a:endParaRPr>
          </a:p>
          <a:p>
            <a:r>
              <a:rPr lang="en-US" sz="1400" b="1">
                <a:solidFill>
                  <a:schemeClr val="tx2"/>
                </a:solidFill>
                <a:latin typeface="Arial"/>
                <a:ea typeface="Verdana"/>
                <a:cs typeface="Arial"/>
              </a:rPr>
              <a:t>Grids that in the template have a hierarchy filter turned on will generate without it.  </a:t>
            </a:r>
          </a:p>
          <a:p>
            <a:pPr lvl="1"/>
            <a:r>
              <a:rPr lang="en-US" sz="1400">
                <a:solidFill>
                  <a:schemeClr val="tx2"/>
                </a:solidFill>
                <a:latin typeface="Arial"/>
                <a:ea typeface="Verdana"/>
                <a:cs typeface="Arial"/>
              </a:rPr>
              <a:t>Example: Page </a:t>
            </a:r>
            <a:r>
              <a:rPr lang="en-US" sz="1400" b="1">
                <a:solidFill>
                  <a:schemeClr val="accent1"/>
                </a:solidFill>
                <a:latin typeface="Arial"/>
                <a:ea typeface="Verdana"/>
                <a:cs typeface="Arial"/>
              </a:rPr>
              <a:t>9.3 Named Account Quota</a:t>
            </a:r>
            <a:r>
              <a:rPr lang="en-US" sz="1400">
                <a:solidFill>
                  <a:schemeClr val="tx2"/>
                </a:solidFill>
                <a:latin typeface="Arial"/>
                <a:ea typeface="Verdana"/>
                <a:cs typeface="Arial"/>
              </a:rPr>
              <a:t>, grid </a:t>
            </a:r>
            <a:r>
              <a:rPr lang="en-US" sz="1400" b="1">
                <a:solidFill>
                  <a:schemeClr val="accent1"/>
                </a:solidFill>
                <a:latin typeface="Arial"/>
                <a:ea typeface="Verdana"/>
                <a:cs typeface="Arial"/>
              </a:rPr>
              <a:t>Quota by Named Account Child</a:t>
            </a:r>
            <a:r>
              <a:rPr lang="en-US" sz="1400">
                <a:solidFill>
                  <a:schemeClr val="tx2"/>
                </a:solidFill>
                <a:latin typeface="Arial"/>
                <a:ea typeface="Verdana"/>
                <a:cs typeface="Arial"/>
              </a:rPr>
              <a:t>.  </a:t>
            </a:r>
            <a:r>
              <a:rPr lang="en-US" sz="900">
                <a:solidFill>
                  <a:schemeClr val="tx2"/>
                </a:solidFill>
                <a:latin typeface="Arial"/>
                <a:ea typeface="Verdana"/>
                <a:cs typeface="Arial"/>
              </a:rPr>
              <a:t>(SPT-562)</a:t>
            </a:r>
          </a:p>
          <a:p>
            <a:pPr lvl="1"/>
            <a:endParaRPr lang="en-US" sz="1400">
              <a:solidFill>
                <a:schemeClr val="tx2"/>
              </a:solidFill>
              <a:latin typeface="Arial"/>
              <a:ea typeface="Verdana"/>
              <a:cs typeface="Arial"/>
            </a:endParaRPr>
          </a:p>
          <a:p>
            <a:r>
              <a:rPr lang="en-US" sz="1400" b="1">
                <a:solidFill>
                  <a:schemeClr val="tx2"/>
                </a:solidFill>
                <a:latin typeface="Arial"/>
                <a:ea typeface="Verdana"/>
                <a:cs typeface="Arial"/>
              </a:rPr>
              <a:t>UX grids whose page context selectors are choosing line items with Show/Hide: you will need to select the line items manually and save the page.  </a:t>
            </a:r>
          </a:p>
          <a:p>
            <a:pPr marL="841979" lvl="1" indent="-232410"/>
            <a:r>
              <a:rPr lang="en-US" sz="1400">
                <a:solidFill>
                  <a:schemeClr val="tx2"/>
                </a:solidFill>
                <a:latin typeface="Arial"/>
                <a:ea typeface="Verdana"/>
                <a:cs typeface="Arial"/>
              </a:rPr>
              <a:t>Example: page </a:t>
            </a:r>
            <a:r>
              <a:rPr lang="en-US" sz="1400" b="1">
                <a:solidFill>
                  <a:schemeClr val="tx2"/>
                </a:solidFill>
                <a:latin typeface="Arial"/>
                <a:ea typeface="Verdana"/>
                <a:cs typeface="Arial"/>
              </a:rPr>
              <a:t>10.6</a:t>
            </a:r>
            <a:r>
              <a:rPr lang="en-US" sz="1400">
                <a:solidFill>
                  <a:schemeClr val="tx2"/>
                </a:solidFill>
                <a:latin typeface="Arial"/>
                <a:ea typeface="Verdana"/>
                <a:cs typeface="Arial"/>
              </a:rPr>
              <a:t>.  </a:t>
            </a:r>
            <a:r>
              <a:rPr lang="en-US" sz="900">
                <a:solidFill>
                  <a:schemeClr val="tx2"/>
                </a:solidFill>
                <a:latin typeface="Arial"/>
                <a:ea typeface="Verdana"/>
                <a:cs typeface="Arial"/>
              </a:rPr>
              <a:t>(SPT-741)</a:t>
            </a:r>
            <a:endParaRPr lang="en-US" sz="900">
              <a:solidFill>
                <a:schemeClr val="tx2"/>
              </a:solidFill>
            </a:endParaRPr>
          </a:p>
          <a:p>
            <a:pPr marL="0" indent="0">
              <a:buNone/>
            </a:pPr>
            <a:endParaRPr lang="en-US" sz="1400">
              <a:solidFill>
                <a:schemeClr val="tx2"/>
              </a:solidFill>
              <a:latin typeface="Arial"/>
              <a:ea typeface="Verdana"/>
              <a:cs typeface="Arial"/>
            </a:endParaRPr>
          </a:p>
          <a:p>
            <a:r>
              <a:rPr lang="en-US" sz="1400" b="1">
                <a:solidFill>
                  <a:schemeClr val="tx2"/>
                </a:solidFill>
                <a:latin typeface="Arial"/>
                <a:ea typeface="Verdana"/>
                <a:cs typeface="Arial"/>
              </a:rPr>
              <a:t>On Top-Down HC Target Setting pages, for all line items named "NTE +/- HC Target" on grids</a:t>
            </a:r>
            <a:r>
              <a:rPr lang="en-US" sz="1400">
                <a:solidFill>
                  <a:schemeClr val="tx2"/>
                </a:solidFill>
                <a:latin typeface="Arial"/>
                <a:ea typeface="Verdana"/>
                <a:cs typeface="Arial"/>
              </a:rPr>
              <a:t>, </a:t>
            </a:r>
          </a:p>
          <a:p>
            <a:pPr lvl="1"/>
            <a:r>
              <a:rPr lang="en-US" sz="1400">
                <a:solidFill>
                  <a:schemeClr val="tx2"/>
                </a:solidFill>
                <a:latin typeface="Arial"/>
                <a:ea typeface="Verdana"/>
                <a:cs typeface="Arial"/>
              </a:rPr>
              <a:t>hide lowest level of role grade and/or job family on columns to match template app</a:t>
            </a:r>
          </a:p>
          <a:p>
            <a:pPr marL="0" indent="0">
              <a:buNone/>
            </a:pPr>
            <a:endParaRPr lang="en-US" sz="1400">
              <a:solidFill>
                <a:schemeClr val="tx2"/>
              </a:solidFill>
              <a:latin typeface="Arial"/>
              <a:ea typeface="Verdana"/>
              <a:cs typeface="Arial"/>
            </a:endParaRPr>
          </a:p>
          <a:p>
            <a:r>
              <a:rPr lang="en-US" sz="1400" b="1">
                <a:solidFill>
                  <a:schemeClr val="tx2"/>
                </a:solidFill>
                <a:latin typeface="Arial"/>
                <a:ea typeface="Verdana"/>
                <a:cs typeface="Arial"/>
              </a:rPr>
              <a:t>Customized grid header sizes are ignored</a:t>
            </a:r>
            <a:r>
              <a:rPr lang="en-US" sz="1400">
                <a:solidFill>
                  <a:schemeClr val="tx2"/>
                </a:solidFill>
                <a:latin typeface="Arial"/>
                <a:ea typeface="Verdana"/>
                <a:cs typeface="Arial"/>
              </a:rPr>
              <a:t>. </a:t>
            </a:r>
          </a:p>
          <a:p>
            <a:pPr lvl="1"/>
            <a:r>
              <a:rPr lang="en-US" sz="1400">
                <a:solidFill>
                  <a:schemeClr val="tx2"/>
                </a:solidFill>
                <a:latin typeface="Arial"/>
                <a:ea typeface="Verdana"/>
                <a:cs typeface="Arial"/>
              </a:rPr>
              <a:t>You will need to set them manually. </a:t>
            </a:r>
            <a:r>
              <a:rPr lang="en-US" sz="900">
                <a:solidFill>
                  <a:schemeClr val="tx2"/>
                </a:solidFill>
                <a:latin typeface="Arial"/>
                <a:ea typeface="Verdana"/>
                <a:cs typeface="Arial"/>
              </a:rPr>
              <a:t>(SPT-1150). </a:t>
            </a:r>
          </a:p>
          <a:p>
            <a:pPr lvl="1"/>
            <a:r>
              <a:rPr lang="en-US" sz="1400">
                <a:solidFill>
                  <a:schemeClr val="tx2"/>
                </a:solidFill>
                <a:latin typeface="Arial"/>
                <a:ea typeface="Verdana"/>
                <a:cs typeface="Arial"/>
              </a:rPr>
              <a:t>Make sure no-to-very little side scrolling on grids, </a:t>
            </a:r>
          </a:p>
          <a:p>
            <a:pPr lvl="1"/>
            <a:r>
              <a:rPr lang="en-US" sz="1400">
                <a:solidFill>
                  <a:schemeClr val="tx2"/>
                </a:solidFill>
                <a:latin typeface="Arial"/>
                <a:ea typeface="Verdana"/>
                <a:cs typeface="Arial"/>
              </a:rPr>
              <a:t>Change column height to 2 instead of 3 where you can.</a:t>
            </a:r>
            <a:endParaRPr lang="en-US" sz="1400">
              <a:solidFill>
                <a:schemeClr val="tx2"/>
              </a:solidFill>
              <a:latin typeface="Arial"/>
              <a:cs typeface="Arial"/>
            </a:endParaRPr>
          </a:p>
          <a:p>
            <a:pPr marL="232410" indent="-232410"/>
            <a:endParaRPr lang="en-US" sz="1400">
              <a:solidFill>
                <a:schemeClr val="tx2"/>
              </a:solidFil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spTree>
    <p:extLst>
      <p:ext uri="{BB962C8B-B14F-4D97-AF65-F5344CB8AC3E}">
        <p14:creationId xmlns:p14="http://schemas.microsoft.com/office/powerpoint/2010/main" val="9473661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Grids, charts, and actions to add </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2" y="945636"/>
            <a:ext cx="4863465" cy="4463126"/>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None/>
              <a:tabLst/>
              <a:defRPr/>
            </a:pPr>
            <a:r>
              <a:rPr kumimoji="0" lang="en-US" sz="1600" b="1" i="0" u="none" strike="noStrike" kern="1200" cap="none" spc="0" normalizeH="0" baseline="0" noProof="0">
                <a:ln>
                  <a:noFill/>
                </a:ln>
                <a:solidFill>
                  <a:schemeClr val="accent1"/>
                </a:solidFill>
                <a:effectLst/>
                <a:uLnTx/>
                <a:uFillTx/>
                <a:latin typeface="Arial"/>
                <a:ea typeface="Verdana"/>
                <a:cs typeface="Arial"/>
              </a:rPr>
              <a:t>Overview</a:t>
            </a:r>
          </a:p>
          <a:p>
            <a:pPr marL="0" lvl="0" indent="0">
              <a:buNone/>
              <a:defRPr/>
            </a:pPr>
            <a:r>
              <a:rPr lang="en-US" sz="1400">
                <a:solidFill>
                  <a:schemeClr val="tx2"/>
                </a:solidFill>
              </a:rPr>
              <a:t>Some grids and charts won't generate. Use the template to rebuild the grid to match the template</a:t>
            </a:r>
          </a:p>
          <a:p>
            <a:pPr marL="0" lvl="0" indent="0">
              <a:buNone/>
              <a:defRPr/>
            </a:pPr>
            <a:endParaRPr lang="en-US" sz="1400">
              <a:solidFill>
                <a:schemeClr val="tx2"/>
              </a:solidFill>
            </a:endParaRPr>
          </a:p>
          <a:p>
            <a:pPr marL="0" indent="0" fontAlgn="base">
              <a:buNone/>
            </a:pPr>
            <a:r>
              <a:rPr lang="en-US" sz="1400">
                <a:solidFill>
                  <a:schemeClr val="tx2"/>
                </a:solidFill>
              </a:rPr>
              <a:t>When rebuilding please remember to:</a:t>
            </a:r>
          </a:p>
          <a:p>
            <a:pPr lvl="1" fontAlgn="base"/>
            <a:r>
              <a:rPr lang="en-US" sz="1400">
                <a:solidFill>
                  <a:schemeClr val="tx2"/>
                </a:solidFill>
              </a:rPr>
              <a:t>Show/hide of line items.</a:t>
            </a:r>
          </a:p>
          <a:p>
            <a:pPr lvl="1" fontAlgn="base"/>
            <a:r>
              <a:rPr lang="en-US" sz="1400">
                <a:solidFill>
                  <a:schemeClr val="tx2"/>
                </a:solidFill>
              </a:rPr>
              <a:t>Sort of line items.</a:t>
            </a:r>
          </a:p>
          <a:p>
            <a:pPr lvl="1" fontAlgn="base"/>
            <a:r>
              <a:rPr lang="en-US" sz="1400">
                <a:solidFill>
                  <a:schemeClr val="tx2"/>
                </a:solidFill>
              </a:rPr>
              <a:t>Show/hide levels of the hierarchy.</a:t>
            </a:r>
          </a:p>
          <a:p>
            <a:pPr lvl="1" fontAlgn="base"/>
            <a:r>
              <a:rPr lang="en-US" sz="1400">
                <a:solidFill>
                  <a:schemeClr val="tx2"/>
                </a:solidFill>
              </a:rPr>
              <a:t>Apply filters. </a:t>
            </a:r>
          </a:p>
          <a:p>
            <a:pPr lvl="1" fontAlgn="base"/>
            <a:r>
              <a:rPr lang="en-US" sz="1400">
                <a:solidFill>
                  <a:schemeClr val="tx2"/>
                </a:solidFill>
              </a:rPr>
              <a:t>Add conditional formatting.</a:t>
            </a:r>
          </a:p>
          <a:p>
            <a:pPr lvl="1" fontAlgn="base"/>
            <a:r>
              <a:rPr lang="en-US" sz="1400">
                <a:solidFill>
                  <a:schemeClr val="tx2"/>
                </a:solidFill>
              </a:rPr>
              <a:t>Adjust column heights.</a:t>
            </a:r>
          </a:p>
          <a:p>
            <a:pPr lvl="1" fontAlgn="base"/>
            <a:r>
              <a:rPr lang="en-US" sz="1400">
                <a:solidFill>
                  <a:schemeClr val="tx2"/>
                </a:solidFill>
              </a:rPr>
              <a:t>Update settings for end-user cell data edits.</a:t>
            </a:r>
          </a:p>
          <a:p>
            <a:pPr lvl="1" fontAlgn="base"/>
            <a:r>
              <a:rPr lang="en-US" sz="1400">
                <a:solidFill>
                  <a:schemeClr val="tx2"/>
                </a:solidFill>
              </a:rPr>
              <a:t>Check line item formatting.</a:t>
            </a:r>
          </a:p>
          <a:p>
            <a:pPr lvl="1" fontAlgn="base"/>
            <a:r>
              <a:rPr lang="en-US" sz="1400">
                <a:solidFill>
                  <a:schemeClr val="tx2"/>
                </a:solidFill>
              </a:rPr>
              <a:t>Apply grid style.</a:t>
            </a:r>
          </a:p>
          <a:p>
            <a:pPr lvl="1" fontAlgn="base"/>
            <a:r>
              <a:rPr lang="en-US" sz="1400">
                <a:solidFill>
                  <a:schemeClr val="tx2"/>
                </a:solidFill>
              </a:rPr>
              <a:t>Show/hide context selectors on grid.</a:t>
            </a:r>
          </a:p>
          <a:p>
            <a:pPr lvl="1" fontAlgn="base"/>
            <a:r>
              <a:rPr lang="en-US" sz="1400">
                <a:solidFill>
                  <a:schemeClr val="tx2"/>
                </a:solidFill>
              </a:rPr>
              <a:t>Apply sync on selection.</a:t>
            </a:r>
          </a:p>
          <a:p>
            <a:pPr lvl="1" fontAlgn="base"/>
            <a:r>
              <a:rPr lang="en-US" sz="1400">
                <a:solidFill>
                  <a:schemeClr val="tx2"/>
                </a:solidFill>
              </a:rPr>
              <a:t>Add hierarchy filters​.</a:t>
            </a:r>
          </a:p>
          <a:p>
            <a:pPr marL="0" lvl="0" indent="0">
              <a:buNone/>
              <a:defRPr/>
            </a:pPr>
            <a:endParaRPr kumimoji="0" lang="en-US" sz="1400" b="0" i="0" u="none" strike="noStrike" kern="1200" cap="none" spc="0" normalizeH="0" baseline="0" noProof="0">
              <a:ln>
                <a:noFill/>
              </a:ln>
              <a:solidFill>
                <a:schemeClr val="tx2"/>
              </a:solidFill>
              <a:effectLst/>
              <a:uLnTx/>
              <a:uFillTx/>
              <a:latin typeface="Arial"/>
              <a:ea typeface="Verdana"/>
              <a:cs typeface="Arial"/>
            </a:endParaRPr>
          </a:p>
        </p:txBody>
      </p:sp>
      <p:sp>
        <p:nvSpPr>
          <p:cNvPr id="8" name="TextBox 7">
            <a:extLst>
              <a:ext uri="{FF2B5EF4-FFF2-40B4-BE49-F238E27FC236}">
                <a16:creationId xmlns:a16="http://schemas.microsoft.com/office/drawing/2014/main" id="{1A2C568F-0CBA-0EDB-75D4-6A4DBAF0D0AA}"/>
              </a:ext>
            </a:extLst>
          </p:cNvPr>
          <p:cNvSpPr txBox="1"/>
          <p:nvPr/>
        </p:nvSpPr>
        <p:spPr>
          <a:xfrm>
            <a:off x="453390" y="5639980"/>
            <a:ext cx="4724400" cy="923330"/>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lang="en-US" sz="1600">
                <a:solidFill>
                  <a:schemeClr val="tx2"/>
                </a:solidFill>
                <a:latin typeface="Arial" panose="020B0604020202020204" pitchFamily="34" charset="0"/>
              </a:rPr>
              <a:t>Make sure chart types and colors that do generate match the template app in terms of stacked bar charts, waterfall, etc.​</a:t>
            </a:r>
          </a:p>
        </p:txBody>
      </p:sp>
      <p:sp>
        <p:nvSpPr>
          <p:cNvPr id="10" name="TextBox 9">
            <a:extLst>
              <a:ext uri="{FF2B5EF4-FFF2-40B4-BE49-F238E27FC236}">
                <a16:creationId xmlns:a16="http://schemas.microsoft.com/office/drawing/2014/main" id="{E1BDF639-3EE5-50A5-9C20-7AFA27C796AF}"/>
              </a:ext>
            </a:extLst>
          </p:cNvPr>
          <p:cNvSpPr txBox="1"/>
          <p:nvPr/>
        </p:nvSpPr>
        <p:spPr>
          <a:xfrm>
            <a:off x="6113850" y="1121484"/>
            <a:ext cx="5463048" cy="738664"/>
          </a:xfrm>
          <a:prstGeom prst="rect">
            <a:avLst/>
          </a:prstGeom>
          <a:noFill/>
        </p:spPr>
        <p:txBody>
          <a:bodyPr wrap="square">
            <a:spAutoFit/>
          </a:bodyPr>
          <a:lstStyle/>
          <a:p>
            <a:r>
              <a:rPr lang="en-US" sz="1400" b="0" i="0" u="none" strike="noStrike">
                <a:solidFill>
                  <a:schemeClr val="tx2"/>
                </a:solidFill>
                <a:effectLst/>
                <a:latin typeface="Arial" panose="020B0604020202020204" pitchFamily="34" charset="0"/>
              </a:rPr>
              <a:t>On page </a:t>
            </a:r>
            <a:r>
              <a:rPr lang="en-US" sz="1400" b="1" i="0" u="none" strike="noStrike">
                <a:solidFill>
                  <a:schemeClr val="accent1"/>
                </a:solidFill>
                <a:effectLst/>
                <a:latin typeface="Arial" panose="020B0604020202020204" pitchFamily="34" charset="0"/>
              </a:rPr>
              <a:t>6.3 Area Plan Approval </a:t>
            </a:r>
            <a:r>
              <a:rPr lang="en-US" sz="1400" b="0" i="0" u="none" strike="noStrike">
                <a:solidFill>
                  <a:schemeClr val="tx2"/>
                </a:solidFill>
                <a:effectLst/>
                <a:latin typeface="Arial" panose="020B0604020202020204" pitchFamily="34" charset="0"/>
              </a:rPr>
              <a:t>you will need to recreate the two actions on the right side of the screenshot below, that can be found in the template</a:t>
            </a:r>
            <a:endParaRPr lang="en-US" sz="1400">
              <a:solidFill>
                <a:schemeClr val="tx2"/>
              </a:solidFill>
            </a:endParaRPr>
          </a:p>
        </p:txBody>
      </p:sp>
      <p:pic>
        <p:nvPicPr>
          <p:cNvPr id="8194" name="Picture 2" descr="A screenshot of a computer&#10;&#10;AI-generated content may be incorrect.">
            <a:extLst>
              <a:ext uri="{FF2B5EF4-FFF2-40B4-BE49-F238E27FC236}">
                <a16:creationId xmlns:a16="http://schemas.microsoft.com/office/drawing/2014/main" id="{6BFB8141-0638-CFE5-1EFD-D508706CF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7974" y="2035996"/>
            <a:ext cx="5803495" cy="1048861"/>
          </a:xfrm>
          <a:prstGeom prst="roundRect">
            <a:avLst>
              <a:gd name="adj" fmla="val 10129"/>
            </a:avLst>
          </a:prstGeom>
          <a:noFill/>
          <a:extLst>
            <a:ext uri="{909E8E84-426E-40DD-AFC4-6F175D3DCCD1}">
              <a14:hiddenFill xmlns:a14="http://schemas.microsoft.com/office/drawing/2010/main">
                <a:solidFill>
                  <a:srgbClr val="FFFFFF"/>
                </a:solidFill>
              </a14:hiddenFill>
            </a:ext>
          </a:extLst>
        </p:spPr>
      </p:pic>
      <p:pic>
        <p:nvPicPr>
          <p:cNvPr id="8196" name="Picture 4" descr="A white rectangular object with text&#10;&#10;AI-generated content may be incorrect.">
            <a:extLst>
              <a:ext uri="{FF2B5EF4-FFF2-40B4-BE49-F238E27FC236}">
                <a16:creationId xmlns:a16="http://schemas.microsoft.com/office/drawing/2014/main" id="{1E821E11-32F2-A9E8-35FD-BD99592FE4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973" y="4629056"/>
            <a:ext cx="5803496" cy="1374552"/>
          </a:xfrm>
          <a:prstGeom prst="roundRect">
            <a:avLst>
              <a:gd name="adj" fmla="val 7520"/>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F9D79BC-6969-FCA5-59D4-4BBDEEDA22BE}"/>
              </a:ext>
            </a:extLst>
          </p:cNvPr>
          <p:cNvSpPr txBox="1"/>
          <p:nvPr/>
        </p:nvSpPr>
        <p:spPr>
          <a:xfrm>
            <a:off x="6113850" y="3675089"/>
            <a:ext cx="5484736" cy="738664"/>
          </a:xfrm>
          <a:prstGeom prst="rect">
            <a:avLst/>
          </a:prstGeom>
          <a:noFill/>
        </p:spPr>
        <p:txBody>
          <a:bodyPr wrap="square">
            <a:spAutoFit/>
          </a:bodyPr>
          <a:lstStyle/>
          <a:p>
            <a:r>
              <a:rPr lang="en-US" sz="1400" b="0" i="0" u="none" strike="noStrike">
                <a:solidFill>
                  <a:schemeClr val="tx2"/>
                </a:solidFill>
                <a:effectLst/>
                <a:latin typeface="Arial" panose="020B0604020202020204" pitchFamily="34" charset="0"/>
              </a:rPr>
              <a:t>On page </a:t>
            </a:r>
            <a:r>
              <a:rPr lang="en-US" sz="1400" b="1" i="0" u="none" strike="noStrike">
                <a:solidFill>
                  <a:schemeClr val="accent1"/>
                </a:solidFill>
                <a:effectLst/>
                <a:latin typeface="Arial" panose="020B0604020202020204" pitchFamily="34" charset="0"/>
              </a:rPr>
              <a:t>6.1 Direct Area Scenario Compare &amp; Finalize </a:t>
            </a:r>
            <a:r>
              <a:rPr lang="en-US" sz="1400" b="0" i="0" u="none" strike="noStrike">
                <a:solidFill>
                  <a:schemeClr val="tx2"/>
                </a:solidFill>
                <a:effectLst/>
                <a:latin typeface="Arial" panose="020B0604020202020204" pitchFamily="34" charset="0"/>
              </a:rPr>
              <a:t>you will need to recreate the action on the right side of the screenshot below, that can be found in the template</a:t>
            </a:r>
            <a:endParaRPr lang="en-US" sz="1400">
              <a:solidFill>
                <a:schemeClr val="tx2"/>
              </a:solidFill>
            </a:endParaRPr>
          </a:p>
        </p:txBody>
      </p:sp>
    </p:spTree>
    <p:extLst>
      <p:ext uri="{BB962C8B-B14F-4D97-AF65-F5344CB8AC3E}">
        <p14:creationId xmlns:p14="http://schemas.microsoft.com/office/powerpoint/2010/main" val="269247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53536E-087D-DA03-9B40-300BDC3EBF16}"/>
              </a:ext>
            </a:extLst>
          </p:cNvPr>
          <p:cNvSpPr>
            <a:spLocks noGrp="1"/>
          </p:cNvSpPr>
          <p:nvPr>
            <p:ph idx="4294967295"/>
          </p:nvPr>
        </p:nvSpPr>
        <p:spPr>
          <a:xfrm>
            <a:off x="615102" y="1467432"/>
            <a:ext cx="10871200" cy="3625956"/>
          </a:xfrm>
          <a:prstGeom prst="rect">
            <a:avLst/>
          </a:prstGeom>
        </p:spPr>
        <p:txBody>
          <a:bodyPr/>
          <a:lstStyle/>
          <a:p>
            <a:pPr marL="0" indent="0">
              <a:buNone/>
            </a:pPr>
            <a:r>
              <a:rPr lang="en-GB" b="1">
                <a:solidFill>
                  <a:schemeClr val="accent1"/>
                </a:solidFill>
                <a:ea typeface="Verdana"/>
              </a:rPr>
              <a:t>1. Headcount Data</a:t>
            </a:r>
          </a:p>
          <a:p>
            <a:pPr marL="0" indent="0">
              <a:buClr>
                <a:schemeClr val="tx2"/>
              </a:buClr>
              <a:buNone/>
            </a:pPr>
            <a:endParaRPr lang="en-US" sz="1400" b="1">
              <a:solidFill>
                <a:schemeClr val="tx2"/>
              </a:solidFill>
              <a:latin typeface="Arial"/>
              <a:cs typeface="Arial"/>
            </a:endParaRPr>
          </a:p>
          <a:p>
            <a:pPr marL="342900" indent="-342900">
              <a:buClr>
                <a:schemeClr val="tx2"/>
              </a:buClr>
              <a:buFont typeface="Arial"/>
              <a:buChar char="•"/>
            </a:pPr>
            <a:r>
              <a:rPr lang="en-US" sz="1400" b="1">
                <a:solidFill>
                  <a:schemeClr val="accent1"/>
                </a:solidFill>
                <a:latin typeface="Arial"/>
                <a:cs typeface="Arial"/>
              </a:rPr>
              <a:t>Tenure Band</a:t>
            </a:r>
            <a:r>
              <a:rPr lang="en-US" sz="1400">
                <a:solidFill>
                  <a:schemeClr val="accent1"/>
                </a:solidFill>
                <a:latin typeface="Arial"/>
                <a:cs typeface="Arial"/>
              </a:rPr>
              <a:t> </a:t>
            </a:r>
            <a:r>
              <a:rPr lang="en-US" sz="1400">
                <a:solidFill>
                  <a:schemeClr val="tx2"/>
                </a:solidFill>
                <a:latin typeface="Arial"/>
                <a:cs typeface="Arial"/>
              </a:rPr>
              <a:t>Setup</a:t>
            </a:r>
            <a:endParaRPr lang="en-US" sz="1400" b="1">
              <a:solidFill>
                <a:schemeClr val="tx2"/>
              </a:solidFill>
              <a:latin typeface="Arial"/>
              <a:ea typeface="+mn-lt"/>
              <a:cs typeface="+mn-lt"/>
            </a:endParaRPr>
          </a:p>
          <a:p>
            <a:pPr lvl="1"/>
            <a:r>
              <a:rPr lang="en-US" sz="1400" b="1">
                <a:solidFill>
                  <a:schemeClr val="tx2"/>
                </a:solidFill>
                <a:latin typeface="Arial"/>
                <a:cs typeface="Arial"/>
              </a:rPr>
              <a:t>Input # of Tenure Bands</a:t>
            </a:r>
            <a:r>
              <a:rPr lang="en-US" sz="1400">
                <a:solidFill>
                  <a:schemeClr val="tx2"/>
                </a:solidFill>
                <a:latin typeface="Arial"/>
                <a:cs typeface="Arial"/>
              </a:rPr>
              <a:t> and refresh page.</a:t>
            </a:r>
          </a:p>
          <a:p>
            <a:pPr lvl="1"/>
            <a:r>
              <a:rPr lang="en-US" sz="1400">
                <a:solidFill>
                  <a:schemeClr val="tx2"/>
                </a:solidFill>
                <a:latin typeface="Arial"/>
                <a:cs typeface="Arial"/>
              </a:rPr>
              <a:t>Input </a:t>
            </a:r>
            <a:r>
              <a:rPr lang="en-US" sz="1400" b="1">
                <a:solidFill>
                  <a:schemeClr val="tx2"/>
                </a:solidFill>
                <a:latin typeface="Arial"/>
                <a:cs typeface="Arial"/>
              </a:rPr>
              <a:t>High Band </a:t>
            </a:r>
            <a:r>
              <a:rPr lang="en-US" sz="1400">
                <a:solidFill>
                  <a:schemeClr val="tx2"/>
                </a:solidFill>
                <a:latin typeface="Arial"/>
                <a:cs typeface="Arial"/>
              </a:rPr>
              <a:t>Tenure Band Setup module.</a:t>
            </a:r>
          </a:p>
          <a:p>
            <a:pPr marL="232410" indent="-232410">
              <a:buClr>
                <a:schemeClr val="tx2"/>
              </a:buClr>
              <a:buFont typeface="Arial"/>
              <a:buChar char="•"/>
            </a:pPr>
            <a:r>
              <a:rPr lang="en-US" sz="1400" b="1">
                <a:solidFill>
                  <a:schemeClr val="accent1"/>
                </a:solidFill>
                <a:latin typeface="Arial"/>
                <a:cs typeface="Arial"/>
              </a:rPr>
              <a:t>Sales Role</a:t>
            </a:r>
            <a:r>
              <a:rPr lang="en-US" sz="1400">
                <a:solidFill>
                  <a:schemeClr val="accent1"/>
                </a:solidFill>
                <a:latin typeface="Arial"/>
                <a:cs typeface="Arial"/>
              </a:rPr>
              <a:t> </a:t>
            </a:r>
            <a:r>
              <a:rPr lang="en-US" sz="1400">
                <a:solidFill>
                  <a:schemeClr val="tx2"/>
                </a:solidFill>
                <a:latin typeface="Arial"/>
                <a:cs typeface="Arial"/>
              </a:rPr>
              <a:t>Setup</a:t>
            </a:r>
          </a:p>
          <a:p>
            <a:pPr lvl="1"/>
            <a:r>
              <a:rPr lang="en-US" sz="1400">
                <a:solidFill>
                  <a:schemeClr val="tx2"/>
                </a:solidFill>
                <a:latin typeface="Arial"/>
                <a:cs typeface="Arial"/>
              </a:rPr>
              <a:t>Input the </a:t>
            </a:r>
            <a:r>
              <a:rPr lang="en-US" sz="1400" b="1">
                <a:solidFill>
                  <a:schemeClr val="tx2"/>
                </a:solidFill>
                <a:latin typeface="Arial"/>
                <a:cs typeface="Arial"/>
              </a:rPr>
              <a:t>Sales Role</a:t>
            </a:r>
            <a:r>
              <a:rPr lang="en-US" sz="1400">
                <a:solidFill>
                  <a:schemeClr val="tx2"/>
                </a:solidFill>
                <a:latin typeface="Arial"/>
                <a:cs typeface="Arial"/>
              </a:rPr>
              <a:t> that corresponds with the Job family and role grade in </a:t>
            </a:r>
            <a:r>
              <a:rPr lang="en-US" sz="1400" b="1">
                <a:solidFill>
                  <a:schemeClr val="tx2"/>
                </a:solidFill>
                <a:latin typeface="Arial"/>
                <a:cs typeface="Arial"/>
              </a:rPr>
              <a:t>Sales Role Setup</a:t>
            </a:r>
            <a:r>
              <a:rPr lang="en-US" sz="1400">
                <a:solidFill>
                  <a:schemeClr val="tx2"/>
                </a:solidFill>
                <a:latin typeface="Arial"/>
                <a:cs typeface="Arial"/>
              </a:rPr>
              <a:t> module.</a:t>
            </a:r>
          </a:p>
          <a:p>
            <a:pPr marL="232410" indent="-232410">
              <a:buClr>
                <a:schemeClr val="tx2"/>
              </a:buClr>
              <a:buFont typeface="Arial"/>
              <a:buChar char="•"/>
            </a:pPr>
            <a:r>
              <a:rPr lang="en-US" sz="1400">
                <a:solidFill>
                  <a:schemeClr val="tx2"/>
                </a:solidFill>
                <a:latin typeface="Arial"/>
                <a:cs typeface="Arial"/>
              </a:rPr>
              <a:t>Input </a:t>
            </a:r>
            <a:r>
              <a:rPr lang="en-US" sz="1400" b="1">
                <a:solidFill>
                  <a:schemeClr val="accent1"/>
                </a:solidFill>
                <a:latin typeface="Arial"/>
                <a:cs typeface="Arial"/>
              </a:rPr>
              <a:t>Record Type</a:t>
            </a:r>
            <a:r>
              <a:rPr lang="en-US" sz="1400">
                <a:solidFill>
                  <a:schemeClr val="accent1"/>
                </a:solidFill>
                <a:latin typeface="Arial"/>
                <a:cs typeface="Arial"/>
              </a:rPr>
              <a:t> </a:t>
            </a:r>
            <a:r>
              <a:rPr lang="en-US" sz="1400">
                <a:solidFill>
                  <a:schemeClr val="tx2"/>
                </a:solidFill>
                <a:latin typeface="Arial"/>
                <a:cs typeface="Arial"/>
              </a:rPr>
              <a:t>mapping</a:t>
            </a:r>
          </a:p>
          <a:p>
            <a:pPr marL="742950">
              <a:buClr>
                <a:schemeClr val="tx2"/>
              </a:buClr>
            </a:pPr>
            <a:r>
              <a:rPr lang="en-US" sz="1400">
                <a:solidFill>
                  <a:schemeClr val="tx2"/>
                </a:solidFill>
                <a:latin typeface="Arial"/>
                <a:cs typeface="Arial"/>
              </a:rPr>
              <a:t>Input the </a:t>
            </a:r>
            <a:r>
              <a:rPr lang="en-US" sz="1400" b="1">
                <a:solidFill>
                  <a:schemeClr val="tx2"/>
                </a:solidFill>
                <a:latin typeface="Arial"/>
                <a:cs typeface="Arial"/>
              </a:rPr>
              <a:t>Record Type mapping </a:t>
            </a:r>
            <a:r>
              <a:rPr lang="en-US" sz="1400">
                <a:solidFill>
                  <a:schemeClr val="tx2"/>
                </a:solidFill>
                <a:latin typeface="Arial"/>
                <a:cs typeface="Arial"/>
              </a:rPr>
              <a:t>in </a:t>
            </a:r>
            <a:r>
              <a:rPr lang="en-US" sz="1400" b="1">
                <a:solidFill>
                  <a:schemeClr val="tx2"/>
                </a:solidFill>
                <a:latin typeface="Arial"/>
                <a:cs typeface="Arial"/>
              </a:rPr>
              <a:t>Input Record Type mapping </a:t>
            </a:r>
            <a:r>
              <a:rPr lang="en-US" sz="1400">
                <a:solidFill>
                  <a:schemeClr val="tx2"/>
                </a:solidFill>
                <a:latin typeface="Arial"/>
                <a:cs typeface="Arial"/>
              </a:rPr>
              <a:t>module.</a:t>
            </a:r>
          </a:p>
          <a:p>
            <a:pPr marL="232410" indent="-232410">
              <a:buClr>
                <a:schemeClr val="tx2"/>
              </a:buClr>
              <a:buFont typeface="Arial"/>
              <a:buChar char="•"/>
            </a:pPr>
            <a:r>
              <a:rPr lang="en-US" sz="1400">
                <a:solidFill>
                  <a:schemeClr val="tx2"/>
                </a:solidFill>
                <a:latin typeface="Arial"/>
                <a:cs typeface="Arial"/>
              </a:rPr>
              <a:t>Historical </a:t>
            </a:r>
            <a:r>
              <a:rPr lang="en-US" sz="1400" b="1">
                <a:solidFill>
                  <a:schemeClr val="accent1"/>
                </a:solidFill>
                <a:latin typeface="Arial"/>
                <a:cs typeface="Arial"/>
              </a:rPr>
              <a:t>Ramping Profile</a:t>
            </a:r>
            <a:r>
              <a:rPr lang="en-US" sz="1400">
                <a:solidFill>
                  <a:schemeClr val="accent1"/>
                </a:solidFill>
                <a:latin typeface="Arial"/>
                <a:cs typeface="Arial"/>
              </a:rPr>
              <a:t> </a:t>
            </a:r>
            <a:r>
              <a:rPr lang="en-US" sz="1400">
                <a:solidFill>
                  <a:schemeClr val="tx2"/>
                </a:solidFill>
                <a:latin typeface="Arial"/>
                <a:cs typeface="Arial"/>
              </a:rPr>
              <a:t>Setup</a:t>
            </a:r>
          </a:p>
          <a:p>
            <a:pPr lvl="1"/>
            <a:r>
              <a:rPr lang="en-US" sz="1400">
                <a:solidFill>
                  <a:schemeClr val="tx2"/>
                </a:solidFill>
                <a:latin typeface="Arial"/>
                <a:cs typeface="Arial"/>
              </a:rPr>
              <a:t>Input </a:t>
            </a:r>
            <a:r>
              <a:rPr lang="en-US" sz="1400" b="1">
                <a:solidFill>
                  <a:schemeClr val="tx2"/>
                </a:solidFill>
                <a:latin typeface="Arial"/>
                <a:cs typeface="Arial"/>
              </a:rPr>
              <a:t>Ramp %</a:t>
            </a:r>
            <a:r>
              <a:rPr lang="en-US" sz="1400">
                <a:solidFill>
                  <a:schemeClr val="tx2"/>
                </a:solidFill>
                <a:latin typeface="Arial"/>
                <a:cs typeface="Arial"/>
              </a:rPr>
              <a:t> by the dimensions in the page selectors in the </a:t>
            </a:r>
            <a:r>
              <a:rPr lang="en-US" sz="1400" b="1">
                <a:solidFill>
                  <a:schemeClr val="tx2"/>
                </a:solidFill>
                <a:latin typeface="Arial"/>
                <a:cs typeface="Arial"/>
              </a:rPr>
              <a:t>Ramping Profile by Sales Role</a:t>
            </a:r>
            <a:r>
              <a:rPr lang="en-US" sz="1400">
                <a:solidFill>
                  <a:schemeClr val="tx2"/>
                </a:solidFill>
                <a:latin typeface="Arial"/>
                <a:cs typeface="Arial"/>
              </a:rPr>
              <a:t> module.</a:t>
            </a:r>
          </a:p>
          <a:p>
            <a:pPr marL="1146810" lvl="1" indent="-232410">
              <a:buFont typeface="Courier New,monospace"/>
              <a:buChar char="o"/>
            </a:pPr>
            <a:endParaRPr lang="en-US" sz="1400">
              <a:solidFill>
                <a:schemeClr val="tx2"/>
              </a:solidFill>
            </a:endParaRPr>
          </a:p>
          <a:p>
            <a:pPr marL="0" indent="0">
              <a:buNone/>
            </a:pPr>
            <a:endParaRPr lang="en-US" sz="1400">
              <a:solidFill>
                <a:schemeClr val="tx2"/>
              </a:solidFill>
            </a:endParaRPr>
          </a:p>
        </p:txBody>
      </p:sp>
      <p:sp>
        <p:nvSpPr>
          <p:cNvPr id="4" name="Title 67">
            <a:extLst>
              <a:ext uri="{FF2B5EF4-FFF2-40B4-BE49-F238E27FC236}">
                <a16:creationId xmlns:a16="http://schemas.microsoft.com/office/drawing/2014/main" id="{289291EE-5792-34BA-D538-48493D57F76F}"/>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UX Page 6.5 List Management updates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418703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DEC667-30CB-2E0E-0A28-C63FDE65A211}"/>
              </a:ext>
            </a:extLst>
          </p:cNvPr>
          <p:cNvSpPr>
            <a:spLocks noGrp="1"/>
          </p:cNvSpPr>
          <p:nvPr>
            <p:ph idx="4294967295"/>
          </p:nvPr>
        </p:nvSpPr>
        <p:spPr>
          <a:xfrm>
            <a:off x="615102" y="935698"/>
            <a:ext cx="10871200" cy="5313362"/>
          </a:xfrm>
          <a:prstGeom prst="rect">
            <a:avLst/>
          </a:prstGeom>
        </p:spPr>
        <p:txBody>
          <a:bodyPr lIns="0" tIns="45720" rIns="0" bIns="45720" anchor="t">
            <a:noAutofit/>
          </a:bodyPr>
          <a:lstStyle/>
          <a:p>
            <a:pPr marL="0" indent="0">
              <a:buNone/>
            </a:pPr>
            <a:r>
              <a:rPr lang="en-GB" sz="1700" b="1">
                <a:solidFill>
                  <a:schemeClr val="accent1"/>
                </a:solidFill>
                <a:ea typeface="Verdana"/>
              </a:rPr>
              <a:t>2. Top-Down HC Target settings</a:t>
            </a:r>
          </a:p>
          <a:p>
            <a:pPr marL="0" indent="0">
              <a:buNone/>
            </a:pPr>
            <a:endParaRPr lang="en-US" sz="1500" b="1">
              <a:solidFill>
                <a:schemeClr val="accent1"/>
              </a:solidFill>
            </a:endParaRPr>
          </a:p>
          <a:p>
            <a:pPr>
              <a:spcBef>
                <a:spcPts val="0"/>
              </a:spcBef>
              <a:buClr>
                <a:schemeClr val="tx2"/>
              </a:buClr>
            </a:pPr>
            <a:r>
              <a:rPr lang="en-US" sz="1400" b="1">
                <a:solidFill>
                  <a:schemeClr val="accent1"/>
                </a:solidFill>
              </a:rPr>
              <a:t>Direct Seller </a:t>
            </a:r>
            <a:r>
              <a:rPr lang="en-US" sz="1400">
                <a:solidFill>
                  <a:schemeClr val="tx2"/>
                </a:solidFill>
              </a:rPr>
              <a:t>subset creation</a:t>
            </a:r>
            <a:endParaRPr lang="en-US" sz="1400">
              <a:solidFill>
                <a:schemeClr val="tx2"/>
              </a:solidFill>
              <a:ea typeface="+mn-lt"/>
            </a:endParaRPr>
          </a:p>
          <a:p>
            <a:pPr marL="742950">
              <a:spcBef>
                <a:spcPts val="0"/>
              </a:spcBef>
              <a:buClr>
                <a:schemeClr val="tx2"/>
              </a:buClr>
            </a:pPr>
            <a:r>
              <a:rPr lang="en-US" sz="1400">
                <a:solidFill>
                  <a:schemeClr val="tx2"/>
                </a:solidFill>
              </a:rPr>
              <a:t>Select the Direct Seller roles from the list of sales roles in </a:t>
            </a:r>
            <a:r>
              <a:rPr lang="en-US" sz="1400" b="1">
                <a:solidFill>
                  <a:schemeClr val="tx2"/>
                </a:solidFill>
              </a:rPr>
              <a:t>Step. 1 - Select Direct Seller Roles for Subset</a:t>
            </a:r>
            <a:r>
              <a:rPr lang="en-US" sz="1400">
                <a:solidFill>
                  <a:schemeClr val="tx2"/>
                </a:solidFill>
              </a:rPr>
              <a:t> module.</a:t>
            </a:r>
          </a:p>
          <a:p>
            <a:pPr marL="742950">
              <a:spcBef>
                <a:spcPts val="0"/>
              </a:spcBef>
              <a:buClr>
                <a:schemeClr val="tx2"/>
              </a:buClr>
            </a:pPr>
            <a:r>
              <a:rPr lang="en-US" sz="1400">
                <a:solidFill>
                  <a:schemeClr val="tx2"/>
                </a:solidFill>
              </a:rPr>
              <a:t>Run the</a:t>
            </a:r>
            <a:r>
              <a:rPr lang="en-US" sz="1400" b="1">
                <a:solidFill>
                  <a:schemeClr val="tx2"/>
                </a:solidFill>
              </a:rPr>
              <a:t> Update Direct Seller Subset </a:t>
            </a:r>
            <a:r>
              <a:rPr lang="en-US" sz="1400">
                <a:solidFill>
                  <a:schemeClr val="tx2"/>
                </a:solidFill>
              </a:rPr>
              <a:t>action in </a:t>
            </a:r>
            <a:r>
              <a:rPr lang="en-US" sz="1400" b="1">
                <a:solidFill>
                  <a:schemeClr val="tx2"/>
                </a:solidFill>
              </a:rPr>
              <a:t>Step 2 - Run Action Below to Update Direct Seller Subset.</a:t>
            </a:r>
            <a:endParaRPr lang="en-US" sz="1400">
              <a:solidFill>
                <a:schemeClr val="tx2"/>
              </a:solidFill>
            </a:endParaRPr>
          </a:p>
          <a:p>
            <a:pPr marL="742950">
              <a:spcBef>
                <a:spcPts val="0"/>
              </a:spcBef>
              <a:buClr>
                <a:schemeClr val="tx2"/>
              </a:buClr>
            </a:pPr>
            <a:r>
              <a:rPr lang="en-US" sz="1400">
                <a:solidFill>
                  <a:schemeClr val="tx2"/>
                </a:solidFill>
              </a:rPr>
              <a:t>Make sure the Booleans are checked for direct seller roles in </a:t>
            </a:r>
            <a:r>
              <a:rPr lang="en-US" sz="1400" b="1">
                <a:solidFill>
                  <a:schemeClr val="tx2"/>
                </a:solidFill>
              </a:rPr>
              <a:t>Step 3 - Review Current Direct Seller Subset </a:t>
            </a:r>
            <a:r>
              <a:rPr lang="en-US" sz="1400">
                <a:solidFill>
                  <a:schemeClr val="tx2"/>
                </a:solidFill>
              </a:rPr>
              <a:t>module</a:t>
            </a:r>
          </a:p>
          <a:p>
            <a:pPr marL="1352550" lvl="1">
              <a:spcBef>
                <a:spcPts val="0"/>
              </a:spcBef>
            </a:pPr>
            <a:r>
              <a:rPr lang="en-US" sz="1400">
                <a:solidFill>
                  <a:schemeClr val="tx2"/>
                </a:solidFill>
              </a:rPr>
              <a:t>If the action failed, troubleshoot action </a:t>
            </a:r>
            <a:r>
              <a:rPr lang="en-US" sz="1400" b="1">
                <a:solidFill>
                  <a:schemeClr val="tx2"/>
                </a:solidFill>
                <a:latin typeface="Consolas" panose="020B0609020204030204" pitchFamily="49" charset="0"/>
                <a:cs typeface="Consolas" panose="020B0609020204030204" pitchFamily="49" charset="0"/>
              </a:rPr>
              <a:t>SL_-_</a:t>
            </a:r>
            <a:r>
              <a:rPr lang="en-US" sz="1400" b="1" err="1">
                <a:solidFill>
                  <a:schemeClr val="tx2"/>
                </a:solidFill>
                <a:latin typeface="Consolas" panose="020B0609020204030204" pitchFamily="49" charset="0"/>
                <a:cs typeface="Consolas" panose="020B0609020204030204" pitchFamily="49" charset="0"/>
              </a:rPr>
              <a:t>Sales_Role_Flat</a:t>
            </a:r>
            <a:r>
              <a:rPr lang="en-US" sz="1400" b="1">
                <a:solidFill>
                  <a:schemeClr val="tx2"/>
                </a:solidFill>
                <a:latin typeface="Consolas" panose="020B0609020204030204" pitchFamily="49" charset="0"/>
                <a:cs typeface="Consolas" panose="020B0609020204030204" pitchFamily="49" charset="0"/>
              </a:rPr>
              <a:t>_&gt;_</a:t>
            </a:r>
            <a:r>
              <a:rPr lang="en-US" sz="1400" b="1" err="1">
                <a:solidFill>
                  <a:schemeClr val="tx2"/>
                </a:solidFill>
                <a:latin typeface="Consolas" panose="020B0609020204030204" pitchFamily="49" charset="0"/>
                <a:cs typeface="Consolas" panose="020B0609020204030204" pitchFamily="49" charset="0"/>
              </a:rPr>
              <a:t>Direct_Seller_Subset</a:t>
            </a:r>
            <a:r>
              <a:rPr lang="en-US" sz="1400" b="1">
                <a:solidFill>
                  <a:schemeClr val="tx2"/>
                </a:solidFill>
              </a:rPr>
              <a:t> </a:t>
            </a:r>
            <a:r>
              <a:rPr lang="en-US" sz="1400">
                <a:solidFill>
                  <a:schemeClr val="tx2"/>
                </a:solidFill>
              </a:rPr>
              <a:t>and make sure Direct Seller? Line item is mapped to the subset.</a:t>
            </a:r>
          </a:p>
          <a:p>
            <a:pPr>
              <a:lnSpc>
                <a:spcPct val="150000"/>
              </a:lnSpc>
              <a:spcBef>
                <a:spcPts val="0"/>
              </a:spcBef>
              <a:buClr>
                <a:schemeClr val="tx2"/>
              </a:buClr>
            </a:pPr>
            <a:r>
              <a:rPr lang="en-US" sz="1400" b="1">
                <a:solidFill>
                  <a:schemeClr val="accent1"/>
                </a:solidFill>
              </a:rPr>
              <a:t>Sales Role Flat to Job Family </a:t>
            </a:r>
            <a:r>
              <a:rPr lang="en-US" sz="1400" b="1">
                <a:solidFill>
                  <a:schemeClr val="tx2"/>
                </a:solidFill>
              </a:rPr>
              <a:t>Mapping</a:t>
            </a:r>
          </a:p>
          <a:p>
            <a:pPr lvl="1">
              <a:spcBef>
                <a:spcPts val="0"/>
              </a:spcBef>
            </a:pPr>
            <a:r>
              <a:rPr lang="en-US" sz="1400">
                <a:solidFill>
                  <a:schemeClr val="tx2"/>
                </a:solidFill>
              </a:rPr>
              <a:t>Input the Job Family that corresponds to the sales role in Sales Role Flat to Job Family Mapping module.</a:t>
            </a:r>
          </a:p>
          <a:p>
            <a:pPr>
              <a:lnSpc>
                <a:spcPct val="150000"/>
              </a:lnSpc>
              <a:spcBef>
                <a:spcPts val="0"/>
              </a:spcBef>
              <a:buClr>
                <a:schemeClr val="tx2"/>
              </a:buClr>
            </a:pPr>
            <a:r>
              <a:rPr lang="en-US" sz="1400">
                <a:solidFill>
                  <a:schemeClr val="tx2"/>
                </a:solidFill>
              </a:rPr>
              <a:t>Input </a:t>
            </a:r>
            <a:r>
              <a:rPr lang="en-US" sz="1400">
                <a:solidFill>
                  <a:schemeClr val="accent1"/>
                </a:solidFill>
              </a:rPr>
              <a:t>Hierarchy Level </a:t>
            </a:r>
            <a:r>
              <a:rPr lang="en-US" sz="1400">
                <a:solidFill>
                  <a:schemeClr val="tx2"/>
                </a:solidFill>
              </a:rPr>
              <a:t>Information</a:t>
            </a:r>
          </a:p>
          <a:p>
            <a:pPr marL="742950">
              <a:spcBef>
                <a:spcPts val="0"/>
              </a:spcBef>
              <a:buClr>
                <a:schemeClr val="tx2"/>
              </a:buClr>
            </a:pPr>
            <a:r>
              <a:rPr lang="en-US" sz="1400">
                <a:solidFill>
                  <a:schemeClr val="tx2"/>
                </a:solidFill>
              </a:rPr>
              <a:t>Input </a:t>
            </a:r>
            <a:r>
              <a:rPr lang="en-US" sz="1400" b="1">
                <a:solidFill>
                  <a:schemeClr val="tx2"/>
                </a:solidFill>
              </a:rPr>
              <a:t>Hierarchy Level Rank</a:t>
            </a:r>
            <a:r>
              <a:rPr lang="en-US" sz="1400">
                <a:solidFill>
                  <a:schemeClr val="tx2"/>
                </a:solidFill>
              </a:rPr>
              <a:t> and </a:t>
            </a:r>
            <a:r>
              <a:rPr lang="en-US" sz="1400" b="1">
                <a:solidFill>
                  <a:schemeClr val="tx2"/>
                </a:solidFill>
              </a:rPr>
              <a:t>Hierarchy Level Name</a:t>
            </a:r>
            <a:r>
              <a:rPr lang="en-US" sz="1400">
                <a:solidFill>
                  <a:schemeClr val="tx2"/>
                </a:solidFill>
              </a:rPr>
              <a:t> in</a:t>
            </a:r>
            <a:r>
              <a:rPr lang="en-US" sz="1400" b="1">
                <a:solidFill>
                  <a:schemeClr val="tx2"/>
                </a:solidFill>
              </a:rPr>
              <a:t> Input Hierarchy Level Information</a:t>
            </a:r>
            <a:r>
              <a:rPr lang="en-US" sz="1400">
                <a:solidFill>
                  <a:schemeClr val="tx2"/>
                </a:solidFill>
              </a:rPr>
              <a:t> module.</a:t>
            </a:r>
          </a:p>
          <a:p>
            <a:pPr>
              <a:lnSpc>
                <a:spcPct val="150000"/>
              </a:lnSpc>
              <a:spcBef>
                <a:spcPts val="0"/>
              </a:spcBef>
              <a:buClr>
                <a:schemeClr val="tx2"/>
              </a:buClr>
            </a:pPr>
            <a:r>
              <a:rPr lang="en-US" sz="1400">
                <a:solidFill>
                  <a:schemeClr val="accent1"/>
                </a:solidFill>
              </a:rPr>
              <a:t>Last Level</a:t>
            </a:r>
            <a:r>
              <a:rPr lang="en-US" sz="1400">
                <a:solidFill>
                  <a:schemeClr val="tx2"/>
                </a:solidFill>
              </a:rPr>
              <a:t> to Manually Allocate L2 Job Family</a:t>
            </a:r>
            <a:r>
              <a:rPr lang="en-US" sz="1400" b="1">
                <a:solidFill>
                  <a:schemeClr val="tx2"/>
                </a:solidFill>
              </a:rPr>
              <a:t> </a:t>
            </a:r>
            <a:r>
              <a:rPr lang="en-US" sz="1400" b="1">
                <a:solidFill>
                  <a:schemeClr val="accent2"/>
                </a:solidFill>
              </a:rPr>
              <a:t>*IMPORTANT*</a:t>
            </a:r>
          </a:p>
          <a:p>
            <a:pPr marL="742950">
              <a:spcBef>
                <a:spcPts val="0"/>
              </a:spcBef>
              <a:buClr>
                <a:schemeClr val="tx2"/>
              </a:buClr>
            </a:pPr>
            <a:r>
              <a:rPr lang="en-US" sz="1400">
                <a:solidFill>
                  <a:schemeClr val="tx2"/>
                </a:solidFill>
              </a:rPr>
              <a:t>Input the </a:t>
            </a:r>
            <a:r>
              <a:rPr lang="en-US" sz="1400" b="1">
                <a:solidFill>
                  <a:schemeClr val="tx2"/>
                </a:solidFill>
              </a:rPr>
              <a:t>Last Planning Level to manually allocate HC</a:t>
            </a:r>
            <a:r>
              <a:rPr lang="en-US" sz="1400">
                <a:solidFill>
                  <a:schemeClr val="tx2"/>
                </a:solidFill>
              </a:rPr>
              <a:t> by Job Family in </a:t>
            </a:r>
            <a:r>
              <a:rPr lang="en-US" sz="1400" b="1">
                <a:solidFill>
                  <a:schemeClr val="tx2"/>
                </a:solidFill>
              </a:rPr>
              <a:t>Last Level to Manually Allocate L2 Job Family</a:t>
            </a:r>
            <a:r>
              <a:rPr lang="en-US" sz="1400">
                <a:solidFill>
                  <a:schemeClr val="tx2"/>
                </a:solidFill>
              </a:rPr>
              <a:t> module.</a:t>
            </a:r>
          </a:p>
          <a:p>
            <a:pPr>
              <a:lnSpc>
                <a:spcPct val="150000"/>
              </a:lnSpc>
              <a:spcBef>
                <a:spcPts val="0"/>
              </a:spcBef>
              <a:buClr>
                <a:schemeClr val="tx2"/>
              </a:buClr>
            </a:pPr>
            <a:r>
              <a:rPr lang="en-US" sz="1400">
                <a:solidFill>
                  <a:schemeClr val="tx2"/>
                </a:solidFill>
              </a:rPr>
              <a:t>Select </a:t>
            </a:r>
            <a:r>
              <a:rPr lang="en-US" sz="1400">
                <a:solidFill>
                  <a:schemeClr val="accent1"/>
                </a:solidFill>
              </a:rPr>
              <a:t>Core Job Family Group</a:t>
            </a:r>
          </a:p>
          <a:p>
            <a:pPr marL="742950">
              <a:spcBef>
                <a:spcPts val="0"/>
              </a:spcBef>
              <a:buClr>
                <a:schemeClr val="tx2"/>
              </a:buClr>
            </a:pPr>
            <a:r>
              <a:rPr lang="en-US" sz="1400">
                <a:solidFill>
                  <a:schemeClr val="tx2"/>
                </a:solidFill>
              </a:rPr>
              <a:t>Input </a:t>
            </a:r>
            <a:r>
              <a:rPr lang="en-US" sz="1400" b="1">
                <a:solidFill>
                  <a:schemeClr val="tx2"/>
                </a:solidFill>
              </a:rPr>
              <a:t>Select Job Family L1 Group for Core</a:t>
            </a:r>
            <a:r>
              <a:rPr lang="en-US" sz="1400">
                <a:solidFill>
                  <a:schemeClr val="tx2"/>
                </a:solidFill>
              </a:rPr>
              <a:t> in </a:t>
            </a:r>
            <a:r>
              <a:rPr lang="en-US" sz="1400" b="1">
                <a:solidFill>
                  <a:schemeClr val="tx2"/>
                </a:solidFill>
              </a:rPr>
              <a:t>Select Core Job Family Group</a:t>
            </a:r>
            <a:r>
              <a:rPr lang="en-US" sz="1400">
                <a:solidFill>
                  <a:schemeClr val="tx2"/>
                </a:solidFill>
              </a:rPr>
              <a:t> module.</a:t>
            </a:r>
          </a:p>
          <a:p>
            <a:pPr>
              <a:lnSpc>
                <a:spcPct val="150000"/>
              </a:lnSpc>
              <a:spcBef>
                <a:spcPts val="0"/>
              </a:spcBef>
              <a:buClr>
                <a:schemeClr val="tx2"/>
              </a:buClr>
            </a:pPr>
            <a:r>
              <a:rPr lang="en-US" sz="1400">
                <a:solidFill>
                  <a:schemeClr val="tx2"/>
                </a:solidFill>
              </a:rPr>
              <a:t>Select </a:t>
            </a:r>
            <a:r>
              <a:rPr lang="en-US" sz="1400">
                <a:solidFill>
                  <a:schemeClr val="accent1"/>
                </a:solidFill>
              </a:rPr>
              <a:t>Items to Compare </a:t>
            </a:r>
            <a:r>
              <a:rPr lang="en-US" sz="1400">
                <a:solidFill>
                  <a:schemeClr val="tx2"/>
                </a:solidFill>
              </a:rPr>
              <a:t>ratio metrics against.</a:t>
            </a:r>
          </a:p>
          <a:p>
            <a:pPr marL="742950">
              <a:spcBef>
                <a:spcPts val="0"/>
              </a:spcBef>
              <a:buClr>
                <a:schemeClr val="tx2"/>
              </a:buClr>
            </a:pPr>
            <a:r>
              <a:rPr lang="en-US" sz="1400">
                <a:solidFill>
                  <a:schemeClr val="tx2"/>
                </a:solidFill>
              </a:rPr>
              <a:t>Input </a:t>
            </a:r>
            <a:r>
              <a:rPr lang="en-US" sz="1400" b="1">
                <a:solidFill>
                  <a:schemeClr val="tx2"/>
                </a:solidFill>
                <a:ea typeface="+mn-lt"/>
              </a:rPr>
              <a:t>Job Family Group L1 Ratio Denominator </a:t>
            </a:r>
            <a:r>
              <a:rPr lang="en-US" sz="1400">
                <a:solidFill>
                  <a:schemeClr val="tx2"/>
                </a:solidFill>
                <a:ea typeface="+mn-lt"/>
              </a:rPr>
              <a:t>and </a:t>
            </a:r>
            <a:r>
              <a:rPr lang="en-US" sz="1400" b="1">
                <a:solidFill>
                  <a:schemeClr val="tx2"/>
                </a:solidFill>
                <a:ea typeface="+mn-lt"/>
              </a:rPr>
              <a:t>Job Family L2 Ratio Denominator </a:t>
            </a:r>
            <a:r>
              <a:rPr lang="en-US" sz="1400">
                <a:solidFill>
                  <a:schemeClr val="tx2"/>
                </a:solidFill>
                <a:ea typeface="+mn-lt"/>
              </a:rPr>
              <a:t>in </a:t>
            </a:r>
            <a:r>
              <a:rPr lang="en-US" sz="1400" b="1">
                <a:solidFill>
                  <a:schemeClr val="tx2"/>
                </a:solidFill>
                <a:ea typeface="+mn-lt"/>
              </a:rPr>
              <a:t>Select Items to Compare Ratio Metrics Against </a:t>
            </a:r>
            <a:r>
              <a:rPr lang="en-US" sz="1400">
                <a:solidFill>
                  <a:schemeClr val="tx2"/>
                </a:solidFill>
                <a:ea typeface="+mn-lt"/>
              </a:rPr>
              <a:t>module.</a:t>
            </a:r>
          </a:p>
          <a:p>
            <a:pPr>
              <a:lnSpc>
                <a:spcPct val="150000"/>
              </a:lnSpc>
              <a:spcBef>
                <a:spcPts val="0"/>
              </a:spcBef>
              <a:buClr>
                <a:schemeClr val="tx2"/>
              </a:buClr>
            </a:pPr>
            <a:r>
              <a:rPr lang="en-US" sz="1400">
                <a:solidFill>
                  <a:schemeClr val="tx2"/>
                </a:solidFill>
              </a:rPr>
              <a:t>Input applicable </a:t>
            </a:r>
            <a:r>
              <a:rPr lang="en-US" sz="1400" b="1">
                <a:solidFill>
                  <a:schemeClr val="accent1"/>
                </a:solidFill>
              </a:rPr>
              <a:t>Role Grades</a:t>
            </a:r>
            <a:r>
              <a:rPr lang="en-US" sz="1400">
                <a:solidFill>
                  <a:schemeClr val="accent1"/>
                </a:solidFill>
              </a:rPr>
              <a:t> </a:t>
            </a:r>
            <a:r>
              <a:rPr lang="en-US" sz="1400">
                <a:solidFill>
                  <a:schemeClr val="tx2"/>
                </a:solidFill>
              </a:rPr>
              <a:t>for each</a:t>
            </a:r>
            <a:r>
              <a:rPr lang="en-US" sz="1400" b="1">
                <a:solidFill>
                  <a:schemeClr val="tx2"/>
                </a:solidFill>
              </a:rPr>
              <a:t> </a:t>
            </a:r>
            <a:r>
              <a:rPr lang="en-US" sz="1400" b="1">
                <a:solidFill>
                  <a:schemeClr val="accent1"/>
                </a:solidFill>
              </a:rPr>
              <a:t>Sales Role</a:t>
            </a:r>
            <a:endParaRPr lang="en-US" sz="1400">
              <a:solidFill>
                <a:schemeClr val="accent1"/>
              </a:solidFill>
            </a:endParaRPr>
          </a:p>
          <a:p>
            <a:pPr marL="742950">
              <a:spcBef>
                <a:spcPts val="0"/>
              </a:spcBef>
              <a:buClr>
                <a:schemeClr val="tx2"/>
              </a:buClr>
            </a:pPr>
            <a:r>
              <a:rPr lang="en-US" sz="1400">
                <a:solidFill>
                  <a:schemeClr val="tx2"/>
                </a:solidFill>
              </a:rPr>
              <a:t>Select the valid </a:t>
            </a:r>
            <a:r>
              <a:rPr lang="en-US" sz="1400" b="1">
                <a:solidFill>
                  <a:schemeClr val="tx2"/>
                </a:solidFill>
              </a:rPr>
              <a:t>Role Grades </a:t>
            </a:r>
            <a:r>
              <a:rPr lang="en-US" sz="1400">
                <a:solidFill>
                  <a:schemeClr val="tx2"/>
                </a:solidFill>
              </a:rPr>
              <a:t>applicable to </a:t>
            </a:r>
            <a:r>
              <a:rPr lang="en-US" sz="1400" b="1">
                <a:solidFill>
                  <a:schemeClr val="tx2"/>
                </a:solidFill>
              </a:rPr>
              <a:t>Sales Roles</a:t>
            </a:r>
            <a:r>
              <a:rPr lang="en-US" sz="1400">
                <a:solidFill>
                  <a:schemeClr val="tx2"/>
                </a:solidFill>
              </a:rPr>
              <a:t> by the dimensions in the page selectors for in</a:t>
            </a:r>
            <a:r>
              <a:rPr lang="en-US" sz="1400" b="1">
                <a:solidFill>
                  <a:schemeClr val="tx2"/>
                </a:solidFill>
              </a:rPr>
              <a:t> Job Title to Role Grade Filter</a:t>
            </a:r>
            <a:r>
              <a:rPr lang="en-US" sz="1400">
                <a:solidFill>
                  <a:schemeClr val="tx2"/>
                </a:solidFill>
              </a:rPr>
              <a:t> module.</a:t>
            </a:r>
            <a:br>
              <a:rPr lang="en-US" sz="1400">
                <a:solidFill>
                  <a:schemeClr val="tx2"/>
                </a:solidFill>
              </a:rPr>
            </a:br>
            <a:endParaRPr lang="en-US" sz="1400">
              <a:solidFill>
                <a:schemeClr val="tx2"/>
              </a:solidFill>
            </a:endParaRPr>
          </a:p>
          <a:p>
            <a:pPr marL="232410" indent="-232410"/>
            <a:endParaRPr lang="en-US" sz="2000">
              <a:solidFill>
                <a:schemeClr val="tx2"/>
              </a:solidFill>
            </a:endParaRPr>
          </a:p>
        </p:txBody>
      </p:sp>
      <p:sp>
        <p:nvSpPr>
          <p:cNvPr id="4" name="Title 67">
            <a:extLst>
              <a:ext uri="{FF2B5EF4-FFF2-40B4-BE49-F238E27FC236}">
                <a16:creationId xmlns:a16="http://schemas.microsoft.com/office/drawing/2014/main" id="{07E6DCFE-40D6-A97F-C798-C17C7CA990EA}"/>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UX Page 6.5 List Management updates </a:t>
            </a:r>
            <a:r>
              <a:rPr lang="en-US" b="0">
                <a:solidFill>
                  <a:schemeClr val="tx2"/>
                </a:solidFill>
              </a:rPr>
              <a:t>(cont.)</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000024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732D-B889-F667-59ED-BA18BD5D14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9189E-EE56-BF44-861E-724EA5EAD456}"/>
              </a:ext>
            </a:extLst>
          </p:cNvPr>
          <p:cNvSpPr>
            <a:spLocks noGrp="1"/>
          </p:cNvSpPr>
          <p:nvPr>
            <p:ph idx="4294967295"/>
          </p:nvPr>
        </p:nvSpPr>
        <p:spPr>
          <a:xfrm>
            <a:off x="615102" y="1151783"/>
            <a:ext cx="10871200" cy="458329"/>
          </a:xfrm>
          <a:prstGeom prst="rect">
            <a:avLst/>
          </a:prstGeom>
        </p:spPr>
        <p:txBody>
          <a:bodyPr lIns="0" tIns="45720" rIns="0" bIns="45720" anchor="t">
            <a:noAutofit/>
          </a:bodyPr>
          <a:lstStyle/>
          <a:p>
            <a:pPr marL="0" indent="0">
              <a:buNone/>
            </a:pPr>
            <a:r>
              <a:rPr lang="en-GB" sz="1700" b="1">
                <a:solidFill>
                  <a:schemeClr val="accent1"/>
                </a:solidFill>
                <a:ea typeface="Verdana"/>
              </a:rPr>
              <a:t>3. Coverage and Capacity Planning</a:t>
            </a:r>
          </a:p>
          <a:p>
            <a:pPr marL="0" indent="0" fontAlgn="base">
              <a:buNone/>
            </a:pPr>
            <a:r>
              <a:rPr lang="en-US" sz="1400"/>
              <a:t>​</a:t>
            </a:r>
            <a:endParaRPr lang="en-US" sz="1400">
              <a:solidFill>
                <a:schemeClr val="tx2"/>
              </a:solidFill>
            </a:endParaRPr>
          </a:p>
        </p:txBody>
      </p:sp>
      <p:sp>
        <p:nvSpPr>
          <p:cNvPr id="4" name="Title 67">
            <a:extLst>
              <a:ext uri="{FF2B5EF4-FFF2-40B4-BE49-F238E27FC236}">
                <a16:creationId xmlns:a16="http://schemas.microsoft.com/office/drawing/2014/main" id="{923D2364-81F0-1AD9-E513-9082E8A3A132}"/>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UX Page 6.5 List Management updates </a:t>
            </a:r>
            <a:r>
              <a:rPr lang="en-US" b="0">
                <a:solidFill>
                  <a:schemeClr val="tx2"/>
                </a:solidFill>
              </a:rPr>
              <a:t>(cont.)</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9130B990-87F3-0DB6-04DE-CF9884317136}"/>
              </a:ext>
            </a:extLst>
          </p:cNvPr>
          <p:cNvSpPr txBox="1"/>
          <p:nvPr/>
        </p:nvSpPr>
        <p:spPr>
          <a:xfrm>
            <a:off x="511493" y="1917635"/>
            <a:ext cx="5066347" cy="4131900"/>
          </a:xfrm>
          <a:prstGeom prst="rect">
            <a:avLst/>
          </a:prstGeom>
          <a:noFill/>
        </p:spPr>
        <p:txBody>
          <a:bodyPr wrap="square">
            <a:spAutoFit/>
          </a:bodyPr>
          <a:lstStyle/>
          <a:p>
            <a:pPr marL="285750" indent="-285750">
              <a:spcBef>
                <a:spcPts val="336"/>
              </a:spcBef>
              <a:buFont typeface="Arial" panose="020B0604020202020204" pitchFamily="34" charset="0"/>
              <a:buChar char="•"/>
            </a:pPr>
            <a:r>
              <a:rPr lang="en-US" sz="1400" b="1">
                <a:solidFill>
                  <a:schemeClr val="tx2"/>
                </a:solidFill>
                <a:latin typeface="Arial" panose="020B0604020202020204" pitchFamily="34" charset="0"/>
                <a:ea typeface="+mn-lt"/>
                <a:cs typeface="Arial" panose="020B0604020202020204" pitchFamily="34" charset="0"/>
              </a:rPr>
              <a:t>Job Title to Segment Mapping</a:t>
            </a:r>
          </a:p>
          <a:p>
            <a:pPr marL="742950" lvl="1" indent="-285750">
              <a:spcBef>
                <a:spcPts val="336"/>
              </a:spcBef>
              <a:buFont typeface="Arial" panose="020B0604020202020204" pitchFamily="34" charset="0"/>
              <a:buChar char="•"/>
            </a:pPr>
            <a:r>
              <a:rPr lang="en-US" sz="1400">
                <a:solidFill>
                  <a:schemeClr val="tx2"/>
                </a:solidFill>
                <a:latin typeface="Arial" panose="020B0604020202020204" pitchFamily="34" charset="0"/>
                <a:ea typeface="+mn-lt"/>
                <a:cs typeface="Arial" panose="020B0604020202020204" pitchFamily="34" charset="0"/>
              </a:rPr>
              <a:t>Select applicable </a:t>
            </a:r>
            <a:r>
              <a:rPr lang="en-US" sz="1400" b="1">
                <a:solidFill>
                  <a:schemeClr val="tx2"/>
                </a:solidFill>
                <a:latin typeface="Arial" panose="020B0604020202020204" pitchFamily="34" charset="0"/>
                <a:ea typeface="+mn-lt"/>
                <a:cs typeface="Arial" panose="020B0604020202020204" pitchFamily="34" charset="0"/>
              </a:rPr>
              <a:t>Account Segments </a:t>
            </a:r>
            <a:r>
              <a:rPr lang="en-US" sz="1400">
                <a:solidFill>
                  <a:schemeClr val="tx2"/>
                </a:solidFill>
                <a:latin typeface="Arial" panose="020B0604020202020204" pitchFamily="34" charset="0"/>
                <a:ea typeface="+mn-lt"/>
                <a:cs typeface="Arial" panose="020B0604020202020204" pitchFamily="34" charset="0"/>
              </a:rPr>
              <a:t>for each. </a:t>
            </a:r>
            <a:r>
              <a:rPr lang="en-US" sz="1400" b="1">
                <a:solidFill>
                  <a:schemeClr val="tx2"/>
                </a:solidFill>
                <a:latin typeface="Arial" panose="020B0604020202020204" pitchFamily="34" charset="0"/>
                <a:ea typeface="+mn-lt"/>
                <a:cs typeface="Arial" panose="020B0604020202020204" pitchFamily="34" charset="0"/>
              </a:rPr>
              <a:t>Sales Role </a:t>
            </a:r>
            <a:r>
              <a:rPr lang="en-US" sz="1400">
                <a:solidFill>
                  <a:schemeClr val="tx2"/>
                </a:solidFill>
                <a:latin typeface="Arial" panose="020B0604020202020204" pitchFamily="34" charset="0"/>
                <a:ea typeface="+mn-lt"/>
                <a:cs typeface="Arial" panose="020B0604020202020204" pitchFamily="34" charset="0"/>
              </a:rPr>
              <a:t>for each dimension on the page selector in </a:t>
            </a:r>
            <a:r>
              <a:rPr lang="en-US" sz="1400" b="1">
                <a:solidFill>
                  <a:schemeClr val="accent1"/>
                </a:solidFill>
                <a:latin typeface="Arial" panose="020B0604020202020204" pitchFamily="34" charset="0"/>
                <a:cs typeface="Arial" panose="020B0604020202020204" pitchFamily="34" charset="0"/>
              </a:rPr>
              <a:t>Job Title to Segment Mapping</a:t>
            </a:r>
            <a:r>
              <a:rPr lang="en-US" sz="1400">
                <a:solidFill>
                  <a:schemeClr val="accent1"/>
                </a:solidFill>
                <a:latin typeface="Arial" panose="020B0604020202020204" pitchFamily="34" charset="0"/>
                <a:cs typeface="Arial" panose="020B0604020202020204" pitchFamily="34" charset="0"/>
              </a:rPr>
              <a:t> </a:t>
            </a:r>
            <a:r>
              <a:rPr lang="en-US" sz="1400">
                <a:solidFill>
                  <a:schemeClr val="tx2"/>
                </a:solidFill>
                <a:latin typeface="Arial" panose="020B0604020202020204" pitchFamily="34" charset="0"/>
                <a:cs typeface="Arial" panose="020B0604020202020204" pitchFamily="34" charset="0"/>
              </a:rPr>
              <a:t>module.</a:t>
            </a:r>
            <a:endParaRPr lang="en-US" sz="1400">
              <a:solidFill>
                <a:schemeClr val="tx2"/>
              </a:solidFill>
              <a:latin typeface="Arial" panose="020B0604020202020204" pitchFamily="34" charset="0"/>
              <a:ea typeface="+mn-lt"/>
              <a:cs typeface="Arial" panose="020B0604020202020204" pitchFamily="34" charset="0"/>
            </a:endParaRPr>
          </a:p>
          <a:p>
            <a:pPr marL="285750" indent="-285750">
              <a:lnSpc>
                <a:spcPct val="150000"/>
              </a:lnSpc>
              <a:spcBef>
                <a:spcPts val="336"/>
              </a:spcBef>
              <a:buFont typeface="Arial" panose="020B0604020202020204" pitchFamily="34" charset="0"/>
              <a:buChar char="•"/>
            </a:pPr>
            <a:r>
              <a:rPr lang="en-US" sz="1400" b="1">
                <a:solidFill>
                  <a:schemeClr val="tx2"/>
                </a:solidFill>
                <a:latin typeface="Arial" panose="020B0604020202020204" pitchFamily="34" charset="0"/>
                <a:cs typeface="Arial" panose="020B0604020202020204" pitchFamily="34" charset="0"/>
              </a:rPr>
              <a:t>Customer Profile</a:t>
            </a:r>
            <a:r>
              <a:rPr lang="en-US" sz="1400">
                <a:solidFill>
                  <a:schemeClr val="tx2"/>
                </a:solidFill>
                <a:latin typeface="Arial" panose="020B0604020202020204" pitchFamily="34" charset="0"/>
                <a:cs typeface="Arial" panose="020B0604020202020204" pitchFamily="34" charset="0"/>
              </a:rPr>
              <a:t> Setup</a:t>
            </a:r>
          </a:p>
          <a:p>
            <a:pPr marL="742950" lvl="1" indent="-285750">
              <a:spcBef>
                <a:spcPts val="336"/>
              </a:spcBef>
              <a:buFont typeface="Arial" panose="020B0604020202020204" pitchFamily="34" charset="0"/>
              <a:buChar char="•"/>
            </a:pPr>
            <a:r>
              <a:rPr lang="en-US" sz="1400">
                <a:solidFill>
                  <a:schemeClr val="tx2"/>
                </a:solidFill>
                <a:latin typeface="Arial" panose="020B0604020202020204" pitchFamily="34" charset="0"/>
                <a:ea typeface="+mn-lt"/>
                <a:cs typeface="Arial" panose="020B0604020202020204" pitchFamily="34" charset="0"/>
              </a:rPr>
              <a:t>Check </a:t>
            </a:r>
            <a:r>
              <a:rPr lang="en-US" sz="1400" b="1">
                <a:solidFill>
                  <a:schemeClr val="tx2"/>
                </a:solidFill>
                <a:latin typeface="Arial" panose="020B0604020202020204" pitchFamily="34" charset="0"/>
                <a:ea typeface="+mn-lt"/>
                <a:cs typeface="Arial" panose="020B0604020202020204" pitchFamily="34" charset="0"/>
              </a:rPr>
              <a:t># of Customer Profiles Applied</a:t>
            </a:r>
            <a:r>
              <a:rPr lang="en-US" sz="1400">
                <a:solidFill>
                  <a:schemeClr val="tx2"/>
                </a:solidFill>
                <a:latin typeface="Arial" panose="020B0604020202020204" pitchFamily="34" charset="0"/>
                <a:cs typeface="Arial" panose="020B0604020202020204" pitchFamily="34" charset="0"/>
              </a:rPr>
              <a:t> and refresh page.</a:t>
            </a:r>
          </a:p>
          <a:p>
            <a:pPr marL="742950" lvl="1" indent="-285750">
              <a:spcBef>
                <a:spcPts val="336"/>
              </a:spcBef>
              <a:buFont typeface="Arial" panose="020B0604020202020204" pitchFamily="34" charset="0"/>
              <a:buChar char="•"/>
            </a:pPr>
            <a:r>
              <a:rPr lang="en-US" sz="1400">
                <a:solidFill>
                  <a:schemeClr val="tx2"/>
                </a:solidFill>
                <a:latin typeface="Arial" panose="020B0604020202020204" pitchFamily="34" charset="0"/>
                <a:cs typeface="Arial" panose="020B0604020202020204" pitchFamily="34" charset="0"/>
              </a:rPr>
              <a:t>Input</a:t>
            </a:r>
            <a:r>
              <a:rPr lang="en-US" sz="1400" b="1">
                <a:solidFill>
                  <a:schemeClr val="tx2"/>
                </a:solidFill>
                <a:latin typeface="Arial" panose="020B0604020202020204" pitchFamily="34" charset="0"/>
                <a:cs typeface="Arial" panose="020B0604020202020204" pitchFamily="34" charset="0"/>
              </a:rPr>
              <a:t> Customer Profile Name</a:t>
            </a:r>
            <a:r>
              <a:rPr lang="en-US" sz="1400">
                <a:solidFill>
                  <a:schemeClr val="tx2"/>
                </a:solidFill>
                <a:latin typeface="Arial" panose="020B0604020202020204" pitchFamily="34" charset="0"/>
                <a:cs typeface="Arial" panose="020B0604020202020204" pitchFamily="34" charset="0"/>
              </a:rPr>
              <a:t> if applicable in </a:t>
            </a:r>
            <a:r>
              <a:rPr lang="en-US" sz="1400" b="1">
                <a:solidFill>
                  <a:schemeClr val="accent1"/>
                </a:solidFill>
                <a:latin typeface="Arial" panose="020B0604020202020204" pitchFamily="34" charset="0"/>
                <a:cs typeface="Arial" panose="020B0604020202020204" pitchFamily="34" charset="0"/>
              </a:rPr>
              <a:t>Customer Profile Setup </a:t>
            </a:r>
            <a:r>
              <a:rPr lang="en-US" sz="1400">
                <a:solidFill>
                  <a:schemeClr val="tx2"/>
                </a:solidFill>
                <a:latin typeface="Arial" panose="020B0604020202020204" pitchFamily="34" charset="0"/>
                <a:cs typeface="Arial" panose="020B0604020202020204" pitchFamily="34" charset="0"/>
              </a:rPr>
              <a:t>module.</a:t>
            </a:r>
          </a:p>
          <a:p>
            <a:pPr lvl="1">
              <a:spcBef>
                <a:spcPts val="336"/>
              </a:spcBef>
            </a:pPr>
            <a:r>
              <a:rPr lang="en-US" sz="1400">
                <a:solidFill>
                  <a:schemeClr val="tx2"/>
                </a:solidFill>
                <a:latin typeface="Arial" panose="020B0604020202020204" pitchFamily="34" charset="0"/>
                <a:cs typeface="Arial" panose="020B0604020202020204" pitchFamily="34" charset="0"/>
              </a:rPr>
              <a:t>*If you can't find this module, add it to the page to look like boxed part of screenshot</a:t>
            </a:r>
          </a:p>
          <a:p>
            <a:pPr marL="285750" indent="-285750" fontAlgn="base">
              <a:spcBef>
                <a:spcPts val="336"/>
              </a:spcBef>
              <a:buFont typeface="Arial" panose="020B0604020202020204" pitchFamily="34" charset="0"/>
              <a:buChar char="•"/>
            </a:pPr>
            <a:r>
              <a:rPr lang="en-US" sz="1400">
                <a:latin typeface="Arial" panose="020B0604020202020204" pitchFamily="34" charset="0"/>
                <a:cs typeface="Arial" panose="020B0604020202020204" pitchFamily="34" charset="0"/>
              </a:rPr>
              <a:t>Select </a:t>
            </a:r>
            <a:r>
              <a:rPr lang="en-US" sz="1400" b="1">
                <a:latin typeface="Arial" panose="020B0604020202020204" pitchFamily="34" charset="0"/>
                <a:cs typeface="Arial" panose="020B0604020202020204" pitchFamily="34" charset="0"/>
              </a:rPr>
              <a:t>Sales Roles</a:t>
            </a:r>
            <a:r>
              <a:rPr lang="en-US" sz="1400">
                <a:latin typeface="Arial" panose="020B0604020202020204" pitchFamily="34" charset="0"/>
                <a:cs typeface="Arial" panose="020B0604020202020204" pitchFamily="34" charset="0"/>
              </a:rPr>
              <a:t> applicable for page </a:t>
            </a:r>
            <a:r>
              <a:rPr lang="en-US" sz="1400" b="1">
                <a:solidFill>
                  <a:schemeClr val="tx2"/>
                </a:solidFill>
                <a:latin typeface="Arial" panose="020B0604020202020204" pitchFamily="34" charset="0"/>
                <a:cs typeface="Arial" panose="020B0604020202020204" pitchFamily="34" charset="0"/>
              </a:rPr>
              <a:t>3.2 Workload Coverage Capacity Planning</a:t>
            </a:r>
            <a:r>
              <a:rPr lang="en-US" sz="1400">
                <a:solidFill>
                  <a:schemeClr val="tx2"/>
                </a:solidFill>
                <a:latin typeface="Arial" panose="020B0604020202020204" pitchFamily="34" charset="0"/>
                <a:cs typeface="Arial" panose="020B0604020202020204" pitchFamily="34" charset="0"/>
              </a:rPr>
              <a:t>​.</a:t>
            </a:r>
          </a:p>
          <a:p>
            <a:pPr marL="742950" lvl="1" indent="-285750" fontAlgn="base">
              <a:spcBef>
                <a:spcPts val="336"/>
              </a:spcBef>
              <a:buFont typeface="Arial" panose="020B0604020202020204" pitchFamily="34" charset="0"/>
              <a:buChar char="•"/>
            </a:pPr>
            <a:r>
              <a:rPr lang="en-US" sz="1400">
                <a:latin typeface="Arial" panose="020B0604020202020204" pitchFamily="34" charset="0"/>
                <a:cs typeface="Arial" panose="020B0604020202020204" pitchFamily="34" charset="0"/>
              </a:rPr>
              <a:t>Select the Boolean for </a:t>
            </a:r>
            <a:r>
              <a:rPr lang="en-US" sz="1400" b="1">
                <a:latin typeface="Arial" panose="020B0604020202020204" pitchFamily="34" charset="0"/>
                <a:cs typeface="Arial" panose="020B0604020202020204" pitchFamily="34" charset="0"/>
              </a:rPr>
              <a:t>Sales Roles </a:t>
            </a:r>
            <a:r>
              <a:rPr lang="en-US" sz="1400">
                <a:latin typeface="Arial" panose="020B0604020202020204" pitchFamily="34" charset="0"/>
                <a:cs typeface="Arial" panose="020B0604020202020204" pitchFamily="34" charset="0"/>
              </a:rPr>
              <a:t>that you want to </a:t>
            </a:r>
            <a:r>
              <a:rPr lang="en-US" sz="1400" b="1">
                <a:latin typeface="Arial" panose="020B0604020202020204" pitchFamily="34" charset="0"/>
                <a:cs typeface="Arial" panose="020B0604020202020204" pitchFamily="34" charset="0"/>
              </a:rPr>
              <a:t>Show on Workload Coverage Page</a:t>
            </a:r>
            <a:r>
              <a:rPr lang="en-US" sz="1400">
                <a:latin typeface="Arial" panose="020B0604020202020204" pitchFamily="34" charset="0"/>
                <a:cs typeface="Arial" panose="020B0604020202020204" pitchFamily="34" charset="0"/>
              </a:rPr>
              <a:t> in </a:t>
            </a:r>
            <a:r>
              <a:rPr lang="en-US" sz="1400" b="1">
                <a:solidFill>
                  <a:schemeClr val="accent1"/>
                </a:solidFill>
                <a:latin typeface="Arial" panose="020B0604020202020204" pitchFamily="34" charset="0"/>
                <a:cs typeface="Arial" panose="020B0604020202020204" pitchFamily="34" charset="0"/>
              </a:rPr>
              <a:t>Workload Coverage Page Filter</a:t>
            </a:r>
            <a:r>
              <a:rPr lang="en-US" sz="1400">
                <a:solidFill>
                  <a:schemeClr val="accent1"/>
                </a:solidFill>
                <a:latin typeface="Arial" panose="020B0604020202020204" pitchFamily="34" charset="0"/>
                <a:cs typeface="Arial" panose="020B0604020202020204" pitchFamily="34" charset="0"/>
              </a:rPr>
              <a:t> </a:t>
            </a:r>
            <a:r>
              <a:rPr lang="en-US" sz="1400">
                <a:latin typeface="Arial" panose="020B0604020202020204" pitchFamily="34" charset="0"/>
                <a:cs typeface="Arial" panose="020B0604020202020204" pitchFamily="34" charset="0"/>
              </a:rPr>
              <a:t>module​.</a:t>
            </a:r>
          </a:p>
          <a:p>
            <a:pPr lvl="1"/>
            <a:endParaRPr lang="en-US" sz="1400">
              <a:solidFill>
                <a:schemeClr val="tx2"/>
              </a:solidFill>
              <a:latin typeface="Arial"/>
              <a:cs typeface="Arial"/>
            </a:endParaRPr>
          </a:p>
        </p:txBody>
      </p:sp>
      <p:pic>
        <p:nvPicPr>
          <p:cNvPr id="6" name="Picture 5" descr="A screenshot of a computer&#10;&#10;AI-generated content may be incorrect.">
            <a:extLst>
              <a:ext uri="{FF2B5EF4-FFF2-40B4-BE49-F238E27FC236}">
                <a16:creationId xmlns:a16="http://schemas.microsoft.com/office/drawing/2014/main" id="{A93ED934-30C2-56DD-439E-FD891A83B1C1}"/>
              </a:ext>
            </a:extLst>
          </p:cNvPr>
          <p:cNvPicPr>
            <a:picLocks noChangeAspect="1"/>
          </p:cNvPicPr>
          <p:nvPr/>
        </p:nvPicPr>
        <p:blipFill>
          <a:blip r:embed="rId2"/>
          <a:stretch>
            <a:fillRect/>
          </a:stretch>
        </p:blipFill>
        <p:spPr>
          <a:xfrm>
            <a:off x="5666143" y="2126038"/>
            <a:ext cx="5932444" cy="2970748"/>
          </a:xfrm>
          <a:prstGeom prst="roundRect">
            <a:avLst>
              <a:gd name="adj" fmla="val 5086"/>
            </a:avLst>
          </a:prstGeom>
        </p:spPr>
      </p:pic>
      <p:sp>
        <p:nvSpPr>
          <p:cNvPr id="7" name="Rectangle 6">
            <a:extLst>
              <a:ext uri="{FF2B5EF4-FFF2-40B4-BE49-F238E27FC236}">
                <a16:creationId xmlns:a16="http://schemas.microsoft.com/office/drawing/2014/main" id="{B2F20570-C38B-7F95-7500-82B0AC186E10}"/>
              </a:ext>
            </a:extLst>
          </p:cNvPr>
          <p:cNvSpPr/>
          <p:nvPr/>
        </p:nvSpPr>
        <p:spPr>
          <a:xfrm>
            <a:off x="8158914" y="2699909"/>
            <a:ext cx="1298692" cy="1312725"/>
          </a:xfrm>
          <a:prstGeom prst="rect">
            <a:avLst/>
          </a:prstGeom>
          <a:noFill/>
          <a:ln w="444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1270558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7A754-2D99-C47E-03A4-3671F61474B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1F9387-FA9F-AF66-D4E5-DDA8C1042FE4}"/>
              </a:ext>
            </a:extLst>
          </p:cNvPr>
          <p:cNvSpPr>
            <a:spLocks noGrp="1"/>
          </p:cNvSpPr>
          <p:nvPr>
            <p:ph idx="4294967295"/>
          </p:nvPr>
        </p:nvSpPr>
        <p:spPr>
          <a:xfrm>
            <a:off x="615102" y="1281256"/>
            <a:ext cx="10871200" cy="2147744"/>
          </a:xfrm>
          <a:prstGeom prst="rect">
            <a:avLst/>
          </a:prstGeom>
        </p:spPr>
        <p:txBody>
          <a:bodyPr lIns="0" tIns="45720" rIns="0" bIns="45720" anchor="t">
            <a:noAutofit/>
          </a:bodyPr>
          <a:lstStyle/>
          <a:p>
            <a:pPr marL="0" indent="0">
              <a:buNone/>
            </a:pPr>
            <a:r>
              <a:rPr lang="en-GB" sz="1700" b="1">
                <a:solidFill>
                  <a:schemeClr val="accent1"/>
                </a:solidFill>
                <a:ea typeface="Verdana"/>
              </a:rPr>
              <a:t>4. Bottom-up Hiring Plan</a:t>
            </a:r>
          </a:p>
          <a:p>
            <a:pPr marL="0" indent="0" fontAlgn="base">
              <a:buNone/>
            </a:pPr>
            <a:r>
              <a:rPr lang="en-US" sz="1400"/>
              <a:t>​</a:t>
            </a:r>
            <a:endParaRPr lang="en-US" sz="1400">
              <a:solidFill>
                <a:schemeClr val="tx2"/>
              </a:solidFill>
            </a:endParaRPr>
          </a:p>
        </p:txBody>
      </p:sp>
      <p:sp>
        <p:nvSpPr>
          <p:cNvPr id="4" name="Title 67">
            <a:extLst>
              <a:ext uri="{FF2B5EF4-FFF2-40B4-BE49-F238E27FC236}">
                <a16:creationId xmlns:a16="http://schemas.microsoft.com/office/drawing/2014/main" id="{9BBD1EA2-8453-0A53-38C5-73C973E85A5C}"/>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UX Page 6.5 List Management updates </a:t>
            </a:r>
            <a:r>
              <a:rPr lang="en-US" b="0">
                <a:solidFill>
                  <a:schemeClr val="tx2"/>
                </a:solidFill>
              </a:rPr>
              <a:t>(cont.)</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33EF3881-6661-BB71-92F8-40D252DDBDE8}"/>
              </a:ext>
            </a:extLst>
          </p:cNvPr>
          <p:cNvSpPr txBox="1"/>
          <p:nvPr/>
        </p:nvSpPr>
        <p:spPr>
          <a:xfrm>
            <a:off x="511493" y="1858838"/>
            <a:ext cx="8281633" cy="992579"/>
          </a:xfrm>
          <a:prstGeom prst="rect">
            <a:avLst/>
          </a:prstGeom>
          <a:noFill/>
        </p:spPr>
        <p:txBody>
          <a:bodyPr wrap="square">
            <a:spAutoFit/>
          </a:bodyPr>
          <a:lstStyle/>
          <a:p>
            <a:pPr marL="285750" indent="-285750">
              <a:spcBef>
                <a:spcPts val="336"/>
              </a:spcBef>
              <a:buFont typeface="Arial" panose="020B0604020202020204" pitchFamily="34" charset="0"/>
              <a:buChar char="•"/>
            </a:pPr>
            <a:r>
              <a:rPr lang="en-US" sz="1400">
                <a:solidFill>
                  <a:schemeClr val="tx2"/>
                </a:solidFill>
                <a:cs typeface="Arial"/>
              </a:rPr>
              <a:t>Select Planned Productivity Method by Scenario </a:t>
            </a:r>
          </a:p>
          <a:p>
            <a:pPr marL="742950" indent="-285750">
              <a:spcBef>
                <a:spcPts val="336"/>
              </a:spcBef>
              <a:buFont typeface="Arial" panose="020B0604020202020204" pitchFamily="34" charset="0"/>
              <a:buChar char="•"/>
            </a:pPr>
            <a:r>
              <a:rPr lang="en-US" sz="1400">
                <a:solidFill>
                  <a:schemeClr val="tx2"/>
                </a:solidFill>
                <a:cs typeface="Arial"/>
              </a:rPr>
              <a:t>Select the </a:t>
            </a:r>
            <a:r>
              <a:rPr lang="en-US" sz="1400" b="1">
                <a:solidFill>
                  <a:schemeClr val="tx2"/>
                </a:solidFill>
                <a:cs typeface="Arial"/>
              </a:rPr>
              <a:t>Productivity Method </a:t>
            </a:r>
            <a:r>
              <a:rPr lang="en-US" sz="1400">
                <a:solidFill>
                  <a:schemeClr val="tx2"/>
                </a:solidFill>
                <a:cs typeface="Arial"/>
              </a:rPr>
              <a:t>assumption</a:t>
            </a:r>
            <a:r>
              <a:rPr lang="en-US" sz="1400" b="1">
                <a:solidFill>
                  <a:schemeClr val="tx2"/>
                </a:solidFill>
                <a:cs typeface="Arial"/>
              </a:rPr>
              <a:t> </a:t>
            </a:r>
            <a:r>
              <a:rPr lang="en-US" sz="1400">
                <a:solidFill>
                  <a:schemeClr val="tx2"/>
                </a:solidFill>
                <a:cs typeface="Arial"/>
              </a:rPr>
              <a:t>by </a:t>
            </a:r>
            <a:r>
              <a:rPr lang="en-US" sz="1400" b="1">
                <a:solidFill>
                  <a:schemeClr val="tx2"/>
                </a:solidFill>
                <a:cs typeface="Arial"/>
              </a:rPr>
              <a:t>Scenario </a:t>
            </a:r>
            <a:r>
              <a:rPr lang="en-US" sz="1400">
                <a:solidFill>
                  <a:schemeClr val="tx2"/>
                </a:solidFill>
                <a:cs typeface="Arial"/>
              </a:rPr>
              <a:t>and </a:t>
            </a:r>
            <a:r>
              <a:rPr lang="en-US" sz="1400" b="1">
                <a:solidFill>
                  <a:schemeClr val="tx2"/>
                </a:solidFill>
                <a:cs typeface="Arial"/>
              </a:rPr>
              <a:t>chosen level of sales hierarchy</a:t>
            </a:r>
            <a:r>
              <a:rPr lang="en-US" sz="1400">
                <a:solidFill>
                  <a:schemeClr val="tx2"/>
                </a:solidFill>
                <a:cs typeface="Arial"/>
              </a:rPr>
              <a:t> in the </a:t>
            </a:r>
            <a:r>
              <a:rPr lang="en-US" sz="1400" b="1">
                <a:solidFill>
                  <a:schemeClr val="accent1"/>
                </a:solidFill>
                <a:latin typeface="Consolas" panose="020B0609020204030204" pitchFamily="49" charset="0"/>
                <a:cs typeface="Consolas" panose="020B0609020204030204" pitchFamily="49" charset="0"/>
              </a:rPr>
              <a:t>Select Planned Productivity Method</a:t>
            </a:r>
            <a:r>
              <a:rPr lang="en-US" sz="1400">
                <a:solidFill>
                  <a:schemeClr val="tx2"/>
                </a:solidFill>
                <a:cs typeface="Arial"/>
              </a:rPr>
              <a:t> module.</a:t>
            </a:r>
            <a:endParaRPr lang="en-US" sz="1400">
              <a:solidFill>
                <a:schemeClr val="tx2"/>
              </a:solidFill>
            </a:endParaRPr>
          </a:p>
          <a:p>
            <a:pPr marL="742950" lvl="1" indent="-285750">
              <a:buFont typeface="Arial" panose="020B0604020202020204" pitchFamily="34" charset="0"/>
              <a:buChar char="•"/>
            </a:pPr>
            <a:endParaRPr lang="en-US" sz="1400">
              <a:solidFill>
                <a:schemeClr val="tx2"/>
              </a:solidFill>
              <a:latin typeface="Arial"/>
              <a:cs typeface="Arial"/>
            </a:endParaRPr>
          </a:p>
        </p:txBody>
      </p:sp>
    </p:spTree>
    <p:extLst>
      <p:ext uri="{BB962C8B-B14F-4D97-AF65-F5344CB8AC3E}">
        <p14:creationId xmlns:p14="http://schemas.microsoft.com/office/powerpoint/2010/main" val="15742671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DC681-70B0-E6FC-97B8-EF5502E3E4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C9136-012C-00DE-A113-360C2E4F6FB5}"/>
              </a:ext>
            </a:extLst>
          </p:cNvPr>
          <p:cNvSpPr>
            <a:spLocks noGrp="1"/>
          </p:cNvSpPr>
          <p:nvPr>
            <p:ph idx="4294967295"/>
          </p:nvPr>
        </p:nvSpPr>
        <p:spPr>
          <a:xfrm>
            <a:off x="615102" y="1462009"/>
            <a:ext cx="10871200" cy="2147744"/>
          </a:xfrm>
          <a:prstGeom prst="rect">
            <a:avLst/>
          </a:prstGeom>
        </p:spPr>
        <p:txBody>
          <a:bodyPr lIns="0" tIns="45720" rIns="0" bIns="45720" anchor="t">
            <a:noAutofit/>
          </a:bodyPr>
          <a:lstStyle/>
          <a:p>
            <a:pPr marL="0" indent="0" fontAlgn="base">
              <a:buNone/>
            </a:pPr>
            <a:r>
              <a:rPr lang="en-US"/>
              <a:t>Certain assumption tables are not located on planning pages​, please fill out the assumptions on the following pages:</a:t>
            </a:r>
          </a:p>
          <a:p>
            <a:pPr marL="0" indent="0" fontAlgn="base">
              <a:spcBef>
                <a:spcPts val="336"/>
              </a:spcBef>
              <a:buNone/>
            </a:pPr>
            <a:endParaRPr lang="en-US"/>
          </a:p>
          <a:p>
            <a:pPr fontAlgn="base">
              <a:spcBef>
                <a:spcPts val="336"/>
              </a:spcBef>
              <a:buClr>
                <a:schemeClr val="tx2"/>
              </a:buClr>
            </a:pPr>
            <a:r>
              <a:rPr lang="en-US" sz="1400" b="1">
                <a:solidFill>
                  <a:schemeClr val="accent1"/>
                </a:solidFill>
              </a:rPr>
              <a:t>4.3.1 Direct Seller Ramping &amp; Productivity Assumptions</a:t>
            </a:r>
            <a:r>
              <a:rPr lang="en-US" sz="1400">
                <a:solidFill>
                  <a:schemeClr val="accent1"/>
                </a:solidFill>
              </a:rPr>
              <a:t>​</a:t>
            </a:r>
          </a:p>
          <a:p>
            <a:pPr lvl="1" fontAlgn="base">
              <a:spcBef>
                <a:spcPts val="336"/>
              </a:spcBef>
            </a:pPr>
            <a:r>
              <a:rPr lang="en-US" sz="1400"/>
              <a:t>Fill in grid </a:t>
            </a:r>
            <a:r>
              <a:rPr lang="en-US" sz="1400" b="1"/>
              <a:t>2. Select Planned Productivity Method: </a:t>
            </a:r>
            <a:r>
              <a:rPr lang="en-US" sz="1400"/>
              <a:t>with productivity methods. ​</a:t>
            </a:r>
          </a:p>
          <a:p>
            <a:pPr lvl="1" fontAlgn="base">
              <a:spcBef>
                <a:spcPts val="336"/>
              </a:spcBef>
            </a:pPr>
            <a:r>
              <a:rPr lang="en-US" sz="1400"/>
              <a:t>Fill in grid </a:t>
            </a:r>
            <a:r>
              <a:rPr lang="en-US" sz="1400" b="1"/>
              <a:t>4. Input Ramping Profile % </a:t>
            </a:r>
            <a:r>
              <a:rPr lang="en-US" sz="1400"/>
              <a:t>with ramping profile percentages.</a:t>
            </a:r>
          </a:p>
          <a:p>
            <a:pPr lvl="1" fontAlgn="base">
              <a:spcBef>
                <a:spcPts val="336"/>
              </a:spcBef>
            </a:pPr>
            <a:r>
              <a:rPr lang="en-US" sz="1400"/>
              <a:t>Fill in grid </a:t>
            </a:r>
            <a:r>
              <a:rPr lang="en-US" sz="1400" b="1"/>
              <a:t>5. Input Seasonality Profiles </a:t>
            </a:r>
            <a:r>
              <a:rPr lang="en-US" sz="1400"/>
              <a:t>with manual seasonality.</a:t>
            </a:r>
          </a:p>
          <a:p>
            <a:pPr marL="457200" lvl="1" indent="0" fontAlgn="base">
              <a:spcBef>
                <a:spcPts val="336"/>
              </a:spcBef>
              <a:buNone/>
            </a:pPr>
            <a:endParaRPr lang="en-US" sz="1400"/>
          </a:p>
          <a:p>
            <a:pPr fontAlgn="base">
              <a:spcBef>
                <a:spcPts val="336"/>
              </a:spcBef>
              <a:buClr>
                <a:schemeClr val="tx2"/>
              </a:buClr>
            </a:pPr>
            <a:r>
              <a:rPr lang="en-US" sz="1400" b="1">
                <a:solidFill>
                  <a:schemeClr val="accent1"/>
                </a:solidFill>
              </a:rPr>
              <a:t>6.4 Capacity Admin</a:t>
            </a:r>
            <a:r>
              <a:rPr lang="en-US" sz="1400">
                <a:solidFill>
                  <a:schemeClr val="accent1"/>
                </a:solidFill>
              </a:rPr>
              <a:t>​</a:t>
            </a:r>
          </a:p>
          <a:p>
            <a:pPr lvl="1" fontAlgn="base">
              <a:spcBef>
                <a:spcPts val="336"/>
              </a:spcBef>
            </a:pPr>
            <a:r>
              <a:rPr lang="en-US" sz="1400"/>
              <a:t>Input </a:t>
            </a:r>
            <a:r>
              <a:rPr lang="en-US" sz="1400" b="1"/>
              <a:t>Coverage Ratio Variance % Flag</a:t>
            </a:r>
            <a:r>
              <a:rPr lang="en-US" sz="1400"/>
              <a:t> field for on top-down pages.​</a:t>
            </a:r>
          </a:p>
          <a:p>
            <a:pPr lvl="1" fontAlgn="base">
              <a:spcBef>
                <a:spcPts val="336"/>
              </a:spcBef>
            </a:pPr>
            <a:r>
              <a:rPr lang="en-US" sz="1400"/>
              <a:t>Input </a:t>
            </a:r>
            <a:r>
              <a:rPr lang="en-US" sz="1400" b="1"/>
              <a:t>Preparer Email</a:t>
            </a:r>
            <a:r>
              <a:rPr lang="en-US" sz="1400"/>
              <a:t> in grids </a:t>
            </a:r>
            <a:r>
              <a:rPr lang="en-US" sz="1400" b="1"/>
              <a:t>Geo T1 Preparer Email for Notification, Input Area T2 Preparer Email for Notification, etc. </a:t>
            </a:r>
            <a:r>
              <a:rPr lang="en-US" sz="1400"/>
              <a:t>for top-down workflow notifications.</a:t>
            </a:r>
            <a:r>
              <a:rPr lang="en-US" sz="1400" b="1"/>
              <a:t> </a:t>
            </a:r>
            <a:r>
              <a:rPr lang="en-US" sz="1400"/>
              <a:t>​</a:t>
            </a:r>
          </a:p>
          <a:p>
            <a:pPr lvl="1" fontAlgn="base">
              <a:spcBef>
                <a:spcPts val="336"/>
              </a:spcBef>
            </a:pPr>
            <a:r>
              <a:rPr lang="en-US" sz="1400"/>
              <a:t>Input </a:t>
            </a:r>
            <a:r>
              <a:rPr lang="en-US" sz="1400" b="1"/>
              <a:t>Input Cost Per Head Assumptions grid</a:t>
            </a:r>
            <a:r>
              <a:rPr lang="en-US" sz="1400"/>
              <a:t>​.</a:t>
            </a:r>
          </a:p>
          <a:p>
            <a:pPr lvl="1" fontAlgn="base">
              <a:spcBef>
                <a:spcPts val="336"/>
              </a:spcBef>
            </a:pPr>
            <a:r>
              <a:rPr lang="en-US" sz="1400"/>
              <a:t>In grid </a:t>
            </a:r>
            <a:r>
              <a:rPr lang="en-US" sz="1400" b="1"/>
              <a:t>Workflow Status </a:t>
            </a:r>
            <a:r>
              <a:rPr lang="en-US" sz="1400"/>
              <a:t>input </a:t>
            </a:r>
            <a:r>
              <a:rPr lang="en-US" sz="1400" b="1"/>
              <a:t>Preparer Email</a:t>
            </a:r>
            <a:r>
              <a:rPr lang="en-US" sz="1400"/>
              <a:t> and </a:t>
            </a:r>
            <a:r>
              <a:rPr lang="en-US" sz="1400" b="1"/>
              <a:t>Approver Email </a:t>
            </a:r>
            <a:r>
              <a:rPr lang="en-US" sz="1400"/>
              <a:t>for bottom-up approval process.</a:t>
            </a:r>
          </a:p>
          <a:p>
            <a:pPr marL="0" indent="0" fontAlgn="base">
              <a:buNone/>
            </a:pPr>
            <a:r>
              <a:rPr lang="en-US" sz="1400"/>
              <a:t>​</a:t>
            </a:r>
            <a:endParaRPr lang="en-US" sz="1400">
              <a:solidFill>
                <a:schemeClr val="tx2"/>
              </a:solidFill>
            </a:endParaRPr>
          </a:p>
        </p:txBody>
      </p:sp>
      <p:sp>
        <p:nvSpPr>
          <p:cNvPr id="4" name="Title 67">
            <a:extLst>
              <a:ext uri="{FF2B5EF4-FFF2-40B4-BE49-F238E27FC236}">
                <a16:creationId xmlns:a16="http://schemas.microsoft.com/office/drawing/2014/main" id="{003FC876-75B5-DB97-D2FC-8AB676C7E967}"/>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Additional assumption entries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139677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BD372-6C91-F181-303A-8AE93EDF56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70EF6-C452-FB82-1032-ED03EF52D593}"/>
              </a:ext>
            </a:extLst>
          </p:cNvPr>
          <p:cNvSpPr>
            <a:spLocks noGrp="1"/>
          </p:cNvSpPr>
          <p:nvPr>
            <p:ph idx="4294967295"/>
          </p:nvPr>
        </p:nvSpPr>
        <p:spPr>
          <a:xfrm>
            <a:off x="615102" y="1462009"/>
            <a:ext cx="10871200" cy="2147744"/>
          </a:xfrm>
          <a:prstGeom prst="rect">
            <a:avLst/>
          </a:prstGeom>
        </p:spPr>
        <p:txBody>
          <a:bodyPr lIns="0" tIns="45720" rIns="0" bIns="45720" anchor="t">
            <a:noAutofit/>
          </a:bodyPr>
          <a:lstStyle/>
          <a:p>
            <a:pPr marL="0" indent="0" fontAlgn="base">
              <a:spcBef>
                <a:spcPts val="336"/>
              </a:spcBef>
              <a:buNone/>
            </a:pPr>
            <a:endParaRPr lang="en-US"/>
          </a:p>
          <a:p>
            <a:pPr marL="0" indent="0" fontAlgn="base">
              <a:spcBef>
                <a:spcPts val="336"/>
              </a:spcBef>
              <a:buClr>
                <a:schemeClr val="tx2"/>
              </a:buClr>
              <a:buNone/>
            </a:pPr>
            <a:r>
              <a:rPr lang="en-US" sz="1400"/>
              <a:t>After Importing Planning year sales targets on page </a:t>
            </a:r>
            <a:r>
              <a:rPr lang="en-US" sz="1400" b="1">
                <a:solidFill>
                  <a:schemeClr val="accent1"/>
                </a:solidFill>
              </a:rPr>
              <a:t>6.7 Sales Target Import</a:t>
            </a:r>
            <a:r>
              <a:rPr lang="en-US" sz="1400"/>
              <a:t>, if on page </a:t>
            </a:r>
            <a:r>
              <a:rPr lang="en-US" sz="1400" b="1">
                <a:solidFill>
                  <a:schemeClr val="accent1"/>
                </a:solidFill>
              </a:rPr>
              <a:t>6.5 List Management </a:t>
            </a:r>
            <a:r>
              <a:rPr lang="en-US" sz="1400"/>
              <a:t>in grid </a:t>
            </a:r>
            <a:r>
              <a:rPr lang="en-US" sz="1400" b="1"/>
              <a:t>Job Title to Segment Mapping, </a:t>
            </a:r>
            <a:r>
              <a:rPr lang="en-US" sz="1400"/>
              <a:t>if multiple sales roles can cover the same segments, the sales targets </a:t>
            </a:r>
            <a:r>
              <a:rPr lang="en-US" sz="1400" b="1">
                <a:solidFill>
                  <a:schemeClr val="accent2"/>
                </a:solidFill>
              </a:rPr>
              <a:t>will not be split </a:t>
            </a:r>
            <a:r>
              <a:rPr lang="en-US" sz="1400"/>
              <a:t>between the two sales roles and will count the entirety of that sales target to each sales role.</a:t>
            </a:r>
          </a:p>
          <a:p>
            <a:pPr fontAlgn="base">
              <a:spcBef>
                <a:spcPts val="336"/>
              </a:spcBef>
              <a:buClr>
                <a:schemeClr val="tx2"/>
              </a:buClr>
            </a:pPr>
            <a:endParaRPr lang="en-US" sz="1400"/>
          </a:p>
          <a:p>
            <a:pPr marL="0" indent="0" fontAlgn="base">
              <a:spcBef>
                <a:spcPts val="336"/>
              </a:spcBef>
              <a:buClr>
                <a:schemeClr val="tx2"/>
              </a:buClr>
              <a:buNone/>
            </a:pPr>
            <a:r>
              <a:rPr lang="en-US" sz="1400" b="1">
                <a:solidFill>
                  <a:schemeClr val="accent1"/>
                </a:solidFill>
              </a:rPr>
              <a:t>Example: </a:t>
            </a:r>
          </a:p>
          <a:p>
            <a:pPr fontAlgn="base">
              <a:buClr>
                <a:schemeClr val="tx2"/>
              </a:buClr>
            </a:pPr>
            <a:r>
              <a:rPr lang="en-US" sz="1400"/>
              <a:t>If sales target for </a:t>
            </a:r>
            <a:r>
              <a:rPr lang="en-US" sz="1400" b="1"/>
              <a:t>AMER , Mid Market </a:t>
            </a:r>
            <a:r>
              <a:rPr lang="en-US" sz="1400"/>
              <a:t>is 1 million, and both </a:t>
            </a:r>
            <a:r>
              <a:rPr lang="en-US" sz="1400" b="1"/>
              <a:t>SMB </a:t>
            </a:r>
            <a:r>
              <a:rPr lang="en-US" sz="1400"/>
              <a:t>and </a:t>
            </a:r>
            <a:r>
              <a:rPr lang="en-US" sz="1400" b="1"/>
              <a:t>MM </a:t>
            </a:r>
            <a:r>
              <a:rPr lang="en-US" sz="1400"/>
              <a:t>AE sales roles are mapped to the </a:t>
            </a:r>
            <a:r>
              <a:rPr lang="en-US" sz="1400" b="1"/>
              <a:t>mid market </a:t>
            </a:r>
            <a:r>
              <a:rPr lang="en-US" sz="1400"/>
              <a:t>segment, both those sales roles will currently get a 1 million target​.</a:t>
            </a:r>
          </a:p>
          <a:p>
            <a:pPr marL="0" indent="0" fontAlgn="base">
              <a:buClr>
                <a:schemeClr val="tx2"/>
              </a:buClr>
              <a:buNone/>
            </a:pPr>
            <a:endParaRPr lang="en-US" sz="1400"/>
          </a:p>
          <a:p>
            <a:pPr marL="0" indent="0" fontAlgn="base">
              <a:buClr>
                <a:schemeClr val="tx2"/>
              </a:buClr>
              <a:buNone/>
            </a:pPr>
            <a:r>
              <a:rPr lang="en-US" sz="1400" b="1">
                <a:solidFill>
                  <a:schemeClr val="accent1"/>
                </a:solidFill>
              </a:rPr>
              <a:t>Action Required: </a:t>
            </a:r>
          </a:p>
          <a:p>
            <a:pPr fontAlgn="base">
              <a:buClr>
                <a:schemeClr val="tx2"/>
              </a:buClr>
            </a:pPr>
            <a:r>
              <a:rPr lang="en-US" sz="1400"/>
              <a:t>Logic will need to be added to split that sales target as required between however many sales roles cover the same segment​.</a:t>
            </a:r>
          </a:p>
          <a:p>
            <a:pPr marL="0" indent="0" fontAlgn="base">
              <a:buClr>
                <a:schemeClr val="tx2"/>
              </a:buClr>
              <a:buNone/>
            </a:pPr>
            <a:endParaRPr lang="en-US" sz="1400"/>
          </a:p>
          <a:p>
            <a:pPr marL="0" indent="0" fontAlgn="base">
              <a:buClr>
                <a:schemeClr val="tx2"/>
              </a:buClr>
              <a:buNone/>
            </a:pPr>
            <a:r>
              <a:rPr lang="en-US" sz="1400"/>
              <a:t>Check page </a:t>
            </a:r>
            <a:r>
              <a:rPr lang="en-US" sz="1400" b="1"/>
              <a:t>4.1.1 Direct Seller Hiring Plan, </a:t>
            </a:r>
            <a:r>
              <a:rPr lang="en-US" sz="1400"/>
              <a:t>grid </a:t>
            </a:r>
            <a:r>
              <a:rPr lang="en-US" sz="1400" b="1"/>
              <a:t>NTE vs Planned HC Metrics Region T3, </a:t>
            </a:r>
            <a:r>
              <a:rPr lang="en-US" sz="1400"/>
              <a:t>line item</a:t>
            </a:r>
            <a:r>
              <a:rPr lang="en-US" sz="1400" b="1"/>
              <a:t> Bookings Target</a:t>
            </a:r>
            <a:r>
              <a:rPr lang="en-US" sz="1400"/>
              <a:t> by sales role to view how these bookings targets are getting mapped and calculated.</a:t>
            </a:r>
          </a:p>
          <a:p>
            <a:pPr marL="0" indent="0" fontAlgn="base">
              <a:buNone/>
            </a:pPr>
            <a:r>
              <a:rPr lang="en-US" sz="1400"/>
              <a:t>​</a:t>
            </a:r>
            <a:endParaRPr lang="en-US" sz="1400">
              <a:solidFill>
                <a:schemeClr val="tx2"/>
              </a:solidFill>
            </a:endParaRPr>
          </a:p>
        </p:txBody>
      </p:sp>
      <p:sp>
        <p:nvSpPr>
          <p:cNvPr id="4" name="Title 67">
            <a:extLst>
              <a:ext uri="{FF2B5EF4-FFF2-40B4-BE49-F238E27FC236}">
                <a16:creationId xmlns:a16="http://schemas.microsoft.com/office/drawing/2014/main" id="{21674B53-6B5C-A4AD-9A67-AFD3E8694BCF}"/>
              </a:ext>
            </a:extLst>
          </p:cNvPr>
          <p:cNvSpPr txBox="1">
            <a:spLocks/>
          </p:cNvSpPr>
          <p:nvPr/>
        </p:nvSpPr>
        <p:spPr>
          <a:xfrm>
            <a:off x="558960" y="467283"/>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kumimoji="0" lang="en-US" sz="240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rPr>
              <a:t>Verify calculation logic </a:t>
            </a:r>
            <a:r>
              <a:rPr lang="en-US">
                <a:solidFill>
                  <a:schemeClr val="tx2"/>
                </a:solidFill>
              </a:rPr>
              <a:t>for multiple segment coverage models </a:t>
            </a:r>
            <a:endParaRPr kumimoji="0" lang="en-GB" sz="240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80523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8905C-A0DA-CB11-135E-BFF379386ADC}"/>
            </a:ext>
          </a:extLst>
        </p:cNvPr>
        <p:cNvGrpSpPr/>
        <p:nvPr/>
      </p:nvGrpSpPr>
      <p:grpSpPr>
        <a:xfrm>
          <a:off x="0" y="0"/>
          <a:ext cx="0" cy="0"/>
          <a:chOff x="0" y="0"/>
          <a:chExt cx="0" cy="0"/>
        </a:xfrm>
      </p:grpSpPr>
      <p:sp>
        <p:nvSpPr>
          <p:cNvPr id="4" name="Title 67">
            <a:extLst>
              <a:ext uri="{FF2B5EF4-FFF2-40B4-BE49-F238E27FC236}">
                <a16:creationId xmlns:a16="http://schemas.microsoft.com/office/drawing/2014/main" id="{CA0EBD95-8980-F852-BBC5-82777D2F359B}"/>
              </a:ext>
            </a:extLst>
          </p:cNvPr>
          <p:cNvSpPr txBox="1">
            <a:spLocks/>
          </p:cNvSpPr>
          <p:nvPr/>
        </p:nvSpPr>
        <p:spPr>
          <a:xfrm>
            <a:off x="558960" y="467283"/>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Process updates </a:t>
            </a:r>
            <a:endParaRPr lang="en-GB" sz="3200" b="0">
              <a:solidFill>
                <a:schemeClr val="tx2"/>
              </a:solidFill>
            </a:endParaRPr>
          </a:p>
        </p:txBody>
      </p:sp>
      <p:sp>
        <p:nvSpPr>
          <p:cNvPr id="5" name="TextBox 4">
            <a:extLst>
              <a:ext uri="{FF2B5EF4-FFF2-40B4-BE49-F238E27FC236}">
                <a16:creationId xmlns:a16="http://schemas.microsoft.com/office/drawing/2014/main" id="{54C1E806-5503-298B-DDB3-E3D8569D5611}"/>
              </a:ext>
            </a:extLst>
          </p:cNvPr>
          <p:cNvSpPr txBox="1"/>
          <p:nvPr/>
        </p:nvSpPr>
        <p:spPr>
          <a:xfrm>
            <a:off x="558960" y="1228726"/>
            <a:ext cx="11202510" cy="1346522"/>
          </a:xfrm>
          <a:prstGeom prst="rect">
            <a:avLst/>
          </a:prstGeom>
          <a:noFill/>
        </p:spPr>
        <p:txBody>
          <a:bodyPr wrap="square">
            <a:spAutoFit/>
          </a:bodyPr>
          <a:lstStyle/>
          <a:p>
            <a:pPr algn="l" rtl="0" fontAlgn="base">
              <a:spcBef>
                <a:spcPts val="336"/>
              </a:spcBef>
            </a:pPr>
            <a:r>
              <a:rPr lang="en-US" sz="1600" i="0" u="none" strike="noStrike">
                <a:solidFill>
                  <a:schemeClr val="tx2"/>
                </a:solidFill>
                <a:effectLst/>
                <a:latin typeface="Arial" panose="020B0604020202020204" pitchFamily="34" charset="0"/>
              </a:rPr>
              <a:t>You may need to recreate the </a:t>
            </a:r>
            <a:r>
              <a:rPr lang="en-US" sz="1600" b="1" i="0" u="none" strike="noStrike">
                <a:solidFill>
                  <a:schemeClr val="tx2"/>
                </a:solidFill>
                <a:effectLst/>
                <a:latin typeface="Arial" panose="020B0604020202020204" pitchFamily="34" charset="0"/>
              </a:rPr>
              <a:t>saved views and actions </a:t>
            </a:r>
            <a:r>
              <a:rPr lang="en-US" sz="1600" i="0" u="none" strike="noStrike">
                <a:solidFill>
                  <a:schemeClr val="tx2"/>
                </a:solidFill>
                <a:effectLst/>
                <a:latin typeface="Arial" panose="020B0604020202020204" pitchFamily="34" charset="0"/>
              </a:rPr>
              <a:t>for the following processes</a:t>
            </a:r>
          </a:p>
          <a:p>
            <a:pPr algn="l" rtl="0" fontAlgn="base">
              <a:spcBef>
                <a:spcPts val="336"/>
              </a:spcBef>
            </a:pPr>
            <a:endParaRPr lang="en-US" sz="1600" i="0" u="none" strike="noStrike">
              <a:solidFill>
                <a:schemeClr val="tx2"/>
              </a:solidFill>
              <a:effectLst/>
              <a:latin typeface="Arial" panose="020B0604020202020204" pitchFamily="34" charset="0"/>
            </a:endParaRPr>
          </a:p>
          <a:p>
            <a:pPr marL="285750" indent="-285750" fontAlgn="base">
              <a:spcBef>
                <a:spcPts val="336"/>
              </a:spcBef>
              <a:buFont typeface="Arial" panose="020B0604020202020204" pitchFamily="34" charset="0"/>
              <a:buChar char="•"/>
            </a:pPr>
            <a:r>
              <a:rPr lang="en-US" sz="1400">
                <a:solidFill>
                  <a:schemeClr val="tx2"/>
                </a:solidFill>
                <a:latin typeface="Arial" panose="020B0604020202020204" pitchFamily="34" charset="0"/>
              </a:rPr>
              <a:t>For line items that are filters in saved view </a:t>
            </a:r>
            <a:r>
              <a:rPr lang="en-US" sz="1400" b="1">
                <a:solidFill>
                  <a:srgbClr val="FF721C"/>
                </a:solidFill>
                <a:latin typeface="Arial" panose="020B0604020202020204" pitchFamily="34" charset="0"/>
              </a:rPr>
              <a:t>make sure they are not over-</a:t>
            </a:r>
            <a:r>
              <a:rPr lang="en-US" sz="1400" b="1" err="1">
                <a:solidFill>
                  <a:srgbClr val="FF721C"/>
                </a:solidFill>
                <a:latin typeface="Arial" panose="020B0604020202020204" pitchFamily="34" charset="0"/>
              </a:rPr>
              <a:t>dimensionalized</a:t>
            </a:r>
            <a:r>
              <a:rPr lang="en-US" sz="1400">
                <a:solidFill>
                  <a:schemeClr val="tx2"/>
                </a:solidFill>
                <a:latin typeface="Arial" panose="020B0604020202020204" pitchFamily="34" charset="0"/>
              </a:rPr>
              <a:t>. The configurator does not allow subsidiary views within saved view​s.</a:t>
            </a:r>
          </a:p>
          <a:p>
            <a:pPr marL="285750" indent="-285750" fontAlgn="base">
              <a:spcBef>
                <a:spcPts val="336"/>
              </a:spcBef>
              <a:buFont typeface="Arial" panose="020B0604020202020204" pitchFamily="34" charset="0"/>
              <a:buChar char="•"/>
            </a:pPr>
            <a:r>
              <a:rPr lang="en-US" sz="1400">
                <a:solidFill>
                  <a:schemeClr val="tx2"/>
                </a:solidFill>
                <a:latin typeface="Arial" panose="020B0604020202020204" pitchFamily="34" charset="0"/>
              </a:rPr>
              <a:t>Ensure filter line items ​have populated formulas.</a:t>
            </a:r>
          </a:p>
        </p:txBody>
      </p:sp>
      <p:sp>
        <p:nvSpPr>
          <p:cNvPr id="2" name="TextBox 1">
            <a:extLst>
              <a:ext uri="{FF2B5EF4-FFF2-40B4-BE49-F238E27FC236}">
                <a16:creationId xmlns:a16="http://schemas.microsoft.com/office/drawing/2014/main" id="{FAF1DB95-3AA0-5DF4-3EDE-9D9FFA484767}"/>
              </a:ext>
            </a:extLst>
          </p:cNvPr>
          <p:cNvSpPr txBox="1"/>
          <p:nvPr/>
        </p:nvSpPr>
        <p:spPr>
          <a:xfrm>
            <a:off x="558960" y="3906914"/>
            <a:ext cx="6699978" cy="338554"/>
          </a:xfrm>
          <a:prstGeom prst="rect">
            <a:avLst/>
          </a:prstGeom>
          <a:noFill/>
        </p:spPr>
        <p:txBody>
          <a:bodyPr wrap="square">
            <a:spAutoFit/>
          </a:bodyPr>
          <a:lstStyle/>
          <a:p>
            <a:pPr fontAlgn="base"/>
            <a:r>
              <a:rPr lang="en-US" sz="1600" b="1">
                <a:solidFill>
                  <a:schemeClr val="accent1"/>
                </a:solidFill>
              </a:rPr>
              <a:t>LOCK Data Inputs in Model</a:t>
            </a:r>
            <a:r>
              <a:rPr lang="en-US" sz="1600">
                <a:solidFill>
                  <a:schemeClr val="accent1"/>
                </a:solidFill>
              </a:rPr>
              <a:t> Process​</a:t>
            </a:r>
          </a:p>
        </p:txBody>
      </p:sp>
      <p:pic>
        <p:nvPicPr>
          <p:cNvPr id="11266" name="Picture 2" descr="A screenshot of a computer&#10;&#10;AI-generated content may be incorrect.">
            <a:extLst>
              <a:ext uri="{FF2B5EF4-FFF2-40B4-BE49-F238E27FC236}">
                <a16:creationId xmlns:a16="http://schemas.microsoft.com/office/drawing/2014/main" id="{F11296D6-F64F-1E72-DFE8-1BDCF2641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960" y="4398427"/>
            <a:ext cx="9591368" cy="739334"/>
          </a:xfrm>
          <a:prstGeom prst="roundRect">
            <a:avLst>
              <a:gd name="adj" fmla="val 3889"/>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3830C77-923B-60A3-610F-61B5FAB276A8}"/>
              </a:ext>
            </a:extLst>
          </p:cNvPr>
          <p:cNvSpPr txBox="1"/>
          <p:nvPr/>
        </p:nvSpPr>
        <p:spPr>
          <a:xfrm>
            <a:off x="558960" y="2821453"/>
            <a:ext cx="5980588" cy="430887"/>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kumimoji="0" lang="en-US" sz="1600" u="none" strike="noStrike" kern="1200" cap="none" spc="0" normalizeH="0" baseline="0" noProof="0">
                <a:ln>
                  <a:noFill/>
                </a:ln>
                <a:solidFill>
                  <a:schemeClr val="tx2"/>
                </a:solidFill>
                <a:effectLst/>
                <a:uLnTx/>
                <a:uFillTx/>
                <a:latin typeface="Arial"/>
                <a:ea typeface="Verdana"/>
                <a:cs typeface="Arial"/>
              </a:rPr>
              <a:t>Use the examples to replicate the process </a:t>
            </a:r>
            <a:endParaRPr lang="en-US" sz="1600">
              <a:solidFill>
                <a:schemeClr val="tx2"/>
              </a:solidFill>
              <a:latin typeface="Arial" panose="020B0604020202020204" pitchFamily="34" charset="0"/>
            </a:endParaRPr>
          </a:p>
        </p:txBody>
      </p:sp>
      <p:sp>
        <p:nvSpPr>
          <p:cNvPr id="13" name="TextBox 12">
            <a:extLst>
              <a:ext uri="{FF2B5EF4-FFF2-40B4-BE49-F238E27FC236}">
                <a16:creationId xmlns:a16="http://schemas.microsoft.com/office/drawing/2014/main" id="{FB478E01-F2CC-2290-1620-4C1F6DFEA77B}"/>
              </a:ext>
            </a:extLst>
          </p:cNvPr>
          <p:cNvSpPr txBox="1"/>
          <p:nvPr/>
        </p:nvSpPr>
        <p:spPr>
          <a:xfrm>
            <a:off x="467918" y="5290720"/>
            <a:ext cx="6699979" cy="338554"/>
          </a:xfrm>
          <a:prstGeom prst="rect">
            <a:avLst/>
          </a:prstGeom>
          <a:noFill/>
        </p:spPr>
        <p:txBody>
          <a:bodyPr wrap="square">
            <a:spAutoFit/>
          </a:bodyPr>
          <a:lstStyle/>
          <a:p>
            <a:pPr fontAlgn="base"/>
            <a:r>
              <a:rPr lang="en-US" sz="1600" b="1">
                <a:solidFill>
                  <a:schemeClr val="accent1"/>
                </a:solidFill>
              </a:rPr>
              <a:t>UNLOCK Data Inputs in Model</a:t>
            </a:r>
            <a:r>
              <a:rPr lang="en-US" sz="1600">
                <a:solidFill>
                  <a:schemeClr val="accent1"/>
                </a:solidFill>
              </a:rPr>
              <a:t> Process​</a:t>
            </a:r>
          </a:p>
        </p:txBody>
      </p:sp>
      <p:pic>
        <p:nvPicPr>
          <p:cNvPr id="11268" name="Picture 4" descr="A screenshot of a computer&#10;&#10;AI-generated content may be incorrect.">
            <a:extLst>
              <a:ext uri="{FF2B5EF4-FFF2-40B4-BE49-F238E27FC236}">
                <a16:creationId xmlns:a16="http://schemas.microsoft.com/office/drawing/2014/main" id="{144E159E-12CD-FA27-F038-813C6D3BF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960" y="5710072"/>
            <a:ext cx="9591368" cy="813019"/>
          </a:xfrm>
          <a:prstGeom prst="roundRect">
            <a:avLst>
              <a:gd name="adj" fmla="val 5420"/>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32BC925-F207-0F23-6451-0BA7105777E5}"/>
              </a:ext>
            </a:extLst>
          </p:cNvPr>
          <p:cNvSpPr txBox="1"/>
          <p:nvPr/>
        </p:nvSpPr>
        <p:spPr>
          <a:xfrm>
            <a:off x="558960" y="3506469"/>
            <a:ext cx="6097904" cy="369332"/>
          </a:xfrm>
          <a:prstGeom prst="rect">
            <a:avLst/>
          </a:prstGeom>
          <a:noFill/>
        </p:spPr>
        <p:txBody>
          <a:bodyPr wrap="square">
            <a:spAutoFit/>
          </a:bodyPr>
          <a:lstStyle/>
          <a:p>
            <a:r>
              <a:rPr lang="en-US" b="1">
                <a:solidFill>
                  <a:schemeClr val="tx2"/>
                </a:solidFill>
              </a:rPr>
              <a:t>6.4 Capacity Admin </a:t>
            </a:r>
            <a:endParaRPr lang="en-US" b="1"/>
          </a:p>
        </p:txBody>
      </p:sp>
    </p:spTree>
    <p:extLst>
      <p:ext uri="{BB962C8B-B14F-4D97-AF65-F5344CB8AC3E}">
        <p14:creationId xmlns:p14="http://schemas.microsoft.com/office/powerpoint/2010/main" val="31065676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BDBE1-8097-A502-5FE1-112E35D362C8}"/>
            </a:ext>
          </a:extLst>
        </p:cNvPr>
        <p:cNvGrpSpPr/>
        <p:nvPr/>
      </p:nvGrpSpPr>
      <p:grpSpPr>
        <a:xfrm>
          <a:off x="0" y="0"/>
          <a:ext cx="0" cy="0"/>
          <a:chOff x="0" y="0"/>
          <a:chExt cx="0" cy="0"/>
        </a:xfrm>
      </p:grpSpPr>
      <p:sp>
        <p:nvSpPr>
          <p:cNvPr id="4" name="Title 67">
            <a:extLst>
              <a:ext uri="{FF2B5EF4-FFF2-40B4-BE49-F238E27FC236}">
                <a16:creationId xmlns:a16="http://schemas.microsoft.com/office/drawing/2014/main" id="{7B520E4C-3B6B-6B51-5880-4D2486300B0D}"/>
              </a:ext>
            </a:extLst>
          </p:cNvPr>
          <p:cNvSpPr txBox="1">
            <a:spLocks/>
          </p:cNvSpPr>
          <p:nvPr/>
        </p:nvSpPr>
        <p:spPr>
          <a:xfrm>
            <a:off x="558960" y="467283"/>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Process updates </a:t>
            </a:r>
            <a:r>
              <a:rPr lang="en-US" b="0">
                <a:solidFill>
                  <a:schemeClr val="tx2"/>
                </a:solidFill>
              </a:rPr>
              <a:t>(cont.) </a:t>
            </a:r>
            <a:endParaRPr lang="en-GB" sz="3200" b="0">
              <a:solidFill>
                <a:schemeClr val="tx2"/>
              </a:solidFill>
            </a:endParaRPr>
          </a:p>
        </p:txBody>
      </p:sp>
      <p:pic>
        <p:nvPicPr>
          <p:cNvPr id="10242" name="Picture 2" descr="A screenshot of a computer&#10;&#10;AI-generated content may be incorrect.">
            <a:extLst>
              <a:ext uri="{FF2B5EF4-FFF2-40B4-BE49-F238E27FC236}">
                <a16:creationId xmlns:a16="http://schemas.microsoft.com/office/drawing/2014/main" id="{78E3C5AC-B2DA-621A-ECCA-817FD7B24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960" y="2239069"/>
            <a:ext cx="9198431" cy="2209779"/>
          </a:xfrm>
          <a:prstGeom prst="roundRect">
            <a:avLst>
              <a:gd name="adj" fmla="val 1931"/>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549794A-053F-1425-34ED-620373208356}"/>
              </a:ext>
            </a:extLst>
          </p:cNvPr>
          <p:cNvSpPr txBox="1"/>
          <p:nvPr/>
        </p:nvSpPr>
        <p:spPr>
          <a:xfrm>
            <a:off x="558960" y="1762722"/>
            <a:ext cx="6097772" cy="394980"/>
          </a:xfrm>
          <a:prstGeom prst="rect">
            <a:avLst/>
          </a:prstGeom>
          <a:noFill/>
        </p:spPr>
        <p:txBody>
          <a:bodyPr wrap="square">
            <a:spAutoFit/>
          </a:bodyPr>
          <a:lstStyle/>
          <a:p>
            <a:pPr algn="l" rtl="0" fontAlgn="base">
              <a:lnSpc>
                <a:spcPts val="2625"/>
              </a:lnSpc>
            </a:pPr>
            <a:r>
              <a:rPr lang="en-US" sz="1600" b="1" i="0" u="none" strike="noStrike">
                <a:solidFill>
                  <a:schemeClr val="accent1"/>
                </a:solidFill>
                <a:effectLst/>
                <a:latin typeface="Arial" panose="020B0604020202020204" pitchFamily="34" charset="0"/>
              </a:rPr>
              <a:t>Snapshot Forecast</a:t>
            </a:r>
            <a:r>
              <a:rPr lang="en-US" sz="1600" b="0" i="0" u="none" strike="noStrike">
                <a:solidFill>
                  <a:schemeClr val="accent1"/>
                </a:solidFill>
                <a:effectLst/>
                <a:latin typeface="Arial" panose="020B0604020202020204" pitchFamily="34" charset="0"/>
              </a:rPr>
              <a:t> Process</a:t>
            </a:r>
            <a:r>
              <a:rPr lang="en-US" sz="1600" b="0" i="0">
                <a:solidFill>
                  <a:schemeClr val="accent1"/>
                </a:solidFill>
                <a:effectLst/>
                <a:latin typeface="Arial" panose="020B0604020202020204" pitchFamily="34" charset="0"/>
              </a:rPr>
              <a:t>​</a:t>
            </a:r>
          </a:p>
        </p:txBody>
      </p:sp>
      <p:sp>
        <p:nvSpPr>
          <p:cNvPr id="3" name="TextBox 2">
            <a:extLst>
              <a:ext uri="{FF2B5EF4-FFF2-40B4-BE49-F238E27FC236}">
                <a16:creationId xmlns:a16="http://schemas.microsoft.com/office/drawing/2014/main" id="{0476F593-1AB0-7D9B-0FE9-D38ACF87D0F3}"/>
              </a:ext>
            </a:extLst>
          </p:cNvPr>
          <p:cNvSpPr txBox="1"/>
          <p:nvPr/>
        </p:nvSpPr>
        <p:spPr>
          <a:xfrm>
            <a:off x="558960" y="1250334"/>
            <a:ext cx="6097904" cy="369332"/>
          </a:xfrm>
          <a:prstGeom prst="rect">
            <a:avLst/>
          </a:prstGeom>
          <a:noFill/>
        </p:spPr>
        <p:txBody>
          <a:bodyPr wrap="square">
            <a:spAutoFit/>
          </a:bodyPr>
          <a:lstStyle/>
          <a:p>
            <a:r>
              <a:rPr lang="en-US" b="1">
                <a:solidFill>
                  <a:schemeClr val="tx2"/>
                </a:solidFill>
              </a:rPr>
              <a:t>6.4 Capacity Admin </a:t>
            </a:r>
            <a:r>
              <a:rPr lang="en-US">
                <a:solidFill>
                  <a:schemeClr val="tx2"/>
                </a:solidFill>
              </a:rPr>
              <a:t>(cont.) </a:t>
            </a:r>
            <a:endParaRPr lang="en-US"/>
          </a:p>
        </p:txBody>
      </p:sp>
      <p:sp>
        <p:nvSpPr>
          <p:cNvPr id="6" name="TextBox 5">
            <a:extLst>
              <a:ext uri="{FF2B5EF4-FFF2-40B4-BE49-F238E27FC236}">
                <a16:creationId xmlns:a16="http://schemas.microsoft.com/office/drawing/2014/main" id="{F91B36C1-0FA0-06E0-B57A-B20F80AACED2}"/>
              </a:ext>
            </a:extLst>
          </p:cNvPr>
          <p:cNvSpPr txBox="1"/>
          <p:nvPr/>
        </p:nvSpPr>
        <p:spPr>
          <a:xfrm>
            <a:off x="558960" y="4669810"/>
            <a:ext cx="6097772" cy="403700"/>
          </a:xfrm>
          <a:prstGeom prst="rect">
            <a:avLst/>
          </a:prstGeom>
          <a:noFill/>
        </p:spPr>
        <p:txBody>
          <a:bodyPr wrap="square">
            <a:spAutoFit/>
          </a:bodyPr>
          <a:lstStyle/>
          <a:p>
            <a:pPr fontAlgn="base">
              <a:lnSpc>
                <a:spcPts val="2625"/>
              </a:lnSpc>
            </a:pPr>
            <a:r>
              <a:rPr lang="en-US" sz="1600" b="1">
                <a:solidFill>
                  <a:schemeClr val="accent1"/>
                </a:solidFill>
              </a:rPr>
              <a:t>RESET Global Workflow</a:t>
            </a:r>
            <a:r>
              <a:rPr lang="en-US" sz="1600">
                <a:solidFill>
                  <a:schemeClr val="accent1"/>
                </a:solidFill>
              </a:rPr>
              <a:t> Process</a:t>
            </a:r>
            <a:endParaRPr lang="en-US" sz="1600" b="0" i="0">
              <a:solidFill>
                <a:schemeClr val="accent1"/>
              </a:solidFill>
              <a:effectLst/>
              <a:latin typeface="Arial" panose="020B0604020202020204" pitchFamily="34" charset="0"/>
            </a:endParaRPr>
          </a:p>
        </p:txBody>
      </p:sp>
      <p:pic>
        <p:nvPicPr>
          <p:cNvPr id="12290" name="Picture 2" descr="A white rectangular object with a white background&#10;&#10;AI-generated content may be incorrect.">
            <a:extLst>
              <a:ext uri="{FF2B5EF4-FFF2-40B4-BE49-F238E27FC236}">
                <a16:creationId xmlns:a16="http://schemas.microsoft.com/office/drawing/2014/main" id="{06463912-01AE-42EF-59FD-2F2AE069E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960" y="5208078"/>
            <a:ext cx="9635490" cy="599709"/>
          </a:xfrm>
          <a:prstGeom prst="roundRect">
            <a:avLst>
              <a:gd name="adj" fmla="val 5231"/>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67A822A-58A0-90AB-C5F3-9D958C7AD647}"/>
              </a:ext>
            </a:extLst>
          </p:cNvPr>
          <p:cNvSpPr txBox="1"/>
          <p:nvPr/>
        </p:nvSpPr>
        <p:spPr>
          <a:xfrm>
            <a:off x="4685190" y="1201560"/>
            <a:ext cx="5980588" cy="430887"/>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kumimoji="0" lang="en-US" sz="1600" u="none" strike="noStrike" kern="1200" cap="none" spc="0" normalizeH="0" baseline="0" noProof="0">
                <a:ln>
                  <a:noFill/>
                </a:ln>
                <a:solidFill>
                  <a:schemeClr val="tx2"/>
                </a:solidFill>
                <a:effectLst/>
                <a:uLnTx/>
                <a:uFillTx/>
                <a:latin typeface="Arial"/>
                <a:ea typeface="Verdana"/>
                <a:cs typeface="Arial"/>
              </a:rPr>
              <a:t>Use the examples to replicate the process </a:t>
            </a:r>
            <a:endParaRPr lang="en-US" sz="1600">
              <a:solidFill>
                <a:schemeClr val="tx2"/>
              </a:solidFill>
              <a:latin typeface="Arial" panose="020B0604020202020204" pitchFamily="34" charset="0"/>
            </a:endParaRPr>
          </a:p>
        </p:txBody>
      </p:sp>
    </p:spTree>
    <p:extLst>
      <p:ext uri="{BB962C8B-B14F-4D97-AF65-F5344CB8AC3E}">
        <p14:creationId xmlns:p14="http://schemas.microsoft.com/office/powerpoint/2010/main" val="23474458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106CD-FD9E-68F9-50A2-CD9A04357185}"/>
            </a:ext>
          </a:extLst>
        </p:cNvPr>
        <p:cNvGrpSpPr/>
        <p:nvPr/>
      </p:nvGrpSpPr>
      <p:grpSpPr>
        <a:xfrm>
          <a:off x="0" y="0"/>
          <a:ext cx="0" cy="0"/>
          <a:chOff x="0" y="0"/>
          <a:chExt cx="0" cy="0"/>
        </a:xfrm>
      </p:grpSpPr>
      <p:sp>
        <p:nvSpPr>
          <p:cNvPr id="4" name="Title 67">
            <a:extLst>
              <a:ext uri="{FF2B5EF4-FFF2-40B4-BE49-F238E27FC236}">
                <a16:creationId xmlns:a16="http://schemas.microsoft.com/office/drawing/2014/main" id="{CD9EFD00-EB32-8E9E-7698-925B4D938404}"/>
              </a:ext>
            </a:extLst>
          </p:cNvPr>
          <p:cNvSpPr txBox="1">
            <a:spLocks/>
          </p:cNvSpPr>
          <p:nvPr/>
        </p:nvSpPr>
        <p:spPr>
          <a:xfrm>
            <a:off x="558960" y="467283"/>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Process updates </a:t>
            </a:r>
            <a:r>
              <a:rPr lang="en-US" b="0">
                <a:solidFill>
                  <a:schemeClr val="tx2"/>
                </a:solidFill>
              </a:rPr>
              <a:t>(cont.) </a:t>
            </a:r>
            <a:endParaRPr lang="en-GB" sz="3200" b="0">
              <a:solidFill>
                <a:schemeClr val="tx2"/>
              </a:solidFill>
            </a:endParaRPr>
          </a:p>
        </p:txBody>
      </p:sp>
      <p:sp>
        <p:nvSpPr>
          <p:cNvPr id="10" name="TextBox 9">
            <a:extLst>
              <a:ext uri="{FF2B5EF4-FFF2-40B4-BE49-F238E27FC236}">
                <a16:creationId xmlns:a16="http://schemas.microsoft.com/office/drawing/2014/main" id="{95EA9F5D-DE8A-8745-95AA-7B145B4A678A}"/>
              </a:ext>
            </a:extLst>
          </p:cNvPr>
          <p:cNvSpPr txBox="1"/>
          <p:nvPr/>
        </p:nvSpPr>
        <p:spPr>
          <a:xfrm>
            <a:off x="695856" y="4877245"/>
            <a:ext cx="6097772" cy="338554"/>
          </a:xfrm>
          <a:prstGeom prst="rect">
            <a:avLst/>
          </a:prstGeom>
          <a:noFill/>
        </p:spPr>
        <p:txBody>
          <a:bodyPr wrap="square">
            <a:spAutoFit/>
          </a:bodyPr>
          <a:lstStyle/>
          <a:p>
            <a:pPr fontAlgn="base"/>
            <a:r>
              <a:rPr lang="en-US" sz="1600" b="1">
                <a:solidFill>
                  <a:schemeClr val="accent1"/>
                </a:solidFill>
              </a:rPr>
              <a:t>Update Direct Seller Subset</a:t>
            </a:r>
            <a:r>
              <a:rPr lang="en-US" sz="1600">
                <a:solidFill>
                  <a:schemeClr val="accent1"/>
                </a:solidFill>
              </a:rPr>
              <a:t> Process​</a:t>
            </a:r>
          </a:p>
        </p:txBody>
      </p:sp>
      <p:sp>
        <p:nvSpPr>
          <p:cNvPr id="3" name="TextBox 2">
            <a:extLst>
              <a:ext uri="{FF2B5EF4-FFF2-40B4-BE49-F238E27FC236}">
                <a16:creationId xmlns:a16="http://schemas.microsoft.com/office/drawing/2014/main" id="{A3CC403E-F32C-AE84-05AC-9DAF55B9DE56}"/>
              </a:ext>
            </a:extLst>
          </p:cNvPr>
          <p:cNvSpPr txBox="1"/>
          <p:nvPr/>
        </p:nvSpPr>
        <p:spPr>
          <a:xfrm>
            <a:off x="558960" y="1372185"/>
            <a:ext cx="6097904" cy="369332"/>
          </a:xfrm>
          <a:prstGeom prst="rect">
            <a:avLst/>
          </a:prstGeom>
          <a:noFill/>
        </p:spPr>
        <p:txBody>
          <a:bodyPr wrap="square">
            <a:spAutoFit/>
          </a:bodyPr>
          <a:lstStyle/>
          <a:p>
            <a:r>
              <a:rPr lang="en-US" b="1">
                <a:solidFill>
                  <a:schemeClr val="tx2"/>
                </a:solidFill>
              </a:rPr>
              <a:t>6.4 Capacity Admin </a:t>
            </a:r>
            <a:r>
              <a:rPr lang="en-US">
                <a:solidFill>
                  <a:schemeClr val="tx2"/>
                </a:solidFill>
              </a:rPr>
              <a:t> </a:t>
            </a:r>
            <a:endParaRPr lang="en-US"/>
          </a:p>
        </p:txBody>
      </p:sp>
      <p:sp>
        <p:nvSpPr>
          <p:cNvPr id="6" name="TextBox 5">
            <a:extLst>
              <a:ext uri="{FF2B5EF4-FFF2-40B4-BE49-F238E27FC236}">
                <a16:creationId xmlns:a16="http://schemas.microsoft.com/office/drawing/2014/main" id="{F5D9DA46-3AF5-95ED-8632-306DB751013F}"/>
              </a:ext>
            </a:extLst>
          </p:cNvPr>
          <p:cNvSpPr txBox="1"/>
          <p:nvPr/>
        </p:nvSpPr>
        <p:spPr>
          <a:xfrm>
            <a:off x="558960" y="1857308"/>
            <a:ext cx="6097772" cy="338554"/>
          </a:xfrm>
          <a:prstGeom prst="rect">
            <a:avLst/>
          </a:prstGeom>
          <a:noFill/>
        </p:spPr>
        <p:txBody>
          <a:bodyPr wrap="square">
            <a:spAutoFit/>
          </a:bodyPr>
          <a:lstStyle/>
          <a:p>
            <a:pPr fontAlgn="base"/>
            <a:r>
              <a:rPr lang="en-US" sz="1600" b="1">
                <a:solidFill>
                  <a:schemeClr val="accent1"/>
                </a:solidFill>
              </a:rPr>
              <a:t>RESET Top-Down Workflow</a:t>
            </a:r>
            <a:r>
              <a:rPr lang="en-US" sz="1600">
                <a:solidFill>
                  <a:schemeClr val="accent1"/>
                </a:solidFill>
              </a:rPr>
              <a:t> Process​</a:t>
            </a:r>
          </a:p>
        </p:txBody>
      </p:sp>
      <p:sp>
        <p:nvSpPr>
          <p:cNvPr id="7" name="TextBox 6">
            <a:extLst>
              <a:ext uri="{FF2B5EF4-FFF2-40B4-BE49-F238E27FC236}">
                <a16:creationId xmlns:a16="http://schemas.microsoft.com/office/drawing/2014/main" id="{D8F7D50B-8E55-20E1-A30C-7412B7DF72FD}"/>
              </a:ext>
            </a:extLst>
          </p:cNvPr>
          <p:cNvSpPr txBox="1"/>
          <p:nvPr/>
        </p:nvSpPr>
        <p:spPr>
          <a:xfrm>
            <a:off x="5313840" y="1391698"/>
            <a:ext cx="5980588" cy="430887"/>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kumimoji="0" lang="en-US" sz="1600" u="none" strike="noStrike" kern="1200" cap="none" spc="0" normalizeH="0" baseline="0" noProof="0">
                <a:ln>
                  <a:noFill/>
                </a:ln>
                <a:solidFill>
                  <a:schemeClr val="tx2"/>
                </a:solidFill>
                <a:effectLst/>
                <a:uLnTx/>
                <a:uFillTx/>
                <a:latin typeface="Arial"/>
                <a:ea typeface="Verdana"/>
                <a:cs typeface="Arial"/>
              </a:rPr>
              <a:t>Use the examples to replicate the actions and process </a:t>
            </a:r>
            <a:endParaRPr lang="en-US" sz="1600">
              <a:solidFill>
                <a:schemeClr val="tx2"/>
              </a:solidFill>
              <a:latin typeface="Arial" panose="020B0604020202020204" pitchFamily="34" charset="0"/>
            </a:endParaRPr>
          </a:p>
        </p:txBody>
      </p:sp>
      <p:pic>
        <p:nvPicPr>
          <p:cNvPr id="13314" name="Picture 2" descr="A screenshot of a computer&#10;&#10;AI-generated content may be incorrect.">
            <a:extLst>
              <a:ext uri="{FF2B5EF4-FFF2-40B4-BE49-F238E27FC236}">
                <a16:creationId xmlns:a16="http://schemas.microsoft.com/office/drawing/2014/main" id="{9ABCB88C-7E0F-3790-D2EB-7F7EA62F0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856" y="2784764"/>
            <a:ext cx="9864090" cy="1240718"/>
          </a:xfrm>
          <a:prstGeom prst="roundRect">
            <a:avLst>
              <a:gd name="adj" fmla="val 4691"/>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11C4243-81CD-625A-5806-144A2E0E2959}"/>
              </a:ext>
            </a:extLst>
          </p:cNvPr>
          <p:cNvSpPr txBox="1"/>
          <p:nvPr/>
        </p:nvSpPr>
        <p:spPr>
          <a:xfrm>
            <a:off x="695856" y="4463302"/>
            <a:ext cx="6097904" cy="369332"/>
          </a:xfrm>
          <a:prstGeom prst="rect">
            <a:avLst/>
          </a:prstGeom>
          <a:noFill/>
        </p:spPr>
        <p:txBody>
          <a:bodyPr wrap="square">
            <a:spAutoFit/>
          </a:bodyPr>
          <a:lstStyle/>
          <a:p>
            <a:r>
              <a:rPr lang="en-US" b="1">
                <a:solidFill>
                  <a:schemeClr val="tx2"/>
                </a:solidFill>
              </a:rPr>
              <a:t>6.5 List Management</a:t>
            </a:r>
            <a:endParaRPr lang="en-US"/>
          </a:p>
        </p:txBody>
      </p:sp>
      <p:sp>
        <p:nvSpPr>
          <p:cNvPr id="8" name="TextBox 7">
            <a:extLst>
              <a:ext uri="{FF2B5EF4-FFF2-40B4-BE49-F238E27FC236}">
                <a16:creationId xmlns:a16="http://schemas.microsoft.com/office/drawing/2014/main" id="{AF8E605A-D867-A090-24EF-D2FD2D52D8E3}"/>
              </a:ext>
            </a:extLst>
          </p:cNvPr>
          <p:cNvSpPr txBox="1"/>
          <p:nvPr/>
        </p:nvSpPr>
        <p:spPr>
          <a:xfrm>
            <a:off x="604258" y="2275505"/>
            <a:ext cx="10983484" cy="338554"/>
          </a:xfrm>
          <a:prstGeom prst="rect">
            <a:avLst/>
          </a:prstGeom>
          <a:noFill/>
        </p:spPr>
        <p:txBody>
          <a:bodyPr wrap="square">
            <a:spAutoFit/>
          </a:bodyPr>
          <a:lstStyle/>
          <a:p>
            <a:r>
              <a:rPr lang="en-US" sz="1600" i="0" u="none" strike="noStrike">
                <a:solidFill>
                  <a:schemeClr val="tx2"/>
                </a:solidFill>
                <a:effectLst/>
                <a:latin typeface="Arial" panose="020B0604020202020204" pitchFamily="34" charset="0"/>
              </a:rPr>
              <a:t>In addition to the previous instructions, you will need to </a:t>
            </a:r>
            <a:r>
              <a:rPr lang="en-US" sz="1600"/>
              <a:t>create action for each level of sales hierarchy​.</a:t>
            </a:r>
          </a:p>
        </p:txBody>
      </p:sp>
      <p:pic>
        <p:nvPicPr>
          <p:cNvPr id="13316" name="Picture 4" descr="A couple of white flags&#10;&#10;AI-generated content may be incorrect.">
            <a:extLst>
              <a:ext uri="{FF2B5EF4-FFF2-40B4-BE49-F238E27FC236}">
                <a16:creationId xmlns:a16="http://schemas.microsoft.com/office/drawing/2014/main" id="{A2C9A028-91BB-A985-4D12-62AB1101C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856" y="5295442"/>
            <a:ext cx="9864090" cy="707697"/>
          </a:xfrm>
          <a:prstGeom prst="roundRect">
            <a:avLst>
              <a:gd name="adj" fmla="val 5361"/>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0941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84538-01B9-52C5-5080-F40101E630D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FCA1562-86AF-8E0C-1FCC-D1B2F5C858FB}"/>
              </a:ext>
            </a:extLst>
          </p:cNvPr>
          <p:cNvSpPr>
            <a:spLocks noGrp="1"/>
          </p:cNvSpPr>
          <p:nvPr>
            <p:ph type="title"/>
          </p:nvPr>
        </p:nvSpPr>
        <p:spPr/>
        <p:txBody>
          <a:bodyPr/>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Security updates</a:t>
            </a:r>
            <a:endParaRPr lang="en-US" sz="4200"/>
          </a:p>
        </p:txBody>
      </p:sp>
      <p:sp>
        <p:nvSpPr>
          <p:cNvPr id="3" name="Text Placeholder 2">
            <a:extLst>
              <a:ext uri="{FF2B5EF4-FFF2-40B4-BE49-F238E27FC236}">
                <a16:creationId xmlns:a16="http://schemas.microsoft.com/office/drawing/2014/main" id="{D0989323-1AC4-507C-5516-BEEA5DE435CE}"/>
              </a:ext>
            </a:extLst>
          </p:cNvPr>
          <p:cNvSpPr>
            <a:spLocks noGrp="1"/>
          </p:cNvSpPr>
          <p:nvPr>
            <p:ph type="body" sz="quarter" idx="11"/>
          </p:nvPr>
        </p:nvSpPr>
        <p:spPr>
          <a:xfrm>
            <a:off x="4485134" y="2725350"/>
            <a:ext cx="6601856" cy="509871"/>
          </a:xfrm>
        </p:spPr>
        <p:txBody>
          <a:bodyPr/>
          <a:lstStyle/>
          <a:p>
            <a:r>
              <a:rPr lang="en-US">
                <a:solidFill>
                  <a:schemeClr val="accent1"/>
                </a:solidFill>
              </a:rPr>
              <a:t>Section 6</a:t>
            </a:r>
          </a:p>
        </p:txBody>
      </p:sp>
    </p:spTree>
    <p:extLst>
      <p:ext uri="{BB962C8B-B14F-4D97-AF65-F5344CB8AC3E}">
        <p14:creationId xmlns:p14="http://schemas.microsoft.com/office/powerpoint/2010/main" val="1196551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16D8CB2C-B57A-4F37-C199-5719E97F0CAD}"/>
              </a:ext>
            </a:extLst>
          </p:cNvPr>
          <p:cNvSpPr/>
          <p:nvPr/>
        </p:nvSpPr>
        <p:spPr>
          <a:xfrm>
            <a:off x="4312920" y="2614581"/>
            <a:ext cx="3566160" cy="2731299"/>
          </a:xfrm>
          <a:prstGeom prst="roundRect">
            <a:avLst>
              <a:gd name="adj" fmla="val 62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3BBFE246-CF3B-B1CB-A155-F56E4926064E}"/>
              </a:ext>
            </a:extLst>
          </p:cNvPr>
          <p:cNvSpPr/>
          <p:nvPr/>
        </p:nvSpPr>
        <p:spPr>
          <a:xfrm>
            <a:off x="8268731" y="2614581"/>
            <a:ext cx="3566160" cy="2731299"/>
          </a:xfrm>
          <a:prstGeom prst="roundRect">
            <a:avLst>
              <a:gd name="adj" fmla="val 687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3E6B8D1E-6865-1CAB-399B-55EF4AAC0D1A}"/>
              </a:ext>
            </a:extLst>
          </p:cNvPr>
          <p:cNvSpPr/>
          <p:nvPr/>
        </p:nvSpPr>
        <p:spPr>
          <a:xfrm>
            <a:off x="357110" y="2614581"/>
            <a:ext cx="3566160" cy="2731299"/>
          </a:xfrm>
          <a:prstGeom prst="roundRect">
            <a:avLst>
              <a:gd name="adj" fmla="val 687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147679FE-ACDA-63C4-52C1-B114DC0F632D}"/>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b="1">
                <a:solidFill>
                  <a:srgbClr val="0C314B"/>
                </a:solidFill>
                <a:latin typeface="Arial"/>
                <a:ea typeface="Verdana"/>
                <a:cs typeface="Arial"/>
              </a:rPr>
              <a:t>Updates to user roles &amp; security</a:t>
            </a:r>
            <a:endParaRPr lang="en-GB" sz="1800" b="1">
              <a:solidFill>
                <a:srgbClr val="0C314B"/>
              </a:solidFill>
              <a:latin typeface="Arial"/>
              <a:ea typeface="Verdana"/>
              <a:cs typeface="Arial"/>
            </a:endParaRPr>
          </a:p>
        </p:txBody>
      </p:sp>
      <p:sp>
        <p:nvSpPr>
          <p:cNvPr id="2" name="TextBox 1">
            <a:extLst>
              <a:ext uri="{FF2B5EF4-FFF2-40B4-BE49-F238E27FC236}">
                <a16:creationId xmlns:a16="http://schemas.microsoft.com/office/drawing/2014/main" id="{E20ED39D-EC4D-76CA-859F-080EA6747245}"/>
              </a:ext>
            </a:extLst>
          </p:cNvPr>
          <p:cNvSpPr txBox="1"/>
          <p:nvPr/>
        </p:nvSpPr>
        <p:spPr>
          <a:xfrm>
            <a:off x="482888" y="2986082"/>
            <a:ext cx="3317058" cy="2236510"/>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Example Roles to</a:t>
            </a:r>
            <a:r>
              <a:rPr lang="en-GB" sz="1600" b="1" kern="0">
                <a:solidFill>
                  <a:schemeClr val="accent1"/>
                </a:solidFill>
              </a:rPr>
              <a:t> </a:t>
            </a:r>
            <a:r>
              <a:rPr kumimoji="0" lang="en-GB" sz="1600" b="1" i="0" u="none" strike="noStrike" kern="0" cap="none" spc="0" normalizeH="0" baseline="0" noProof="0">
                <a:ln>
                  <a:noFill/>
                </a:ln>
                <a:solidFill>
                  <a:schemeClr val="accent1"/>
                </a:solidFill>
                <a:effectLst/>
                <a:uLnTx/>
                <a:uFillTx/>
              </a:rPr>
              <a:t>add to Model:</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Operations</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VP / Area VP / Regional VP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Manager</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Revenue Leader</a:t>
            </a:r>
          </a:p>
          <a:p>
            <a:pPr marL="0" marR="0" lvl="0" indent="0" defTabSz="914400" eaLnBrk="1" fontAlgn="auto" latinLnBrk="0" hangingPunct="1">
              <a:lnSpc>
                <a:spcPct val="100000"/>
              </a:lnSpc>
              <a:spcBef>
                <a:spcPts val="0"/>
              </a:spcBef>
              <a:spcAft>
                <a:spcPts val="800"/>
              </a:spcAft>
              <a:buClrTx/>
              <a:buSzTx/>
              <a:buFontTx/>
              <a:buNone/>
              <a:tabLst/>
              <a:defRPr/>
            </a:pPr>
            <a:endParaRPr kumimoji="0" lang="en-GB" sz="1400" b="0" i="0" u="none" strike="noStrike" kern="0" cap="none" spc="0" normalizeH="0" baseline="0" noProof="0">
              <a:ln>
                <a:noFill/>
              </a:ln>
              <a:solidFill>
                <a:schemeClr val="bg2"/>
              </a:solidFill>
              <a:effectLst/>
              <a:uLnTx/>
              <a:uFillTx/>
              <a:cs typeface="Arial"/>
            </a:endParaRPr>
          </a:p>
        </p:txBody>
      </p:sp>
      <p:sp>
        <p:nvSpPr>
          <p:cNvPr id="3" name="TextBox 2">
            <a:extLst>
              <a:ext uri="{FF2B5EF4-FFF2-40B4-BE49-F238E27FC236}">
                <a16:creationId xmlns:a16="http://schemas.microsoft.com/office/drawing/2014/main" id="{B741EE18-DEBF-EB4D-89F7-96CFEBB54966}"/>
              </a:ext>
            </a:extLst>
          </p:cNvPr>
          <p:cNvSpPr txBox="1"/>
          <p:nvPr/>
        </p:nvSpPr>
        <p:spPr>
          <a:xfrm>
            <a:off x="4467517" y="2986082"/>
            <a:ext cx="3248376" cy="1774845"/>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Selective Access:</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lvl="0" indent="-285750">
              <a:spcAft>
                <a:spcPts val="800"/>
              </a:spcAft>
              <a:buFont typeface="Arial" panose="020B0604020202020204" pitchFamily="34" charset="0"/>
              <a:buChar char="•"/>
              <a:defRPr/>
            </a:pPr>
            <a:r>
              <a:rPr kumimoji="0" lang="en-GB" sz="1400" i="0" u="none" strike="noStrike" kern="0" cap="none" spc="0" normalizeH="0" baseline="0" noProof="0">
                <a:ln>
                  <a:noFill/>
                </a:ln>
                <a:solidFill>
                  <a:schemeClr val="bg2"/>
                </a:solidFill>
                <a:effectLst/>
                <a:uLnTx/>
                <a:uFillTx/>
                <a:cs typeface="Arial"/>
              </a:rPr>
              <a:t>Territory Hierarchy (</a:t>
            </a:r>
            <a:r>
              <a:rPr lang="en-US" sz="1400">
                <a:solidFill>
                  <a:schemeClr val="bg2"/>
                </a:solidFill>
              </a:rPr>
              <a:t>apply selective access to the appropriate hierarchy level</a:t>
            </a:r>
            <a:r>
              <a:rPr kumimoji="0" lang="en-GB" sz="1400" i="0" u="none" strike="noStrike" kern="0" cap="none" spc="0" normalizeH="0" baseline="0" noProof="0">
                <a:ln>
                  <a:noFill/>
                </a:ln>
                <a:solidFill>
                  <a:schemeClr val="bg2"/>
                </a:solidFill>
                <a:effectLst/>
                <a:uLnTx/>
                <a:uFillTx/>
                <a:cs typeface="Arial"/>
              </a:rPr>
              <a:t>)</a:t>
            </a:r>
          </a:p>
          <a:p>
            <a:pPr marR="0" lvl="0" defTabSz="914400" eaLnBrk="1" fontAlgn="auto" latinLnBrk="0" hangingPunct="1">
              <a:lnSpc>
                <a:spcPct val="100000"/>
              </a:lnSpc>
              <a:spcBef>
                <a:spcPts val="0"/>
              </a:spcBef>
              <a:spcAft>
                <a:spcPts val="800"/>
              </a:spcAft>
              <a:buClrTx/>
              <a:buSzTx/>
              <a:tabLst/>
              <a:defRPr/>
            </a:pPr>
            <a:endParaRPr kumimoji="0" lang="en-GB" b="0" i="0" u="none" strike="noStrike" kern="0" cap="none" spc="0" normalizeH="0" baseline="0" noProof="0">
              <a:ln>
                <a:noFill/>
              </a:ln>
              <a:solidFill>
                <a:schemeClr val="bg2"/>
              </a:solidFill>
              <a:effectLst/>
              <a:uLnTx/>
              <a:uFillTx/>
              <a:cs typeface="Arial"/>
            </a:endParaRPr>
          </a:p>
        </p:txBody>
      </p:sp>
      <p:sp>
        <p:nvSpPr>
          <p:cNvPr id="11" name="TextBox 10">
            <a:extLst>
              <a:ext uri="{FF2B5EF4-FFF2-40B4-BE49-F238E27FC236}">
                <a16:creationId xmlns:a16="http://schemas.microsoft.com/office/drawing/2014/main" id="{C915AD98-88C4-FD16-F60A-A44F0DF7A723}"/>
              </a:ext>
            </a:extLst>
          </p:cNvPr>
          <p:cNvSpPr txBox="1"/>
          <p:nvPr/>
        </p:nvSpPr>
        <p:spPr>
          <a:xfrm>
            <a:off x="8391567" y="2975808"/>
            <a:ext cx="3310697" cy="964367"/>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Page Level Access</a:t>
            </a:r>
            <a:r>
              <a:rPr kumimoji="0" lang="en-GB" sz="1600" i="0" u="none" strike="noStrike" kern="0" cap="none" spc="0" normalizeH="0" baseline="0" noProof="0">
                <a:ln>
                  <a:noFill/>
                </a:ln>
                <a:solidFill>
                  <a:schemeClr val="accent1"/>
                </a:solidFill>
                <a:effectLst/>
                <a:uLnTx/>
                <a:uFillTx/>
              </a:rPr>
              <a:t>:</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lvl="0" indent="-285750">
              <a:spcAft>
                <a:spcPts val="800"/>
              </a:spcAft>
              <a:buFont typeface="Arial" panose="020B0604020202020204" pitchFamily="34" charset="0"/>
              <a:buChar char="•"/>
              <a:defRPr/>
            </a:pPr>
            <a:r>
              <a:rPr lang="en-US" sz="1400">
                <a:solidFill>
                  <a:schemeClr val="bg2"/>
                </a:solidFill>
              </a:rPr>
              <a:t>Assign access to the relevant roles</a:t>
            </a:r>
            <a:endParaRPr kumimoji="0" lang="en-GB" sz="1400" i="0" u="none" strike="noStrike" kern="0" cap="none" spc="0" normalizeH="0" baseline="0" noProof="0">
              <a:ln>
                <a:noFill/>
              </a:ln>
              <a:solidFill>
                <a:schemeClr val="bg2"/>
              </a:solidFill>
              <a:effectLst/>
              <a:uLnTx/>
              <a:uFillTx/>
              <a:cs typeface="Arial"/>
            </a:endParaRPr>
          </a:p>
        </p:txBody>
      </p:sp>
      <p:sp>
        <p:nvSpPr>
          <p:cNvPr id="9" name="TextBox 8">
            <a:extLst>
              <a:ext uri="{FF2B5EF4-FFF2-40B4-BE49-F238E27FC236}">
                <a16:creationId xmlns:a16="http://schemas.microsoft.com/office/drawing/2014/main" id="{D57EF603-E693-4915-2C34-4E9E214B5539}"/>
              </a:ext>
            </a:extLst>
          </p:cNvPr>
          <p:cNvSpPr txBox="1"/>
          <p:nvPr/>
        </p:nvSpPr>
        <p:spPr>
          <a:xfrm>
            <a:off x="615103" y="1466131"/>
            <a:ext cx="10850857" cy="584775"/>
          </a:xfrm>
          <a:prstGeom prst="rect">
            <a:avLst/>
          </a:prstGeom>
          <a:noFill/>
        </p:spPr>
        <p:txBody>
          <a:bodyPr wrap="square" lIns="0" rtlCol="0">
            <a:spAutoFit/>
          </a:bodyPr>
          <a:lstStyle/>
          <a:p>
            <a:r>
              <a:rPr lang="en-US" sz="1600">
                <a:solidFill>
                  <a:schemeClr val="tx2"/>
                </a:solidFill>
                <a:latin typeface="Arial" panose="020B0604020202020204" pitchFamily="34" charset="0"/>
                <a:ea typeface="Inter Light" panose="02000503000000020004" pitchFamily="2" charset="0"/>
                <a:cs typeface="Arial" panose="020B0604020202020204" pitchFamily="34" charset="0"/>
              </a:rPr>
              <a:t>User roles and security should be added and configured based on each customer's unique requirements. The application does not come with user roles or security by default.      </a:t>
            </a:r>
          </a:p>
        </p:txBody>
      </p:sp>
    </p:spTree>
    <p:extLst>
      <p:ext uri="{BB962C8B-B14F-4D97-AF65-F5344CB8AC3E}">
        <p14:creationId xmlns:p14="http://schemas.microsoft.com/office/powerpoint/2010/main" val="12581063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C08BE-A474-EC30-C2D5-512D0111C0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43D778A-DCC8-A2BB-A798-13713CBFC680}"/>
              </a:ext>
            </a:extLst>
          </p:cNvPr>
          <p:cNvSpPr>
            <a:spLocks noGrp="1"/>
          </p:cNvSpPr>
          <p:nvPr>
            <p:ph type="title"/>
          </p:nvPr>
        </p:nvSpPr>
        <p:spPr>
          <a:xfrm>
            <a:off x="4485134" y="2575435"/>
            <a:ext cx="7938228" cy="2117424"/>
          </a:xfrm>
        </p:spPr>
        <p:txBody>
          <a:bodyPr lIns="0" tIns="45720" rIns="0" bIns="45720" anchor="b"/>
          <a:lstStyle/>
          <a:p>
            <a:r>
              <a:rPr lang="en-US" sz="4000">
                <a:latin typeface="Arial"/>
                <a:ea typeface="Verdana"/>
                <a:cs typeface="Arial"/>
              </a:rPr>
              <a:t>Post-model generation</a:t>
            </a:r>
            <a:br>
              <a:rPr lang="en-US" sz="4000">
                <a:latin typeface="Arial"/>
                <a:ea typeface="Verdana"/>
                <a:cs typeface="Arial"/>
              </a:rPr>
            </a:br>
            <a:r>
              <a:rPr lang="en-US" sz="4000">
                <a:solidFill>
                  <a:schemeClr val="accent1"/>
                </a:solidFill>
                <a:latin typeface="Arial"/>
                <a:ea typeface="Verdana"/>
                <a:cs typeface="Arial"/>
              </a:rPr>
              <a:t>OWP Connection (If necessary)</a:t>
            </a:r>
            <a:endParaRPr lang="en-US" sz="4200">
              <a:solidFill>
                <a:schemeClr val="accent1"/>
              </a:solidFill>
            </a:endParaRPr>
          </a:p>
        </p:txBody>
      </p:sp>
      <p:sp>
        <p:nvSpPr>
          <p:cNvPr id="3" name="Text Placeholder 2">
            <a:extLst>
              <a:ext uri="{FF2B5EF4-FFF2-40B4-BE49-F238E27FC236}">
                <a16:creationId xmlns:a16="http://schemas.microsoft.com/office/drawing/2014/main" id="{0A0B6CC3-4610-3F6B-C0D9-DDDD54AB9546}"/>
              </a:ext>
            </a:extLst>
          </p:cNvPr>
          <p:cNvSpPr>
            <a:spLocks noGrp="1"/>
          </p:cNvSpPr>
          <p:nvPr>
            <p:ph type="body" sz="quarter" idx="11"/>
          </p:nvPr>
        </p:nvSpPr>
        <p:spPr>
          <a:xfrm>
            <a:off x="4485134" y="2725350"/>
            <a:ext cx="6601856" cy="509871"/>
          </a:xfrm>
        </p:spPr>
        <p:txBody>
          <a:bodyPr lIns="0" tIns="45720" rIns="91440" bIns="45720" anchor="t"/>
          <a:lstStyle/>
          <a:p>
            <a:r>
              <a:rPr lang="en-US">
                <a:solidFill>
                  <a:schemeClr val="accent1"/>
                </a:solidFill>
                <a:latin typeface="Arial"/>
                <a:cs typeface="Arial"/>
              </a:rPr>
              <a:t>Section 7</a:t>
            </a:r>
          </a:p>
        </p:txBody>
      </p:sp>
    </p:spTree>
    <p:extLst>
      <p:ext uri="{BB962C8B-B14F-4D97-AF65-F5344CB8AC3E}">
        <p14:creationId xmlns:p14="http://schemas.microsoft.com/office/powerpoint/2010/main" val="26660566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4275D-D8DE-A98B-11C2-A31A540C2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8D41D-894F-2B73-905C-3D7CDA276B5E}"/>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OWP to GTM Capacity Planning Integration</a:t>
            </a:r>
            <a:endParaRPr lang="en-GB"/>
          </a:p>
        </p:txBody>
      </p:sp>
      <p:sp>
        <p:nvSpPr>
          <p:cNvPr id="5" name="TextBox 4">
            <a:extLst>
              <a:ext uri="{FF2B5EF4-FFF2-40B4-BE49-F238E27FC236}">
                <a16:creationId xmlns:a16="http://schemas.microsoft.com/office/drawing/2014/main" id="{9B9BE157-07B1-54D0-75DA-811F4A668175}"/>
              </a:ext>
            </a:extLst>
          </p:cNvPr>
          <p:cNvSpPr txBox="1"/>
          <p:nvPr/>
        </p:nvSpPr>
        <p:spPr>
          <a:xfrm>
            <a:off x="952666" y="1111078"/>
            <a:ext cx="9833868" cy="8580747"/>
          </a:xfrm>
          <a:prstGeom prst="rect">
            <a:avLst/>
          </a:prstGeom>
          <a:noFill/>
        </p:spPr>
        <p:txBody>
          <a:bodyPr wrap="square" lIns="91440" tIns="45720" rIns="91440" bIns="45720" rtlCol="0" anchor="t">
            <a:spAutoFit/>
          </a:bodyPr>
          <a:lstStyle/>
          <a:p>
            <a:r>
              <a:rPr lang="en-US" sz="1600" b="1"/>
              <a:t>Bring in metrics from our OWP application for the following metrics to help you with the Bottoms-Up planning process in Capacity Planning</a:t>
            </a:r>
            <a:endParaRPr lang="en-US"/>
          </a:p>
          <a:p>
            <a:br>
              <a:rPr lang="en-US" sz="1600"/>
            </a:br>
            <a:endParaRPr lang="en-US" sz="1600" b="1"/>
          </a:p>
          <a:p>
            <a:pPr>
              <a:lnSpc>
                <a:spcPct val="150000"/>
              </a:lnSpc>
            </a:pPr>
            <a:r>
              <a:rPr lang="en-US" sz="1600" b="1"/>
              <a:t>Data from OWP to Capacity Planning that you will need to import</a:t>
            </a:r>
            <a:endParaRPr lang="en-US" sz="1600">
              <a:cs typeface="Arial" panose="020B0604020202020204"/>
            </a:endParaRPr>
          </a:p>
          <a:p>
            <a:pPr marL="285750" indent="-285750">
              <a:lnSpc>
                <a:spcPct val="150000"/>
              </a:lnSpc>
              <a:buFont typeface="Arial" pitchFamily="2" charset="2"/>
              <a:buChar char="•"/>
            </a:pPr>
            <a:r>
              <a:rPr lang="en-US" sz="1600" b="1">
                <a:ea typeface="+mn-lt"/>
                <a:cs typeface="+mn-lt"/>
              </a:rPr>
              <a:t>Attrition Rate % </a:t>
            </a:r>
            <a:r>
              <a:rPr lang="en-US" sz="1600">
                <a:ea typeface="+mn-lt"/>
                <a:cs typeface="+mn-lt"/>
              </a:rPr>
              <a:t>by Month, Job Family, Role Grade, Sales Hierarchy</a:t>
            </a:r>
          </a:p>
          <a:p>
            <a:pPr marL="285750" indent="-285750" fontAlgn="base">
              <a:lnSpc>
                <a:spcPct val="150000"/>
              </a:lnSpc>
              <a:buFont typeface="Arial" pitchFamily="2" charset="2"/>
              <a:buChar char="•"/>
            </a:pPr>
            <a:r>
              <a:rPr lang="en-US" sz="1600" b="1">
                <a:ea typeface="+mn-lt"/>
                <a:cs typeface="+mn-lt"/>
              </a:rPr>
              <a:t>Time to Hire </a:t>
            </a:r>
            <a:r>
              <a:rPr lang="en-US" sz="1600">
                <a:ea typeface="+mn-lt"/>
                <a:cs typeface="+mn-lt"/>
              </a:rPr>
              <a:t>by Sales Role</a:t>
            </a:r>
          </a:p>
          <a:p>
            <a:pPr fontAlgn="base">
              <a:lnSpc>
                <a:spcPct val="150000"/>
              </a:lnSpc>
            </a:pPr>
            <a:r>
              <a:rPr lang="en-US" sz="1600" b="1">
                <a:cs typeface="Arial" panose="020B0604020202020204"/>
              </a:rPr>
              <a:t>Modules to Import Data into</a:t>
            </a:r>
          </a:p>
          <a:p>
            <a:pPr marL="285750" indent="-285750">
              <a:lnSpc>
                <a:spcPct val="150000"/>
              </a:lnSpc>
              <a:buFont typeface="Arial"/>
              <a:buChar char="•"/>
            </a:pPr>
            <a:r>
              <a:rPr lang="en-US" sz="1600">
                <a:ea typeface="+mn-lt"/>
                <a:cs typeface="+mn-lt"/>
              </a:rPr>
              <a:t>IMP: OWP Attrition Metrics</a:t>
            </a:r>
            <a:endParaRPr lang="en-US" sz="1600" b="1">
              <a:ea typeface="+mn-lt"/>
              <a:cs typeface="+mn-lt"/>
            </a:endParaRPr>
          </a:p>
          <a:p>
            <a:pPr marL="285750" indent="-285750">
              <a:lnSpc>
                <a:spcPct val="150000"/>
              </a:lnSpc>
              <a:buFont typeface="Arial"/>
              <a:buChar char="•"/>
            </a:pPr>
            <a:r>
              <a:rPr lang="en-US" sz="1600">
                <a:ea typeface="+mn-lt"/>
                <a:cs typeface="+mn-lt"/>
              </a:rPr>
              <a:t>IMP: OWP Time to Hire</a:t>
            </a:r>
            <a:endParaRPr lang="en-US" sz="1600" b="1">
              <a:ea typeface="+mn-lt"/>
              <a:cs typeface="+mn-lt"/>
            </a:endParaRPr>
          </a:p>
          <a:p>
            <a:pPr>
              <a:lnSpc>
                <a:spcPct val="150000"/>
              </a:lnSpc>
            </a:pPr>
            <a:r>
              <a:rPr lang="en-US" sz="1600" b="1">
                <a:ea typeface="+mn-lt"/>
                <a:cs typeface="+mn-lt"/>
              </a:rPr>
              <a:t>Page to See Data</a:t>
            </a:r>
          </a:p>
          <a:p>
            <a:pPr marL="285750" indent="-285750">
              <a:lnSpc>
                <a:spcPct val="150000"/>
              </a:lnSpc>
              <a:buFont typeface="Arial"/>
              <a:buChar char="•"/>
            </a:pPr>
            <a:r>
              <a:rPr lang="en-US" sz="1600">
                <a:ea typeface="+mn-lt"/>
                <a:cs typeface="+mn-lt"/>
              </a:rPr>
              <a:t>OWP Direct Seller Hiring Plan</a:t>
            </a:r>
          </a:p>
          <a:p>
            <a:pPr>
              <a:lnSpc>
                <a:spcPct val="150000"/>
              </a:lnSpc>
            </a:pPr>
            <a:endParaRPr lang="en-US" sz="1600">
              <a:ea typeface="+mn-lt"/>
              <a:cs typeface="+mn-lt"/>
            </a:endParaRPr>
          </a:p>
          <a:p>
            <a:pPr>
              <a:lnSpc>
                <a:spcPct val="150000"/>
              </a:lnSpc>
            </a:pPr>
            <a:r>
              <a:rPr lang="en-US" sz="1600">
                <a:ea typeface="+mn-lt"/>
                <a:cs typeface="+mn-lt"/>
              </a:rPr>
              <a:t>Right now, Manual imports are needed to get the relevant OWP data into the import modules. This will need to be done during the implementation</a:t>
            </a:r>
          </a:p>
          <a:p>
            <a:pPr>
              <a:lnSpc>
                <a:spcPct val="150000"/>
              </a:lnSpc>
            </a:pPr>
            <a:endParaRPr lang="en-US" sz="1600">
              <a:ea typeface="+mn-lt"/>
              <a:cs typeface="+mn-lt"/>
            </a:endParaRPr>
          </a:p>
          <a:p>
            <a:pPr marL="285750" indent="-285750">
              <a:lnSpc>
                <a:spcPct val="150000"/>
              </a:lnSpc>
              <a:buFont typeface="Arial"/>
              <a:buChar char="•"/>
            </a:pPr>
            <a:endParaRPr lang="en-US" sz="1600">
              <a:ea typeface="+mn-lt"/>
              <a:cs typeface="+mn-lt"/>
            </a:endParaRPr>
          </a:p>
          <a:p>
            <a:pPr marL="285750" indent="-285750">
              <a:lnSpc>
                <a:spcPct val="150000"/>
              </a:lnSpc>
              <a:buFont typeface="Arial"/>
              <a:buChar char="•"/>
            </a:pPr>
            <a:endParaRPr lang="en-US" sz="1600" b="1">
              <a:ea typeface="+mn-lt"/>
              <a:cs typeface="+mn-lt"/>
            </a:endParaRPr>
          </a:p>
          <a:p>
            <a:pPr>
              <a:lnSpc>
                <a:spcPct val="150000"/>
              </a:lnSpc>
            </a:pPr>
            <a:br>
              <a:rPr lang="en-US" sz="1600" b="1">
                <a:ea typeface="+mn-lt"/>
                <a:cs typeface="+mn-lt"/>
              </a:rPr>
            </a:br>
            <a:br>
              <a:rPr lang="en-US" sz="1600">
                <a:ea typeface="+mn-lt"/>
                <a:cs typeface="+mn-lt"/>
              </a:rPr>
            </a:br>
            <a:endParaRPr lang="en-US" sz="1600" b="1">
              <a:cs typeface="Arial" panose="020B0604020202020204"/>
            </a:endParaRPr>
          </a:p>
          <a:p>
            <a:endParaRPr lang="en-US" sz="1600"/>
          </a:p>
          <a:p>
            <a:endParaRPr lang="en-US" sz="1600"/>
          </a:p>
          <a:p>
            <a:endParaRPr lang="en-US" sz="1600">
              <a:cs typeface="Arial"/>
            </a:endParaRPr>
          </a:p>
          <a:p>
            <a:endParaRPr lang="en-US" sz="1333">
              <a:solidFill>
                <a:srgbClr val="1C2345"/>
              </a:solidFill>
              <a:latin typeface="Arial" panose="020B0604020202020204" pitchFamily="34" charset="0"/>
              <a:ea typeface="Verdana" charset="0"/>
              <a:cs typeface="Arial" panose="020B0604020202020204" pitchFamily="34" charset="0"/>
            </a:endParaRPr>
          </a:p>
          <a:p>
            <a:pPr defTabSz="1219170">
              <a:lnSpc>
                <a:spcPct val="110000"/>
              </a:lnSpc>
            </a:pPr>
            <a:endParaRPr lang="en-US" kern="100">
              <a:solidFill>
                <a:srgbClr val="1D1C1D"/>
              </a:solidFill>
              <a:latin typeface="Arial" panose="020B0604020202020204" pitchFamily="34" charset="0"/>
              <a:ea typeface="Verdana" charset="0"/>
              <a:cs typeface="Times New Roman"/>
            </a:endParaRPr>
          </a:p>
        </p:txBody>
      </p:sp>
    </p:spTree>
    <p:extLst>
      <p:ext uri="{BB962C8B-B14F-4D97-AF65-F5344CB8AC3E}">
        <p14:creationId xmlns:p14="http://schemas.microsoft.com/office/powerpoint/2010/main" val="6492255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Anaplan Dark Content Slides">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err="1" smtClean="0">
            <a:solidFill>
              <a:schemeClr val="bg1"/>
            </a:solidFill>
            <a:latin typeface="Verdana" charset="0"/>
            <a:ea typeface="Verdana" charset="0"/>
            <a:cs typeface="Verdana"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342900" indent="-342900" algn="l">
          <a:buClr>
            <a:schemeClr val="accent1"/>
          </a:buClr>
          <a:buFont typeface="Arial" panose="020B0604020202020204" pitchFamily="34" charset="0"/>
          <a:buChar char="•"/>
          <a:defRPr sz="2000" b="0" dirty="0" err="1" smtClean="0">
            <a:solidFill>
              <a:schemeClr val="bg1"/>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3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4.xml><?xml version="1.0" encoding="utf-8"?>
<a:theme xmlns:a="http://schemas.openxmlformats.org/drawingml/2006/main" name="4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indent="0" algn="l">
          <a:buClr>
            <a:schemeClr val="accent1"/>
          </a:buClr>
          <a:buFont typeface="Arial" panose="020B0604020202020204" pitchFamily="34" charset="0"/>
          <a:buNone/>
          <a:defRPr sz="1600" b="0" dirty="0" err="1" smtClean="0">
            <a:solidFill>
              <a:schemeClr val="tx1">
                <a:lumMod val="75000"/>
                <a:lumOff val="25000"/>
              </a:schemeClr>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_Corporate_Template_2020_09_V2.2" id="{C73B0E04-D585-354F-AA2C-BDDA5B58C5B2}" vid="{8424A46C-3190-4D4C-A8F4-8052E339B8A7}"/>
    </a:ext>
  </a:extLst>
</a:theme>
</file>

<file path=ppt/theme/theme5.xml><?xml version="1.0" encoding="utf-8"?>
<a:theme xmlns:a="http://schemas.openxmlformats.org/drawingml/2006/main" name="5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indent="0" algn="l">
          <a:buClr>
            <a:schemeClr val="accent1"/>
          </a:buClr>
          <a:buFont typeface="Arial" panose="020B0604020202020204" pitchFamily="34" charset="0"/>
          <a:buNone/>
          <a:defRPr sz="1600" b="0" dirty="0" err="1" smtClean="0">
            <a:solidFill>
              <a:schemeClr val="tx1">
                <a:lumMod val="75000"/>
                <a:lumOff val="25000"/>
              </a:schemeClr>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6.xml><?xml version="1.0" encoding="utf-8"?>
<a:theme xmlns:a="http://schemas.openxmlformats.org/drawingml/2006/main" name="2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7.xml><?xml version="1.0" encoding="utf-8"?>
<a:theme xmlns:a="http://schemas.openxmlformats.org/drawingml/2006/main" name="7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indent="0" algn="l">
          <a:buClr>
            <a:schemeClr val="accent1"/>
          </a:buClr>
          <a:buFont typeface="Arial" panose="020B0604020202020204" pitchFamily="34" charset="0"/>
          <a:buNone/>
          <a:defRPr sz="1600" b="0" dirty="0" err="1" smtClean="0">
            <a:solidFill>
              <a:schemeClr val="tx1">
                <a:lumMod val="75000"/>
                <a:lumOff val="25000"/>
              </a:schemeClr>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Applications Intro" id="{438E2360-7620-6249-9240-E095FC07E3E4}" vid="{59E42136-3C75-AE49-8F72-5E4AA0A4D7CA}"/>
    </a:ext>
  </a:extLst>
</a:theme>
</file>

<file path=ppt/theme/theme8.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9.xml><?xml version="1.0" encoding="utf-8"?>
<a:theme xmlns:a="http://schemas.openxmlformats.org/drawingml/2006/main" name="7_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10.xml><?xml version="1.0" encoding="utf-8"?>
<a:theme xmlns:a="http://schemas.openxmlformats.org/drawingml/2006/main" name="6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11.xml><?xml version="1.0" encoding="utf-8"?>
<a:theme xmlns:a="http://schemas.openxmlformats.org/drawingml/2006/main" name="8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1312f2c0-dda1-4b36-bf7c-5f95f823505b">
      <UserInfo>
        <DisplayName>Chan Duh</DisplayName>
        <AccountId>39</AccountId>
        <AccountType/>
      </UserInfo>
    </SharedWithUsers>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845AC9-4D91-4731-95D2-27F4968F9FA5}">
  <ds:schemaRefs>
    <ds:schemaRef ds:uri="http://schemas.microsoft.com/sharepoint/v3/contenttype/forms"/>
  </ds:schemaRefs>
</ds:datastoreItem>
</file>

<file path=customXml/itemProps2.xml><?xml version="1.0" encoding="utf-8"?>
<ds:datastoreItem xmlns:ds="http://schemas.openxmlformats.org/officeDocument/2006/customXml" ds:itemID="{A824765E-366A-42A4-80F9-62FFD749A5A6}">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85229FC-617A-4A2E-98C1-E994862CE8BA}"/>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49</Slides>
  <Notes>3</Notes>
  <HiddenSlides>0</HiddenSlides>
  <ScaleCrop>false</ScaleCrop>
  <HeadingPairs>
    <vt:vector size="4" baseType="variant">
      <vt:variant>
        <vt:lpstr>Theme</vt:lpstr>
      </vt:variant>
      <vt:variant>
        <vt:i4>11</vt:i4>
      </vt:variant>
      <vt:variant>
        <vt:lpstr>Slide Titles</vt:lpstr>
      </vt:variant>
      <vt:variant>
        <vt:i4>49</vt:i4>
      </vt:variant>
    </vt:vector>
  </HeadingPairs>
  <TitlesOfParts>
    <vt:vector size="60" baseType="lpstr">
      <vt:lpstr>Anaplan Dark Content Slides</vt:lpstr>
      <vt:lpstr>Anaplan</vt:lpstr>
      <vt:lpstr>3_Anaplan</vt:lpstr>
      <vt:lpstr>4_Anaplan</vt:lpstr>
      <vt:lpstr>5_Anaplan</vt:lpstr>
      <vt:lpstr>2_Anaplan</vt:lpstr>
      <vt:lpstr>7_Anaplan</vt:lpstr>
      <vt:lpstr>1_Anaplan</vt:lpstr>
      <vt:lpstr>7_Anaplan</vt:lpstr>
      <vt:lpstr>6_Anaplan</vt:lpstr>
      <vt:lpstr>8_Anaplan</vt:lpstr>
      <vt:lpstr>Anaplan Sales Applications</vt:lpstr>
      <vt:lpstr>PowerPoint Presentation</vt:lpstr>
      <vt:lpstr>Post model generation updates</vt:lpstr>
      <vt:lpstr>Time and effort estimation​</vt:lpstr>
      <vt:lpstr>Post-model generation Miscellaneous updates</vt:lpstr>
      <vt:lpstr>Check dashboards are generated correctly</vt:lpstr>
      <vt:lpstr>Check page number ordering </vt:lpstr>
      <vt:lpstr>Add page navigation links</vt:lpstr>
      <vt:lpstr>PowerPoint Presentation</vt:lpstr>
      <vt:lpstr>PowerPoint Presentation</vt:lpstr>
      <vt:lpstr>PowerPoint Presentation</vt:lpstr>
      <vt:lpstr>PowerPoint Presentation</vt:lpstr>
      <vt:lpstr>PowerPoint Presentation</vt:lpstr>
      <vt:lpstr>PowerPoint Presentation</vt:lpstr>
      <vt:lpstr>Post model generation Saved view &amp; action updates</vt:lpstr>
      <vt:lpstr>Add notify actions</vt:lpstr>
      <vt:lpstr>PowerPoint Presentation</vt:lpstr>
      <vt:lpstr>PowerPoint Presentation</vt:lpstr>
      <vt:lpstr>PowerPoint Presentation</vt:lpstr>
      <vt:lpstr>PowerPoint Presentation</vt:lpstr>
      <vt:lpstr>PowerPoint Presentation</vt:lpstr>
      <vt:lpstr>Post-model generation Lists &amp; data updates</vt:lpstr>
      <vt:lpstr>PowerPoint Presentation</vt:lpstr>
      <vt:lpstr>Post-model generation Module &amp; line item updates</vt:lpstr>
      <vt:lpstr>PowerPoint Presentation</vt:lpstr>
      <vt:lpstr>PowerPoint Presentation</vt:lpstr>
      <vt:lpstr>PowerPoint Presentation</vt:lpstr>
      <vt:lpstr>PowerPoint Presentation</vt:lpstr>
      <vt:lpstr>Post-model generation App pages updates</vt:lpstr>
      <vt:lpstr>Remove/Uncategorize the Set of Dashboards that you are not using for the Top-Down Process`</vt:lpstr>
      <vt:lpstr>Check number and line item formats</vt:lpstr>
      <vt:lpstr>Check context selectors </vt:lpstr>
      <vt:lpstr>Check dynamic text card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Post-model generation Security updates</vt:lpstr>
      <vt:lpstr>Updates to user roles &amp; security</vt:lpstr>
      <vt:lpstr>Post-model generation OWP Connection (If necessary)</vt:lpstr>
      <vt:lpstr>OWP to GTM Capacity Planning Integration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 Brennan</dc:creator>
  <cp:revision>1</cp:revision>
  <dcterms:created xsi:type="dcterms:W3CDTF">2023-07-17T16:19:05Z</dcterms:created>
  <dcterms:modified xsi:type="dcterms:W3CDTF">2025-11-12T21:42:45Z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