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xml" ContentType="application/vnd.openxmlformats-officedocument.them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theme/theme3.xml" ContentType="application/vnd.openxmlformats-officedocument.them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EB3D_E4576C16.xml" ContentType="application/vnd.ms-powerpoint.comments+xml"/>
  <Override PartName="/ppt/notesSlides/notesSlide9.xml" ContentType="application/vnd.openxmlformats-officedocument.presentationml.notesSlide+xml"/>
  <Override PartName="/ppt/comments/modernComment_7FFFEB47_A3407431.xml" ContentType="application/vnd.ms-powerpoint.comments+xml"/>
  <Override PartName="/ppt/notesSlides/notesSlide10.xml" ContentType="application/vnd.openxmlformats-officedocument.presentationml.notesSlide+xml"/>
  <Override PartName="/ppt/comments/modernComment_105_3E09010D.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58" r:id="rId4"/>
    <p:sldMasterId id="2147484655" r:id="rId5"/>
    <p:sldMasterId id="2147484799" r:id="rId6"/>
  </p:sldMasterIdLst>
  <p:notesMasterIdLst>
    <p:notesMasterId r:id="rId40"/>
  </p:notesMasterIdLst>
  <p:sldIdLst>
    <p:sldId id="2147478329" r:id="rId7"/>
    <p:sldId id="2147478251" r:id="rId8"/>
    <p:sldId id="2147478249" r:id="rId9"/>
    <p:sldId id="2147478248" r:id="rId10"/>
    <p:sldId id="258" r:id="rId11"/>
    <p:sldId id="256" r:id="rId12"/>
    <p:sldId id="260" r:id="rId13"/>
    <p:sldId id="2147473698" r:id="rId14"/>
    <p:sldId id="2147480577" r:id="rId15"/>
    <p:sldId id="292" r:id="rId16"/>
    <p:sldId id="2147478363" r:id="rId17"/>
    <p:sldId id="2147483646" r:id="rId18"/>
    <p:sldId id="257" r:id="rId19"/>
    <p:sldId id="2147478304" r:id="rId20"/>
    <p:sldId id="2147478305" r:id="rId21"/>
    <p:sldId id="2147483647" r:id="rId22"/>
    <p:sldId id="2147478307" r:id="rId23"/>
    <p:sldId id="2147478333" r:id="rId24"/>
    <p:sldId id="2147478309" r:id="rId25"/>
    <p:sldId id="2147478343" r:id="rId26"/>
    <p:sldId id="2147478312" r:id="rId27"/>
    <p:sldId id="261" r:id="rId28"/>
    <p:sldId id="262" r:id="rId29"/>
    <p:sldId id="265" r:id="rId30"/>
    <p:sldId id="264" r:id="rId31"/>
    <p:sldId id="266" r:id="rId32"/>
    <p:sldId id="2147478314" r:id="rId33"/>
    <p:sldId id="267" r:id="rId34"/>
    <p:sldId id="268" r:id="rId35"/>
    <p:sldId id="269" r:id="rId36"/>
    <p:sldId id="263" r:id="rId37"/>
    <p:sldId id="270" r:id="rId38"/>
    <p:sldId id="25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2B2EE461-3CB4-235B-5E4A-3A7F79BFDDFC}" name="Lisa Moore" initials="LM" userId="S::lisa.moore@anaplan.com::a088c166-9ee6-4a89-abf2-037fb7cf42c8"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BC648AC6-C026-B4FE-BC9B-3A11E0BE3CF0}" name="Guillaume Arnaud" initials="GA" userId="S::guillaume.arnaud@anaplan.com::5025ff07-367f-49c9-8057-55eefeaee3bd" providerId="AD"/>
  <p188:author id="{991F82DF-B7AA-8D83-1E74-42FD4FA11178}" name="Elizabeth Schera" initials="ES" userId="S::elizabeth.schera@anaplan.com::15d9bf91-ee17-4dc8-b27f-de53aa84949f"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1EF"/>
    <a:srgbClr val="0C314B"/>
    <a:srgbClr val="F3F1EE"/>
    <a:srgbClr val="F6FAF2"/>
    <a:srgbClr val="F8F9F9"/>
    <a:srgbClr val="FF72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7414F-CE19-BBAC-29A6-808949C57789}" v="38" dt="2026-03-13T19:30:39.078"/>
  </p1510:revLst>
</p1510:revInfo>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Newcomb" userId="S::jon.newcomb@anaplan.com::d672d284-d87e-4cae-bfeb-0aed989ae14e" providerId="AD" clId="Web-{8807414F-CE19-BBAC-29A6-808949C57789}"/>
    <pc:docChg chg="modSld">
      <pc:chgData name="Jon Newcomb" userId="S::jon.newcomb@anaplan.com::d672d284-d87e-4cae-bfeb-0aed989ae14e" providerId="AD" clId="Web-{8807414F-CE19-BBAC-29A6-808949C57789}" dt="2026-03-13T19:30:39.078" v="33" actId="1076"/>
      <pc:docMkLst>
        <pc:docMk/>
      </pc:docMkLst>
      <pc:sldChg chg="modSp">
        <pc:chgData name="Jon Newcomb" userId="S::jon.newcomb@anaplan.com::d672d284-d87e-4cae-bfeb-0aed989ae14e" providerId="AD" clId="Web-{8807414F-CE19-BBAC-29A6-808949C57789}" dt="2026-03-13T19:30:39.078" v="33" actId="1076"/>
        <pc:sldMkLst>
          <pc:docMk/>
          <pc:sldMk cId="430751793" sldId="2147478305"/>
        </pc:sldMkLst>
        <pc:spChg chg="mod">
          <ac:chgData name="Jon Newcomb" userId="S::jon.newcomb@anaplan.com::d672d284-d87e-4cae-bfeb-0aed989ae14e" providerId="AD" clId="Web-{8807414F-CE19-BBAC-29A6-808949C57789}" dt="2026-03-13T19:30:39.078" v="33" actId="1076"/>
          <ac:spMkLst>
            <pc:docMk/>
            <pc:sldMk cId="430751793" sldId="2147478305"/>
            <ac:spMk id="7" creationId="{4178F6A4-EB68-7E93-CCED-0933EAE263E7}"/>
          </ac:spMkLst>
        </pc:spChg>
        <pc:graphicFrameChg chg="mod modGraphic">
          <ac:chgData name="Jon Newcomb" userId="S::jon.newcomb@anaplan.com::d672d284-d87e-4cae-bfeb-0aed989ae14e" providerId="AD" clId="Web-{8807414F-CE19-BBAC-29A6-808949C57789}" dt="2026-03-13T19:30:09.841" v="32"/>
          <ac:graphicFrameMkLst>
            <pc:docMk/>
            <pc:sldMk cId="430751793" sldId="2147478305"/>
            <ac:graphicFrameMk id="3" creationId="{1EEB7865-534A-EC35-EC6F-EE409591E758}"/>
          </ac:graphicFrameMkLst>
        </pc:graphicFrameChg>
      </pc:sldChg>
    </pc:docChg>
  </pc:docChgLst>
</pc:chgInfo>
</file>

<file path=ppt/comments/modernComment_7FFFEB3D_E4576C16.xml><?xml version="1.0" encoding="utf-8"?>
<p188:cmLst xmlns:a="http://schemas.openxmlformats.org/drawingml/2006/main" xmlns:r="http://schemas.openxmlformats.org/officeDocument/2006/relationships" xmlns:p188="http://schemas.microsoft.com/office/powerpoint/2018/8/main">
  <p188:cm id="{F644B4FC-E01D-7642-AFDD-C07BF2988BFE}" authorId="{A11A8B7C-8A4E-1B0E-8A5C-2B4C3658252F}" created="2025-08-04T11:04:43.940">
    <ac:deMkLst xmlns:ac="http://schemas.microsoft.com/office/drawing/2013/main/command">
      <pc:docMk xmlns:pc="http://schemas.microsoft.com/office/powerpoint/2013/main/command"/>
      <pc:sldMk xmlns:pc="http://schemas.microsoft.com/office/powerpoint/2013/main/command" cId="3830934550" sldId="2147478333"/>
      <ac:graphicFrameMk id="7" creationId="{C1AE275A-CEFD-10BC-2F9C-133A86955A8C}"/>
    </ac:deMkLst>
    <p188:txBody>
      <a:bodyPr/>
      <a:lstStyle/>
      <a:p>
        <a:r>
          <a:rPr lang="en-US"/>
          <a:t>no explanation?</a:t>
        </a:r>
      </a:p>
    </p188:txBody>
  </p188:cm>
</p188:cmLst>
</file>

<file path=ppt/comments/modernComment_7FFFEB47_A3407431.xml><?xml version="1.0" encoding="utf-8"?>
<p188:cmLst xmlns:a="http://schemas.openxmlformats.org/drawingml/2006/main" xmlns:r="http://schemas.openxmlformats.org/officeDocument/2006/relationships" xmlns:p188="http://schemas.microsoft.com/office/powerpoint/2018/8/main">
  <p188:cm id="{4075CEA0-A47F-6042-8566-FBD65631DAC8}" authorId="{A11A8B7C-8A4E-1B0E-8A5C-2B4C3658252F}" created="2025-08-04T11:04:59.727">
    <ac:txMkLst xmlns:ac="http://schemas.microsoft.com/office/drawing/2013/main/command">
      <pc:docMk xmlns:pc="http://schemas.microsoft.com/office/powerpoint/2013/main/command"/>
      <pc:sldMk xmlns:pc="http://schemas.microsoft.com/office/powerpoint/2013/main/command" cId="2738910257" sldId="2147478343"/>
      <ac:graphicFrameMk id="7" creationId="{67D976BF-1FCA-0807-22DC-D02B90D1444F}"/>
      <ac:tblMk/>
      <ac:tcMk rowId="3132130153" colId="3748911495"/>
      <ac:txMk cp="0" len="1">
        <ac:context len="2" hash="270712"/>
      </ac:txMk>
    </ac:txMkLst>
    <p188:pos x="7756661" y="3429788"/>
    <p188:txBody>
      <a:bodyPr/>
      <a:lstStyle/>
      <a:p>
        <a:r>
          <a:rPr lang="en-US"/>
          <a:t>no text here?</a:t>
        </a:r>
      </a:p>
    </p188:txBody>
  </p188:cm>
</p188:cmLst>
</file>

<file path=ppt/comments/modernComment_105_3E09010D.xml><?xml version="1.0" encoding="utf-8"?>
<p188:cmLst xmlns:a="http://schemas.openxmlformats.org/drawingml/2006/main" xmlns:r="http://schemas.openxmlformats.org/officeDocument/2006/relationships" xmlns:p188="http://schemas.microsoft.com/office/powerpoint/2018/8/main">
  <p188:cm id="{B58B8EE1-13A0-4D42-B0AE-17050B54C073}" authorId="{A11A8B7C-8A4E-1B0E-8A5C-2B4C3658252F}" created="2025-08-04T11:06:48.935">
    <ac:txMkLst xmlns:ac="http://schemas.microsoft.com/office/drawing/2013/main/command">
      <pc:docMk xmlns:pc="http://schemas.microsoft.com/office/powerpoint/2013/main/command"/>
      <pc:sldMk xmlns:pc="http://schemas.microsoft.com/office/powerpoint/2013/main/command" cId="1040777485" sldId="261"/>
      <ac:graphicFrameMk id="7" creationId="{F1B9425C-C0AD-2B62-87A3-8D1B2D927EB3}"/>
      <ac:tblMk/>
      <ac:tcMk rowId="3132130153" colId="3748911495"/>
      <ac:txMk cp="0" len="1">
        <ac:context len="2" hash="270712"/>
      </ac:txMk>
    </ac:txMkLst>
    <p188:pos x="7756661" y="3208407"/>
    <p188:txBody>
      <a:bodyPr/>
      <a:lstStyle/>
      <a:p>
        <a:r>
          <a:rPr lang="en-US"/>
          <a:t>any explanations missing?</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1" i="0">
              <a:latin typeface="Arial" panose="020B0604020202020204" pitchFamily="34" charset="0"/>
              <a:ea typeface="Inter Medium" panose="02000503000000020004" pitchFamily="2" charset="0"/>
            </a:rPr>
            <a:t>Evaluation</a:t>
          </a:r>
          <a:endParaRPr lang="en-GB" sz="1100" b="1"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1" i="0">
              <a:latin typeface="Arial" panose="020B0604020202020204" pitchFamily="34" charset="0"/>
              <a:ea typeface="Inter Medium" panose="02000503000000020004" pitchFamily="2" charset="0"/>
            </a:rPr>
            <a:t>Onboarding</a:t>
          </a:r>
          <a:endParaRPr lang="en-GB" sz="1100" b="1"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1" i="0">
              <a:latin typeface="Arial" panose="020B0604020202020204" pitchFamily="34" charset="0"/>
              <a:ea typeface="Inter Medium" panose="02000503000000020004" pitchFamily="2" charset="0"/>
            </a:rPr>
            <a:t>Implementation</a:t>
          </a:r>
          <a:endParaRPr lang="en-GB" sz="1100" b="1"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1" i="0">
              <a:latin typeface="Arial" panose="020B0604020202020204" pitchFamily="34" charset="0"/>
              <a:ea typeface="Inter Medium" panose="02000503000000020004" pitchFamily="2" charset="0"/>
            </a:rPr>
            <a:t>Adoption</a:t>
          </a:r>
          <a:endParaRPr lang="en-GB" sz="1100" b="1"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Evaluation</a:t>
          </a:r>
          <a:endParaRPr lang="en-GB" sz="1100" b="1"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Onboarding</a:t>
          </a:r>
          <a:endParaRPr lang="en-GB" sz="1100" b="1"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Implementation</a:t>
          </a:r>
          <a:endParaRPr lang="en-GB" sz="1100" b="1"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1" i="0" kern="1200">
              <a:latin typeface="Arial" panose="020B0604020202020204" pitchFamily="34" charset="0"/>
              <a:ea typeface="Inter Medium" panose="02000503000000020004" pitchFamily="2" charset="0"/>
            </a:rPr>
            <a:t>Adoption</a:t>
          </a:r>
          <a:endParaRPr lang="en-GB" sz="1100" b="1"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EA09A-D6CD-EE4A-96F8-299FA2C705B4}" type="datetimeFigureOut">
              <a:rPr lang="en-US" smtClean="0"/>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22278-1765-A847-9079-1366EC627DDD}" type="slidenum">
              <a:rPr lang="en-US" smtClean="0"/>
              <a:t>‹#›</a:t>
            </a:fld>
            <a:endParaRPr lang="en-US"/>
          </a:p>
        </p:txBody>
      </p:sp>
    </p:spTree>
    <p:extLst>
      <p:ext uri="{BB962C8B-B14F-4D97-AF65-F5344CB8AC3E}">
        <p14:creationId xmlns:p14="http://schemas.microsoft.com/office/powerpoint/2010/main" val="318816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105FA-664D-F83A-4201-F5DB2E794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37A07-8E80-BD0D-E377-EF71974A6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5E34F-A05F-28C9-7628-51AD8EEB6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BD823E-CA44-41DD-BD9D-EE0CAC45F0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543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873F-7731-7729-77E4-88504AA5F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BBFF7-34D0-2982-625C-7708D50EB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2FF7B-5120-4DC4-A1AB-0272FD01D5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806BED-34CD-8331-E735-09B2628B4F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15C91A-7823-D24B-BED2-FA97C1E186B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41086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C4B7-B018-A468-F931-07C983296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A4686-8C45-05B3-E086-A67DF16ACF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F6069-B316-A700-B54B-EE027431B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4DA6DF-39D6-455C-1305-D12526D5B4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6394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5867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3580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97070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6752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F8C2-D4B9-05B2-3AB7-41633C9B3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53402-CA14-52D8-B81F-37C16C95D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4D928-94F0-EEC0-052F-161F46E3FB5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DDD35DD0-4D5C-2A7A-F958-51F56DF92B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1046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CE884-C90F-C71A-9862-12C0BA72B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0847BF-0D1D-E146-8FF3-76AC85C91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45FA4-B8F6-52B6-F4B3-505DB52CC349}"/>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7D7CCF3E-FA2F-C961-05C0-4452D63D09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52966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84AC5-ACB9-3399-0C94-A45C41917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615B9-0D84-93BD-AE92-797759BAC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153B5-0AB1-F3CA-CF27-A623C7B47E65}"/>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86BFEE4C-C5D2-8B37-9FE3-ADA14124B4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3827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1FD11-117E-3C72-5717-75F45E9CF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CD269-9A77-E41A-AECC-EFA7D6D57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C03A1-6311-22C5-2FB2-366BADC9EEE0}"/>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62ED0822-76CC-2828-7ED9-6531D041B9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57557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73E1-5A5B-D1C0-B177-1E604D15C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440C0-F33B-E5B7-D180-1EA872968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AE558-D080-801A-5ADA-65D07FA7F7D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6639BB0C-4A11-8C1E-D4B5-629B2B92E9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7631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490B3-5D2B-5B65-2FE5-0ACC08974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A71F5-C250-4CAB-C0E5-2AE55E8C4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9FC65-0029-C824-67A2-FF3AAC057BFC}"/>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C5BDF9DF-44E8-8E3F-8C63-13E4CF906A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29196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1317-E63B-1E7D-CF02-72D8D3205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9BC33-75D3-FF2A-A76E-9A711F0A5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7C422-5E3E-33E2-09B7-47C95ACB9CB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E2AC087A-B2C8-1DBA-491A-DA186EFEE4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2672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57E3-4C08-0119-CC5B-457FB74A7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E4CD8-9278-0783-55CC-D574F7885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6F63F-B8AD-5113-94D5-EB4CCA4A204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B7D10663-7662-D49E-D38E-EE320244E6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60240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24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24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Master" Target="../slideMasters/slideMaster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Master" Target="../slideMasters/slideMaster3.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Layouts/_rels/slideLayout38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Master" Target="../slideMasters/slideMaster3.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Layouts/_rels/slideLayout38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Master" Target="../slideMasters/slideMaster3.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4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8.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3.emf"/><Relationship Id="rId4" Type="http://schemas.openxmlformats.org/officeDocument/2006/relationships/tags" Target="../tags/tag4.xml"/><Relationship Id="rId9" Type="http://schemas.openxmlformats.org/officeDocument/2006/relationships/oleObject" Target="../embeddings/oleObject1.bin"/></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91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90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52578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3609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1009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77334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3407862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918410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576276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72626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9082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340416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39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6213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61775"/>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45231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98918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17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60055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6759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682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852319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0581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88835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00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1"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550061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70377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16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6"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3359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774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063298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220809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79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474706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3730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2069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894938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51405"/>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877162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404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7031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95767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239581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1"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913539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05138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166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4"/>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0990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44999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488551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151740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140729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912862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03984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6517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064903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2389062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67727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155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35447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01228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692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8007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17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453065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593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233497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44895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3496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578005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488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6"/>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53153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7735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72244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405067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88718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2856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967188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153151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2"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2285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5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55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872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9902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7104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8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0581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5660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3913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7269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352072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332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682975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47993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6881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184050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guide id="2" pos="3840"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9747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8256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2"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7987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35883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8"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5"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3900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userDrawn="1"/>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userDrawn="1"/>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userDrawn="1"/>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45107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74597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59331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378977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6383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92"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2"/>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8156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098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98514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7898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9206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35242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28594" indent="-228594">
              <a:spcBef>
                <a:spcPts val="0"/>
              </a:spcBef>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98534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8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800"/>
              </a:spcAft>
              <a:buNone/>
            </a:pPr>
            <a:endParaRPr lang="en-US"/>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a:p>
            <a:pPr>
              <a:spcBef>
                <a:spcPts val="0"/>
              </a:spcBef>
              <a:spcAft>
                <a:spcPts val="8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55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563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3910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38417"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72023"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466263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85346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3257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4983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996985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494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2053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20668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14448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735318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05452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8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57687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1"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1"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59702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4192994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3399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02402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037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67145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010801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54217"/>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90278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69771"/>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49466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663087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25521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260559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6">
            <a:extLst>
              <a:ext uri="{FF2B5EF4-FFF2-40B4-BE49-F238E27FC236}">
                <a16:creationId xmlns:a16="http://schemas.microsoft.com/office/drawing/2014/main" id="{31E8DEFA-3721-5B46-A2FC-A596BAC2EB51}"/>
              </a:ext>
            </a:extLst>
          </p:cNvPr>
          <p:cNvSpPr>
            <a:spLocks noGrp="1"/>
          </p:cNvSpPr>
          <p:nvPr>
            <p:ph sz="half" idx="13" hasCustomPrompt="1"/>
          </p:nvPr>
        </p:nvSpPr>
        <p:spPr>
          <a:xfrm>
            <a:off x="6458401" y="1113133"/>
            <a:ext cx="5140185" cy="5256323"/>
          </a:xfrm>
          <a:prstGeom prst="rect">
            <a:avLst/>
          </a:prstGeom>
        </p:spPr>
        <p:txBody>
          <a:bodyPr lIns="0" rIns="0">
            <a:normAutofit/>
          </a:bodyPr>
          <a:lstStyle>
            <a:lvl1pPr marL="232822" indent="-232822">
              <a:buClrTx/>
              <a:buFont typeface="Arial" panose="020B0604020202020204" pitchFamily="34" charset="0"/>
              <a:buChar char="•"/>
              <a:tabLst/>
              <a:defRPr sz="2133" b="0" i="0">
                <a:solidFill>
                  <a:schemeClr val="bg2"/>
                </a:solidFill>
                <a:latin typeface="Arial" panose="020B0604020202020204" pitchFamily="34" charset="0"/>
                <a:cs typeface="Arial" panose="020B0604020202020204" pitchFamily="34" charset="0"/>
              </a:defRPr>
            </a:lvl1pPr>
            <a:lvl2pPr marL="842391" indent="-232822">
              <a:buClrTx/>
              <a:tabLst/>
              <a:defRPr sz="2133" b="0" i="0">
                <a:solidFill>
                  <a:schemeClr val="bg2"/>
                </a:solidFill>
                <a:latin typeface="Arial" panose="020B0604020202020204" pitchFamily="34" charset="0"/>
              </a:defRPr>
            </a:lvl2pPr>
            <a:lvl3pPr marL="1449845" indent="-230706">
              <a:buClrTx/>
              <a:tabLst/>
              <a:defRPr sz="2133" b="0" i="0">
                <a:solidFill>
                  <a:schemeClr val="bg2"/>
                </a:solidFill>
                <a:latin typeface="Arial" panose="020B0604020202020204" pitchFamily="34" charset="0"/>
              </a:defRPr>
            </a:lvl3pPr>
          </a:lstStyle>
          <a:p>
            <a:pPr lvl="0"/>
            <a:r>
              <a:rPr lang="en-US"/>
              <a:t>Click to edit master text styles</a:t>
            </a:r>
          </a:p>
          <a:p>
            <a:pPr lvl="0"/>
            <a:r>
              <a:rPr lang="en-US"/>
              <a:t>First level</a:t>
            </a:r>
          </a:p>
          <a:p>
            <a:pPr lvl="1"/>
            <a:r>
              <a:rPr lang="en-US"/>
              <a:t>Second level</a:t>
            </a:r>
          </a:p>
          <a:p>
            <a:pPr lvl="2"/>
            <a:r>
              <a:rPr lang="en-US"/>
              <a:t>Third level</a:t>
            </a:r>
          </a:p>
        </p:txBody>
      </p:sp>
      <p:sp>
        <p:nvSpPr>
          <p:cNvPr id="9" name="Title 1">
            <a:extLst>
              <a:ext uri="{FF2B5EF4-FFF2-40B4-BE49-F238E27FC236}">
                <a16:creationId xmlns:a16="http://schemas.microsoft.com/office/drawing/2014/main" id="{5840D01E-7FA7-D24B-ADF8-2653FEBF8BC5}"/>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5" name="Content Placeholder 2">
            <a:extLst>
              <a:ext uri="{FF2B5EF4-FFF2-40B4-BE49-F238E27FC236}">
                <a16:creationId xmlns:a16="http://schemas.microsoft.com/office/drawing/2014/main" id="{85295482-86D1-4446-9B0B-BB9360168E36}"/>
              </a:ext>
            </a:extLst>
          </p:cNvPr>
          <p:cNvSpPr>
            <a:spLocks noGrp="1"/>
          </p:cNvSpPr>
          <p:nvPr>
            <p:ph idx="1" hasCustomPrompt="1"/>
          </p:nvPr>
        </p:nvSpPr>
        <p:spPr>
          <a:xfrm>
            <a:off x="615101" y="1113133"/>
            <a:ext cx="5112499"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99104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33">
          <p15:clr>
            <a:srgbClr val="FBAE40"/>
          </p15:clr>
        </p15:guide>
        <p15:guide id="2"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err="1">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08264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239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50522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776850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3503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78612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77832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188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36572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7272966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94917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7529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67652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8195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028419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94862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23825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416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157694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465918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9774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414481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69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2805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137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804686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37145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724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075182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981347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5661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05063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25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50837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334527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41938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590136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287218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02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275579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2724494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8624111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5221864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018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750264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159416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16481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237561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37354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75108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5739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90648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952966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867816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770319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536662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48452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45283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557105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66262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05253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002700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357253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95381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61366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74925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40865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205242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03291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50888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80975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8180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5250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68090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53505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1276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82573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085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2930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8217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9197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089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30389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0975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9328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3290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60531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827221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68731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60123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56572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632169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647087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336762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854827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3859010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274115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263120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41575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15989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0532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223121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1876927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6399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79277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66063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404738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14178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33529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3476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5375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052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86561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4246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2917539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086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3898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32142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22428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65397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65581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55883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347878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59523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273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719490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45913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4139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60731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93547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7099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01524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0379996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001801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2017182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7926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5081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4148070831"/>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userDrawn="1"/>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userDrawn="1"/>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userDrawn="1"/>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userDrawn="1"/>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userDrawn="1"/>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221211012"/>
      </p:ext>
    </p:extLst>
  </p:cSld>
  <p:clrMapOvr>
    <a:masterClrMapping/>
  </p:clrMapOvr>
  <p:extLst>
    <p:ext uri="{DCECCB84-F9BA-43D5-87BE-67443E8EF086}">
      <p15:sldGuideLst xmlns:p15="http://schemas.microsoft.com/office/powerpoint/2012/main"/>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5" name="Freeform 4">
            <a:extLst>
              <a:ext uri="{FF2B5EF4-FFF2-40B4-BE49-F238E27FC236}">
                <a16:creationId xmlns:a16="http://schemas.microsoft.com/office/drawing/2014/main" id="{CE0CFAC2-7E7E-315F-4002-CA02F6664072}"/>
              </a:ext>
            </a:extLst>
          </p:cNvPr>
          <p:cNvSpPr/>
          <p:nvPr userDrawn="1"/>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userDrawn="1"/>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82838841"/>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117764816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userDrawn="1"/>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21518381"/>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65346908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userDrawn="1"/>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userDrawn="1"/>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1"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5901570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960" y="1665"/>
            <a:ext cx="12189040" cy="6856335"/>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25760013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userDrawn="1"/>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userDrawn="1"/>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userDrawn="1"/>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18800903"/>
      </p:ext>
    </p:extLst>
  </p:cSld>
  <p:clrMapOvr>
    <a:overrideClrMapping bg1="lt1" tx1="dk1" bg2="lt2" tx2="dk2" accent1="accent1" accent2="accent2" accent3="accent3" accent4="accent4" accent5="accent5" accent6="accent6" hlink="hlink" folHlink="folHlink"/>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userDrawn="1"/>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userDrawn="1"/>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1"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userDrawn="1"/>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userDrawn="1"/>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userDrawn="1"/>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userDrawn="1"/>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userDrawn="1"/>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userDrawn="1"/>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userDrawn="1"/>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19710597"/>
      </p:ext>
    </p:extLst>
  </p:cSld>
  <p:clrMapOvr>
    <a:overrideClrMapping bg1="lt1" tx1="dk1" bg2="lt2" tx2="dk2" accent1="accent1" accent2="accent2" accent3="accent3" accent4="accent4" accent5="accent5" accent6="accent6" hlink="hlink" folHlink="folHlink"/>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84493092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27342974"/>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userDrawn="1"/>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userDrawn="1"/>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userDrawn="1"/>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userDrawn="1"/>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userDrawn="1"/>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userDrawn="1"/>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869221840"/>
      </p:ext>
    </p:extLst>
  </p:cSld>
  <p:clrMapOvr>
    <a:overrideClrMapping bg1="dk1" tx1="lt1" bg2="dk2" tx2="lt2" accent1="accent1" accent2="accent2" accent3="accent3" accent4="accent4" accent5="accent5" accent6="accent6" hlink="hlink" folHlink="folHlink"/>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21559893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userDrawn="1"/>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userDrawn="1"/>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userDrawn="1"/>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9375539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userDrawn="1"/>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userDrawn="1"/>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userDrawn="1"/>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userDrawn="1"/>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userDrawn="1"/>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userDrawn="1"/>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userDrawn="1"/>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userDrawn="1"/>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userDrawn="1"/>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userDrawn="1"/>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userDrawn="1"/>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1"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79762655"/>
      </p:ext>
    </p:extLst>
  </p:cSld>
  <p:clrMapOvr>
    <a:overrideClrMapping bg1="dk1" tx1="lt1" bg2="dk2" tx2="lt2" accent1="accent1" accent2="accent2" accent3="accent3" accent4="accent4" accent5="accent5" accent6="accent6" hlink="hlink" folHlink="folHlink"/>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userDrawn="1"/>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userDrawn="1"/>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userDrawn="1"/>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userDrawn="1"/>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userDrawn="1"/>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userDrawn="1"/>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1"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7056746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0"/>
            <a:ext cx="12189040" cy="6859664"/>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50137857"/>
      </p:ext>
    </p:extLst>
  </p:cSld>
  <p:clrMapOvr>
    <a:masterClrMapping/>
  </p:clrMapOvr>
  <p:extLst>
    <p:ext uri="{DCECCB84-F9BA-43D5-87BE-67443E8EF086}">
      <p15:sldGuideLst xmlns:p15="http://schemas.microsoft.com/office/powerpoint/2012/main"/>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3" name="Freeform 2">
            <a:extLst>
              <a:ext uri="{FF2B5EF4-FFF2-40B4-BE49-F238E27FC236}">
                <a16:creationId xmlns:a16="http://schemas.microsoft.com/office/drawing/2014/main" id="{9E0FE765-AFD6-F6B4-0A72-29D345EB0D1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3958948625"/>
      </p:ext>
    </p:extLst>
  </p:cSld>
  <p:clrMapOvr>
    <a:masterClrMapping/>
  </p:clrMapOvr>
  <p:extLst>
    <p:ext uri="{DCECCB84-F9BA-43D5-87BE-67443E8EF086}">
      <p15:sldGuideLst xmlns:p15="http://schemas.microsoft.com/office/powerpoint/2012/main"/>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4" name="Freeform 3">
            <a:extLst>
              <a:ext uri="{FF2B5EF4-FFF2-40B4-BE49-F238E27FC236}">
                <a16:creationId xmlns:a16="http://schemas.microsoft.com/office/drawing/2014/main" id="{06EFAD34-422C-821B-6AA8-865AB64849E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375570648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4" name="Freeform 3">
            <a:extLst>
              <a:ext uri="{FF2B5EF4-FFF2-40B4-BE49-F238E27FC236}">
                <a16:creationId xmlns:a16="http://schemas.microsoft.com/office/drawing/2014/main" id="{FBC92347-DDCF-063A-76BF-47B20390C4E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744764367"/>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userDrawn="1"/>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864369174"/>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1"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userDrawn="1"/>
        </p:nvPicPr>
        <p:blipFill>
          <a:blip r:embed="rId2" cstate="print">
            <a:extLst>
              <a:ext uri="{28A0092B-C50C-407E-A947-70E740481C1C}">
                <a14:useLocalDpi xmlns:a14="http://schemas.microsoft.com/office/drawing/2010/main"/>
              </a:ext>
            </a:extLst>
          </a:blip>
          <a:srcRect l="594"/>
          <a:stretch/>
        </p:blipFill>
        <p:spPr>
          <a:xfrm>
            <a:off x="1" y="1"/>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31187528"/>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44998851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15860695"/>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30843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321024461"/>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59590696"/>
      </p:ext>
    </p:extLst>
  </p:cSld>
  <p:clrMapOvr>
    <a:masterClrMapping/>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04459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79842150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8452338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88479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85873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40046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09337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9534584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userDrawn="1"/>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7241780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userDrawn="1"/>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userDrawn="1"/>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440056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orient="horz" pos="3036">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7356697"/>
      </p:ext>
    </p:extLst>
  </p:cSld>
  <p:clrMapOvr>
    <a:masterClrMapping/>
  </p:clrMapOvr>
  <p:extLst>
    <p:ext uri="{DCECCB84-F9BA-43D5-87BE-67443E8EF086}">
      <p15:sldGuideLst xmlns:p15="http://schemas.microsoft.com/office/powerpoint/2012/main"/>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415436892"/>
      </p:ext>
    </p:extLst>
  </p:cSld>
  <p:clrMapOvr>
    <a:masterClrMapping/>
  </p:clrMapOvr>
  <p:extLst>
    <p:ext uri="{DCECCB84-F9BA-43D5-87BE-67443E8EF086}">
      <p15:sldGuideLst xmlns:p15="http://schemas.microsoft.com/office/powerpoint/2012/main"/>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960" y="-1664"/>
            <a:ext cx="253353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userDrawn="1"/>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8000337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userDrawn="1"/>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userDrawn="1"/>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userDrawn="1"/>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userDrawn="1"/>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6896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userDrawn="1"/>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userDrawn="1"/>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42897724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userDrawn="1"/>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userDrawn="1"/>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userDrawn="1"/>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userDrawn="1"/>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userDrawn="1"/>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86880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userDrawn="1"/>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userDrawn="1"/>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userDrawn="1"/>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1"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3431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userDrawn="1"/>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userDrawn="1"/>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2448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94692115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6" name="Picture 7">
            <a:extLst>
              <a:ext uri="{FF2B5EF4-FFF2-40B4-BE49-F238E27FC236}">
                <a16:creationId xmlns:a16="http://schemas.microsoft.com/office/drawing/2014/main" id="{FB09C7D9-C376-F44B-B8A9-B897AE0ED427}"/>
              </a:ext>
            </a:extLst>
          </p:cNvPr>
          <p:cNvGrpSpPr/>
          <p:nvPr userDrawn="1"/>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625640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Tree>
    <p:extLst>
      <p:ext uri="{BB962C8B-B14F-4D97-AF65-F5344CB8AC3E}">
        <p14:creationId xmlns:p14="http://schemas.microsoft.com/office/powerpoint/2010/main" val="21848212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userDrawn="1"/>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2" name="Freeform 1">
            <a:extLst>
              <a:ext uri="{FF2B5EF4-FFF2-40B4-BE49-F238E27FC236}">
                <a16:creationId xmlns:a16="http://schemas.microsoft.com/office/drawing/2014/main" id="{638933CC-1318-28DB-B4AD-5B0158B2E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93790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036966568"/>
      </p:ext>
    </p:extLst>
  </p:cSld>
  <p:clrMapOvr>
    <a:overrideClrMapping bg1="lt1" tx1="dk1" bg2="lt2" tx2="dk2" accent1="accent1" accent2="accent2" accent3="accent3" accent4="accent4" accent5="accent5" accent6="accent6" hlink="hlink" folHlink="folHlink"/>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60093837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6684880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a:p>
            <a:r>
              <a:rPr lang="en-US"/>
              <a:t>Product Shot/Screenshot</a:t>
            </a:r>
          </a:p>
        </p:txBody>
      </p:sp>
      <p:grpSp>
        <p:nvGrpSpPr>
          <p:cNvPr id="49" name="Picture 7">
            <a:extLst>
              <a:ext uri="{FF2B5EF4-FFF2-40B4-BE49-F238E27FC236}">
                <a16:creationId xmlns:a16="http://schemas.microsoft.com/office/drawing/2014/main" id="{4BA2E0E5-E25C-6FED-7301-F32B7A15BF31}"/>
              </a:ext>
            </a:extLst>
          </p:cNvPr>
          <p:cNvGrpSpPr/>
          <p:nvPr userDrawn="1"/>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userDrawn="1"/>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1521318932"/>
      </p:ext>
    </p:extLst>
  </p:cSld>
  <p:clrMapOvr>
    <a:overrideClrMapping bg1="lt1" tx1="dk1" bg2="lt2" tx2="dk2" accent1="accent1" accent2="accent2" accent3="accent3" accent4="accent4" accent5="accent5" accent6="accent6" hlink="hlink" folHlink="folHlink"/>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64885266"/>
      </p:ext>
    </p:extLst>
  </p:cSld>
  <p:clrMapOvr>
    <a:overrideClrMapping bg1="lt1" tx1="dk1" bg2="lt2" tx2="dk2" accent1="accent1" accent2="accent2" accent3="accent3" accent4="accent4" accent5="accent5" accent6="accent6" hlink="hlink" folHlink="folHlink"/>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77299206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192498293"/>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0BABFF2B-12D2-C0B8-A8D7-866EF2DE667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46367789"/>
      </p:ext>
    </p:extLst>
  </p:cSld>
  <p:clrMapOvr>
    <a:overrideClrMapping bg1="lt1" tx1="dk1" bg2="lt2" tx2="dk2" accent1="accent1" accent2="accent2" accent3="accent3" accent4="accent4" accent5="accent5" accent6="accent6" hlink="hlink" folHlink="folHlink"/>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748646"/>
      </p:ext>
    </p:extLst>
  </p:cSld>
  <p:clrMapOvr>
    <a:overrideClrMapping bg1="lt1" tx1="dk1" bg2="lt2" tx2="dk2" accent1="accent1" accent2="accent2" accent3="accent3" accent4="accent4" accent5="accent5" accent6="accent6" hlink="hlink" folHlink="folHlink"/>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7298125"/>
      </p:ext>
    </p:extLst>
  </p:cSld>
  <p:clrMapOvr>
    <a:overrideClrMapping bg1="lt1" tx1="dk1" bg2="lt2" tx2="dk2" accent1="accent1" accent2="accent2" accent3="accent3" accent4="accent4" accent5="accent5" accent6="accent6" hlink="hlink" folHlink="folHlink"/>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5566084"/>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4119"/>
      </p:ext>
    </p:extLst>
  </p:cSld>
  <p:clrMapOvr>
    <a:overrideClrMapping bg1="lt1" tx1="dk1" bg2="lt2" tx2="dk2" accent1="accent1" accent2="accent2" accent3="accent3" accent4="accent4" accent5="accent5" accent6="accent6" hlink="hlink" folHlink="folHlink"/>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7A510A60-5BA7-4BAA-3B95-AD711AFDA7F6}"/>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0873173"/>
      </p:ext>
    </p:extLst>
  </p:cSld>
  <p:clrMapOvr>
    <a:overrideClrMapping bg1="lt1" tx1="dk1" bg2="lt2" tx2="dk2" accent1="accent1" accent2="accent2" accent3="accent3" accent4="accent4" accent5="accent5" accent6="accent6" hlink="hlink" folHlink="folHlink"/>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339192289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5" name="Freeform 4">
            <a:extLst>
              <a:ext uri="{FF2B5EF4-FFF2-40B4-BE49-F238E27FC236}">
                <a16:creationId xmlns:a16="http://schemas.microsoft.com/office/drawing/2014/main" id="{F73899D2-0759-2331-FD57-E6C2BB1B6D1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55595529"/>
      </p:ext>
    </p:extLst>
  </p:cSld>
  <p:clrMapOvr>
    <a:overrideClrMapping bg1="lt1" tx1="dk1" bg2="lt2" tx2="dk2" accent1="accent1" accent2="accent2" accent3="accent3" accent4="accent4" accent5="accent5" accent6="accent6" hlink="hlink" folHlink="folHlink"/>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userDrawn="1"/>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17E66034-C59C-41E9-18B8-DC2D2532553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06081978"/>
      </p:ext>
    </p:extLst>
  </p:cSld>
  <p:clrMapOvr>
    <a:overrideClrMapping bg1="lt1" tx1="dk1" bg2="lt2" tx2="dk2" accent1="accent1" accent2="accent2" accent3="accent3" accent4="accent4" accent5="accent5" accent6="accent6" hlink="hlink" folHlink="folHlink"/>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Tree>
    <p:extLst>
      <p:ext uri="{BB962C8B-B14F-4D97-AF65-F5344CB8AC3E}">
        <p14:creationId xmlns:p14="http://schemas.microsoft.com/office/powerpoint/2010/main" val="2871756118"/>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endParaRPr lang="en-US"/>
          </a:p>
        </p:txBody>
      </p:sp>
      <p:sp>
        <p:nvSpPr>
          <p:cNvPr id="3" name="Freeform 2">
            <a:extLst>
              <a:ext uri="{FF2B5EF4-FFF2-40B4-BE49-F238E27FC236}">
                <a16:creationId xmlns:a16="http://schemas.microsoft.com/office/drawing/2014/main" id="{F453CD11-FFB3-09F8-BF8D-E73C7DBF87F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72854732"/>
      </p:ext>
    </p:extLst>
  </p:cSld>
  <p:clrMapOvr>
    <a:overrideClrMapping bg1="lt1" tx1="dk1" bg2="lt2" tx2="dk2" accent1="accent1" accent2="accent2" accent3="accent3" accent4="accent4" accent5="accent5" accent6="accent6" hlink="hlink" folHlink="folHlink"/>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userDrawn="1"/>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userDrawn="1"/>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1"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userDrawn="1"/>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userDrawn="1"/>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168704627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816742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306083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46223406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61848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17577692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3284014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519645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567440057"/>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107736"/>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3133262"/>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2007111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73041061"/>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87375435"/>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23659133"/>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24897"/>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81442859"/>
      </p:ext>
    </p:extLst>
  </p:cSld>
  <p:clrMapOvr>
    <a:masterClrMapping/>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userDrawn="1"/>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023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userDrawn="1"/>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7038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userDrawn="1"/>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035302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userDrawn="1"/>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837890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userDrawn="1"/>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userDrawn="1"/>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userDrawn="1"/>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99573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934017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userDrawn="1"/>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userDrawn="1"/>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userDrawn="1"/>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userDrawn="1"/>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userDrawn="1"/>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userDrawn="1"/>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userDrawn="1"/>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userDrawn="1"/>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64605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userDrawn="1">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userDrawn="1"/>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userDrawn="1"/>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userDrawn="1"/>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userDrawn="1"/>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userDrawn="1"/>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userDrawn="1"/>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userDrawn="1"/>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userDrawn="1"/>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userDrawn="1"/>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userDrawn="1"/>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userDrawn="1"/>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1"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618692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userDrawn="1"/>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userDrawn="1"/>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userDrawn="1"/>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userDrawn="1"/>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userDrawn="1"/>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userDrawn="1"/>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userDrawn="1"/>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userDrawn="1"/>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userDrawn="1"/>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userDrawn="1"/>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userDrawn="1"/>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userDrawn="1"/>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userDrawn="1"/>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userDrawn="1"/>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userDrawn="1"/>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userDrawn="1"/>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1"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92805962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userDrawn="1"/>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userDrawn="1"/>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userDrawn="1"/>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userDrawn="1"/>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userDrawn="1"/>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userDrawn="1"/>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userDrawn="1"/>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userDrawn="1"/>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userDrawn="1"/>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userDrawn="1"/>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userDrawn="1"/>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userDrawn="1"/>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userDrawn="1"/>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userDrawn="1"/>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userDrawn="1"/>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userDrawn="1"/>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userDrawn="1"/>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userDrawn="1"/>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userDrawn="1"/>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userDrawn="1"/>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userDrawn="1"/>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userDrawn="1"/>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userDrawn="1"/>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userDrawn="1"/>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userDrawn="1"/>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userDrawn="1"/>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userDrawn="1"/>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userDrawn="1"/>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userDrawn="1"/>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userDrawn="1"/>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userDrawn="1"/>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userDrawn="1"/>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userDrawn="1"/>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userDrawn="1"/>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userDrawn="1"/>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userDrawn="1"/>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userDrawn="1"/>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1"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942890692"/>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userDrawn="1"/>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userDrawn="1">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userDrawn="1"/>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userDrawn="1"/>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userDrawn="1"/>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userDrawn="1"/>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userDrawn="1"/>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userDrawn="1"/>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userDrawn="1"/>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userDrawn="1"/>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userDrawn="1"/>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userDrawn="1"/>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userDrawn="1"/>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userDrawn="1"/>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userDrawn="1"/>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1"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557006050"/>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userDrawn="1"/>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userDrawn="1"/>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userDrawn="1"/>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1"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3970372739"/>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userDrawn="1"/>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userDrawn="1"/>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1"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userDrawn="1"/>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userDrawn="1"/>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userDrawn="1"/>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userDrawn="1"/>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userDrawn="1"/>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userDrawn="1"/>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userDrawn="1"/>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userDrawn="1"/>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userDrawn="1"/>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userDrawn="1"/>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userDrawn="1"/>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userDrawn="1"/>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userDrawn="1"/>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userDrawn="1"/>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userDrawn="1"/>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userDrawn="1"/>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userDrawn="1"/>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userDrawn="1"/>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userDrawn="1"/>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userDrawn="1"/>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userDrawn="1"/>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userDrawn="1"/>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userDrawn="1"/>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userDrawn="1"/>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725889974"/>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userDrawn="1"/>
        </p:nvGrpSpPr>
        <p:grpSpPr>
          <a:xfrm>
            <a:off x="4104959" y="1328996"/>
            <a:ext cx="6998469" cy="1529120"/>
            <a:chOff x="3078719" y="962241"/>
            <a:chExt cx="5248852" cy="1146840"/>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962241"/>
              <a:ext cx="4947557" cy="1146840"/>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223306"/>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userDrawn="1"/>
        </p:nvGrpSpPr>
        <p:grpSpPr>
          <a:xfrm>
            <a:off x="4104959" y="3220439"/>
            <a:ext cx="6998469" cy="1524000"/>
            <a:chOff x="3078719" y="2196574"/>
            <a:chExt cx="5248852" cy="1143000"/>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1143000"/>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userDrawn="1"/>
        </p:nvGrpSpPr>
        <p:grpSpPr>
          <a:xfrm>
            <a:off x="4104959" y="4980471"/>
            <a:ext cx="6998469" cy="1524000"/>
            <a:chOff x="3078719" y="3438778"/>
            <a:chExt cx="5248852" cy="1143000"/>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1143000"/>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17" name="Straight Connector 16">
            <a:extLst>
              <a:ext uri="{FF2B5EF4-FFF2-40B4-BE49-F238E27FC236}">
                <a16:creationId xmlns:a16="http://schemas.microsoft.com/office/drawing/2014/main" id="{8576D1FD-2951-69A3-99E9-C31554989843}"/>
              </a:ext>
            </a:extLst>
          </p:cNvPr>
          <p:cNvCxnSpPr>
            <a:cxnSpLocks/>
            <a:endCxn id="7" idx="2"/>
          </p:cNvCxnSpPr>
          <p:nvPr userDrawn="1"/>
        </p:nvCxnSpPr>
        <p:spPr>
          <a:xfrm flipV="1">
            <a:off x="2799907" y="2078810"/>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cxnSpLocks/>
            <a:endCxn id="10" idx="2"/>
          </p:cNvCxnSpPr>
          <p:nvPr userDrawn="1"/>
        </p:nvCxnSpPr>
        <p:spPr>
          <a:xfrm>
            <a:off x="3196243" y="384072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cxnSpLocks/>
            <a:endCxn id="13" idx="2"/>
          </p:cNvCxnSpPr>
          <p:nvPr userDrawn="1"/>
        </p:nvCxnSpPr>
        <p:spPr>
          <a:xfrm>
            <a:off x="2799907" y="5057139"/>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084230" y="1631969"/>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084230" y="346092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47192" y="5247116"/>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Rounded Rectangle 19">
            <a:extLst>
              <a:ext uri="{FF2B5EF4-FFF2-40B4-BE49-F238E27FC236}">
                <a16:creationId xmlns:a16="http://schemas.microsoft.com/office/drawing/2014/main" id="{8EB35A18-199A-74EC-86E0-7D1D59B7F1D8}"/>
              </a:ext>
            </a:extLst>
          </p:cNvPr>
          <p:cNvSpPr/>
          <p:nvPr userDrawn="1"/>
        </p:nvSpPr>
        <p:spPr>
          <a:xfrm>
            <a:off x="256933" y="2452038"/>
            <a:ext cx="2939309" cy="27950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Tree>
    <p:extLst>
      <p:ext uri="{BB962C8B-B14F-4D97-AF65-F5344CB8AC3E}">
        <p14:creationId xmlns:p14="http://schemas.microsoft.com/office/powerpoint/2010/main" val="2173059691"/>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userDrawn="1"/>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userDrawn="1"/>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userDrawn="1"/>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3491711825"/>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userDrawn="1"/>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userDrawn="1"/>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userDrawn="1"/>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userDrawn="1"/>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userDrawn="1"/>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userDrawn="1"/>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userDrawn="1"/>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userDrawn="1"/>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userDrawn="1"/>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userDrawn="1"/>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userDrawn="1"/>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userDrawn="1"/>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userDrawn="1"/>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userDrawn="1"/>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userDrawn="1"/>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userDrawn="1"/>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03202755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userDrawn="1"/>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userDrawn="1"/>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userDrawn="1"/>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userDrawn="1"/>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userDrawn="1"/>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userDrawn="1"/>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userDrawn="1"/>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1"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733638468"/>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userDrawn="1"/>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userDrawn="1"/>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userDrawn="1"/>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userDrawn="1"/>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userDrawn="1"/>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userDrawn="1"/>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userDrawn="1"/>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1"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userDrawn="1"/>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userDrawn="1"/>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userDrawn="1"/>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userDrawn="1"/>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userDrawn="1"/>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userDrawn="1"/>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userDrawn="1"/>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userDrawn="1"/>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userDrawn="1"/>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4785586"/>
      </p:ext>
    </p:extLst>
  </p:cSld>
  <p:clrMapOvr>
    <a:masterClrMapping/>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userDrawn="1"/>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userDrawn="1"/>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userDrawn="1"/>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userDrawn="1"/>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userDrawn="1"/>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151305343"/>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userDrawn="1"/>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userDrawn="1"/>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121499187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userDrawn="1"/>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userDrawn="1"/>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userDrawn="1"/>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userDrawn="1">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userDrawn="1"/>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userDrawn="1"/>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userDrawn="1"/>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41308542"/>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97083853"/>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userDrawn="1"/>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1"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userDrawn="1"/>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userDrawn="1"/>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userDrawn="1"/>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90664155"/>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userDrawn="1"/>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userDrawn="1"/>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userDrawn="1"/>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userDrawn="1"/>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4104446128"/>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userDrawn="1"/>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userDrawn="1"/>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575252354"/>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userDrawn="1"/>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userDrawn="1"/>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8316555"/>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userDrawn="1"/>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endParaRPr lang="en-US"/>
          </a:p>
        </p:txBody>
      </p:sp>
      <p:sp>
        <p:nvSpPr>
          <p:cNvPr id="4" name="Freeform 3">
            <a:extLst>
              <a:ext uri="{FF2B5EF4-FFF2-40B4-BE49-F238E27FC236}">
                <a16:creationId xmlns:a16="http://schemas.microsoft.com/office/drawing/2014/main" id="{A9FF3EF5-2524-8A6E-36C7-35490108D9B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0059837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332069831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userDrawn="1"/>
        </p:nvSpPr>
        <p:spPr>
          <a:xfrm>
            <a:off x="558800" y="2501775"/>
            <a:ext cx="3382335" cy="2618864"/>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userDrawn="1"/>
        </p:nvSpPr>
        <p:spPr>
          <a:xfrm>
            <a:off x="4181566"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userDrawn="1"/>
        </p:nvSpPr>
        <p:spPr>
          <a:xfrm>
            <a:off x="7840191" y="2501774"/>
            <a:ext cx="3382335" cy="2618865"/>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userDrawn="1"/>
        </p:nvCxnSpPr>
        <p:spPr>
          <a:xfrm>
            <a:off x="8055327"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55625"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userDrawn="1"/>
        </p:nvCxnSpPr>
        <p:spPr>
          <a:xfrm>
            <a:off x="777825" y="320762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807286"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userDrawn="1"/>
        </p:nvCxnSpPr>
        <p:spPr>
          <a:xfrm>
            <a:off x="4411580" y="3245177"/>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1878" y="2631899"/>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77825" y="3381718"/>
            <a:ext cx="2951467" cy="1654099"/>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999" y="3393050"/>
            <a:ext cx="2951467" cy="1642765"/>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55624" y="3381719"/>
            <a:ext cx="2951467" cy="165409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677228764"/>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userDrawn="1"/>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userDrawn="1"/>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userDrawn="1"/>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userDrawn="1"/>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userDrawn="1"/>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userDrawn="1"/>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3328332833"/>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userDrawn="1"/>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userDrawn="1"/>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userDrawn="1"/>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44739865"/>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userDrawn="1"/>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userDrawn="1"/>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userDrawn="1"/>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userDrawn="1"/>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536858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userDrawn="1"/>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userDrawn="1"/>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userDrawn="1"/>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434226696"/>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endParaRPr lang="en-US"/>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1451080714"/>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60090304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userDrawn="1"/>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userDrawn="1"/>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userDrawn="1"/>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userDrawn="1"/>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userDrawn="1"/>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userDrawn="1"/>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userDrawn="1"/>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userDrawn="1"/>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193661853"/>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3284027100"/>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userDrawn="1"/>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userDrawn="1"/>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userDrawn="1"/>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userDrawn="1"/>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458477509"/>
      </p:ext>
    </p:extLst>
  </p:cSld>
  <p:clrMapOvr>
    <a:overrideClrMapping bg1="dk1" tx1="lt1" bg2="dk2" tx2="lt2" accent1="accent1" accent2="accent2" accent3="accent3" accent4="accent4" accent5="accent5" accent6="accent6" hlink="hlink" folHlink="folHlink"/>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82200243"/>
      </p:ext>
    </p:extLst>
  </p:cSld>
  <p:clrMapOvr>
    <a:overrideClrMapping bg1="dk1" tx1="lt1" bg2="dk2" tx2="lt2" accent1="accent1" accent2="accent2" accent3="accent3" accent4="accent4" accent5="accent5" accent6="accent6" hlink="hlink" folHlink="folHlink"/>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userDrawn="1"/>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userDrawn="1"/>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userDrawn="1">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userDrawn="1"/>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userDrawn="1"/>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userDrawn="1"/>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userDrawn="1"/>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userDrawn="1"/>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userDrawn="1"/>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303083"/>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userDrawn="1"/>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userDrawn="1"/>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userDrawn="1"/>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userDrawn="1"/>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userDrawn="1"/>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userDrawn="1"/>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30310813"/>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userDrawn="1"/>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userDrawn="1"/>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userDrawn="1"/>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userDrawn="1"/>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userDrawn="1"/>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userDrawn="1"/>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userDrawn="1"/>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userDrawn="1"/>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userDrawn="1"/>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userDrawn="1"/>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userDrawn="1"/>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userDrawn="1"/>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1848804170"/>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userDrawn="1"/>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userDrawn="1"/>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userDrawn="1"/>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userDrawn="1"/>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userDrawn="1"/>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userDrawn="1"/>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userDrawn="1"/>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userDrawn="1"/>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293972523"/>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userDrawn="1"/>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userDrawn="1"/>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userDrawn="1"/>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userDrawn="1"/>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userDrawn="1"/>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userDrawn="1"/>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userDrawn="1"/>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userDrawn="1"/>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userDrawn="1"/>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userDrawn="1"/>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userDrawn="1"/>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userDrawn="1"/>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userDrawn="1"/>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userDrawn="1"/>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userDrawn="1"/>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userDrawn="1"/>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73378370"/>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Tree>
    <p:extLst>
      <p:ext uri="{BB962C8B-B14F-4D97-AF65-F5344CB8AC3E}">
        <p14:creationId xmlns:p14="http://schemas.microsoft.com/office/powerpoint/2010/main" val="425839922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endParaRPr lang="en-US"/>
          </a:p>
        </p:txBody>
      </p:sp>
      <p:sp>
        <p:nvSpPr>
          <p:cNvPr id="2" name="Freeform 1">
            <a:extLst>
              <a:ext uri="{FF2B5EF4-FFF2-40B4-BE49-F238E27FC236}">
                <a16:creationId xmlns:a16="http://schemas.microsoft.com/office/drawing/2014/main" id="{F9F8E1A3-F6DA-CE2F-C8DF-5626CDD217F3}"/>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3880819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endParaRPr lang="en-US"/>
          </a:p>
        </p:txBody>
      </p:sp>
      <p:sp>
        <p:nvSpPr>
          <p:cNvPr id="3" name="Freeform 2">
            <a:extLst>
              <a:ext uri="{FF2B5EF4-FFF2-40B4-BE49-F238E27FC236}">
                <a16:creationId xmlns:a16="http://schemas.microsoft.com/office/drawing/2014/main" id="{93F7FE69-76BD-60F7-E67F-E8B77256EC59}"/>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65196210"/>
      </p:ext>
    </p:extLst>
  </p:cSld>
  <p:clrMapOvr>
    <a:overrideClrMapping bg1="dk1" tx1="lt1" bg2="dk2" tx2="lt2" accent1="accent1" accent2="accent2" accent3="accent3" accent4="accent4" accent5="accent5" accent6="accent6" hlink="hlink" folHlink="folHlink"/>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946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userDrawn="1"/>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userDrawn="1"/>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userDrawn="1"/>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userDrawn="1"/>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userDrawn="1"/>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userDrawn="1"/>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886786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429756" y="2144"/>
            <a:ext cx="4762243" cy="6855856"/>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userDrawn="1"/>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991898496"/>
      </p:ext>
    </p:extLst>
  </p:cSld>
  <p:clrMapOvr>
    <a:overrideClrMapping bg1="lt1" tx1="dk1" bg2="lt2" tx2="dk2" accent1="accent1" accent2="accent2" accent3="accent3" accent4="accent4" accent5="accent5" accent6="accent6" hlink="hlink" folHlink="folHlink"/>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08170428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userDrawn="1"/>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userDrawn="1"/>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userDrawn="1"/>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userDrawn="1"/>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userDrawn="1"/>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userDrawn="1"/>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userDrawn="1"/>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userDrawn="1"/>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6615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3.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2318661153"/>
      </p:ext>
    </p:extLst>
  </p:cSld>
  <p:clrMapOvr>
    <a:masterClrMapping/>
  </p:clrMapOvr>
  <p:extLst>
    <p:ext uri="{DCECCB84-F9BA-43D5-87BE-67443E8EF086}">
      <p15:sldGuideLst xmlns:p15="http://schemas.microsoft.com/office/powerpoint/2012/main"/>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3585-8509-45BA-95D2-25C652A39463}"/>
              </a:ext>
            </a:extLst>
          </p:cNvPr>
          <p:cNvSpPr>
            <a:spLocks noGrp="1"/>
          </p:cNvSpPr>
          <p:nvPr>
            <p:ph type="title"/>
          </p:nvPr>
        </p:nvSpPr>
        <p:spPr>
          <a:xfrm>
            <a:off x="150459" y="1037554"/>
            <a:ext cx="3367805" cy="1723549"/>
          </a:xfrm>
        </p:spPr>
        <p:txBody>
          <a:bodyPr anchor="ctr"/>
          <a:lstStyle>
            <a:lvl1pPr algn="l">
              <a:defRPr sz="3733" b="0"/>
            </a:lvl1pPr>
          </a:lstStyle>
          <a:p>
            <a:r>
              <a:rPr lang="en-US"/>
              <a:t>Click to edit Master title style</a:t>
            </a:r>
          </a:p>
        </p:txBody>
      </p:sp>
    </p:spTree>
    <p:extLst>
      <p:ext uri="{BB962C8B-B14F-4D97-AF65-F5344CB8AC3E}">
        <p14:creationId xmlns:p14="http://schemas.microsoft.com/office/powerpoint/2010/main" val="2369137628"/>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577037313"/>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416.xml><?xml version="1.0" encoding="utf-8"?>
<p:sldLayout xmlns:a="http://schemas.openxmlformats.org/drawingml/2006/main" xmlns:r="http://schemas.openxmlformats.org/officeDocument/2006/relationships" xmlns:p="http://schemas.openxmlformats.org/presentationml/2006/main">
  <p:cSld name="34_Custom Layout">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478641287"/>
      </p:ext>
    </p:extLst>
  </p:cSld>
  <p:clrMapOvr>
    <a:masterClrMapping/>
  </p:clrMapOvr>
  <p:extLst>
    <p:ext uri="{DCECCB84-F9BA-43D5-87BE-67443E8EF086}">
      <p15:sldGuideLst xmlns:p15="http://schemas.microsoft.com/office/powerpoint/2012/main"/>
    </p:ext>
  </p:extLst>
</p:sldLayout>
</file>

<file path=ppt/slideLayouts/slideLayout417.xml><?xml version="1.0" encoding="utf-8"?>
<p:sldLayout xmlns:a="http://schemas.openxmlformats.org/drawingml/2006/main" xmlns:r="http://schemas.openxmlformats.org/officeDocument/2006/relationships" xmlns:p="http://schemas.openxmlformats.org/presentationml/2006/main">
  <p:cSld name="17_Custom Layout">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460176" y="258037"/>
            <a:ext cx="11271648" cy="697627"/>
          </a:xfrm>
        </p:spPr>
        <p:txBody>
          <a:bodyPr/>
          <a:lstStyle>
            <a:lvl1pPr>
              <a:defRPr b="0">
                <a:solidFill>
                  <a:schemeClr val="tx2"/>
                </a:solidFill>
              </a:defRPr>
            </a:lvl1pPr>
          </a:lstStyle>
          <a:p>
            <a:r>
              <a:rPr lang="en-US"/>
              <a:t>Click to edit master title style</a:t>
            </a:r>
            <a:endParaRPr lang="en-JM"/>
          </a:p>
        </p:txBody>
      </p:sp>
      <p:sp>
        <p:nvSpPr>
          <p:cNvPr id="6" name="Content Placeholder 2"/>
          <p:cNvSpPr>
            <a:spLocks noGrp="1"/>
          </p:cNvSpPr>
          <p:nvPr>
            <p:ph idx="1" hasCustomPrompt="1"/>
          </p:nvPr>
        </p:nvSpPr>
        <p:spPr>
          <a:xfrm>
            <a:off x="460176" y="1583605"/>
            <a:ext cx="11271648" cy="4086607"/>
          </a:xfrm>
        </p:spPr>
        <p:txBody>
          <a:bodyPr/>
          <a:lstStyle>
            <a:lvl1pPr>
              <a:defRPr>
                <a:solidFill>
                  <a:schemeClr val="tx1"/>
                </a:solidFill>
              </a:defRPr>
            </a:lvl1pPr>
            <a:lvl2pPr marL="990526" indent="-380972">
              <a:buClrTx/>
              <a:buFont typeface="Arial"/>
              <a:buChar char="•"/>
              <a:defRPr>
                <a:solidFill>
                  <a:schemeClr val="tx1"/>
                </a:solidFill>
              </a:defRPr>
            </a:lvl2pPr>
            <a:lvl3pPr>
              <a:defRPr>
                <a:solidFill>
                  <a:schemeClr val="tx1"/>
                </a:solidFill>
              </a:defRPr>
            </a:lvl3pPr>
            <a:lvl4pPr>
              <a:defRPr>
                <a:solidFill>
                  <a:srgbClr val="7F7F7F"/>
                </a:solidFill>
              </a:defRPr>
            </a:lvl4pPr>
            <a:lvl5pPr>
              <a:defRPr>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18598758"/>
      </p:ext>
    </p:extLst>
  </p:cSld>
  <p:clrMapOvr>
    <a:masterClrMapping/>
  </p:clrMapOvr>
  <p:extLst>
    <p:ext uri="{DCECCB84-F9BA-43D5-87BE-67443E8EF086}">
      <p15:sldGuideLst xmlns:p15="http://schemas.microsoft.com/office/powerpoint/2012/main"/>
    </p:ext>
  </p:extLst>
</p:sldLayout>
</file>

<file path=ppt/slideLayouts/slideLayout418.xml><?xml version="1.0" encoding="utf-8"?>
<p:sldLayout xmlns:a="http://schemas.openxmlformats.org/drawingml/2006/main" xmlns:r="http://schemas.openxmlformats.org/officeDocument/2006/relationships" xmlns:p="http://schemas.openxmlformats.org/presentationml/2006/main" userDrawn="1">
  <p:cSld name="2-line + Subtitl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444518687"/>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bwMode="gray">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99" name="Sticker" hidden="1">
            <a:extLst>
              <a:ext uri="{FF2B5EF4-FFF2-40B4-BE49-F238E27FC236}">
                <a16:creationId xmlns:a16="http://schemas.microsoft.com/office/drawing/2014/main" id="{64F3132B-1605-45D5-B06F-B703D774997D}"/>
              </a:ext>
            </a:extLst>
          </p:cNvPr>
          <p:cNvSpPr txBox="1"/>
          <p:nvPr userDrawn="1"/>
        </p:nvSpPr>
        <p:spPr bwMode="gray">
          <a:xfrm>
            <a:off x="558489" y="1401802"/>
            <a:ext cx="450444" cy="123111"/>
          </a:xfrm>
          <a:prstGeom prst="rect">
            <a:avLst/>
          </a:prstGeom>
          <a:noFill/>
          <a:ln w="6350">
            <a:noFill/>
            <a:miter lim="800000"/>
          </a:ln>
        </p:spPr>
        <p:txBody>
          <a:bodyPr vert="horz" wrap="none" lIns="0" tIns="0" rIns="0" bIns="0" rtlCol="0">
            <a:spAutoFit/>
          </a:bodyPr>
          <a:lstStyle/>
          <a:p>
            <a:pPr algn="l" rtl="0">
              <a:spcBef>
                <a:spcPts val="300"/>
              </a:spcBef>
              <a:spcAft>
                <a:spcPts val="300"/>
              </a:spcAft>
              <a:buNone/>
            </a:pPr>
            <a:r>
              <a:rPr lang="en-US" sz="800" b="1" cap="all" baseline="0"/>
              <a:t>STICKER</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3"/>
            </p:custDataLst>
          </p:nvPr>
        </p:nvSpPr>
        <p:spPr bwMode="gray">
          <a:xfrm>
            <a:off x="554736" y="1109832"/>
            <a:ext cx="11082528" cy="246221"/>
          </a:xfrm>
          <a:prstGeom prst="rect">
            <a:avLst/>
          </a:prstGeom>
        </p:spPr>
        <p:txBody>
          <a:bodyPr wrap="square">
            <a:no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gray">
          <a:xfrm>
            <a:off x="11312527" y="6498756"/>
            <a:ext cx="325501" cy="138499"/>
          </a:xfrm>
          <a:prstGeom prst="rect">
            <a:avLst/>
          </a:prstGeom>
          <a:noFill/>
          <a:ln w="9525" algn="ctr">
            <a:noFill/>
            <a:miter lim="800000"/>
            <a:headEnd/>
            <a:tailEnd/>
          </a:ln>
          <a:effectLst/>
        </p:spPr>
        <p:txBody>
          <a:bodyPr wrap="square" lIns="0" tIns="0" rIns="0" bIns="0" anchor="b">
            <a:spAutoFit/>
          </a:bodyPr>
          <a:lstStyle/>
          <a:p>
            <a:pPr algn="r" defTabSz="61071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1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bwMode="gray">
          <a:xfrm>
            <a:off x="554736" y="6501671"/>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bwMode="gray">
          <a:xfrm>
            <a:off x="554736" y="41599"/>
            <a:ext cx="3843339"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userDrawn="1">
            <p:ph type="title"/>
            <p:custDataLst>
              <p:tags r:id="rId7"/>
            </p:custDataLst>
          </p:nvPr>
        </p:nvSpPr>
        <p:spPr bwMode="gray">
          <a:xfrm>
            <a:off x="554736" y="294642"/>
            <a:ext cx="11082528" cy="769441"/>
          </a:xfrm>
          <a:prstGeom prst="rect">
            <a:avLst/>
          </a:prstGeom>
        </p:spPr>
        <p:txBody>
          <a:bodyPr vert="horz" wrap="square" lIns="0" tIns="0" rIns="0" bIns="0" rtlCol="0" anchor="t" anchorCtr="0">
            <a:noAutofit/>
          </a:bodyPr>
          <a:lstStyle>
            <a:lvl1pPr>
              <a:defRPr/>
            </a:lvl1pPr>
          </a:lstStyle>
          <a:p>
            <a:r>
              <a:rPr lang="en-US"/>
              <a:t>Click to edit Master title style</a:t>
            </a:r>
          </a:p>
        </p:txBody>
      </p:sp>
    </p:spTree>
    <p:extLst>
      <p:ext uri="{BB962C8B-B14F-4D97-AF65-F5344CB8AC3E}">
        <p14:creationId xmlns:p14="http://schemas.microsoft.com/office/powerpoint/2010/main" val="4067359840"/>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userDrawn="1">
  <p:cSld name="2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4158865660"/>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0.xml><?xml version="1.0" encoding="utf-8"?>
<p:sldLayout xmlns:a="http://schemas.openxmlformats.org/drawingml/2006/main" xmlns:r="http://schemas.openxmlformats.org/officeDocument/2006/relationships" xmlns:p="http://schemas.openxmlformats.org/presentationml/2006/main" showMasterSp="0" userDrawn="1">
  <p:cSld name="1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389851"/>
          </a:xfrm>
          <a:prstGeom prst="rect">
            <a:avLst/>
          </a:prstGeom>
        </p:spPr>
        <p:txBody>
          <a:bodyPr lIns="0" rIns="0"/>
          <a:lstStyle>
            <a:lvl1pPr algn="l">
              <a:defRPr sz="1733" b="1" i="0">
                <a:solidFill>
                  <a:schemeClr val="accent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
                <a:schemeClr val="accent2"/>
              </a:buClr>
              <a:buFont typeface="Arial" panose="020B0604020202020204" pitchFamily="34" charset="0"/>
              <a:buChar char="•"/>
              <a:tabLst/>
              <a:defRPr b="0" i="0">
                <a:solidFill>
                  <a:schemeClr val="tx1">
                    <a:lumMod val="75000"/>
                    <a:lumOff val="25000"/>
                  </a:schemeClr>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tx1">
                    <a:lumMod val="75000"/>
                    <a:lumOff val="25000"/>
                  </a:schemeClr>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687713"/>
            <a:ext cx="10983383" cy="349016"/>
          </a:xfrm>
          <a:prstGeom prst="rect">
            <a:avLst/>
          </a:prstGeom>
        </p:spPr>
        <p:txBody>
          <a:bodyPr lIns="0" rIns="0"/>
          <a:lstStyle>
            <a:lvl1pPr marL="0" indent="0">
              <a:buNone/>
              <a:defRPr sz="1600">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2300464899"/>
      </p:ext>
    </p:extLst>
  </p:cSld>
  <p:clrMapOvr>
    <a:masterClrMapping/>
  </p:clrMapOvr>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421.xml><?xml version="1.0" encoding="utf-8"?>
<p:sldLayout xmlns:a="http://schemas.openxmlformats.org/drawingml/2006/main" xmlns:r="http://schemas.openxmlformats.org/officeDocument/2006/relationships" xmlns:p="http://schemas.openxmlformats.org/presentationml/2006/main" userDrawn="1">
  <p:cSld name="1_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userDrawn="1"/>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1"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1"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userDrawn="1"/>
        </p:nvSpPr>
        <p:spPr>
          <a:xfrm>
            <a:off x="8026399" y="1222315"/>
            <a:ext cx="3606800" cy="4887401"/>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marL="0" marR="0" lvl="0" indent="0" algn="l" defTabSz="1219170" rtl="0" eaLnBrk="1" fontAlgn="auto" latinLnBrk="0" hangingPunct="1">
              <a:lnSpc>
                <a:spcPct val="100000"/>
              </a:lnSpc>
              <a:spcBef>
                <a:spcPts val="0"/>
              </a:spcBef>
              <a:spcAft>
                <a:spcPts val="2400"/>
              </a:spcAft>
              <a:buClrTx/>
              <a:buSzTx/>
              <a:buFontTx/>
              <a:buNone/>
              <a:tabLst/>
              <a:defRPr/>
            </a:pPr>
            <a:endParaRPr kumimoji="0" lang="en-US" sz="16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C6DB168A-2B02-355F-12E9-C846A57E3D8A}"/>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158604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44">
          <p15:clr>
            <a:srgbClr val="FBAE40"/>
          </p15:clr>
        </p15:guide>
      </p15:sldGuideLst>
    </p:ext>
  </p:extLst>
</p:sldLayout>
</file>

<file path=ppt/slideLayouts/slideLayout42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3"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3" y="1113133"/>
            <a:ext cx="10983484" cy="5256323"/>
          </a:xfrm>
          <a:prstGeom prst="rect">
            <a:avLst/>
          </a:prstGeom>
        </p:spPr>
        <p:txBody>
          <a:bodyPr lIns="0" rIns="0"/>
          <a:lstStyle>
            <a:lvl1pPr marL="232812" indent="-23281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50" indent="-232812">
              <a:buClrTx/>
              <a:buFont typeface="Arial"/>
              <a:buChar char="•"/>
              <a:tabLst/>
              <a:defRPr b="0" i="0">
                <a:solidFill>
                  <a:schemeClr val="bg2"/>
                </a:solidFill>
                <a:latin typeface="Arial" panose="020B0604020202020204" pitchFamily="34" charset="0"/>
                <a:cs typeface="Gotham Book" pitchFamily="2" charset="0"/>
              </a:defRPr>
            </a:lvl2pPr>
            <a:lvl3pPr marL="1449773" indent="-23069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487514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image" Target="../media/image1.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256.xml"/><Relationship Id="rId21" Type="http://schemas.openxmlformats.org/officeDocument/2006/relationships/slideLayout" Target="../slideLayouts/slideLayout160.xml"/><Relationship Id="rId42" Type="http://schemas.openxmlformats.org/officeDocument/2006/relationships/slideLayout" Target="../slideLayouts/slideLayout181.xml"/><Relationship Id="rId63" Type="http://schemas.openxmlformats.org/officeDocument/2006/relationships/slideLayout" Target="../slideLayouts/slideLayout202.xml"/><Relationship Id="rId84" Type="http://schemas.openxmlformats.org/officeDocument/2006/relationships/slideLayout" Target="../slideLayouts/slideLayout223.xml"/><Relationship Id="rId138" Type="http://schemas.openxmlformats.org/officeDocument/2006/relationships/theme" Target="../theme/theme2.xml"/><Relationship Id="rId16" Type="http://schemas.openxmlformats.org/officeDocument/2006/relationships/slideLayout" Target="../slideLayouts/slideLayout155.xml"/><Relationship Id="rId107" Type="http://schemas.openxmlformats.org/officeDocument/2006/relationships/slideLayout" Target="../slideLayouts/slideLayout246.xml"/><Relationship Id="rId11" Type="http://schemas.openxmlformats.org/officeDocument/2006/relationships/slideLayout" Target="../slideLayouts/slideLayout150.xml"/><Relationship Id="rId32" Type="http://schemas.openxmlformats.org/officeDocument/2006/relationships/slideLayout" Target="../slideLayouts/slideLayout171.xml"/><Relationship Id="rId37" Type="http://schemas.openxmlformats.org/officeDocument/2006/relationships/slideLayout" Target="../slideLayouts/slideLayout176.xml"/><Relationship Id="rId53" Type="http://schemas.openxmlformats.org/officeDocument/2006/relationships/slideLayout" Target="../slideLayouts/slideLayout192.xml"/><Relationship Id="rId58" Type="http://schemas.openxmlformats.org/officeDocument/2006/relationships/slideLayout" Target="../slideLayouts/slideLayout197.xml"/><Relationship Id="rId74" Type="http://schemas.openxmlformats.org/officeDocument/2006/relationships/slideLayout" Target="../slideLayouts/slideLayout213.xml"/><Relationship Id="rId79" Type="http://schemas.openxmlformats.org/officeDocument/2006/relationships/slideLayout" Target="../slideLayouts/slideLayout218.xml"/><Relationship Id="rId102" Type="http://schemas.openxmlformats.org/officeDocument/2006/relationships/slideLayout" Target="../slideLayouts/slideLayout241.xml"/><Relationship Id="rId123" Type="http://schemas.openxmlformats.org/officeDocument/2006/relationships/slideLayout" Target="../slideLayouts/slideLayout262.xml"/><Relationship Id="rId128" Type="http://schemas.openxmlformats.org/officeDocument/2006/relationships/slideLayout" Target="../slideLayouts/slideLayout267.xml"/><Relationship Id="rId5" Type="http://schemas.openxmlformats.org/officeDocument/2006/relationships/slideLayout" Target="../slideLayouts/slideLayout144.xml"/><Relationship Id="rId90" Type="http://schemas.openxmlformats.org/officeDocument/2006/relationships/slideLayout" Target="../slideLayouts/slideLayout229.xml"/><Relationship Id="rId95" Type="http://schemas.openxmlformats.org/officeDocument/2006/relationships/slideLayout" Target="../slideLayouts/slideLayout234.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43" Type="http://schemas.openxmlformats.org/officeDocument/2006/relationships/slideLayout" Target="../slideLayouts/slideLayout182.xml"/><Relationship Id="rId48" Type="http://schemas.openxmlformats.org/officeDocument/2006/relationships/slideLayout" Target="../slideLayouts/slideLayout187.xml"/><Relationship Id="rId64" Type="http://schemas.openxmlformats.org/officeDocument/2006/relationships/slideLayout" Target="../slideLayouts/slideLayout203.xml"/><Relationship Id="rId69" Type="http://schemas.openxmlformats.org/officeDocument/2006/relationships/slideLayout" Target="../slideLayouts/slideLayout208.xml"/><Relationship Id="rId113" Type="http://schemas.openxmlformats.org/officeDocument/2006/relationships/slideLayout" Target="../slideLayouts/slideLayout252.xml"/><Relationship Id="rId118" Type="http://schemas.openxmlformats.org/officeDocument/2006/relationships/slideLayout" Target="../slideLayouts/slideLayout257.xml"/><Relationship Id="rId134" Type="http://schemas.openxmlformats.org/officeDocument/2006/relationships/slideLayout" Target="../slideLayouts/slideLayout273.xml"/><Relationship Id="rId139" Type="http://schemas.openxmlformats.org/officeDocument/2006/relationships/image" Target="../media/image1.png"/><Relationship Id="rId80" Type="http://schemas.openxmlformats.org/officeDocument/2006/relationships/slideLayout" Target="../slideLayouts/slideLayout219.xml"/><Relationship Id="rId85" Type="http://schemas.openxmlformats.org/officeDocument/2006/relationships/slideLayout" Target="../slideLayouts/slideLayout224.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33" Type="http://schemas.openxmlformats.org/officeDocument/2006/relationships/slideLayout" Target="../slideLayouts/slideLayout172.xml"/><Relationship Id="rId38" Type="http://schemas.openxmlformats.org/officeDocument/2006/relationships/slideLayout" Target="../slideLayouts/slideLayout177.xml"/><Relationship Id="rId59" Type="http://schemas.openxmlformats.org/officeDocument/2006/relationships/slideLayout" Target="../slideLayouts/slideLayout198.xml"/><Relationship Id="rId103" Type="http://schemas.openxmlformats.org/officeDocument/2006/relationships/slideLayout" Target="../slideLayouts/slideLayout242.xml"/><Relationship Id="rId108" Type="http://schemas.openxmlformats.org/officeDocument/2006/relationships/slideLayout" Target="../slideLayouts/slideLayout247.xml"/><Relationship Id="rId124" Type="http://schemas.openxmlformats.org/officeDocument/2006/relationships/slideLayout" Target="../slideLayouts/slideLayout263.xml"/><Relationship Id="rId129" Type="http://schemas.openxmlformats.org/officeDocument/2006/relationships/slideLayout" Target="../slideLayouts/slideLayout268.xml"/><Relationship Id="rId54" Type="http://schemas.openxmlformats.org/officeDocument/2006/relationships/slideLayout" Target="../slideLayouts/slideLayout193.xml"/><Relationship Id="rId70" Type="http://schemas.openxmlformats.org/officeDocument/2006/relationships/slideLayout" Target="../slideLayouts/slideLayout209.xml"/><Relationship Id="rId75" Type="http://schemas.openxmlformats.org/officeDocument/2006/relationships/slideLayout" Target="../slideLayouts/slideLayout214.xml"/><Relationship Id="rId91" Type="http://schemas.openxmlformats.org/officeDocument/2006/relationships/slideLayout" Target="../slideLayouts/slideLayout230.xml"/><Relationship Id="rId96" Type="http://schemas.openxmlformats.org/officeDocument/2006/relationships/slideLayout" Target="../slideLayouts/slideLayout235.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23" Type="http://schemas.openxmlformats.org/officeDocument/2006/relationships/slideLayout" Target="../slideLayouts/slideLayout162.xml"/><Relationship Id="rId28" Type="http://schemas.openxmlformats.org/officeDocument/2006/relationships/slideLayout" Target="../slideLayouts/slideLayout167.xml"/><Relationship Id="rId49" Type="http://schemas.openxmlformats.org/officeDocument/2006/relationships/slideLayout" Target="../slideLayouts/slideLayout188.xml"/><Relationship Id="rId114" Type="http://schemas.openxmlformats.org/officeDocument/2006/relationships/slideLayout" Target="../slideLayouts/slideLayout253.xml"/><Relationship Id="rId119" Type="http://schemas.openxmlformats.org/officeDocument/2006/relationships/slideLayout" Target="../slideLayouts/slideLayout258.xml"/><Relationship Id="rId44" Type="http://schemas.openxmlformats.org/officeDocument/2006/relationships/slideLayout" Target="../slideLayouts/slideLayout183.xml"/><Relationship Id="rId60" Type="http://schemas.openxmlformats.org/officeDocument/2006/relationships/slideLayout" Target="../slideLayouts/slideLayout199.xml"/><Relationship Id="rId65" Type="http://schemas.openxmlformats.org/officeDocument/2006/relationships/slideLayout" Target="../slideLayouts/slideLayout204.xml"/><Relationship Id="rId81" Type="http://schemas.openxmlformats.org/officeDocument/2006/relationships/slideLayout" Target="../slideLayouts/slideLayout220.xml"/><Relationship Id="rId86" Type="http://schemas.openxmlformats.org/officeDocument/2006/relationships/slideLayout" Target="../slideLayouts/slideLayout225.xml"/><Relationship Id="rId130" Type="http://schemas.openxmlformats.org/officeDocument/2006/relationships/slideLayout" Target="../slideLayouts/slideLayout269.xml"/><Relationship Id="rId135" Type="http://schemas.openxmlformats.org/officeDocument/2006/relationships/slideLayout" Target="../slideLayouts/slideLayout274.xml"/><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39" Type="http://schemas.openxmlformats.org/officeDocument/2006/relationships/slideLayout" Target="../slideLayouts/slideLayout178.xml"/><Relationship Id="rId109" Type="http://schemas.openxmlformats.org/officeDocument/2006/relationships/slideLayout" Target="../slideLayouts/slideLayout248.xml"/><Relationship Id="rId34" Type="http://schemas.openxmlformats.org/officeDocument/2006/relationships/slideLayout" Target="../slideLayouts/slideLayout173.xml"/><Relationship Id="rId50" Type="http://schemas.openxmlformats.org/officeDocument/2006/relationships/slideLayout" Target="../slideLayouts/slideLayout189.xml"/><Relationship Id="rId55" Type="http://schemas.openxmlformats.org/officeDocument/2006/relationships/slideLayout" Target="../slideLayouts/slideLayout194.xml"/><Relationship Id="rId76" Type="http://schemas.openxmlformats.org/officeDocument/2006/relationships/slideLayout" Target="../slideLayouts/slideLayout215.xml"/><Relationship Id="rId97" Type="http://schemas.openxmlformats.org/officeDocument/2006/relationships/slideLayout" Target="../slideLayouts/slideLayout236.xml"/><Relationship Id="rId104" Type="http://schemas.openxmlformats.org/officeDocument/2006/relationships/slideLayout" Target="../slideLayouts/slideLayout243.xml"/><Relationship Id="rId120" Type="http://schemas.openxmlformats.org/officeDocument/2006/relationships/slideLayout" Target="../slideLayouts/slideLayout259.xml"/><Relationship Id="rId125" Type="http://schemas.openxmlformats.org/officeDocument/2006/relationships/slideLayout" Target="../slideLayouts/slideLayout264.xml"/><Relationship Id="rId7" Type="http://schemas.openxmlformats.org/officeDocument/2006/relationships/slideLayout" Target="../slideLayouts/slideLayout146.xml"/><Relationship Id="rId71" Type="http://schemas.openxmlformats.org/officeDocument/2006/relationships/slideLayout" Target="../slideLayouts/slideLayout210.xml"/><Relationship Id="rId92" Type="http://schemas.openxmlformats.org/officeDocument/2006/relationships/slideLayout" Target="../slideLayouts/slideLayout231.xml"/><Relationship Id="rId2" Type="http://schemas.openxmlformats.org/officeDocument/2006/relationships/slideLayout" Target="../slideLayouts/slideLayout141.xml"/><Relationship Id="rId29" Type="http://schemas.openxmlformats.org/officeDocument/2006/relationships/slideLayout" Target="../slideLayouts/slideLayout168.xml"/><Relationship Id="rId24" Type="http://schemas.openxmlformats.org/officeDocument/2006/relationships/slideLayout" Target="../slideLayouts/slideLayout163.xml"/><Relationship Id="rId40" Type="http://schemas.openxmlformats.org/officeDocument/2006/relationships/slideLayout" Target="../slideLayouts/slideLayout179.xml"/><Relationship Id="rId45" Type="http://schemas.openxmlformats.org/officeDocument/2006/relationships/slideLayout" Target="../slideLayouts/slideLayout184.xml"/><Relationship Id="rId66" Type="http://schemas.openxmlformats.org/officeDocument/2006/relationships/slideLayout" Target="../slideLayouts/slideLayout205.xml"/><Relationship Id="rId87" Type="http://schemas.openxmlformats.org/officeDocument/2006/relationships/slideLayout" Target="../slideLayouts/slideLayout226.xml"/><Relationship Id="rId110" Type="http://schemas.openxmlformats.org/officeDocument/2006/relationships/slideLayout" Target="../slideLayouts/slideLayout249.xml"/><Relationship Id="rId115" Type="http://schemas.openxmlformats.org/officeDocument/2006/relationships/slideLayout" Target="../slideLayouts/slideLayout254.xml"/><Relationship Id="rId131" Type="http://schemas.openxmlformats.org/officeDocument/2006/relationships/slideLayout" Target="../slideLayouts/slideLayout270.xml"/><Relationship Id="rId136" Type="http://schemas.openxmlformats.org/officeDocument/2006/relationships/slideLayout" Target="../slideLayouts/slideLayout275.xml"/><Relationship Id="rId61" Type="http://schemas.openxmlformats.org/officeDocument/2006/relationships/slideLayout" Target="../slideLayouts/slideLayout200.xml"/><Relationship Id="rId82" Type="http://schemas.openxmlformats.org/officeDocument/2006/relationships/slideLayout" Target="../slideLayouts/slideLayout221.xml"/><Relationship Id="rId19" Type="http://schemas.openxmlformats.org/officeDocument/2006/relationships/slideLayout" Target="../slideLayouts/slideLayout158.xml"/><Relationship Id="rId14" Type="http://schemas.openxmlformats.org/officeDocument/2006/relationships/slideLayout" Target="../slideLayouts/slideLayout153.xml"/><Relationship Id="rId30" Type="http://schemas.openxmlformats.org/officeDocument/2006/relationships/slideLayout" Target="../slideLayouts/slideLayout169.xml"/><Relationship Id="rId35" Type="http://schemas.openxmlformats.org/officeDocument/2006/relationships/slideLayout" Target="../slideLayouts/slideLayout174.xml"/><Relationship Id="rId56" Type="http://schemas.openxmlformats.org/officeDocument/2006/relationships/slideLayout" Target="../slideLayouts/slideLayout195.xml"/><Relationship Id="rId77" Type="http://schemas.openxmlformats.org/officeDocument/2006/relationships/slideLayout" Target="../slideLayouts/slideLayout216.xml"/><Relationship Id="rId100" Type="http://schemas.openxmlformats.org/officeDocument/2006/relationships/slideLayout" Target="../slideLayouts/slideLayout239.xml"/><Relationship Id="rId105" Type="http://schemas.openxmlformats.org/officeDocument/2006/relationships/slideLayout" Target="../slideLayouts/slideLayout244.xml"/><Relationship Id="rId126" Type="http://schemas.openxmlformats.org/officeDocument/2006/relationships/slideLayout" Target="../slideLayouts/slideLayout265.xml"/><Relationship Id="rId8" Type="http://schemas.openxmlformats.org/officeDocument/2006/relationships/slideLayout" Target="../slideLayouts/slideLayout147.xml"/><Relationship Id="rId51" Type="http://schemas.openxmlformats.org/officeDocument/2006/relationships/slideLayout" Target="../slideLayouts/slideLayout190.xml"/><Relationship Id="rId72" Type="http://schemas.openxmlformats.org/officeDocument/2006/relationships/slideLayout" Target="../slideLayouts/slideLayout211.xml"/><Relationship Id="rId93" Type="http://schemas.openxmlformats.org/officeDocument/2006/relationships/slideLayout" Target="../slideLayouts/slideLayout232.xml"/><Relationship Id="rId98" Type="http://schemas.openxmlformats.org/officeDocument/2006/relationships/slideLayout" Target="../slideLayouts/slideLayout237.xml"/><Relationship Id="rId121" Type="http://schemas.openxmlformats.org/officeDocument/2006/relationships/slideLayout" Target="../slideLayouts/slideLayout260.xml"/><Relationship Id="rId3" Type="http://schemas.openxmlformats.org/officeDocument/2006/relationships/slideLayout" Target="../slideLayouts/slideLayout142.xml"/><Relationship Id="rId25" Type="http://schemas.openxmlformats.org/officeDocument/2006/relationships/slideLayout" Target="../slideLayouts/slideLayout164.xml"/><Relationship Id="rId46" Type="http://schemas.openxmlformats.org/officeDocument/2006/relationships/slideLayout" Target="../slideLayouts/slideLayout185.xml"/><Relationship Id="rId67" Type="http://schemas.openxmlformats.org/officeDocument/2006/relationships/slideLayout" Target="../slideLayouts/slideLayout206.xml"/><Relationship Id="rId116" Type="http://schemas.openxmlformats.org/officeDocument/2006/relationships/slideLayout" Target="../slideLayouts/slideLayout255.xml"/><Relationship Id="rId137" Type="http://schemas.openxmlformats.org/officeDocument/2006/relationships/slideLayout" Target="../slideLayouts/slideLayout276.xml"/><Relationship Id="rId20" Type="http://schemas.openxmlformats.org/officeDocument/2006/relationships/slideLayout" Target="../slideLayouts/slideLayout159.xml"/><Relationship Id="rId41" Type="http://schemas.openxmlformats.org/officeDocument/2006/relationships/slideLayout" Target="../slideLayouts/slideLayout180.xml"/><Relationship Id="rId62" Type="http://schemas.openxmlformats.org/officeDocument/2006/relationships/slideLayout" Target="../slideLayouts/slideLayout201.xml"/><Relationship Id="rId83" Type="http://schemas.openxmlformats.org/officeDocument/2006/relationships/slideLayout" Target="../slideLayouts/slideLayout222.xml"/><Relationship Id="rId88" Type="http://schemas.openxmlformats.org/officeDocument/2006/relationships/slideLayout" Target="../slideLayouts/slideLayout227.xml"/><Relationship Id="rId111" Type="http://schemas.openxmlformats.org/officeDocument/2006/relationships/slideLayout" Target="../slideLayouts/slideLayout250.xml"/><Relationship Id="rId132" Type="http://schemas.openxmlformats.org/officeDocument/2006/relationships/slideLayout" Target="../slideLayouts/slideLayout271.xml"/><Relationship Id="rId15" Type="http://schemas.openxmlformats.org/officeDocument/2006/relationships/slideLayout" Target="../slideLayouts/slideLayout154.xml"/><Relationship Id="rId36" Type="http://schemas.openxmlformats.org/officeDocument/2006/relationships/slideLayout" Target="../slideLayouts/slideLayout175.xml"/><Relationship Id="rId57" Type="http://schemas.openxmlformats.org/officeDocument/2006/relationships/slideLayout" Target="../slideLayouts/slideLayout196.xml"/><Relationship Id="rId106" Type="http://schemas.openxmlformats.org/officeDocument/2006/relationships/slideLayout" Target="../slideLayouts/slideLayout245.xml"/><Relationship Id="rId127" Type="http://schemas.openxmlformats.org/officeDocument/2006/relationships/slideLayout" Target="../slideLayouts/slideLayout266.xml"/><Relationship Id="rId10" Type="http://schemas.openxmlformats.org/officeDocument/2006/relationships/slideLayout" Target="../slideLayouts/slideLayout149.xml"/><Relationship Id="rId31" Type="http://schemas.openxmlformats.org/officeDocument/2006/relationships/slideLayout" Target="../slideLayouts/slideLayout170.xml"/><Relationship Id="rId52" Type="http://schemas.openxmlformats.org/officeDocument/2006/relationships/slideLayout" Target="../slideLayouts/slideLayout191.xml"/><Relationship Id="rId73" Type="http://schemas.openxmlformats.org/officeDocument/2006/relationships/slideLayout" Target="../slideLayouts/slideLayout212.xml"/><Relationship Id="rId78" Type="http://schemas.openxmlformats.org/officeDocument/2006/relationships/slideLayout" Target="../slideLayouts/slideLayout217.xml"/><Relationship Id="rId94" Type="http://schemas.openxmlformats.org/officeDocument/2006/relationships/slideLayout" Target="../slideLayouts/slideLayout233.xml"/><Relationship Id="rId99" Type="http://schemas.openxmlformats.org/officeDocument/2006/relationships/slideLayout" Target="../slideLayouts/slideLayout238.xml"/><Relationship Id="rId101" Type="http://schemas.openxmlformats.org/officeDocument/2006/relationships/slideLayout" Target="../slideLayouts/slideLayout240.xml"/><Relationship Id="rId122" Type="http://schemas.openxmlformats.org/officeDocument/2006/relationships/slideLayout" Target="../slideLayouts/slideLayout261.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26" Type="http://schemas.openxmlformats.org/officeDocument/2006/relationships/slideLayout" Target="../slideLayouts/slideLayout165.xml"/><Relationship Id="rId47" Type="http://schemas.openxmlformats.org/officeDocument/2006/relationships/slideLayout" Target="../slideLayouts/slideLayout186.xml"/><Relationship Id="rId68" Type="http://schemas.openxmlformats.org/officeDocument/2006/relationships/slideLayout" Target="../slideLayouts/slideLayout207.xml"/><Relationship Id="rId89" Type="http://schemas.openxmlformats.org/officeDocument/2006/relationships/slideLayout" Target="../slideLayouts/slideLayout228.xml"/><Relationship Id="rId112" Type="http://schemas.openxmlformats.org/officeDocument/2006/relationships/slideLayout" Target="../slideLayouts/slideLayout251.xml"/><Relationship Id="rId133" Type="http://schemas.openxmlformats.org/officeDocument/2006/relationships/slideLayout" Target="../slideLayouts/slideLayout272.xml"/></Relationships>
</file>

<file path=ppt/slideMasters/_rels/slideMaster3.xml.rels><?xml version="1.0" encoding="UTF-8" standalone="yes"?>
<Relationships xmlns="http://schemas.openxmlformats.org/package/2006/relationships"><Relationship Id="rId117" Type="http://schemas.openxmlformats.org/officeDocument/2006/relationships/slideLayout" Target="../slideLayouts/slideLayout393.xml"/><Relationship Id="rId21" Type="http://schemas.openxmlformats.org/officeDocument/2006/relationships/slideLayout" Target="../slideLayouts/slideLayout297.xml"/><Relationship Id="rId42" Type="http://schemas.openxmlformats.org/officeDocument/2006/relationships/slideLayout" Target="../slideLayouts/slideLayout318.xml"/><Relationship Id="rId63" Type="http://schemas.openxmlformats.org/officeDocument/2006/relationships/slideLayout" Target="../slideLayouts/slideLayout339.xml"/><Relationship Id="rId84" Type="http://schemas.openxmlformats.org/officeDocument/2006/relationships/slideLayout" Target="../slideLayouts/slideLayout360.xml"/><Relationship Id="rId138" Type="http://schemas.openxmlformats.org/officeDocument/2006/relationships/slideLayout" Target="../slideLayouts/slideLayout414.xml"/><Relationship Id="rId107" Type="http://schemas.openxmlformats.org/officeDocument/2006/relationships/slideLayout" Target="../slideLayouts/slideLayout383.xml"/><Relationship Id="rId11" Type="http://schemas.openxmlformats.org/officeDocument/2006/relationships/slideLayout" Target="../slideLayouts/slideLayout287.xml"/><Relationship Id="rId32" Type="http://schemas.openxmlformats.org/officeDocument/2006/relationships/slideLayout" Target="../slideLayouts/slideLayout308.xml"/><Relationship Id="rId53" Type="http://schemas.openxmlformats.org/officeDocument/2006/relationships/slideLayout" Target="../slideLayouts/slideLayout329.xml"/><Relationship Id="rId74" Type="http://schemas.openxmlformats.org/officeDocument/2006/relationships/slideLayout" Target="../slideLayouts/slideLayout350.xml"/><Relationship Id="rId128" Type="http://schemas.openxmlformats.org/officeDocument/2006/relationships/slideLayout" Target="../slideLayouts/slideLayout404.xml"/><Relationship Id="rId5" Type="http://schemas.openxmlformats.org/officeDocument/2006/relationships/slideLayout" Target="../slideLayouts/slideLayout281.xml"/><Relationship Id="rId90" Type="http://schemas.openxmlformats.org/officeDocument/2006/relationships/slideLayout" Target="../slideLayouts/slideLayout366.xml"/><Relationship Id="rId95" Type="http://schemas.openxmlformats.org/officeDocument/2006/relationships/slideLayout" Target="../slideLayouts/slideLayout371.xml"/><Relationship Id="rId22" Type="http://schemas.openxmlformats.org/officeDocument/2006/relationships/slideLayout" Target="../slideLayouts/slideLayout298.xml"/><Relationship Id="rId27" Type="http://schemas.openxmlformats.org/officeDocument/2006/relationships/slideLayout" Target="../slideLayouts/slideLayout303.xml"/><Relationship Id="rId43" Type="http://schemas.openxmlformats.org/officeDocument/2006/relationships/slideLayout" Target="../slideLayouts/slideLayout319.xml"/><Relationship Id="rId48" Type="http://schemas.openxmlformats.org/officeDocument/2006/relationships/slideLayout" Target="../slideLayouts/slideLayout324.xml"/><Relationship Id="rId64" Type="http://schemas.openxmlformats.org/officeDocument/2006/relationships/slideLayout" Target="../slideLayouts/slideLayout340.xml"/><Relationship Id="rId69" Type="http://schemas.openxmlformats.org/officeDocument/2006/relationships/slideLayout" Target="../slideLayouts/slideLayout345.xml"/><Relationship Id="rId113" Type="http://schemas.openxmlformats.org/officeDocument/2006/relationships/slideLayout" Target="../slideLayouts/slideLayout389.xml"/><Relationship Id="rId118" Type="http://schemas.openxmlformats.org/officeDocument/2006/relationships/slideLayout" Target="../slideLayouts/slideLayout394.xml"/><Relationship Id="rId134" Type="http://schemas.openxmlformats.org/officeDocument/2006/relationships/slideLayout" Target="../slideLayouts/slideLayout410.xml"/><Relationship Id="rId139" Type="http://schemas.openxmlformats.org/officeDocument/2006/relationships/slideLayout" Target="../slideLayouts/slideLayout415.xml"/><Relationship Id="rId80" Type="http://schemas.openxmlformats.org/officeDocument/2006/relationships/slideLayout" Target="../slideLayouts/slideLayout356.xml"/><Relationship Id="rId85" Type="http://schemas.openxmlformats.org/officeDocument/2006/relationships/slideLayout" Target="../slideLayouts/slideLayout361.xml"/><Relationship Id="rId12" Type="http://schemas.openxmlformats.org/officeDocument/2006/relationships/slideLayout" Target="../slideLayouts/slideLayout288.xml"/><Relationship Id="rId17" Type="http://schemas.openxmlformats.org/officeDocument/2006/relationships/slideLayout" Target="../slideLayouts/slideLayout293.xml"/><Relationship Id="rId33" Type="http://schemas.openxmlformats.org/officeDocument/2006/relationships/slideLayout" Target="../slideLayouts/slideLayout309.xml"/><Relationship Id="rId38" Type="http://schemas.openxmlformats.org/officeDocument/2006/relationships/slideLayout" Target="../slideLayouts/slideLayout314.xml"/><Relationship Id="rId59" Type="http://schemas.openxmlformats.org/officeDocument/2006/relationships/slideLayout" Target="../slideLayouts/slideLayout335.xml"/><Relationship Id="rId103" Type="http://schemas.openxmlformats.org/officeDocument/2006/relationships/slideLayout" Target="../slideLayouts/slideLayout379.xml"/><Relationship Id="rId108" Type="http://schemas.openxmlformats.org/officeDocument/2006/relationships/slideLayout" Target="../slideLayouts/slideLayout384.xml"/><Relationship Id="rId124" Type="http://schemas.openxmlformats.org/officeDocument/2006/relationships/slideLayout" Target="../slideLayouts/slideLayout400.xml"/><Relationship Id="rId129" Type="http://schemas.openxmlformats.org/officeDocument/2006/relationships/slideLayout" Target="../slideLayouts/slideLayout405.xml"/><Relationship Id="rId54" Type="http://schemas.openxmlformats.org/officeDocument/2006/relationships/slideLayout" Target="../slideLayouts/slideLayout330.xml"/><Relationship Id="rId70" Type="http://schemas.openxmlformats.org/officeDocument/2006/relationships/slideLayout" Target="../slideLayouts/slideLayout346.xml"/><Relationship Id="rId75" Type="http://schemas.openxmlformats.org/officeDocument/2006/relationships/slideLayout" Target="../slideLayouts/slideLayout351.xml"/><Relationship Id="rId91" Type="http://schemas.openxmlformats.org/officeDocument/2006/relationships/slideLayout" Target="../slideLayouts/slideLayout367.xml"/><Relationship Id="rId96" Type="http://schemas.openxmlformats.org/officeDocument/2006/relationships/slideLayout" Target="../slideLayouts/slideLayout372.xml"/><Relationship Id="rId140" Type="http://schemas.openxmlformats.org/officeDocument/2006/relationships/slideLayout" Target="../slideLayouts/slideLayout416.xml"/><Relationship Id="rId145" Type="http://schemas.openxmlformats.org/officeDocument/2006/relationships/slideLayout" Target="../slideLayouts/slideLayout421.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23" Type="http://schemas.openxmlformats.org/officeDocument/2006/relationships/slideLayout" Target="../slideLayouts/slideLayout299.xml"/><Relationship Id="rId28" Type="http://schemas.openxmlformats.org/officeDocument/2006/relationships/slideLayout" Target="../slideLayouts/slideLayout304.xml"/><Relationship Id="rId49" Type="http://schemas.openxmlformats.org/officeDocument/2006/relationships/slideLayout" Target="../slideLayouts/slideLayout325.xml"/><Relationship Id="rId114" Type="http://schemas.openxmlformats.org/officeDocument/2006/relationships/slideLayout" Target="../slideLayouts/slideLayout390.xml"/><Relationship Id="rId119" Type="http://schemas.openxmlformats.org/officeDocument/2006/relationships/slideLayout" Target="../slideLayouts/slideLayout395.xml"/><Relationship Id="rId44" Type="http://schemas.openxmlformats.org/officeDocument/2006/relationships/slideLayout" Target="../slideLayouts/slideLayout320.xml"/><Relationship Id="rId60" Type="http://schemas.openxmlformats.org/officeDocument/2006/relationships/slideLayout" Target="../slideLayouts/slideLayout336.xml"/><Relationship Id="rId65" Type="http://schemas.openxmlformats.org/officeDocument/2006/relationships/slideLayout" Target="../slideLayouts/slideLayout341.xml"/><Relationship Id="rId81" Type="http://schemas.openxmlformats.org/officeDocument/2006/relationships/slideLayout" Target="../slideLayouts/slideLayout357.xml"/><Relationship Id="rId86" Type="http://schemas.openxmlformats.org/officeDocument/2006/relationships/slideLayout" Target="../slideLayouts/slideLayout362.xml"/><Relationship Id="rId130" Type="http://schemas.openxmlformats.org/officeDocument/2006/relationships/slideLayout" Target="../slideLayouts/slideLayout406.xml"/><Relationship Id="rId135" Type="http://schemas.openxmlformats.org/officeDocument/2006/relationships/slideLayout" Target="../slideLayouts/slideLayout411.xml"/><Relationship Id="rId13" Type="http://schemas.openxmlformats.org/officeDocument/2006/relationships/slideLayout" Target="../slideLayouts/slideLayout289.xml"/><Relationship Id="rId18" Type="http://schemas.openxmlformats.org/officeDocument/2006/relationships/slideLayout" Target="../slideLayouts/slideLayout294.xml"/><Relationship Id="rId39" Type="http://schemas.openxmlformats.org/officeDocument/2006/relationships/slideLayout" Target="../slideLayouts/slideLayout315.xml"/><Relationship Id="rId109" Type="http://schemas.openxmlformats.org/officeDocument/2006/relationships/slideLayout" Target="../slideLayouts/slideLayout385.xml"/><Relationship Id="rId34" Type="http://schemas.openxmlformats.org/officeDocument/2006/relationships/slideLayout" Target="../slideLayouts/slideLayout310.xml"/><Relationship Id="rId50" Type="http://schemas.openxmlformats.org/officeDocument/2006/relationships/slideLayout" Target="../slideLayouts/slideLayout326.xml"/><Relationship Id="rId55" Type="http://schemas.openxmlformats.org/officeDocument/2006/relationships/slideLayout" Target="../slideLayouts/slideLayout331.xml"/><Relationship Id="rId76" Type="http://schemas.openxmlformats.org/officeDocument/2006/relationships/slideLayout" Target="../slideLayouts/slideLayout352.xml"/><Relationship Id="rId97" Type="http://schemas.openxmlformats.org/officeDocument/2006/relationships/slideLayout" Target="../slideLayouts/slideLayout373.xml"/><Relationship Id="rId104" Type="http://schemas.openxmlformats.org/officeDocument/2006/relationships/slideLayout" Target="../slideLayouts/slideLayout380.xml"/><Relationship Id="rId120" Type="http://schemas.openxmlformats.org/officeDocument/2006/relationships/slideLayout" Target="../slideLayouts/slideLayout396.xml"/><Relationship Id="rId125" Type="http://schemas.openxmlformats.org/officeDocument/2006/relationships/slideLayout" Target="../slideLayouts/slideLayout401.xml"/><Relationship Id="rId141" Type="http://schemas.openxmlformats.org/officeDocument/2006/relationships/slideLayout" Target="../slideLayouts/slideLayout417.xml"/><Relationship Id="rId146" Type="http://schemas.openxmlformats.org/officeDocument/2006/relationships/slideLayout" Target="../slideLayouts/slideLayout422.xml"/><Relationship Id="rId7" Type="http://schemas.openxmlformats.org/officeDocument/2006/relationships/slideLayout" Target="../slideLayouts/slideLayout283.xml"/><Relationship Id="rId71" Type="http://schemas.openxmlformats.org/officeDocument/2006/relationships/slideLayout" Target="../slideLayouts/slideLayout347.xml"/><Relationship Id="rId92" Type="http://schemas.openxmlformats.org/officeDocument/2006/relationships/slideLayout" Target="../slideLayouts/slideLayout368.xml"/><Relationship Id="rId2" Type="http://schemas.openxmlformats.org/officeDocument/2006/relationships/slideLayout" Target="../slideLayouts/slideLayout278.xml"/><Relationship Id="rId29" Type="http://schemas.openxmlformats.org/officeDocument/2006/relationships/slideLayout" Target="../slideLayouts/slideLayout305.xml"/><Relationship Id="rId24" Type="http://schemas.openxmlformats.org/officeDocument/2006/relationships/slideLayout" Target="../slideLayouts/slideLayout300.xml"/><Relationship Id="rId40" Type="http://schemas.openxmlformats.org/officeDocument/2006/relationships/slideLayout" Target="../slideLayouts/slideLayout316.xml"/><Relationship Id="rId45" Type="http://schemas.openxmlformats.org/officeDocument/2006/relationships/slideLayout" Target="../slideLayouts/slideLayout321.xml"/><Relationship Id="rId66" Type="http://schemas.openxmlformats.org/officeDocument/2006/relationships/slideLayout" Target="../slideLayouts/slideLayout342.xml"/><Relationship Id="rId87" Type="http://schemas.openxmlformats.org/officeDocument/2006/relationships/slideLayout" Target="../slideLayouts/slideLayout363.xml"/><Relationship Id="rId110" Type="http://schemas.openxmlformats.org/officeDocument/2006/relationships/slideLayout" Target="../slideLayouts/slideLayout386.xml"/><Relationship Id="rId115" Type="http://schemas.openxmlformats.org/officeDocument/2006/relationships/slideLayout" Target="../slideLayouts/slideLayout391.xml"/><Relationship Id="rId131" Type="http://schemas.openxmlformats.org/officeDocument/2006/relationships/slideLayout" Target="../slideLayouts/slideLayout407.xml"/><Relationship Id="rId136" Type="http://schemas.openxmlformats.org/officeDocument/2006/relationships/slideLayout" Target="../slideLayouts/slideLayout412.xml"/><Relationship Id="rId61" Type="http://schemas.openxmlformats.org/officeDocument/2006/relationships/slideLayout" Target="../slideLayouts/slideLayout337.xml"/><Relationship Id="rId82" Type="http://schemas.openxmlformats.org/officeDocument/2006/relationships/slideLayout" Target="../slideLayouts/slideLayout358.xml"/><Relationship Id="rId19" Type="http://schemas.openxmlformats.org/officeDocument/2006/relationships/slideLayout" Target="../slideLayouts/slideLayout295.xml"/><Relationship Id="rId14" Type="http://schemas.openxmlformats.org/officeDocument/2006/relationships/slideLayout" Target="../slideLayouts/slideLayout290.xml"/><Relationship Id="rId30" Type="http://schemas.openxmlformats.org/officeDocument/2006/relationships/slideLayout" Target="../slideLayouts/slideLayout306.xml"/><Relationship Id="rId35" Type="http://schemas.openxmlformats.org/officeDocument/2006/relationships/slideLayout" Target="../slideLayouts/slideLayout311.xml"/><Relationship Id="rId56" Type="http://schemas.openxmlformats.org/officeDocument/2006/relationships/slideLayout" Target="../slideLayouts/slideLayout332.xml"/><Relationship Id="rId77" Type="http://schemas.openxmlformats.org/officeDocument/2006/relationships/slideLayout" Target="../slideLayouts/slideLayout353.xml"/><Relationship Id="rId100" Type="http://schemas.openxmlformats.org/officeDocument/2006/relationships/slideLayout" Target="../slideLayouts/slideLayout376.xml"/><Relationship Id="rId105" Type="http://schemas.openxmlformats.org/officeDocument/2006/relationships/slideLayout" Target="../slideLayouts/slideLayout381.xml"/><Relationship Id="rId126" Type="http://schemas.openxmlformats.org/officeDocument/2006/relationships/slideLayout" Target="../slideLayouts/slideLayout402.xml"/><Relationship Id="rId147" Type="http://schemas.openxmlformats.org/officeDocument/2006/relationships/theme" Target="../theme/theme3.xml"/><Relationship Id="rId8" Type="http://schemas.openxmlformats.org/officeDocument/2006/relationships/slideLayout" Target="../slideLayouts/slideLayout284.xml"/><Relationship Id="rId51" Type="http://schemas.openxmlformats.org/officeDocument/2006/relationships/slideLayout" Target="../slideLayouts/slideLayout327.xml"/><Relationship Id="rId72" Type="http://schemas.openxmlformats.org/officeDocument/2006/relationships/slideLayout" Target="../slideLayouts/slideLayout348.xml"/><Relationship Id="rId93" Type="http://schemas.openxmlformats.org/officeDocument/2006/relationships/slideLayout" Target="../slideLayouts/slideLayout369.xml"/><Relationship Id="rId98" Type="http://schemas.openxmlformats.org/officeDocument/2006/relationships/slideLayout" Target="../slideLayouts/slideLayout374.xml"/><Relationship Id="rId121" Type="http://schemas.openxmlformats.org/officeDocument/2006/relationships/slideLayout" Target="../slideLayouts/slideLayout397.xml"/><Relationship Id="rId142" Type="http://schemas.openxmlformats.org/officeDocument/2006/relationships/slideLayout" Target="../slideLayouts/slideLayout418.xml"/><Relationship Id="rId3" Type="http://schemas.openxmlformats.org/officeDocument/2006/relationships/slideLayout" Target="../slideLayouts/slideLayout279.xml"/><Relationship Id="rId25" Type="http://schemas.openxmlformats.org/officeDocument/2006/relationships/slideLayout" Target="../slideLayouts/slideLayout301.xml"/><Relationship Id="rId46" Type="http://schemas.openxmlformats.org/officeDocument/2006/relationships/slideLayout" Target="../slideLayouts/slideLayout322.xml"/><Relationship Id="rId67" Type="http://schemas.openxmlformats.org/officeDocument/2006/relationships/slideLayout" Target="../slideLayouts/slideLayout343.xml"/><Relationship Id="rId116" Type="http://schemas.openxmlformats.org/officeDocument/2006/relationships/slideLayout" Target="../slideLayouts/slideLayout392.xml"/><Relationship Id="rId137" Type="http://schemas.openxmlformats.org/officeDocument/2006/relationships/slideLayout" Target="../slideLayouts/slideLayout413.xml"/><Relationship Id="rId20" Type="http://schemas.openxmlformats.org/officeDocument/2006/relationships/slideLayout" Target="../slideLayouts/slideLayout296.xml"/><Relationship Id="rId41" Type="http://schemas.openxmlformats.org/officeDocument/2006/relationships/slideLayout" Target="../slideLayouts/slideLayout317.xml"/><Relationship Id="rId62" Type="http://schemas.openxmlformats.org/officeDocument/2006/relationships/slideLayout" Target="../slideLayouts/slideLayout338.xml"/><Relationship Id="rId83" Type="http://schemas.openxmlformats.org/officeDocument/2006/relationships/slideLayout" Target="../slideLayouts/slideLayout359.xml"/><Relationship Id="rId88" Type="http://schemas.openxmlformats.org/officeDocument/2006/relationships/slideLayout" Target="../slideLayouts/slideLayout364.xml"/><Relationship Id="rId111" Type="http://schemas.openxmlformats.org/officeDocument/2006/relationships/slideLayout" Target="../slideLayouts/slideLayout387.xml"/><Relationship Id="rId132" Type="http://schemas.openxmlformats.org/officeDocument/2006/relationships/slideLayout" Target="../slideLayouts/slideLayout408.xml"/><Relationship Id="rId15" Type="http://schemas.openxmlformats.org/officeDocument/2006/relationships/slideLayout" Target="../slideLayouts/slideLayout291.xml"/><Relationship Id="rId36" Type="http://schemas.openxmlformats.org/officeDocument/2006/relationships/slideLayout" Target="../slideLayouts/slideLayout312.xml"/><Relationship Id="rId57" Type="http://schemas.openxmlformats.org/officeDocument/2006/relationships/slideLayout" Target="../slideLayouts/slideLayout333.xml"/><Relationship Id="rId106" Type="http://schemas.openxmlformats.org/officeDocument/2006/relationships/slideLayout" Target="../slideLayouts/slideLayout382.xml"/><Relationship Id="rId127" Type="http://schemas.openxmlformats.org/officeDocument/2006/relationships/slideLayout" Target="../slideLayouts/slideLayout403.xml"/><Relationship Id="rId10" Type="http://schemas.openxmlformats.org/officeDocument/2006/relationships/slideLayout" Target="../slideLayouts/slideLayout286.xml"/><Relationship Id="rId31" Type="http://schemas.openxmlformats.org/officeDocument/2006/relationships/slideLayout" Target="../slideLayouts/slideLayout307.xml"/><Relationship Id="rId52" Type="http://schemas.openxmlformats.org/officeDocument/2006/relationships/slideLayout" Target="../slideLayouts/slideLayout328.xml"/><Relationship Id="rId73" Type="http://schemas.openxmlformats.org/officeDocument/2006/relationships/slideLayout" Target="../slideLayouts/slideLayout349.xml"/><Relationship Id="rId78" Type="http://schemas.openxmlformats.org/officeDocument/2006/relationships/slideLayout" Target="../slideLayouts/slideLayout354.xml"/><Relationship Id="rId94" Type="http://schemas.openxmlformats.org/officeDocument/2006/relationships/slideLayout" Target="../slideLayouts/slideLayout370.xml"/><Relationship Id="rId99" Type="http://schemas.openxmlformats.org/officeDocument/2006/relationships/slideLayout" Target="../slideLayouts/slideLayout375.xml"/><Relationship Id="rId101" Type="http://schemas.openxmlformats.org/officeDocument/2006/relationships/slideLayout" Target="../slideLayouts/slideLayout377.xml"/><Relationship Id="rId122" Type="http://schemas.openxmlformats.org/officeDocument/2006/relationships/slideLayout" Target="../slideLayouts/slideLayout398.xml"/><Relationship Id="rId143" Type="http://schemas.openxmlformats.org/officeDocument/2006/relationships/slideLayout" Target="../slideLayouts/slideLayout419.xml"/><Relationship Id="rId148" Type="http://schemas.openxmlformats.org/officeDocument/2006/relationships/image" Target="../media/image1.png"/><Relationship Id="rId4" Type="http://schemas.openxmlformats.org/officeDocument/2006/relationships/slideLayout" Target="../slideLayouts/slideLayout280.xml"/><Relationship Id="rId9" Type="http://schemas.openxmlformats.org/officeDocument/2006/relationships/slideLayout" Target="../slideLayouts/slideLayout285.xml"/><Relationship Id="rId26" Type="http://schemas.openxmlformats.org/officeDocument/2006/relationships/slideLayout" Target="../slideLayouts/slideLayout302.xml"/><Relationship Id="rId47" Type="http://schemas.openxmlformats.org/officeDocument/2006/relationships/slideLayout" Target="../slideLayouts/slideLayout323.xml"/><Relationship Id="rId68" Type="http://schemas.openxmlformats.org/officeDocument/2006/relationships/slideLayout" Target="../slideLayouts/slideLayout344.xml"/><Relationship Id="rId89" Type="http://schemas.openxmlformats.org/officeDocument/2006/relationships/slideLayout" Target="../slideLayouts/slideLayout365.xml"/><Relationship Id="rId112" Type="http://schemas.openxmlformats.org/officeDocument/2006/relationships/slideLayout" Target="../slideLayouts/slideLayout388.xml"/><Relationship Id="rId133" Type="http://schemas.openxmlformats.org/officeDocument/2006/relationships/slideLayout" Target="../slideLayouts/slideLayout409.xml"/><Relationship Id="rId16" Type="http://schemas.openxmlformats.org/officeDocument/2006/relationships/slideLayout" Target="../slideLayouts/slideLayout292.xml"/><Relationship Id="rId37" Type="http://schemas.openxmlformats.org/officeDocument/2006/relationships/slideLayout" Target="../slideLayouts/slideLayout313.xml"/><Relationship Id="rId58" Type="http://schemas.openxmlformats.org/officeDocument/2006/relationships/slideLayout" Target="../slideLayouts/slideLayout334.xml"/><Relationship Id="rId79" Type="http://schemas.openxmlformats.org/officeDocument/2006/relationships/slideLayout" Target="../slideLayouts/slideLayout355.xml"/><Relationship Id="rId102" Type="http://schemas.openxmlformats.org/officeDocument/2006/relationships/slideLayout" Target="../slideLayouts/slideLayout378.xml"/><Relationship Id="rId123" Type="http://schemas.openxmlformats.org/officeDocument/2006/relationships/slideLayout" Target="../slideLayouts/slideLayout399.xml"/><Relationship Id="rId144" Type="http://schemas.openxmlformats.org/officeDocument/2006/relationships/slideLayout" Target="../slideLayouts/slideLayout4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1"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400438"/>
      </p:ext>
    </p:extLst>
  </p:cSld>
  <p:clrMap bg1="lt1" tx1="dk1" bg2="lt2" tx2="dk2" accent1="accent1" accent2="accent2" accent3="accent3" accent4="accent4" accent5="accent5" accent6="accent6" hlink="hlink" folHlink="folHlink"/>
  <p:sldLayoutIdLst>
    <p:sldLayoutId id="2147484463" r:id="rId1"/>
    <p:sldLayoutId id="2147484464" r:id="rId2"/>
    <p:sldLayoutId id="2147484474" r:id="rId3"/>
    <p:sldLayoutId id="2147484465" r:id="rId4"/>
    <p:sldLayoutId id="2147484462" r:id="rId5"/>
    <p:sldLayoutId id="2147484461" r:id="rId6"/>
    <p:sldLayoutId id="2147484562" r:id="rId7"/>
    <p:sldLayoutId id="2147484473" r:id="rId8"/>
    <p:sldLayoutId id="2147484532" r:id="rId9"/>
    <p:sldLayoutId id="2147484451" r:id="rId10"/>
    <p:sldLayoutId id="2147484452" r:id="rId11"/>
    <p:sldLayoutId id="2147484533" r:id="rId12"/>
    <p:sldLayoutId id="2147484453" r:id="rId13"/>
    <p:sldLayoutId id="2147484454" r:id="rId14"/>
    <p:sldLayoutId id="2147484534" r:id="rId15"/>
    <p:sldLayoutId id="2147484520" r:id="rId16"/>
    <p:sldLayoutId id="2147484400" r:id="rId17"/>
    <p:sldLayoutId id="2147484401" r:id="rId18"/>
    <p:sldLayoutId id="2147484466" r:id="rId19"/>
    <p:sldLayoutId id="2147484467" r:id="rId20"/>
    <p:sldLayoutId id="2147484468" r:id="rId21"/>
    <p:sldLayoutId id="2147484469" r:id="rId22"/>
    <p:sldLayoutId id="2147484370" r:id="rId23"/>
    <p:sldLayoutId id="2147484433" r:id="rId24"/>
    <p:sldLayoutId id="2147484524" r:id="rId25"/>
    <p:sldLayoutId id="2147484371" r:id="rId26"/>
    <p:sldLayoutId id="2147484431" r:id="rId27"/>
    <p:sldLayoutId id="2147484525" r:id="rId28"/>
    <p:sldLayoutId id="2147484372" r:id="rId29"/>
    <p:sldLayoutId id="2147484393" r:id="rId30"/>
    <p:sldLayoutId id="2147484527" r:id="rId31"/>
    <p:sldLayoutId id="2147484373" r:id="rId32"/>
    <p:sldLayoutId id="2147484430" r:id="rId33"/>
    <p:sldLayoutId id="2147484528" r:id="rId34"/>
    <p:sldLayoutId id="2147484374" r:id="rId35"/>
    <p:sldLayoutId id="2147484521" r:id="rId36"/>
    <p:sldLayoutId id="2147484529" r:id="rId37"/>
    <p:sldLayoutId id="2147484540" r:id="rId38"/>
    <p:sldLayoutId id="2147484541" r:id="rId39"/>
    <p:sldLayoutId id="2147484485" r:id="rId40"/>
    <p:sldLayoutId id="2147484486" r:id="rId41"/>
    <p:sldLayoutId id="2147484488" r:id="rId42"/>
    <p:sldLayoutId id="2147484489" r:id="rId43"/>
    <p:sldLayoutId id="2147484535" r:id="rId44"/>
    <p:sldLayoutId id="2147484536" r:id="rId45"/>
    <p:sldLayoutId id="2147484379" r:id="rId46"/>
    <p:sldLayoutId id="2147484530" r:id="rId47"/>
    <p:sldLayoutId id="2147484380" r:id="rId48"/>
    <p:sldLayoutId id="2147484531" r:id="rId49"/>
    <p:sldLayoutId id="2147484513" r:id="rId50"/>
    <p:sldLayoutId id="2147484376" r:id="rId51"/>
    <p:sldLayoutId id="2147484522" r:id="rId52"/>
    <p:sldLayoutId id="2147484512" r:id="rId53"/>
    <p:sldLayoutId id="2147484523" r:id="rId54"/>
    <p:sldLayoutId id="2147484514" r:id="rId55"/>
    <p:sldLayoutId id="2147484383" r:id="rId56"/>
    <p:sldLayoutId id="2147484558" r:id="rId57"/>
    <p:sldLayoutId id="2147484475" r:id="rId58"/>
    <p:sldLayoutId id="2147484476" r:id="rId59"/>
    <p:sldLayoutId id="2147484477" r:id="rId60"/>
    <p:sldLayoutId id="2147484559" r:id="rId61"/>
    <p:sldLayoutId id="2147484480" r:id="rId62"/>
    <p:sldLayoutId id="2147484481" r:id="rId63"/>
    <p:sldLayoutId id="2147484560" r:id="rId64"/>
    <p:sldLayoutId id="2147484482" r:id="rId65"/>
    <p:sldLayoutId id="2147484483" r:id="rId66"/>
    <p:sldLayoutId id="2147484561" r:id="rId67"/>
    <p:sldLayoutId id="2147484384" r:id="rId68"/>
    <p:sldLayoutId id="2147484542" r:id="rId69"/>
    <p:sldLayoutId id="2147484555" r:id="rId70"/>
    <p:sldLayoutId id="2147484385" r:id="rId71"/>
    <p:sldLayoutId id="2147484556" r:id="rId72"/>
    <p:sldLayoutId id="2147484386" r:id="rId73"/>
    <p:sldLayoutId id="2147484557" r:id="rId74"/>
    <p:sldLayoutId id="2147484478" r:id="rId75"/>
    <p:sldLayoutId id="2147484479" r:id="rId76"/>
    <p:sldLayoutId id="2147484387" r:id="rId77"/>
    <p:sldLayoutId id="2147484429" r:id="rId78"/>
    <p:sldLayoutId id="2147484434" r:id="rId79"/>
    <p:sldLayoutId id="2147484445" r:id="rId80"/>
    <p:sldLayoutId id="2147484446" r:id="rId81"/>
    <p:sldLayoutId id="2147484447" r:id="rId82"/>
    <p:sldLayoutId id="2147484449" r:id="rId83"/>
    <p:sldLayoutId id="2147484448" r:id="rId84"/>
    <p:sldLayoutId id="2147484547" r:id="rId85"/>
    <p:sldLayoutId id="2147484548" r:id="rId86"/>
    <p:sldLayoutId id="2147484549" r:id="rId87"/>
    <p:sldLayoutId id="2147484550" r:id="rId88"/>
    <p:sldLayoutId id="2147484551" r:id="rId89"/>
    <p:sldLayoutId id="2147484552" r:id="rId90"/>
    <p:sldLayoutId id="2147484553" r:id="rId91"/>
    <p:sldLayoutId id="2147484554" r:id="rId92"/>
    <p:sldLayoutId id="2147484435" r:id="rId93"/>
    <p:sldLayoutId id="2147484436" r:id="rId94"/>
    <p:sldLayoutId id="2147484437" r:id="rId95"/>
    <p:sldLayoutId id="2147484438" r:id="rId96"/>
    <p:sldLayoutId id="2147484439" r:id="rId97"/>
    <p:sldLayoutId id="2147484443" r:id="rId98"/>
    <p:sldLayoutId id="2147484441" r:id="rId99"/>
    <p:sldLayoutId id="2147484444" r:id="rId100"/>
    <p:sldLayoutId id="2147484440" r:id="rId101"/>
    <p:sldLayoutId id="2147484442" r:id="rId102"/>
    <p:sldLayoutId id="2147484455" r:id="rId103"/>
    <p:sldLayoutId id="2147484543" r:id="rId104"/>
    <p:sldLayoutId id="2147484544" r:id="rId105"/>
    <p:sldLayoutId id="2147484490" r:id="rId106"/>
    <p:sldLayoutId id="2147484491" r:id="rId107"/>
    <p:sldLayoutId id="2147484492" r:id="rId108"/>
    <p:sldLayoutId id="2147484493" r:id="rId109"/>
    <p:sldLayoutId id="2147484494" r:id="rId110"/>
    <p:sldLayoutId id="2147484495" r:id="rId111"/>
    <p:sldLayoutId id="2147484496" r:id="rId112"/>
    <p:sldLayoutId id="2147484497" r:id="rId113"/>
    <p:sldLayoutId id="2147484498" r:id="rId114"/>
    <p:sldLayoutId id="2147484499" r:id="rId115"/>
    <p:sldLayoutId id="2147484500" r:id="rId116"/>
    <p:sldLayoutId id="2147484501" r:id="rId117"/>
    <p:sldLayoutId id="2147484518" r:id="rId118"/>
    <p:sldLayoutId id="2147484502" r:id="rId119"/>
    <p:sldLayoutId id="2147484503" r:id="rId120"/>
    <p:sldLayoutId id="2147484506" r:id="rId121"/>
    <p:sldLayoutId id="2147484519" r:id="rId122"/>
    <p:sldLayoutId id="2147484505" r:id="rId123"/>
    <p:sldLayoutId id="2147484507" r:id="rId124"/>
    <p:sldLayoutId id="2147484508" r:id="rId125"/>
    <p:sldLayoutId id="2147484509" r:id="rId126"/>
    <p:sldLayoutId id="2147484510" r:id="rId127"/>
    <p:sldLayoutId id="2147484511" r:id="rId128"/>
    <p:sldLayoutId id="2147484515" r:id="rId129"/>
    <p:sldLayoutId id="2147484516" r:id="rId130"/>
    <p:sldLayoutId id="2147484517" r:id="rId131"/>
    <p:sldLayoutId id="2147484537" r:id="rId132"/>
    <p:sldLayoutId id="2147484538" r:id="rId133"/>
    <p:sldLayoutId id="2147484539" r:id="rId134"/>
    <p:sldLayoutId id="2147484545" r:id="rId135"/>
    <p:sldLayoutId id="2147484546" r:id="rId136"/>
    <p:sldLayoutId id="2147484653" r:id="rId137"/>
    <p:sldLayoutId id="2147484654" r:id="rId138"/>
    <p:sldLayoutId id="2147484952" r:id="rId1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p:titleStyle>
    <p:bodyStyle>
      <a:lvl1pPr marL="285750" indent="-285750" algn="l" defTabSz="914400" rtl="0" eaLnBrk="1" latinLnBrk="0" hangingPunct="1">
        <a:spcBef>
          <a:spcPct val="20000"/>
        </a:spcBef>
        <a:buClr>
          <a:schemeClr val="accent1"/>
        </a:buClr>
        <a:buFont typeface="Arial" panose="020B0604020202020204" pitchFamily="34" charset="0"/>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742950" indent="-28575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257300" indent="-342900" algn="l" defTabSz="914400" rtl="0" eaLnBrk="1" latinLnBrk="0" hangingPunct="1">
        <a:spcBef>
          <a:spcPct val="20000"/>
        </a:spcBef>
        <a:buClr>
          <a:schemeClr val="tx2"/>
        </a:buClr>
        <a:buFont typeface="Arial"/>
        <a:buChar char="•"/>
        <a:defRPr sz="1600"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Trebuchet MS"/>
          <a:ea typeface="+mn-ea"/>
          <a:cs typeface="Trebuchet M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776" userDrawn="1">
          <p15:clr>
            <a:srgbClr val="F26B43"/>
          </p15:clr>
        </p15:guide>
        <p15:guide id="3" pos="352" userDrawn="1">
          <p15:clr>
            <a:srgbClr val="F26B43"/>
          </p15:clr>
        </p15:guide>
        <p15:guide id="4" pos="7200" userDrawn="1">
          <p15:clr>
            <a:srgbClr val="F26B43"/>
          </p15:clr>
        </p15:guide>
        <p15:guide id="5" orient="horz" pos="4048" userDrawn="1">
          <p15:clr>
            <a:srgbClr val="F26B43"/>
          </p15:clr>
        </p15:guide>
        <p15:guide id="6" pos="2048" userDrawn="1">
          <p15:clr>
            <a:srgbClr val="F26B43"/>
          </p15:clr>
        </p15:guide>
        <p15:guide id="7" pos="5472" userDrawn="1">
          <p15:clr>
            <a:srgbClr val="F26B43"/>
          </p15:clr>
        </p15:guide>
        <p15:guide id="8" pos="2624" userDrawn="1">
          <p15:clr>
            <a:srgbClr val="F26B43"/>
          </p15:clr>
        </p15:guide>
        <p15:guide id="9" pos="492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39"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224441" y="6522350"/>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a:off x="7683784" y="6566339"/>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446863" y="6674617"/>
            <a:ext cx="9627476" cy="0"/>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9274793"/>
      </p:ext>
    </p:extLst>
  </p:cSld>
  <p:clrMap bg1="lt1" tx1="dk1" bg2="lt2" tx2="dk2" accent1="accent1" accent2="accent2" accent3="accent3" accent4="accent4" accent5="accent5" accent6="accent6" hlink="hlink" folHlink="folHlink"/>
  <p:sldLayoutIdLst>
    <p:sldLayoutId id="2147484656" r:id="rId1"/>
    <p:sldLayoutId id="2147484657" r:id="rId2"/>
    <p:sldLayoutId id="2147484658" r:id="rId3"/>
    <p:sldLayoutId id="2147484659" r:id="rId4"/>
    <p:sldLayoutId id="2147484660" r:id="rId5"/>
    <p:sldLayoutId id="2147484661" r:id="rId6"/>
    <p:sldLayoutId id="2147484662" r:id="rId7"/>
    <p:sldLayoutId id="2147484663" r:id="rId8"/>
    <p:sldLayoutId id="2147484664" r:id="rId9"/>
    <p:sldLayoutId id="2147484665" r:id="rId10"/>
    <p:sldLayoutId id="2147484666" r:id="rId11"/>
    <p:sldLayoutId id="2147484667" r:id="rId12"/>
    <p:sldLayoutId id="2147484668" r:id="rId13"/>
    <p:sldLayoutId id="2147484669" r:id="rId14"/>
    <p:sldLayoutId id="2147484670" r:id="rId15"/>
    <p:sldLayoutId id="2147484671" r:id="rId16"/>
    <p:sldLayoutId id="2147484672" r:id="rId17"/>
    <p:sldLayoutId id="2147484673" r:id="rId18"/>
    <p:sldLayoutId id="2147484674" r:id="rId19"/>
    <p:sldLayoutId id="2147484675" r:id="rId20"/>
    <p:sldLayoutId id="2147484676" r:id="rId21"/>
    <p:sldLayoutId id="2147484677" r:id="rId22"/>
    <p:sldLayoutId id="2147484678" r:id="rId23"/>
    <p:sldLayoutId id="2147484679" r:id="rId24"/>
    <p:sldLayoutId id="2147484680" r:id="rId25"/>
    <p:sldLayoutId id="2147484681" r:id="rId26"/>
    <p:sldLayoutId id="2147484682" r:id="rId27"/>
    <p:sldLayoutId id="2147484683" r:id="rId28"/>
    <p:sldLayoutId id="2147484684" r:id="rId29"/>
    <p:sldLayoutId id="2147484685" r:id="rId30"/>
    <p:sldLayoutId id="2147484686" r:id="rId31"/>
    <p:sldLayoutId id="2147484687" r:id="rId32"/>
    <p:sldLayoutId id="2147484688" r:id="rId33"/>
    <p:sldLayoutId id="2147484689" r:id="rId34"/>
    <p:sldLayoutId id="2147484690" r:id="rId35"/>
    <p:sldLayoutId id="2147484691" r:id="rId36"/>
    <p:sldLayoutId id="2147484692" r:id="rId37"/>
    <p:sldLayoutId id="2147484693" r:id="rId38"/>
    <p:sldLayoutId id="2147484694" r:id="rId39"/>
    <p:sldLayoutId id="2147484695" r:id="rId40"/>
    <p:sldLayoutId id="2147484696" r:id="rId41"/>
    <p:sldLayoutId id="2147484697" r:id="rId42"/>
    <p:sldLayoutId id="2147484698" r:id="rId43"/>
    <p:sldLayoutId id="2147484699" r:id="rId44"/>
    <p:sldLayoutId id="2147484700" r:id="rId45"/>
    <p:sldLayoutId id="2147484701" r:id="rId46"/>
    <p:sldLayoutId id="2147484702" r:id="rId47"/>
    <p:sldLayoutId id="2147484703" r:id="rId48"/>
    <p:sldLayoutId id="2147484704" r:id="rId49"/>
    <p:sldLayoutId id="2147484705" r:id="rId50"/>
    <p:sldLayoutId id="2147484706" r:id="rId51"/>
    <p:sldLayoutId id="2147484707" r:id="rId52"/>
    <p:sldLayoutId id="2147484708" r:id="rId53"/>
    <p:sldLayoutId id="2147484709" r:id="rId54"/>
    <p:sldLayoutId id="2147484710" r:id="rId55"/>
    <p:sldLayoutId id="2147484711" r:id="rId56"/>
    <p:sldLayoutId id="2147484712" r:id="rId57"/>
    <p:sldLayoutId id="2147484713" r:id="rId58"/>
    <p:sldLayoutId id="2147484714" r:id="rId59"/>
    <p:sldLayoutId id="2147484715" r:id="rId60"/>
    <p:sldLayoutId id="2147484716" r:id="rId61"/>
    <p:sldLayoutId id="2147484717" r:id="rId62"/>
    <p:sldLayoutId id="2147484718" r:id="rId63"/>
    <p:sldLayoutId id="2147484719" r:id="rId64"/>
    <p:sldLayoutId id="2147484720" r:id="rId65"/>
    <p:sldLayoutId id="2147484721" r:id="rId66"/>
    <p:sldLayoutId id="2147484722" r:id="rId67"/>
    <p:sldLayoutId id="2147484723" r:id="rId68"/>
    <p:sldLayoutId id="2147484724" r:id="rId69"/>
    <p:sldLayoutId id="2147484725" r:id="rId70"/>
    <p:sldLayoutId id="2147484726" r:id="rId71"/>
    <p:sldLayoutId id="2147484727" r:id="rId72"/>
    <p:sldLayoutId id="2147484728" r:id="rId73"/>
    <p:sldLayoutId id="2147484729" r:id="rId74"/>
    <p:sldLayoutId id="2147484730" r:id="rId75"/>
    <p:sldLayoutId id="2147484731" r:id="rId76"/>
    <p:sldLayoutId id="2147484732" r:id="rId77"/>
    <p:sldLayoutId id="2147484733" r:id="rId78"/>
    <p:sldLayoutId id="2147484734" r:id="rId79"/>
    <p:sldLayoutId id="2147484735" r:id="rId80"/>
    <p:sldLayoutId id="2147484736" r:id="rId81"/>
    <p:sldLayoutId id="2147484737" r:id="rId82"/>
    <p:sldLayoutId id="2147484738" r:id="rId83"/>
    <p:sldLayoutId id="2147484739" r:id="rId84"/>
    <p:sldLayoutId id="2147484740" r:id="rId85"/>
    <p:sldLayoutId id="2147484741" r:id="rId86"/>
    <p:sldLayoutId id="2147484742" r:id="rId87"/>
    <p:sldLayoutId id="2147484743" r:id="rId88"/>
    <p:sldLayoutId id="2147484744" r:id="rId89"/>
    <p:sldLayoutId id="2147484745" r:id="rId90"/>
    <p:sldLayoutId id="2147484746" r:id="rId91"/>
    <p:sldLayoutId id="2147484747" r:id="rId92"/>
    <p:sldLayoutId id="2147484748" r:id="rId93"/>
    <p:sldLayoutId id="2147484749" r:id="rId94"/>
    <p:sldLayoutId id="2147484750" r:id="rId95"/>
    <p:sldLayoutId id="2147484751" r:id="rId96"/>
    <p:sldLayoutId id="2147484752" r:id="rId97"/>
    <p:sldLayoutId id="2147484753" r:id="rId98"/>
    <p:sldLayoutId id="2147484754" r:id="rId99"/>
    <p:sldLayoutId id="2147484755" r:id="rId100"/>
    <p:sldLayoutId id="2147484756" r:id="rId101"/>
    <p:sldLayoutId id="2147484757" r:id="rId102"/>
    <p:sldLayoutId id="2147484758" r:id="rId103"/>
    <p:sldLayoutId id="2147484759" r:id="rId104"/>
    <p:sldLayoutId id="2147484760" r:id="rId105"/>
    <p:sldLayoutId id="2147484761" r:id="rId106"/>
    <p:sldLayoutId id="2147484762" r:id="rId107"/>
    <p:sldLayoutId id="2147484763" r:id="rId108"/>
    <p:sldLayoutId id="2147484764" r:id="rId109"/>
    <p:sldLayoutId id="2147484765" r:id="rId110"/>
    <p:sldLayoutId id="2147484766" r:id="rId111"/>
    <p:sldLayoutId id="2147484767" r:id="rId112"/>
    <p:sldLayoutId id="2147484768" r:id="rId113"/>
    <p:sldLayoutId id="2147484769" r:id="rId114"/>
    <p:sldLayoutId id="2147484770" r:id="rId115"/>
    <p:sldLayoutId id="2147484771" r:id="rId116"/>
    <p:sldLayoutId id="2147484772" r:id="rId117"/>
    <p:sldLayoutId id="2147484773" r:id="rId118"/>
    <p:sldLayoutId id="2147484774" r:id="rId119"/>
    <p:sldLayoutId id="2147484775" r:id="rId120"/>
    <p:sldLayoutId id="2147484776" r:id="rId121"/>
    <p:sldLayoutId id="2147484777" r:id="rId122"/>
    <p:sldLayoutId id="2147484778" r:id="rId123"/>
    <p:sldLayoutId id="2147484779" r:id="rId124"/>
    <p:sldLayoutId id="2147484780" r:id="rId125"/>
    <p:sldLayoutId id="2147484781" r:id="rId126"/>
    <p:sldLayoutId id="2147484782" r:id="rId127"/>
    <p:sldLayoutId id="2147484783" r:id="rId128"/>
    <p:sldLayoutId id="2147484784" r:id="rId129"/>
    <p:sldLayoutId id="2147484785" r:id="rId130"/>
    <p:sldLayoutId id="2147484786" r:id="rId131"/>
    <p:sldLayoutId id="2147484787" r:id="rId132"/>
    <p:sldLayoutId id="2147484788" r:id="rId133"/>
    <p:sldLayoutId id="2147484789" r:id="rId134"/>
    <p:sldLayoutId id="2147484790" r:id="rId135"/>
    <p:sldLayoutId id="2147484791" r:id="rId136"/>
    <p:sldLayoutId id="2147484797" r:id="rId1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userDrawn="1"/>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userDrawn="1"/>
        </p:nvPicPr>
        <p:blipFill>
          <a:blip r:embed="rId148"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userDrawn="1"/>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1"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1"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userDrawn="1"/>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userDrawn="1"/>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9243067"/>
      </p:ext>
    </p:extLst>
  </p:cSld>
  <p:clrMap bg1="lt1" tx1="dk1" bg2="lt2" tx2="dk2" accent1="accent1" accent2="accent2" accent3="accent3" accent4="accent4" accent5="accent5" accent6="accent6" hlink="hlink" folHlink="folHlink"/>
  <p:sldLayoutIdLst>
    <p:sldLayoutId id="2147484800" r:id="rId1"/>
    <p:sldLayoutId id="2147484801" r:id="rId2"/>
    <p:sldLayoutId id="2147484802"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5" r:id="rId16"/>
    <p:sldLayoutId id="2147484816" r:id="rId17"/>
    <p:sldLayoutId id="2147484817" r:id="rId18"/>
    <p:sldLayoutId id="2147484818" r:id="rId19"/>
    <p:sldLayoutId id="2147484819" r:id="rId20"/>
    <p:sldLayoutId id="2147484820" r:id="rId21"/>
    <p:sldLayoutId id="2147484821" r:id="rId22"/>
    <p:sldLayoutId id="2147484822" r:id="rId23"/>
    <p:sldLayoutId id="2147484823" r:id="rId24"/>
    <p:sldLayoutId id="2147484824" r:id="rId25"/>
    <p:sldLayoutId id="2147484825" r:id="rId26"/>
    <p:sldLayoutId id="2147484826" r:id="rId27"/>
    <p:sldLayoutId id="2147484827" r:id="rId28"/>
    <p:sldLayoutId id="2147484828" r:id="rId29"/>
    <p:sldLayoutId id="2147484829" r:id="rId30"/>
    <p:sldLayoutId id="2147484830" r:id="rId31"/>
    <p:sldLayoutId id="2147484831" r:id="rId32"/>
    <p:sldLayoutId id="2147484832" r:id="rId33"/>
    <p:sldLayoutId id="2147484833" r:id="rId34"/>
    <p:sldLayoutId id="2147484834" r:id="rId35"/>
    <p:sldLayoutId id="2147484835" r:id="rId36"/>
    <p:sldLayoutId id="2147484836" r:id="rId37"/>
    <p:sldLayoutId id="2147484837" r:id="rId38"/>
    <p:sldLayoutId id="2147484838" r:id="rId39"/>
    <p:sldLayoutId id="2147484839" r:id="rId40"/>
    <p:sldLayoutId id="2147484840" r:id="rId41"/>
    <p:sldLayoutId id="2147484841" r:id="rId42"/>
    <p:sldLayoutId id="2147484842" r:id="rId43"/>
    <p:sldLayoutId id="2147484843" r:id="rId44"/>
    <p:sldLayoutId id="2147484844" r:id="rId45"/>
    <p:sldLayoutId id="2147484845" r:id="rId46"/>
    <p:sldLayoutId id="2147484846" r:id="rId47"/>
    <p:sldLayoutId id="2147484847" r:id="rId48"/>
    <p:sldLayoutId id="2147484848" r:id="rId49"/>
    <p:sldLayoutId id="2147484849" r:id="rId50"/>
    <p:sldLayoutId id="2147484850" r:id="rId51"/>
    <p:sldLayoutId id="2147484851" r:id="rId52"/>
    <p:sldLayoutId id="2147484852" r:id="rId53"/>
    <p:sldLayoutId id="2147484853" r:id="rId54"/>
    <p:sldLayoutId id="2147484854" r:id="rId55"/>
    <p:sldLayoutId id="2147484855" r:id="rId56"/>
    <p:sldLayoutId id="2147484856" r:id="rId57"/>
    <p:sldLayoutId id="2147484857" r:id="rId58"/>
    <p:sldLayoutId id="2147484858" r:id="rId59"/>
    <p:sldLayoutId id="2147484859" r:id="rId60"/>
    <p:sldLayoutId id="2147484860" r:id="rId61"/>
    <p:sldLayoutId id="2147484861" r:id="rId62"/>
    <p:sldLayoutId id="2147484862" r:id="rId63"/>
    <p:sldLayoutId id="2147484863" r:id="rId64"/>
    <p:sldLayoutId id="2147484864" r:id="rId65"/>
    <p:sldLayoutId id="2147484865" r:id="rId66"/>
    <p:sldLayoutId id="2147484866" r:id="rId67"/>
    <p:sldLayoutId id="2147484867" r:id="rId68"/>
    <p:sldLayoutId id="2147484868" r:id="rId69"/>
    <p:sldLayoutId id="2147484869" r:id="rId70"/>
    <p:sldLayoutId id="2147484870" r:id="rId71"/>
    <p:sldLayoutId id="2147484871" r:id="rId72"/>
    <p:sldLayoutId id="2147484872" r:id="rId73"/>
    <p:sldLayoutId id="2147484873" r:id="rId74"/>
    <p:sldLayoutId id="2147484874" r:id="rId75"/>
    <p:sldLayoutId id="2147484875" r:id="rId76"/>
    <p:sldLayoutId id="2147484876" r:id="rId77"/>
    <p:sldLayoutId id="2147484877" r:id="rId78"/>
    <p:sldLayoutId id="2147484878" r:id="rId79"/>
    <p:sldLayoutId id="2147484879" r:id="rId80"/>
    <p:sldLayoutId id="2147484880" r:id="rId81"/>
    <p:sldLayoutId id="2147484881" r:id="rId82"/>
    <p:sldLayoutId id="2147484882" r:id="rId83"/>
    <p:sldLayoutId id="2147484883" r:id="rId84"/>
    <p:sldLayoutId id="2147484884" r:id="rId85"/>
    <p:sldLayoutId id="2147484885" r:id="rId86"/>
    <p:sldLayoutId id="2147484886" r:id="rId87"/>
    <p:sldLayoutId id="2147484887" r:id="rId88"/>
    <p:sldLayoutId id="2147484888" r:id="rId89"/>
    <p:sldLayoutId id="2147484889" r:id="rId90"/>
    <p:sldLayoutId id="2147484890" r:id="rId91"/>
    <p:sldLayoutId id="2147484891" r:id="rId92"/>
    <p:sldLayoutId id="2147484892" r:id="rId93"/>
    <p:sldLayoutId id="2147484893" r:id="rId94"/>
    <p:sldLayoutId id="2147484894" r:id="rId95"/>
    <p:sldLayoutId id="2147484895" r:id="rId96"/>
    <p:sldLayoutId id="2147484896" r:id="rId97"/>
    <p:sldLayoutId id="2147484897" r:id="rId98"/>
    <p:sldLayoutId id="2147484898" r:id="rId99"/>
    <p:sldLayoutId id="2147484899" r:id="rId100"/>
    <p:sldLayoutId id="2147484900" r:id="rId101"/>
    <p:sldLayoutId id="2147484901" r:id="rId102"/>
    <p:sldLayoutId id="2147484902" r:id="rId103"/>
    <p:sldLayoutId id="2147484903" r:id="rId104"/>
    <p:sldLayoutId id="2147484904" r:id="rId105"/>
    <p:sldLayoutId id="2147484905" r:id="rId106"/>
    <p:sldLayoutId id="2147484906" r:id="rId107"/>
    <p:sldLayoutId id="2147484907" r:id="rId108"/>
    <p:sldLayoutId id="2147484908" r:id="rId109"/>
    <p:sldLayoutId id="2147484909" r:id="rId110"/>
    <p:sldLayoutId id="2147484910" r:id="rId111"/>
    <p:sldLayoutId id="2147484911" r:id="rId112"/>
    <p:sldLayoutId id="2147484912" r:id="rId113"/>
    <p:sldLayoutId id="2147484913" r:id="rId114"/>
    <p:sldLayoutId id="2147484914" r:id="rId115"/>
    <p:sldLayoutId id="2147484915" r:id="rId116"/>
    <p:sldLayoutId id="2147484916" r:id="rId117"/>
    <p:sldLayoutId id="2147484917" r:id="rId118"/>
    <p:sldLayoutId id="2147484918" r:id="rId119"/>
    <p:sldLayoutId id="2147484919" r:id="rId120"/>
    <p:sldLayoutId id="2147484920" r:id="rId121"/>
    <p:sldLayoutId id="2147484921" r:id="rId122"/>
    <p:sldLayoutId id="2147484922" r:id="rId123"/>
    <p:sldLayoutId id="2147484923" r:id="rId124"/>
    <p:sldLayoutId id="2147484924" r:id="rId125"/>
    <p:sldLayoutId id="2147484925" r:id="rId126"/>
    <p:sldLayoutId id="2147484926" r:id="rId127"/>
    <p:sldLayoutId id="2147484927" r:id="rId128"/>
    <p:sldLayoutId id="2147484928" r:id="rId129"/>
    <p:sldLayoutId id="2147484929" r:id="rId130"/>
    <p:sldLayoutId id="2147484930" r:id="rId131"/>
    <p:sldLayoutId id="2147484931" r:id="rId132"/>
    <p:sldLayoutId id="2147484932" r:id="rId133"/>
    <p:sldLayoutId id="2147484933" r:id="rId134"/>
    <p:sldLayoutId id="2147484934" r:id="rId135"/>
    <p:sldLayoutId id="2147484935" r:id="rId136"/>
    <p:sldLayoutId id="2147484942" r:id="rId137"/>
    <p:sldLayoutId id="2147484943" r:id="rId138"/>
    <p:sldLayoutId id="2147484944" r:id="rId139"/>
    <p:sldLayoutId id="2147484945" r:id="rId140"/>
    <p:sldLayoutId id="2147484946" r:id="rId141"/>
    <p:sldLayoutId id="2147484947" r:id="rId142"/>
    <p:sldLayoutId id="2147484948" r:id="rId143"/>
    <p:sldLayoutId id="2147484949" r:id="rId144"/>
    <p:sldLayoutId id="2147484950" r:id="rId145"/>
    <p:sldLayoutId id="2147484951" r:id="rId146"/>
  </p:sldLayoutIdLs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9.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168.xml"/><Relationship Id="rId6" Type="http://schemas.openxmlformats.org/officeDocument/2006/relationships/image" Target="../media/image14.jpeg"/><Relationship Id="rId5" Type="http://schemas.openxmlformats.org/officeDocument/2006/relationships/slide" Target="slide16.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7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31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7.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7FFFEB3D_E4576C16.xml"/><Relationship Id="rId2" Type="http://schemas.openxmlformats.org/officeDocument/2006/relationships/notesSlide" Target="../notesSlides/notesSlide8.xml"/><Relationship Id="rId1" Type="http://schemas.openxmlformats.org/officeDocument/2006/relationships/slideLayout" Target="../slideLayouts/slideLayout139.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7.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EB47_A3407431.xml"/><Relationship Id="rId2" Type="http://schemas.openxmlformats.org/officeDocument/2006/relationships/notesSlide" Target="../notesSlides/notesSlide9.xml"/><Relationship Id="rId1" Type="http://schemas.openxmlformats.org/officeDocument/2006/relationships/slideLayout" Target="../slideLayouts/slideLayout139.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7.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5_3E09010D.xml"/><Relationship Id="rId2" Type="http://schemas.openxmlformats.org/officeDocument/2006/relationships/notesSlide" Target="../notesSlides/notesSlide10.xml"/><Relationship Id="rId1" Type="http://schemas.openxmlformats.org/officeDocument/2006/relationships/slideLayout" Target="../slideLayouts/slideLayout415.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9.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9.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9.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3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9.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37.xml"/></Relationships>
</file>

<file path=ppt/slides/_rels/slide33.xml.rels><?xml version="1.0" encoding="UTF-8" standalone="yes"?>
<Relationships xmlns="http://schemas.openxmlformats.org/package/2006/relationships"><Relationship Id="rId3" Type="http://schemas.openxmlformats.org/officeDocument/2006/relationships/hyperlink" Target="https://applications.anaplan.com/gtm-capacity-planning-d086d921-37d0-4531-8a23-02182e554625" TargetMode="External"/><Relationship Id="rId2" Type="http://schemas.openxmlformats.org/officeDocument/2006/relationships/hyperlink" Target="https://applications.anaplan.com/anaplan-segmentation-and-scoring-application-5db66237-2bbc-4462-b9cd-ce24e363eb85" TargetMode="External"/><Relationship Id="rId1" Type="http://schemas.openxmlformats.org/officeDocument/2006/relationships/slideLayout" Target="../slideLayouts/slideLayout2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1B4D48-8D4A-27B9-157B-FA4B828158B0}"/>
              </a:ext>
            </a:extLst>
          </p:cNvPr>
          <p:cNvSpPr>
            <a:spLocks noGrp="1"/>
          </p:cNvSpPr>
          <p:nvPr>
            <p:ph type="title"/>
          </p:nvPr>
        </p:nvSpPr>
        <p:spPr>
          <a:xfrm>
            <a:off x="1018035" y="1183094"/>
            <a:ext cx="9740161" cy="2003310"/>
          </a:xfrm>
        </p:spPr>
        <p:txBody>
          <a:bodyPr anchor="ctr"/>
          <a:lstStyle/>
          <a:p>
            <a:r>
              <a:rPr lang="en-US" sz="6000"/>
              <a:t>Anaplan </a:t>
            </a:r>
            <a:br>
              <a:rPr lang="en-US" sz="6000"/>
            </a:br>
            <a:r>
              <a:rPr lang="en-US" sz="6000"/>
              <a:t>Go-to-market Planning Applications</a:t>
            </a:r>
          </a:p>
        </p:txBody>
      </p:sp>
      <p:sp>
        <p:nvSpPr>
          <p:cNvPr id="10" name="Subtitle 2">
            <a:extLst>
              <a:ext uri="{FF2B5EF4-FFF2-40B4-BE49-F238E27FC236}">
                <a16:creationId xmlns:a16="http://schemas.microsoft.com/office/drawing/2014/main" id="{07F42822-E08B-2096-3BE3-B3B6E176DC27}"/>
              </a:ext>
            </a:extLst>
          </p:cNvPr>
          <p:cNvSpPr>
            <a:spLocks noGrp="1"/>
          </p:cNvSpPr>
          <p:nvPr>
            <p:ph type="body" sz="quarter" idx="10"/>
          </p:nvPr>
        </p:nvSpPr>
        <p:spPr>
          <a:xfrm>
            <a:off x="1018035" y="3762759"/>
            <a:ext cx="6036456" cy="978576"/>
          </a:xfrm>
        </p:spPr>
        <p:txBody>
          <a:bodyPr vert="horz" lIns="0" tIns="45720" rIns="91440" bIns="45720" rtlCol="0" anchor="ctr">
            <a:normAutofit/>
          </a:bodyPr>
          <a:lstStyle/>
          <a:p>
            <a:pPr>
              <a:lnSpc>
                <a:spcPts val="2500"/>
              </a:lnSpc>
            </a:pPr>
            <a:r>
              <a:rPr lang="en-US" sz="2200">
                <a:latin typeface="Arial"/>
                <a:cs typeface="Arial"/>
              </a:rPr>
              <a:t>Go-to-Market Capacity Planning</a:t>
            </a:r>
          </a:p>
          <a:p>
            <a:pPr>
              <a:lnSpc>
                <a:spcPts val="2500"/>
              </a:lnSpc>
            </a:pPr>
            <a:r>
              <a:rPr lang="en-US" sz="2200">
                <a:solidFill>
                  <a:schemeClr val="accent1"/>
                </a:solidFill>
                <a:latin typeface="Arial"/>
                <a:cs typeface="Arial"/>
              </a:rPr>
              <a:t>Technical Overview </a:t>
            </a:r>
          </a:p>
        </p:txBody>
      </p:sp>
      <p:sp>
        <p:nvSpPr>
          <p:cNvPr id="20" name="TextBox 19">
            <a:extLst>
              <a:ext uri="{FF2B5EF4-FFF2-40B4-BE49-F238E27FC236}">
                <a16:creationId xmlns:a16="http://schemas.microsoft.com/office/drawing/2014/main" id="{50C3F7BF-7895-C605-605F-64BB9F8A4E91}"/>
              </a:ext>
            </a:extLst>
          </p:cNvPr>
          <p:cNvSpPr txBox="1"/>
          <p:nvPr/>
        </p:nvSpPr>
        <p:spPr>
          <a:xfrm>
            <a:off x="8256642" y="5675849"/>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1.1.0</a:t>
            </a:r>
          </a:p>
          <a:p>
            <a:r>
              <a:rPr lang="en-US" sz="1200">
                <a:solidFill>
                  <a:schemeClr val="bg2"/>
                </a:solidFill>
                <a:ea typeface="Calibri"/>
                <a:cs typeface="Calibri"/>
              </a:rPr>
              <a:t>Last updated June 5, 2025</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623733"/>
            <a:ext cx="7891884" cy="2246769"/>
          </a:xfrm>
          <a:prstGeom prst="rect">
            <a:avLst/>
          </a:prstGeom>
          <a:noFill/>
        </p:spPr>
        <p:txBody>
          <a:bodyPr wrap="square" lIns="0" tIns="45720" rIns="91440" bIns="45720" rtlCol="0" anchor="t">
            <a:spAutoFit/>
          </a:bodyPr>
          <a:lstStyle/>
          <a:p>
            <a:pPr>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and any related materials are provided solely for the use of authorized Anaplan customers who have purchased the</a:t>
            </a:r>
            <a:r>
              <a:rPr lang="en-US" sz="1000">
                <a:solidFill>
                  <a:srgbClr val="0A2F46"/>
                </a:solidFill>
                <a:latin typeface="Arial" panose="020B0604020202020204"/>
              </a:rPr>
              <a:t> </a:t>
            </a:r>
            <a:r>
              <a:rPr lang="en-US" sz="1000" b="1">
                <a:solidFill>
                  <a:srgbClr val="0A2F46"/>
                </a:solidFill>
                <a:latin typeface="Arial" panose="020B0604020202020204"/>
              </a:rPr>
              <a:t>Go-to-Market Capacity Planning Application</a:t>
            </a:r>
            <a:r>
              <a:rPr lang="en-US" sz="1000">
                <a:solidFill>
                  <a:srgbClr val="0A2F46"/>
                </a:solidFill>
                <a:latin typeface="Arial" panose="020B0604020202020204"/>
              </a:rPr>
              <a:t> </a:t>
            </a:r>
            <a:r>
              <a:rPr lang="en-US" sz="1000" i="1">
                <a:solidFill>
                  <a:srgbClr val="0A2F46"/>
                </a:solidFill>
                <a:latin typeface="Arial" panose="020B0604020202020204"/>
              </a:rPr>
              <a:t>and</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 are considered Anaplan proprietary information</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The information contained herein is intended exclusively for the purpose of implementing the application </a:t>
            </a:r>
            <a:r>
              <a:rPr kumimoji="0" lang="en-US" sz="1000" b="0" i="1" u="none" strike="noStrike" kern="1200" cap="none" spc="0" normalizeH="0" baseline="0" noProof="0">
                <a:ln>
                  <a:noFill/>
                </a:ln>
                <a:solidFill>
                  <a:srgbClr val="0A2F46"/>
                </a:solidFill>
                <a:effectLst/>
                <a:uLnTx/>
                <a:uFillTx/>
                <a:latin typeface="Arial" panose="020B0604020202020204"/>
                <a:ea typeface="+mn-ea"/>
                <a:cs typeface="+mn-cs"/>
              </a:rPr>
              <a:t>by authorized customers</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a:t>
            </a:r>
            <a:r>
              <a:rPr kumimoji="0" lang="en-US" sz="1000" b="1" i="0" u="none" strike="noStrike" kern="1200" cap="none" spc="0" normalizeH="0" baseline="0" noProof="0">
                <a:ln>
                  <a:noFill/>
                </a:ln>
                <a:solidFill>
                  <a:srgbClr val="0A2F46"/>
                </a:solidFill>
                <a:effectLst/>
                <a:uLnTx/>
                <a:uFillTx/>
                <a:latin typeface="Arial" panose="020B0604020202020204"/>
                <a:ea typeface="+mn-ea"/>
                <a:cs typeface="+mn-cs"/>
              </a:rPr>
              <a:t> Any use outside of this intended purpose is strictly prohibited</a:t>
            </a: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 including but not limited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Sharing, distributing, or disclosing this content with or to individuals or entities not directly involved in the customer’s authorized implementation.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Using the documentation, in whole or in part, to replicate, retrofit, or reverse-engineer the functionality in other models, environments, or platforms. </a:t>
            </a:r>
            <a:endParaRPr lang="en-US" sz="1000" b="0" i="0" u="none" strike="noStrike" kern="1200" cap="none" spc="0" normalizeH="0" baseline="0" noProof="0">
              <a:ln>
                <a:noFill/>
              </a:ln>
              <a:solidFill>
                <a:srgbClr val="0A2F46"/>
              </a:solidFill>
              <a:effectLst/>
              <a:uLnTx/>
              <a:uFillTx/>
              <a:latin typeface="Arial" panose="020B0604020202020204"/>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en-US" sz="1000" b="0" i="0" u="none" strike="noStrike" kern="1200" cap="none" spc="0" normalizeH="0" baseline="0" noProof="0">
                <a:ln>
                  <a:noFill/>
                </a:ln>
                <a:effectLst/>
                <a:uLnTx/>
                <a:uFillTx/>
                <a:latin typeface="Arial" panose="020B0604020202020204"/>
              </a:rPr>
            </a:b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This documentation contains proprietary information of Anaplan and is protected by applicable intellectual property laws.</a:t>
            </a:r>
            <a:b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br>
            <a:r>
              <a:rPr kumimoji="0" lang="en-US" sz="1000" b="0" i="0" u="none" strike="noStrike" kern="1200" cap="none" spc="0" normalizeH="0" baseline="0" noProof="0">
                <a:ln>
                  <a:noFill/>
                </a:ln>
                <a:solidFill>
                  <a:srgbClr val="0A2F46"/>
                </a:solidFill>
                <a:effectLst/>
                <a:uLnTx/>
                <a:uFillTx/>
                <a:latin typeface="Arial" panose="020B0604020202020204"/>
                <a:ea typeface="+mn-ea"/>
                <a:cs typeface="+mn-cs"/>
              </a:rPr>
              <a:t>Any unauthorized use, reproduction, or dissemination is a violation of these terms and may result in legal action. </a:t>
            </a:r>
            <a:br>
              <a:rPr lang="en-US" sz="1000" b="0" i="0" u="none" strike="noStrike" kern="1200" cap="none" spc="0" normalizeH="0" baseline="0" noProof="0">
                <a:ln>
                  <a:noFill/>
                </a:ln>
                <a:effectLst/>
                <a:uLnTx/>
                <a:uFillTx/>
                <a:latin typeface="Arial" panose="020B0604020202020204"/>
              </a:rPr>
            </a:br>
            <a:endParaRPr kumimoji="0" lang="en-US" sz="1000" b="0" i="0" u="none" strike="noStrike" kern="1200" cap="none" spc="0" normalizeH="0" baseline="0" noProof="0">
              <a:ln>
                <a:noFill/>
              </a:ln>
              <a:solidFill>
                <a:srgbClr val="0A2F4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A2F46"/>
              </a:solidFill>
              <a:effectLst/>
              <a:uLnTx/>
              <a:uFillTx/>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397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EFD1-FD64-2D93-C7C4-071D0B8B6A26}"/>
              </a:ext>
            </a:extLst>
          </p:cNvPr>
          <p:cNvSpPr>
            <a:spLocks noGrp="1"/>
          </p:cNvSpPr>
          <p:nvPr>
            <p:ph type="title"/>
          </p:nvPr>
        </p:nvSpPr>
        <p:spPr/>
        <p:txBody>
          <a:bodyPr/>
          <a:lstStyle/>
          <a:p>
            <a:r>
              <a:rPr lang="en-US" sz="2000"/>
              <a:t>Table of Contents</a:t>
            </a:r>
          </a:p>
        </p:txBody>
      </p:sp>
      <p:grpSp>
        <p:nvGrpSpPr>
          <p:cNvPr id="32" name="Group 31">
            <a:extLst>
              <a:ext uri="{FF2B5EF4-FFF2-40B4-BE49-F238E27FC236}">
                <a16:creationId xmlns:a16="http://schemas.microsoft.com/office/drawing/2014/main" id="{724FA615-28A9-616F-5463-D8E12A6FF96C}"/>
              </a:ext>
            </a:extLst>
          </p:cNvPr>
          <p:cNvGrpSpPr/>
          <p:nvPr/>
        </p:nvGrpSpPr>
        <p:grpSpPr>
          <a:xfrm>
            <a:off x="665018" y="1116130"/>
            <a:ext cx="5989320" cy="700795"/>
            <a:chOff x="665018" y="1116130"/>
            <a:chExt cx="5989320" cy="700795"/>
          </a:xfrm>
        </p:grpSpPr>
        <p:cxnSp>
          <p:nvCxnSpPr>
            <p:cNvPr id="4" name="Straight Connector 3">
              <a:extLst>
                <a:ext uri="{FF2B5EF4-FFF2-40B4-BE49-F238E27FC236}">
                  <a16:creationId xmlns:a16="http://schemas.microsoft.com/office/drawing/2014/main" id="{2A1598FC-EEF7-EFBC-6909-8B7AFF80DD6A}"/>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CB26CD3-6190-9285-4115-935DC77D294C}"/>
                </a:ext>
              </a:extLst>
            </p:cNvPr>
            <p:cNvSpPr txBox="1"/>
            <p:nvPr/>
          </p:nvSpPr>
          <p:spPr>
            <a:xfrm>
              <a:off x="665018" y="1116130"/>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A1E28A66-2B0E-25AC-7375-C31483D12C4C}"/>
                </a:ext>
              </a:extLst>
            </p:cNvPr>
            <p:cNvSpPr txBox="1"/>
            <p:nvPr/>
          </p:nvSpPr>
          <p:spPr>
            <a:xfrm>
              <a:off x="1196788" y="1116130"/>
              <a:ext cx="5455522" cy="523220"/>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solidFill>
                    <a:srgbClr val="0A2F46"/>
                  </a:solidFill>
                  <a:latin typeface="Arial"/>
                  <a:ea typeface="Inter Light" panose="02000503000000020004" pitchFamily="2" charset="0"/>
                  <a:cs typeface="Arial"/>
                  <a:hlinkClick r:id="rId2" action="ppaction://hlinksldjump">
                    <a:extLst>
                      <a:ext uri="{A12FA001-AC4F-418D-AE19-62706E023703}">
                        <ahyp:hlinkClr xmlns:ahyp="http://schemas.microsoft.com/office/drawing/2018/hyperlinkcolor" val="tx"/>
                      </a:ext>
                    </a:extLst>
                  </a:hlinkClick>
                </a:rPr>
                <a:t>Overview</a:t>
              </a:r>
              <a:endParaRPr lang="en-US" sz="2800" b="0" i="0" strike="noStrike" kern="1200" cap="none" spc="0" normalizeH="0" baseline="0" noProof="0">
                <a:ln>
                  <a:noFill/>
                </a:ln>
                <a:solidFill>
                  <a:srgbClr val="0A2F46"/>
                </a:solidFill>
                <a:effectLst/>
                <a:uLnTx/>
                <a:uFillTx/>
                <a:latin typeface="Arial"/>
                <a:ea typeface="Inter Light" panose="02000503000000020004" pitchFamily="2" charset="0"/>
                <a:cs typeface="Arial"/>
              </a:endParaRPr>
            </a:p>
          </p:txBody>
        </p:sp>
      </p:grpSp>
      <p:grpSp>
        <p:nvGrpSpPr>
          <p:cNvPr id="33" name="Group 32">
            <a:extLst>
              <a:ext uri="{FF2B5EF4-FFF2-40B4-BE49-F238E27FC236}">
                <a16:creationId xmlns:a16="http://schemas.microsoft.com/office/drawing/2014/main" id="{42E6DE38-EFDB-EC4F-D906-8763EC008C3D}"/>
              </a:ext>
            </a:extLst>
          </p:cNvPr>
          <p:cNvGrpSpPr/>
          <p:nvPr/>
        </p:nvGrpSpPr>
        <p:grpSpPr>
          <a:xfrm>
            <a:off x="631523" y="1995201"/>
            <a:ext cx="6640134" cy="903748"/>
            <a:chOff x="665018" y="1791547"/>
            <a:chExt cx="5990738" cy="903748"/>
          </a:xfrm>
        </p:grpSpPr>
        <p:cxnSp>
          <p:nvCxnSpPr>
            <p:cNvPr id="6" name="Straight Connector 5">
              <a:extLst>
                <a:ext uri="{FF2B5EF4-FFF2-40B4-BE49-F238E27FC236}">
                  <a16:creationId xmlns:a16="http://schemas.microsoft.com/office/drawing/2014/main" id="{B3AA4EC6-3CB6-67BE-E17B-DCFF4D92F03C}"/>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A6A8A0-2EE1-EC5A-3431-93621FFA47E7}"/>
                </a:ext>
              </a:extLst>
            </p:cNvPr>
            <p:cNvSpPr txBox="1"/>
            <p:nvPr/>
          </p:nvSpPr>
          <p:spPr>
            <a:xfrm>
              <a:off x="665018" y="1857807"/>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E4E749B-D189-21B3-F2C9-CCE95FE54FFB}"/>
                </a:ext>
              </a:extLst>
            </p:cNvPr>
            <p:cNvSpPr txBox="1"/>
            <p:nvPr/>
          </p:nvSpPr>
          <p:spPr>
            <a:xfrm>
              <a:off x="1117081" y="1791547"/>
              <a:ext cx="5458968" cy="523220"/>
            </a:xfrm>
            <a:prstGeom prst="rect">
              <a:avLst/>
            </a:prstGeom>
            <a:noFill/>
          </p:spPr>
          <p:txBody>
            <a:bodyPr wrap="square" lIns="0" tIns="45720" rIns="91440" bIns="45720" rtlCol="0" anchor="t">
              <a:spAutoFit/>
            </a:bodyPr>
            <a:lstStyle/>
            <a:p>
              <a:pPr>
                <a:defRPr/>
              </a:pPr>
              <a:r>
                <a:rPr kumimoji="0" lang="en-US" sz="2800" i="0" u="none" strike="noStrike" kern="1200" cap="none" spc="0" normalizeH="0" baseline="0" noProof="0" dirty="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Process </a:t>
              </a:r>
              <a:r>
                <a:rPr lang="en-US" sz="2800" dirty="0">
                  <a:solidFill>
                    <a:srgbClr val="0A2F46"/>
                  </a:solidFill>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and configurable</a:t>
              </a:r>
              <a:r>
                <a:rPr kumimoji="0" lang="en-US" sz="2800" i="0" u="none" strike="noStrike" kern="1200" cap="none" spc="0" normalizeH="0" baseline="0" noProof="0" dirty="0">
                  <a:ln>
                    <a:noFill/>
                  </a:ln>
                  <a:solidFill>
                    <a:srgbClr val="0A2F46"/>
                  </a:solidFill>
                  <a:effectLst/>
                  <a:uLnTx/>
                  <a:uFillTx/>
                  <a:latin typeface="Arial"/>
                  <a:ea typeface="Inter Light" panose="02000503000000020004" pitchFamily="2" charset="0"/>
                  <a:cs typeface="Arial"/>
                  <a:hlinkClick r:id="rId3" action="ppaction://hlinksldjump">
                    <a:extLst>
                      <a:ext uri="{A12FA001-AC4F-418D-AE19-62706E023703}">
                        <ahyp:hlinkClr xmlns:ahyp="http://schemas.microsoft.com/office/drawing/2018/hyperlinkcolor" val="tx"/>
                      </a:ext>
                    </a:extLst>
                  </a:hlinkClick>
                </a:rPr>
                <a:t> </a:t>
              </a:r>
              <a:r>
                <a:rPr lang="en-US" sz="2800" dirty="0">
                  <a:solidFill>
                    <a:srgbClr val="0A2F46"/>
                  </a:solidFill>
                  <a:latin typeface="Arial"/>
                  <a:ea typeface="Inter Light" panose="02000503000000020004" pitchFamily="2" charset="0"/>
                  <a:cs typeface="Arial"/>
                  <a:hlinkClick r:id="" action="ppaction://noaction">
                    <a:extLst>
                      <a:ext uri="{A12FA001-AC4F-418D-AE19-62706E023703}">
                        <ahyp:hlinkClr xmlns:ahyp="http://schemas.microsoft.com/office/drawing/2018/hyperlinkcolor" val="tx"/>
                      </a:ext>
                    </a:extLst>
                  </a:hlinkClick>
                </a:rPr>
                <a:t>elements</a:t>
              </a:r>
              <a:endParaRPr lang="en-US" sz="2800" i="0" strike="noStrike" kern="1200" cap="none" spc="0" normalizeH="0" baseline="0" noProof="0" dirty="0">
                <a:ln>
                  <a:noFill/>
                </a:ln>
                <a:solidFill>
                  <a:srgbClr val="0A2F46"/>
                </a:solidFill>
                <a:effectLst/>
                <a:uLnTx/>
                <a:uFillTx/>
                <a:latin typeface="Arial"/>
                <a:ea typeface="Inter Light" panose="02000503000000020004" pitchFamily="2" charset="0"/>
                <a:cs typeface="Arial"/>
              </a:endParaRPr>
            </a:p>
          </p:txBody>
        </p:sp>
      </p:grpSp>
      <p:grpSp>
        <p:nvGrpSpPr>
          <p:cNvPr id="34" name="Group 33">
            <a:extLst>
              <a:ext uri="{FF2B5EF4-FFF2-40B4-BE49-F238E27FC236}">
                <a16:creationId xmlns:a16="http://schemas.microsoft.com/office/drawing/2014/main" id="{83DB37FB-9C36-9466-817D-F53F75B7669A}"/>
              </a:ext>
            </a:extLst>
          </p:cNvPr>
          <p:cNvGrpSpPr/>
          <p:nvPr/>
        </p:nvGrpSpPr>
        <p:grpSpPr>
          <a:xfrm>
            <a:off x="651781" y="3010879"/>
            <a:ext cx="5990738" cy="953347"/>
            <a:chOff x="665018" y="2714615"/>
            <a:chExt cx="5990738" cy="953347"/>
          </a:xfrm>
        </p:grpSpPr>
        <p:cxnSp>
          <p:nvCxnSpPr>
            <p:cNvPr id="8" name="Straight Connector 7">
              <a:extLst>
                <a:ext uri="{FF2B5EF4-FFF2-40B4-BE49-F238E27FC236}">
                  <a16:creationId xmlns:a16="http://schemas.microsoft.com/office/drawing/2014/main" id="{F02F77F8-1D01-60A8-6E15-F0CA9C5597FD}"/>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C5BA2E2-2F60-90A1-2702-C1C23C799C62}"/>
                </a:ext>
              </a:extLst>
            </p:cNvPr>
            <p:cNvSpPr txBox="1"/>
            <p:nvPr/>
          </p:nvSpPr>
          <p:spPr>
            <a:xfrm>
              <a:off x="665018" y="2714615"/>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8E29B5F-2F71-752F-D227-727449157AF6}"/>
                </a:ext>
              </a:extLst>
            </p:cNvPr>
            <p:cNvSpPr txBox="1"/>
            <p:nvPr/>
          </p:nvSpPr>
          <p:spPr>
            <a:xfrm>
              <a:off x="1196788" y="2714615"/>
              <a:ext cx="5458968" cy="523220"/>
            </a:xfrm>
            <a:prstGeom prst="rect">
              <a:avLst/>
            </a:prstGeom>
            <a:noFill/>
          </p:spPr>
          <p:txBody>
            <a:bodyPr wrap="square" lIns="0" tIns="45720" rIns="91440" bIns="45720" rtlCol="0" anchor="t">
              <a:spAutoFit/>
            </a:bodyPr>
            <a:lstStyle/>
            <a:p>
              <a:pPr>
                <a:defRPr/>
              </a:pPr>
              <a:r>
                <a:rPr kumimoji="0" lang="en-US" sz="28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Prework </a:t>
              </a:r>
              <a:r>
                <a:rPr lang="en-US" sz="2800">
                  <a:solidFill>
                    <a:schemeClr val="tx2"/>
                  </a:solidFill>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rPr>
                <a:t>and assumptions</a:t>
              </a:r>
              <a:endParaRPr lang="en-US" sz="28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rId4" action="ppaction://hlinksldjump">
                  <a:extLst>
                    <a:ext uri="{A12FA001-AC4F-418D-AE19-62706E023703}">
                      <ahyp:hlinkClr xmlns:ahyp="http://schemas.microsoft.com/office/drawing/2018/hyperlinkcolor" val="tx"/>
                    </a:ext>
                  </a:extLst>
                </a:hlinkClick>
              </a:endParaRPr>
            </a:p>
          </p:txBody>
        </p:sp>
      </p:grpSp>
      <p:grpSp>
        <p:nvGrpSpPr>
          <p:cNvPr id="35" name="Group 34">
            <a:extLst>
              <a:ext uri="{FF2B5EF4-FFF2-40B4-BE49-F238E27FC236}">
                <a16:creationId xmlns:a16="http://schemas.microsoft.com/office/drawing/2014/main" id="{095805EB-2CB1-6C64-0235-118BB4994FD5}"/>
              </a:ext>
            </a:extLst>
          </p:cNvPr>
          <p:cNvGrpSpPr/>
          <p:nvPr/>
        </p:nvGrpSpPr>
        <p:grpSpPr>
          <a:xfrm>
            <a:off x="665758" y="4126397"/>
            <a:ext cx="5990738" cy="953348"/>
            <a:chOff x="665018" y="3781578"/>
            <a:chExt cx="5990738" cy="953348"/>
          </a:xfrm>
        </p:grpSpPr>
        <p:cxnSp>
          <p:nvCxnSpPr>
            <p:cNvPr id="10" name="Straight Connector 9">
              <a:extLst>
                <a:ext uri="{FF2B5EF4-FFF2-40B4-BE49-F238E27FC236}">
                  <a16:creationId xmlns:a16="http://schemas.microsoft.com/office/drawing/2014/main" id="{0012160B-C6EA-99EF-1872-FCF02D94776A}"/>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85B7454-C96A-A2CB-DD95-89948C210F67}"/>
                </a:ext>
              </a:extLst>
            </p:cNvPr>
            <p:cNvSpPr txBox="1"/>
            <p:nvPr/>
          </p:nvSpPr>
          <p:spPr>
            <a:xfrm>
              <a:off x="665018" y="3781578"/>
              <a:ext cx="531770" cy="52322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6100"/>
                  </a:solidFill>
                  <a:effectLst/>
                  <a:uLnTx/>
                  <a:uFillTx/>
                  <a:latin typeface="Arial" panose="020B0604020202020204" pitchFamily="34" charset="0"/>
                  <a:ea typeface="Inter Light" panose="02000503000000020004" pitchFamily="2" charset="0"/>
                  <a:cs typeface="Arial" panose="020B0604020202020204" pitchFamily="34" charset="0"/>
                </a:rPr>
                <a:t>4 </a:t>
              </a:r>
            </a:p>
          </p:txBody>
        </p:sp>
        <p:sp>
          <p:nvSpPr>
            <p:cNvPr id="17" name="TextBox 16">
              <a:extLst>
                <a:ext uri="{FF2B5EF4-FFF2-40B4-BE49-F238E27FC236}">
                  <a16:creationId xmlns:a16="http://schemas.microsoft.com/office/drawing/2014/main" id="{D2BBC799-3138-A521-70AB-CF939E473CFF}"/>
                </a:ext>
              </a:extLst>
            </p:cNvPr>
            <p:cNvSpPr txBox="1"/>
            <p:nvPr/>
          </p:nvSpPr>
          <p:spPr>
            <a:xfrm>
              <a:off x="1196788" y="3781578"/>
              <a:ext cx="5458968" cy="523220"/>
            </a:xfrm>
            <a:prstGeom prst="rect">
              <a:avLst/>
            </a:prstGeom>
            <a:noFill/>
          </p:spPr>
          <p:txBody>
            <a:bodyPr wrap="square" lIns="0" tIns="45720" rIns="91440" bIns="45720" rtlCol="0" anchor="t">
              <a:spAutoFit/>
            </a:bodyPr>
            <a:lstStyle/>
            <a:p>
              <a:pPr>
                <a:defRPr/>
              </a:pPr>
              <a:r>
                <a:rPr lang="en-US" sz="2800">
                  <a:solidFill>
                    <a:schemeClr val="tx2"/>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Model</a:t>
              </a:r>
              <a:r>
                <a:rPr kumimoji="0" lang="en-US" sz="28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 </a:t>
              </a:r>
              <a:r>
                <a:rPr lang="en-US" sz="2800">
                  <a:solidFill>
                    <a:schemeClr val="tx2"/>
                  </a:solidFill>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rPr>
                <a:t>design</a:t>
              </a:r>
              <a:endParaRPr lang="en-US" sz="2800" b="0" i="0" u="none" strike="noStrike" kern="1200" cap="none" spc="0" normalizeH="0" baseline="0" noProof="0">
                <a:ln>
                  <a:noFill/>
                </a:ln>
                <a:solidFill>
                  <a:schemeClr val="tx2"/>
                </a:solidFill>
                <a:effectLst/>
                <a:uLnTx/>
                <a:uFillTx/>
                <a:latin typeface="Arial"/>
                <a:ea typeface="Inter Light" panose="02000503000000020004" pitchFamily="2" charset="0"/>
                <a:cs typeface="Arial"/>
                <a:hlinkClick r:id="rId5" action="ppaction://hlinksldjump">
                  <a:extLst>
                    <a:ext uri="{A12FA001-AC4F-418D-AE19-62706E023703}">
                      <ahyp:hlinkClr xmlns:ahyp="http://schemas.microsoft.com/office/drawing/2018/hyperlinkcolor" val="tx"/>
                    </a:ext>
                  </a:extLst>
                </a:hlinkClick>
              </a:endParaRPr>
            </a:p>
          </p:txBody>
        </p:sp>
      </p:grpSp>
      <p:pic>
        <p:nvPicPr>
          <p:cNvPr id="25" name="Picture Placeholder 8" descr="A person using a computer&#10;&#10;AI-generated content may be incorrect.">
            <a:extLst>
              <a:ext uri="{FF2B5EF4-FFF2-40B4-BE49-F238E27FC236}">
                <a16:creationId xmlns:a16="http://schemas.microsoft.com/office/drawing/2014/main" id="{30C79F12-6C2D-1340-870E-F22390E1D409}"/>
              </a:ext>
            </a:extLst>
          </p:cNvPr>
          <p:cNvPicPr>
            <a:picLocks noChangeAspect="1"/>
          </p:cNvPicPr>
          <p:nvPr/>
        </p:nvPicPr>
        <p:blipFill>
          <a:blip r:embed="rId6"/>
          <a:srcRect l="21853" r="21853"/>
          <a:stretch>
            <a:fillRect/>
          </a:stretch>
        </p:blipFill>
        <p:spPr>
          <a:xfrm>
            <a:off x="7144506" y="872505"/>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81828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35E6C-9843-7BE3-6861-404C1963B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0603E-6946-0A31-A5C1-B35C7CADF0B3}"/>
              </a:ext>
            </a:extLst>
          </p:cNvPr>
          <p:cNvSpPr>
            <a:spLocks noGrp="1"/>
          </p:cNvSpPr>
          <p:nvPr>
            <p:ph type="title"/>
          </p:nvPr>
        </p:nvSpPr>
        <p:spPr/>
        <p:txBody>
          <a:bodyPr/>
          <a:lstStyle/>
          <a:p>
            <a:r>
              <a:rPr lang="en-US"/>
              <a:t>Overview</a:t>
            </a:r>
          </a:p>
        </p:txBody>
      </p:sp>
      <p:sp>
        <p:nvSpPr>
          <p:cNvPr id="3" name="Text Placeholder 2">
            <a:extLst>
              <a:ext uri="{FF2B5EF4-FFF2-40B4-BE49-F238E27FC236}">
                <a16:creationId xmlns:a16="http://schemas.microsoft.com/office/drawing/2014/main" id="{54036A85-D793-C2BB-0340-613CA0B7B727}"/>
              </a:ext>
            </a:extLst>
          </p:cNvPr>
          <p:cNvSpPr>
            <a:spLocks noGrp="1"/>
          </p:cNvSpPr>
          <p:nvPr>
            <p:ph type="body" sz="quarter" idx="10"/>
          </p:nvPr>
        </p:nvSpPr>
        <p:spPr/>
        <p:txBody>
          <a:bodyPr/>
          <a:lstStyle/>
          <a:p>
            <a:r>
              <a:rPr lang="en-US"/>
              <a:t>Section 1</a:t>
            </a:r>
          </a:p>
        </p:txBody>
      </p:sp>
    </p:spTree>
    <p:extLst>
      <p:ext uri="{BB962C8B-B14F-4D97-AF65-F5344CB8AC3E}">
        <p14:creationId xmlns:p14="http://schemas.microsoft.com/office/powerpoint/2010/main" val="51120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
            <a:extLst>
              <a:ext uri="{FF2B5EF4-FFF2-40B4-BE49-F238E27FC236}">
                <a16:creationId xmlns:a16="http://schemas.microsoft.com/office/drawing/2014/main" id="{6592B50F-B834-D2CE-8DBC-9FADB3C0E34D}"/>
              </a:ext>
            </a:extLst>
          </p:cNvPr>
          <p:cNvSpPr/>
          <p:nvPr/>
        </p:nvSpPr>
        <p:spPr>
          <a:xfrm>
            <a:off x="365459" y="1023694"/>
            <a:ext cx="5089943" cy="5560297"/>
          </a:xfrm>
          <a:prstGeom prst="roundRect">
            <a:avLst>
              <a:gd name="adj" fmla="val 2075"/>
            </a:avLst>
          </a:prstGeom>
          <a:solidFill>
            <a:srgbClr val="F2F1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Verdana" charset="0"/>
              <a:cs typeface="Arial" panose="020B0604020202020204" pitchFamily="34" charset="0"/>
            </a:endParaRPr>
          </a:p>
        </p:txBody>
      </p:sp>
      <p:sp>
        <p:nvSpPr>
          <p:cNvPr id="49" name="Text Placeholder 12">
            <a:extLst>
              <a:ext uri="{FF2B5EF4-FFF2-40B4-BE49-F238E27FC236}">
                <a16:creationId xmlns:a16="http://schemas.microsoft.com/office/drawing/2014/main" id="{7F13D7F6-9590-547B-730E-B2F8E9683E3B}"/>
              </a:ext>
            </a:extLst>
          </p:cNvPr>
          <p:cNvSpPr txBox="1">
            <a:spLocks/>
          </p:cNvSpPr>
          <p:nvPr/>
        </p:nvSpPr>
        <p:spPr>
          <a:xfrm>
            <a:off x="510515" y="1075394"/>
            <a:ext cx="4837661" cy="5635042"/>
          </a:xfrm>
          <a:prstGeom prst="rect">
            <a:avLst/>
          </a:prstGeom>
        </p:spPr>
        <p:txBody>
          <a:bodyPr lIns="91440" tIns="45720" rIns="91440" bIns="45720" anchor="t"/>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defTabSz="914378">
              <a:buNone/>
              <a:defRPr/>
            </a:pPr>
            <a:r>
              <a:rPr lang="en-US" sz="1000" b="1">
                <a:solidFill>
                  <a:srgbClr val="0A2F46"/>
                </a:solidFill>
                <a:latin typeface="Arial"/>
                <a:ea typeface="Verdana"/>
                <a:cs typeface="Arial"/>
              </a:rPr>
              <a:t>FTE &amp; </a:t>
            </a:r>
            <a:r>
              <a:rPr lang="en-US" sz="900" b="1">
                <a:solidFill>
                  <a:srgbClr val="0A2F46"/>
                </a:solidFill>
                <a:latin typeface="Arial"/>
                <a:ea typeface="Verdana"/>
                <a:cs typeface="Arial"/>
              </a:rPr>
              <a:t>Headcount</a:t>
            </a:r>
            <a:r>
              <a:rPr lang="en-US" sz="1000" b="1">
                <a:solidFill>
                  <a:srgbClr val="0A2F46"/>
                </a:solidFill>
                <a:latin typeface="Arial"/>
                <a:ea typeface="Verdana"/>
                <a:cs typeface="Arial"/>
              </a:rPr>
              <a:t> Reporting:</a:t>
            </a:r>
            <a:endParaRPr lang="en-US" sz="10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Track FTE and headcount with real-time visibility by role, hierarchy, and month across the GTM hierarchies.</a:t>
            </a:r>
          </a:p>
          <a:p>
            <a:pPr marL="216535" lvl="1" indent="-102870" defTabSz="914378">
              <a:buClr>
                <a:schemeClr val="bg2"/>
              </a:buClr>
              <a:defRPr/>
            </a:pPr>
            <a:r>
              <a:rPr lang="en-US" sz="900">
                <a:solidFill>
                  <a:schemeClr val="bg2"/>
                </a:solidFill>
                <a:latin typeface="Arial"/>
                <a:ea typeface="Verdana"/>
                <a:cs typeface="Arial"/>
              </a:rPr>
              <a:t>View employee-level details, role history, and model ramp assumptions.</a:t>
            </a:r>
          </a:p>
          <a:p>
            <a:pPr marL="216535" lvl="1" indent="-102870" defTabSz="914378">
              <a:buFont typeface="Arial"/>
              <a:buChar char="•"/>
              <a:defRPr/>
            </a:pPr>
            <a:endParaRPr lang="en-US" sz="600">
              <a:solidFill>
                <a:srgbClr val="0A2F46"/>
              </a:solidFill>
              <a:latin typeface="Arial"/>
              <a:ea typeface="Verdana"/>
              <a:cs typeface="Arial"/>
            </a:endParaRPr>
          </a:p>
          <a:p>
            <a:pPr marL="0" indent="0" defTabSz="914378">
              <a:buNone/>
              <a:defRPr/>
            </a:pPr>
            <a:r>
              <a:rPr lang="en-US" sz="1000" b="1">
                <a:solidFill>
                  <a:srgbClr val="0A2F46"/>
                </a:solidFill>
                <a:latin typeface="Arial"/>
                <a:ea typeface="Verdana"/>
                <a:cs typeface="Arial"/>
              </a:rPr>
              <a:t>Coverage Analysis:</a:t>
            </a:r>
            <a:endParaRPr lang="en-US" sz="10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Identify HC gaps and optimize core vs. support resources.</a:t>
            </a:r>
          </a:p>
          <a:p>
            <a:pPr marL="216535" lvl="1" indent="-102870" defTabSz="914378">
              <a:buClr>
                <a:schemeClr val="bg2"/>
              </a:buClr>
              <a:defRPr/>
            </a:pPr>
            <a:r>
              <a:rPr lang="en-US" sz="900">
                <a:solidFill>
                  <a:schemeClr val="bg2"/>
                </a:solidFill>
                <a:latin typeface="Arial"/>
                <a:ea typeface="Verdana"/>
                <a:cs typeface="Arial"/>
              </a:rPr>
              <a:t>Define role-based and time-based coverage assumptions.</a:t>
            </a:r>
          </a:p>
          <a:p>
            <a:pPr marL="216535" lvl="1" indent="-102870" defTabSz="914378">
              <a:buClr>
                <a:srgbClr val="F2F1EE"/>
              </a:buClr>
              <a:defRPr/>
            </a:pPr>
            <a:endParaRPr lang="en-US" sz="600">
              <a:solidFill>
                <a:srgbClr val="0A2F46"/>
              </a:solidFill>
              <a:latin typeface="Arial"/>
              <a:ea typeface="Verdana"/>
              <a:cs typeface="Arial"/>
            </a:endParaRPr>
          </a:p>
          <a:p>
            <a:pPr marL="0" indent="0" defTabSz="914378">
              <a:buNone/>
              <a:defRPr/>
            </a:pPr>
            <a:r>
              <a:rPr lang="en-US" sz="1000" b="1">
                <a:solidFill>
                  <a:srgbClr val="0A2F46"/>
                </a:solidFill>
                <a:latin typeface="Arial"/>
                <a:ea typeface="Verdana"/>
                <a:cs typeface="Arial"/>
              </a:rPr>
              <a:t>Productivity &amp; Performance Analysis:</a:t>
            </a:r>
            <a:endParaRPr lang="en-US" sz="1000" b="0" i="0" u="none" strike="noStrike" kern="1200" cap="none" spc="0" normalizeH="0" baseline="0" noProof="0">
              <a:ln>
                <a:noFill/>
              </a:ln>
              <a:solidFill>
                <a:srgbClr val="0A2F46"/>
              </a:solidFill>
              <a:effectLst/>
              <a:uLnTx/>
              <a:uFillTx/>
              <a:latin typeface="Arial"/>
              <a:ea typeface="Verdana"/>
              <a:cs typeface="Arial"/>
            </a:endParaRPr>
          </a:p>
          <a:p>
            <a:pPr marL="216535" lvl="1" indent="-102870" defTabSz="914378">
              <a:buClr>
                <a:schemeClr val="bg2"/>
              </a:buClr>
              <a:defRPr/>
            </a:pPr>
            <a:r>
              <a:rPr lang="en-US" sz="900">
                <a:solidFill>
                  <a:schemeClr val="bg2"/>
                </a:solidFill>
                <a:latin typeface="Arial"/>
                <a:ea typeface="Verdana"/>
                <a:cs typeface="Arial"/>
              </a:rPr>
              <a:t>Analyze and compare reps against role-based performance by configurable dimensions (e.g., segment, industry, tenure).</a:t>
            </a:r>
          </a:p>
          <a:p>
            <a:pPr marL="216535" lvl="1" indent="-102870" defTabSz="914378">
              <a:buClr>
                <a:schemeClr val="bg2"/>
              </a:buClr>
              <a:defRPr/>
            </a:pPr>
            <a:r>
              <a:rPr lang="en-US" sz="900">
                <a:solidFill>
                  <a:schemeClr val="bg2"/>
                </a:solidFill>
                <a:latin typeface="Arial"/>
                <a:ea typeface="Verdana"/>
                <a:cs typeface="Arial"/>
              </a:rPr>
              <a:t>Model productivity uplift.</a:t>
            </a:r>
          </a:p>
          <a:p>
            <a:pPr marL="216535" lvl="1" indent="-102870" defTabSz="914378">
              <a:defRPr/>
            </a:pPr>
            <a:endParaRPr lang="en-US" sz="600">
              <a:solidFill>
                <a:srgbClr val="0A2F46"/>
              </a:solidFill>
              <a:latin typeface="Arial"/>
              <a:ea typeface="Verdana"/>
              <a:cs typeface="Arial"/>
            </a:endParaRPr>
          </a:p>
          <a:p>
            <a:pPr marL="0" lvl="1" indent="0" defTabSz="914378">
              <a:buNone/>
              <a:defRPr/>
            </a:pPr>
            <a:r>
              <a:rPr lang="en-US" sz="1000" b="1">
                <a:solidFill>
                  <a:srgbClr val="0A2F46"/>
                </a:solidFill>
                <a:latin typeface="Arial"/>
                <a:ea typeface="Verdana"/>
                <a:cs typeface="Arial"/>
              </a:rPr>
              <a:t>Top-down &amp; Bottom-up Planning:</a:t>
            </a:r>
            <a:endParaRPr lang="en-US" sz="10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Input hiring, attrition, and productivity assumptions per role.</a:t>
            </a:r>
          </a:p>
          <a:p>
            <a:pPr marL="216535" lvl="1" indent="-102870" defTabSz="914378">
              <a:buClr>
                <a:schemeClr val="bg2"/>
              </a:buClr>
              <a:defRPr/>
            </a:pPr>
            <a:r>
              <a:rPr lang="en-US" sz="900">
                <a:solidFill>
                  <a:schemeClr val="bg2"/>
                </a:solidFill>
                <a:latin typeface="Arial"/>
                <a:ea typeface="Verdana"/>
                <a:cs typeface="Arial"/>
              </a:rPr>
              <a:t>Track monthly headcount trends and hiring needs.</a:t>
            </a:r>
          </a:p>
          <a:p>
            <a:pPr marL="216535" lvl="1" indent="-102870" defTabSz="914378">
              <a:buClr>
                <a:schemeClr val="bg2"/>
              </a:buClr>
              <a:defRPr/>
            </a:pPr>
            <a:r>
              <a:rPr lang="en-US" sz="900">
                <a:solidFill>
                  <a:schemeClr val="bg2"/>
                </a:solidFill>
                <a:latin typeface="Arial"/>
                <a:ea typeface="Verdana"/>
                <a:cs typeface="Arial"/>
              </a:rPr>
              <a:t>Cascade resource allocation through the sales hierarchy.</a:t>
            </a:r>
          </a:p>
          <a:p>
            <a:pPr marL="216535" lvl="1" indent="-102870" defTabSz="914378">
              <a:buClr>
                <a:schemeClr val="bg2"/>
              </a:buClr>
              <a:defRPr/>
            </a:pPr>
            <a:r>
              <a:rPr lang="en-US" sz="900">
                <a:solidFill>
                  <a:schemeClr val="bg2"/>
                </a:solidFill>
                <a:latin typeface="Arial"/>
                <a:ea typeface="Verdana"/>
                <a:cs typeface="Arial"/>
              </a:rPr>
              <a:t>Apply constraints and recommendations for resource planning.</a:t>
            </a:r>
          </a:p>
          <a:p>
            <a:pPr marL="216535" lvl="1" indent="-102870" defTabSz="914378">
              <a:buClr>
                <a:schemeClr val="bg2"/>
              </a:buClr>
              <a:defRPr/>
            </a:pPr>
            <a:r>
              <a:rPr lang="en-US" sz="900">
                <a:solidFill>
                  <a:schemeClr val="bg2"/>
                </a:solidFill>
                <a:latin typeface="Arial"/>
                <a:ea typeface="Verdana"/>
                <a:cs typeface="Arial"/>
              </a:rPr>
              <a:t>Manage approvals and disputes in a structured workflow.</a:t>
            </a:r>
          </a:p>
          <a:p>
            <a:pPr marL="0" indent="0" defTabSz="914378">
              <a:buNone/>
              <a:defRPr/>
            </a:pPr>
            <a:endParaRPr lang="en-US" sz="600" b="1">
              <a:solidFill>
                <a:srgbClr val="0A2F46"/>
              </a:solidFill>
              <a:latin typeface="Arial"/>
              <a:ea typeface="Verdana"/>
              <a:cs typeface="Arial"/>
            </a:endParaRPr>
          </a:p>
          <a:p>
            <a:pPr marL="0" indent="0" defTabSz="914378">
              <a:buNone/>
              <a:defRPr/>
            </a:pPr>
            <a:r>
              <a:rPr lang="en-US" sz="900" b="1">
                <a:solidFill>
                  <a:srgbClr val="0A2F46"/>
                </a:solidFill>
                <a:latin typeface="Arial"/>
                <a:ea typeface="Verdana"/>
                <a:cs typeface="Arial"/>
              </a:rPr>
              <a:t>Sales Margin Planning:</a:t>
            </a:r>
            <a:endParaRPr lang="en-US" sz="9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Define role-based cost structures and aggregate data.</a:t>
            </a:r>
          </a:p>
          <a:p>
            <a:pPr marL="216535" lvl="1" indent="-102870" defTabSz="914378">
              <a:buClr>
                <a:schemeClr val="bg2"/>
              </a:buClr>
              <a:defRPr/>
            </a:pPr>
            <a:r>
              <a:rPr lang="en-US" sz="900">
                <a:solidFill>
                  <a:schemeClr val="bg2"/>
                </a:solidFill>
                <a:latin typeface="Arial"/>
                <a:ea typeface="Verdana"/>
                <a:cs typeface="Arial"/>
              </a:rPr>
              <a:t>Track monthly sales margins based on productivity and ramping.</a:t>
            </a:r>
          </a:p>
          <a:p>
            <a:pPr marL="0" indent="0" defTabSz="914378">
              <a:buNone/>
              <a:defRPr/>
            </a:pPr>
            <a:endParaRPr lang="en-US" sz="600" b="1">
              <a:solidFill>
                <a:srgbClr val="0A2F46"/>
              </a:solidFill>
              <a:latin typeface="Arial"/>
              <a:ea typeface="Verdana"/>
              <a:cs typeface="Arial"/>
            </a:endParaRPr>
          </a:p>
          <a:p>
            <a:pPr marL="0" indent="0" defTabSz="914378">
              <a:buNone/>
              <a:defRPr/>
            </a:pPr>
            <a:r>
              <a:rPr lang="en-US" sz="900" b="1">
                <a:solidFill>
                  <a:srgbClr val="0A2F46"/>
                </a:solidFill>
                <a:latin typeface="Arial"/>
                <a:ea typeface="Verdana"/>
                <a:cs typeface="Arial"/>
              </a:rPr>
              <a:t>In-Year vs</a:t>
            </a:r>
            <a:r>
              <a:rPr kumimoji="0" lang="en-US" sz="900" b="1" i="0" u="none" strike="noStrike" kern="1200" cap="none" spc="0" normalizeH="0" baseline="0" noProof="0">
                <a:ln>
                  <a:noFill/>
                </a:ln>
                <a:solidFill>
                  <a:srgbClr val="0A2F46"/>
                </a:solidFill>
                <a:effectLst/>
                <a:uLnTx/>
                <a:uFillTx/>
                <a:latin typeface="Arial"/>
                <a:ea typeface="Verdana"/>
                <a:cs typeface="Arial"/>
              </a:rPr>
              <a:t>.</a:t>
            </a:r>
            <a:r>
              <a:rPr lang="en-US" sz="900" b="1">
                <a:solidFill>
                  <a:srgbClr val="0A2F46"/>
                </a:solidFill>
                <a:latin typeface="Arial"/>
                <a:ea typeface="Verdana"/>
                <a:cs typeface="Arial"/>
              </a:rPr>
              <a:t> Actual Planning:</a:t>
            </a:r>
            <a:endParaRPr lang="en-US" sz="9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Lock planning inputs and snapshot hiring plans.</a:t>
            </a:r>
          </a:p>
          <a:p>
            <a:pPr marL="216535" lvl="1" indent="-102870" defTabSz="914378">
              <a:buClr>
                <a:schemeClr val="bg2"/>
              </a:buClr>
              <a:defRPr/>
            </a:pPr>
            <a:r>
              <a:rPr lang="en-US" sz="900">
                <a:solidFill>
                  <a:schemeClr val="bg2"/>
                </a:solidFill>
                <a:latin typeface="Arial"/>
                <a:ea typeface="Verdana"/>
                <a:cs typeface="Arial"/>
              </a:rPr>
              <a:t>Compare actual vs. planned HC and hiring needs for realignment; re-open planning period to adjust strategy.</a:t>
            </a:r>
          </a:p>
          <a:p>
            <a:pPr marL="216535" lvl="1" indent="-102870" defTabSz="914378">
              <a:defRPr/>
            </a:pPr>
            <a:endParaRPr lang="en-US" sz="600">
              <a:solidFill>
                <a:srgbClr val="0A2F46"/>
              </a:solidFill>
              <a:latin typeface="Arial"/>
              <a:ea typeface="Verdana"/>
              <a:cs typeface="Arial"/>
            </a:endParaRPr>
          </a:p>
          <a:p>
            <a:pPr marL="0" lvl="1" indent="0" defTabSz="914378">
              <a:buNone/>
              <a:defRPr/>
            </a:pPr>
            <a:r>
              <a:rPr kumimoji="0" lang="en-US" sz="900" b="1" i="0" u="none" strike="noStrike" kern="1200" cap="none" spc="0" normalizeH="0" baseline="0" noProof="0">
                <a:ln>
                  <a:noFill/>
                </a:ln>
                <a:solidFill>
                  <a:srgbClr val="0A2F46"/>
                </a:solidFill>
                <a:effectLst/>
                <a:uLnTx/>
                <a:uFillTx/>
                <a:latin typeface="Arial"/>
                <a:ea typeface="Verdana"/>
                <a:cs typeface="Arial"/>
              </a:rPr>
              <a:t>GTM </a:t>
            </a:r>
            <a:r>
              <a:rPr lang="en-US" sz="900" b="1">
                <a:solidFill>
                  <a:srgbClr val="0A2F46"/>
                </a:solidFill>
                <a:latin typeface="Arial"/>
                <a:ea typeface="Verdana"/>
                <a:cs typeface="Arial"/>
              </a:rPr>
              <a:t>Strategy &amp; Blueprinting</a:t>
            </a:r>
            <a:endParaRPr lang="en-US" sz="900">
              <a:solidFill>
                <a:srgbClr val="0A2F46"/>
              </a:solidFill>
            </a:endParaRPr>
          </a:p>
          <a:p>
            <a:pPr marL="216535" lvl="1" indent="-102870" defTabSz="914378">
              <a:buClr>
                <a:schemeClr val="bg2"/>
              </a:buClr>
              <a:defRPr/>
            </a:pPr>
            <a:r>
              <a:rPr lang="en-US" sz="900">
                <a:solidFill>
                  <a:schemeClr val="bg2"/>
                </a:solidFill>
                <a:latin typeface="Arial"/>
                <a:ea typeface="Verdana"/>
                <a:cs typeface="Arial"/>
              </a:rPr>
              <a:t>Model sales </a:t>
            </a:r>
            <a:r>
              <a:rPr kumimoji="0" lang="en-US" sz="900" b="0" i="0" u="none" strike="noStrike" kern="1200" cap="none" spc="0" normalizeH="0" baseline="0" noProof="0">
                <a:ln>
                  <a:noFill/>
                </a:ln>
                <a:solidFill>
                  <a:schemeClr val="bg2"/>
                </a:solidFill>
                <a:effectLst/>
                <a:uLnTx/>
                <a:uFillTx/>
                <a:latin typeface="Arial"/>
                <a:ea typeface="Verdana"/>
                <a:cs typeface="Arial"/>
              </a:rPr>
              <a:t>hierarchy </a:t>
            </a:r>
            <a:r>
              <a:rPr lang="en-US" sz="900">
                <a:solidFill>
                  <a:schemeClr val="bg2"/>
                </a:solidFill>
                <a:latin typeface="Arial"/>
                <a:ea typeface="Verdana"/>
                <a:cs typeface="Arial"/>
              </a:rPr>
              <a:t>changes in a sandbox</a:t>
            </a:r>
            <a:r>
              <a:rPr kumimoji="0" lang="en-US" sz="900" b="0" i="0" u="none" strike="noStrike" kern="1200" cap="none" spc="0" normalizeH="0" baseline="0" noProof="0">
                <a:ln>
                  <a:noFill/>
                </a:ln>
                <a:solidFill>
                  <a:schemeClr val="bg2"/>
                </a:solidFill>
                <a:effectLst/>
                <a:uLnTx/>
                <a:uFillTx/>
                <a:latin typeface="Arial"/>
                <a:ea typeface="Verdana"/>
                <a:cs typeface="Arial"/>
              </a:rPr>
              <a:t>.</a:t>
            </a:r>
            <a:endParaRPr lang="en-US" sz="900" b="0" i="0" u="none" strike="noStrike" kern="1200" cap="none" spc="0" normalizeH="0" baseline="0" noProof="0">
              <a:ln>
                <a:noFill/>
              </a:ln>
              <a:solidFill>
                <a:schemeClr val="bg2"/>
              </a:solidFill>
              <a:effectLst/>
              <a:uLnTx/>
              <a:uFillTx/>
              <a:latin typeface="Arial" panose="020B0604020202020204" pitchFamily="34" charset="0"/>
              <a:cs typeface="Arial" panose="020B0604020202020204" pitchFamily="34" charset="0"/>
            </a:endParaRPr>
          </a:p>
          <a:p>
            <a:pPr marL="216535" lvl="1" indent="-102870" defTabSz="914378">
              <a:buClr>
                <a:schemeClr val="bg2"/>
              </a:buClr>
              <a:defRPr/>
            </a:pPr>
            <a:r>
              <a:rPr lang="en-US" sz="900">
                <a:solidFill>
                  <a:schemeClr val="bg2"/>
                </a:solidFill>
                <a:latin typeface="Arial"/>
                <a:ea typeface="Verdana"/>
                <a:cs typeface="Arial"/>
              </a:rPr>
              <a:t>Maintain an approval workflow and audit trail.</a:t>
            </a:r>
          </a:p>
          <a:p>
            <a:pPr marL="216535" lvl="1" indent="-102870" defTabSz="914378">
              <a:buClr>
                <a:schemeClr val="bg2"/>
              </a:buClr>
              <a:defRPr/>
            </a:pPr>
            <a:r>
              <a:rPr lang="en-US" sz="900">
                <a:solidFill>
                  <a:schemeClr val="bg2"/>
                </a:solidFill>
                <a:latin typeface="Arial"/>
                <a:ea typeface="Verdana"/>
                <a:cs typeface="Arial"/>
              </a:rPr>
              <a:t>Conduct what-if scenario modeling for strategic decisions.</a:t>
            </a:r>
          </a:p>
          <a:p>
            <a:pPr marL="216535" lvl="1" indent="-102870" defTabSz="914378">
              <a:buClr>
                <a:schemeClr val="bg2"/>
              </a:buClr>
              <a:defRPr/>
            </a:pPr>
            <a:r>
              <a:rPr lang="en-US" sz="900">
                <a:solidFill>
                  <a:schemeClr val="bg2"/>
                </a:solidFill>
                <a:latin typeface="Arial"/>
                <a:ea typeface="Verdana"/>
                <a:cs typeface="Arial"/>
              </a:rPr>
              <a:t>Approve and export finalized headcount plans.</a:t>
            </a:r>
            <a:endParaRPr lang="en-US">
              <a:solidFill>
                <a:schemeClr val="bg2"/>
              </a:solidFill>
              <a:latin typeface="Arial"/>
              <a:ea typeface="Verdana"/>
              <a:cs typeface="Arial"/>
            </a:endParaRPr>
          </a:p>
        </p:txBody>
      </p:sp>
      <p:sp>
        <p:nvSpPr>
          <p:cNvPr id="53" name="Title 4">
            <a:extLst>
              <a:ext uri="{FF2B5EF4-FFF2-40B4-BE49-F238E27FC236}">
                <a16:creationId xmlns:a16="http://schemas.microsoft.com/office/drawing/2014/main" id="{5B01AEE4-7E65-79E7-98BC-C37173D04865}"/>
              </a:ext>
            </a:extLst>
          </p:cNvPr>
          <p:cNvSpPr txBox="1">
            <a:spLocks/>
          </p:cNvSpPr>
          <p:nvPr/>
        </p:nvSpPr>
        <p:spPr>
          <a:xfrm>
            <a:off x="510515" y="262747"/>
            <a:ext cx="10871904" cy="451405"/>
          </a:xfrm>
          <a:prstGeom prst="rect">
            <a:avLst/>
          </a:prstGeom>
        </p:spPr>
        <p:txBody>
          <a:bodyPr lIns="0" tIns="60960" rIns="0" bIns="60960" anchor="t"/>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r>
              <a:rPr lang="en-GB" sz="1800">
                <a:solidFill>
                  <a:schemeClr val="tx2"/>
                </a:solidFill>
                <a:latin typeface="Arial"/>
                <a:ea typeface="Verdana"/>
                <a:cs typeface="Arial"/>
              </a:rPr>
              <a:t>Go-to-Market Capacity Planning</a:t>
            </a:r>
            <a:endParaRPr lang="en-US">
              <a:solidFill>
                <a:schemeClr val="tx2"/>
              </a:solidFill>
            </a:endParaRPr>
          </a:p>
          <a:p>
            <a:r>
              <a:rPr lang="en-US" sz="1400">
                <a:solidFill>
                  <a:schemeClr val="tx2"/>
                </a:solidFill>
                <a:latin typeface="Arial"/>
                <a:ea typeface="Verdana"/>
                <a:cs typeface="Arial"/>
              </a:rPr>
              <a:t>Out-of-the-box functionalities to </a:t>
            </a:r>
            <a:r>
              <a:rPr lang="en-US" sz="1400">
                <a:solidFill>
                  <a:schemeClr val="tx2"/>
                </a:solidFill>
              </a:rPr>
              <a:t>define, forecast, and analyze workforce capacity across GTM roles and hierarchies</a:t>
            </a:r>
          </a:p>
          <a:p>
            <a:endParaRPr lang="en-US" sz="1400">
              <a:solidFill>
                <a:schemeClr val="tx2"/>
              </a:solidFill>
            </a:endParaRPr>
          </a:p>
          <a:p>
            <a:endParaRPr lang="en-US" sz="1400" b="0">
              <a:solidFill>
                <a:schemeClr val="tx2"/>
              </a:solidFill>
            </a:endParaRPr>
          </a:p>
        </p:txBody>
      </p:sp>
      <p:pic>
        <p:nvPicPr>
          <p:cNvPr id="2" name="Picture 1" descr="A screenshot of a computer&#10;&#10;AI-generated content may be incorrect.">
            <a:extLst>
              <a:ext uri="{FF2B5EF4-FFF2-40B4-BE49-F238E27FC236}">
                <a16:creationId xmlns:a16="http://schemas.microsoft.com/office/drawing/2014/main" id="{9E509AD5-D278-8A1F-3833-7F72B1FF3FE4}"/>
              </a:ext>
            </a:extLst>
          </p:cNvPr>
          <p:cNvPicPr>
            <a:picLocks noChangeAspect="1"/>
          </p:cNvPicPr>
          <p:nvPr/>
        </p:nvPicPr>
        <p:blipFill>
          <a:blip r:embed="rId2"/>
          <a:stretch>
            <a:fillRect/>
          </a:stretch>
        </p:blipFill>
        <p:spPr>
          <a:xfrm>
            <a:off x="5493232" y="1447829"/>
            <a:ext cx="6000750" cy="3028950"/>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77EFD59-75D0-0D08-329D-143DCF691296}"/>
              </a:ext>
            </a:extLst>
          </p:cNvPr>
          <p:cNvPicPr>
            <a:picLocks noChangeAspect="1"/>
          </p:cNvPicPr>
          <p:nvPr/>
        </p:nvPicPr>
        <p:blipFill>
          <a:blip r:embed="rId3"/>
          <a:stretch>
            <a:fillRect/>
          </a:stretch>
        </p:blipFill>
        <p:spPr>
          <a:xfrm>
            <a:off x="5987716" y="3705448"/>
            <a:ext cx="5838825" cy="2438400"/>
          </a:xfrm>
          <a:prstGeom prst="rect">
            <a:avLst/>
          </a:prstGeom>
        </p:spPr>
      </p:pic>
    </p:spTree>
    <p:extLst>
      <p:ext uri="{BB962C8B-B14F-4D97-AF65-F5344CB8AC3E}">
        <p14:creationId xmlns:p14="http://schemas.microsoft.com/office/powerpoint/2010/main" val="243717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D62-D23C-BCB9-0BAD-AEB1852267B6}"/>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580C2B6-DB46-0865-8055-A53ACDD40F55}"/>
              </a:ext>
            </a:extLst>
          </p:cNvPr>
          <p:cNvSpPr/>
          <p:nvPr/>
        </p:nvSpPr>
        <p:spPr>
          <a:xfrm>
            <a:off x="0" y="0"/>
            <a:ext cx="12192001" cy="4856606"/>
          </a:xfrm>
          <a:prstGeom prst="rect">
            <a:avLst/>
          </a:prstGeom>
          <a:solidFill>
            <a:srgbClr val="F3F1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0" name="Rectangle 79">
            <a:extLst>
              <a:ext uri="{FF2B5EF4-FFF2-40B4-BE49-F238E27FC236}">
                <a16:creationId xmlns:a16="http://schemas.microsoft.com/office/drawing/2014/main" id="{7CFA9DA9-F9EB-E475-7B66-384165D888DC}"/>
              </a:ext>
            </a:extLst>
          </p:cNvPr>
          <p:cNvSpPr/>
          <p:nvPr/>
        </p:nvSpPr>
        <p:spPr>
          <a:xfrm>
            <a:off x="1" y="4865776"/>
            <a:ext cx="12192000" cy="2002097"/>
          </a:xfrm>
          <a:prstGeom prst="rect">
            <a:avLst/>
          </a:prstGeom>
          <a:solidFill>
            <a:srgbClr val="092F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8" name="Title 1">
            <a:extLst>
              <a:ext uri="{FF2B5EF4-FFF2-40B4-BE49-F238E27FC236}">
                <a16:creationId xmlns:a16="http://schemas.microsoft.com/office/drawing/2014/main" id="{1C0582A2-1ED7-EDAC-BA10-554B924F8A11}"/>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a:solidFill>
                  <a:srgbClr val="0C314B"/>
                </a:solidFill>
                <a:latin typeface="Arial"/>
                <a:ea typeface="Verdana"/>
                <a:cs typeface="Arial"/>
              </a:rPr>
              <a:t>Guided setup powered by the Anaplan Application Framework</a:t>
            </a:r>
            <a:endParaRPr lang="en-GB" sz="1800" b="0">
              <a:solidFill>
                <a:srgbClr val="0C314B"/>
              </a:solidFill>
              <a:latin typeface="Arial"/>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3D119E7B-1D12-02DA-BAA4-29FA7D2452F3}"/>
              </a:ext>
            </a:extLst>
          </p:cNvPr>
          <p:cNvPicPr>
            <a:picLocks noChangeAspect="1"/>
          </p:cNvPicPr>
          <p:nvPr/>
        </p:nvPicPr>
        <p:blipFill>
          <a:blip r:embed="rId3"/>
          <a:stretch>
            <a:fillRect/>
          </a:stretch>
        </p:blipFill>
        <p:spPr>
          <a:xfrm>
            <a:off x="1555483" y="5244226"/>
            <a:ext cx="1931968" cy="1208599"/>
          </a:xfrm>
          <a:prstGeom prst="rect">
            <a:avLst/>
          </a:prstGeom>
          <a:ln w="6350">
            <a:solidFill>
              <a:schemeClr val="tx1">
                <a:lumMod val="95000"/>
                <a:lumOff val="5000"/>
              </a:schemeClr>
            </a:solidFill>
          </a:ln>
        </p:spPr>
      </p:pic>
      <p:grpSp>
        <p:nvGrpSpPr>
          <p:cNvPr id="53" name="Group 52">
            <a:extLst>
              <a:ext uri="{FF2B5EF4-FFF2-40B4-BE49-F238E27FC236}">
                <a16:creationId xmlns:a16="http://schemas.microsoft.com/office/drawing/2014/main" id="{FB578C15-5E4D-F113-0F92-DF7DC3601326}"/>
              </a:ext>
            </a:extLst>
          </p:cNvPr>
          <p:cNvGrpSpPr/>
          <p:nvPr/>
        </p:nvGrpSpPr>
        <p:grpSpPr>
          <a:xfrm>
            <a:off x="1404407" y="5083980"/>
            <a:ext cx="302151" cy="302151"/>
            <a:chOff x="4203905" y="3643249"/>
            <a:chExt cx="502920" cy="502920"/>
          </a:xfrm>
        </p:grpSpPr>
        <p:sp>
          <p:nvSpPr>
            <p:cNvPr id="51" name="Oval 50">
              <a:extLst>
                <a:ext uri="{FF2B5EF4-FFF2-40B4-BE49-F238E27FC236}">
                  <a16:creationId xmlns:a16="http://schemas.microsoft.com/office/drawing/2014/main" id="{A17EE74E-0A8A-DA1B-2445-6B21EFA07F83}"/>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2" name="TextBox 51">
              <a:extLst>
                <a:ext uri="{FF2B5EF4-FFF2-40B4-BE49-F238E27FC236}">
                  <a16:creationId xmlns:a16="http://schemas.microsoft.com/office/drawing/2014/main" id="{040DEFD1-B354-018D-E3E1-4223587FF87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rPr>
                <a:t>1</a:t>
              </a:r>
            </a:p>
          </p:txBody>
        </p:sp>
      </p:grpSp>
      <p:pic>
        <p:nvPicPr>
          <p:cNvPr id="84" name="Picture 83" descr="A screenshot of a computer&#10;&#10;Description automatically generated">
            <a:extLst>
              <a:ext uri="{FF2B5EF4-FFF2-40B4-BE49-F238E27FC236}">
                <a16:creationId xmlns:a16="http://schemas.microsoft.com/office/drawing/2014/main" id="{6C405E69-DB3E-9EB6-FC84-C8F54B797685}"/>
              </a:ext>
            </a:extLst>
          </p:cNvPr>
          <p:cNvPicPr>
            <a:picLocks noChangeAspect="1"/>
          </p:cNvPicPr>
          <p:nvPr/>
        </p:nvPicPr>
        <p:blipFill>
          <a:blip r:embed="rId4"/>
          <a:stretch>
            <a:fillRect/>
          </a:stretch>
        </p:blipFill>
        <p:spPr>
          <a:xfrm>
            <a:off x="4034101" y="5244225"/>
            <a:ext cx="1927644" cy="1207008"/>
          </a:xfrm>
          <a:prstGeom prst="rect">
            <a:avLst/>
          </a:prstGeom>
          <a:ln w="6350">
            <a:solidFill>
              <a:schemeClr val="tx1">
                <a:lumMod val="95000"/>
                <a:lumOff val="5000"/>
              </a:schemeClr>
            </a:solidFill>
          </a:ln>
        </p:spPr>
      </p:pic>
      <p:pic>
        <p:nvPicPr>
          <p:cNvPr id="82" name="Picture 81" descr="A screenshot of a computer&#10;&#10;Description automatically generated">
            <a:extLst>
              <a:ext uri="{FF2B5EF4-FFF2-40B4-BE49-F238E27FC236}">
                <a16:creationId xmlns:a16="http://schemas.microsoft.com/office/drawing/2014/main" id="{BADF764F-0B01-FDD5-97BB-9B41F0D2AAF6}"/>
              </a:ext>
            </a:extLst>
          </p:cNvPr>
          <p:cNvPicPr>
            <a:picLocks noChangeAspect="1"/>
          </p:cNvPicPr>
          <p:nvPr/>
        </p:nvPicPr>
        <p:blipFill>
          <a:blip r:embed="rId5"/>
          <a:stretch>
            <a:fillRect/>
          </a:stretch>
        </p:blipFill>
        <p:spPr>
          <a:xfrm>
            <a:off x="5972724" y="1360013"/>
            <a:ext cx="5449360" cy="3134643"/>
          </a:xfrm>
          <a:prstGeom prst="rect">
            <a:avLst/>
          </a:prstGeom>
          <a:ln w="6350">
            <a:solidFill>
              <a:schemeClr val="bg1">
                <a:lumMod val="75000"/>
              </a:schemeClr>
            </a:solidFill>
          </a:ln>
        </p:spPr>
      </p:pic>
      <p:pic>
        <p:nvPicPr>
          <p:cNvPr id="86" name="Picture 85" descr="A screenshot of a computer&#10;&#10;Description automatically generated">
            <a:extLst>
              <a:ext uri="{FF2B5EF4-FFF2-40B4-BE49-F238E27FC236}">
                <a16:creationId xmlns:a16="http://schemas.microsoft.com/office/drawing/2014/main" id="{71EB1C7D-B6D1-2747-9696-7DEA7AAC429F}"/>
              </a:ext>
            </a:extLst>
          </p:cNvPr>
          <p:cNvPicPr>
            <a:picLocks noChangeAspect="1"/>
          </p:cNvPicPr>
          <p:nvPr/>
        </p:nvPicPr>
        <p:blipFill>
          <a:blip r:embed="rId6"/>
          <a:stretch>
            <a:fillRect/>
          </a:stretch>
        </p:blipFill>
        <p:spPr>
          <a:xfrm>
            <a:off x="6509955" y="5250805"/>
            <a:ext cx="1929427" cy="1207008"/>
          </a:xfrm>
          <a:prstGeom prst="rect">
            <a:avLst/>
          </a:prstGeom>
          <a:ln w="6350">
            <a:solidFill>
              <a:schemeClr val="tx1">
                <a:lumMod val="95000"/>
                <a:lumOff val="5000"/>
              </a:schemeClr>
            </a:solidFill>
          </a:ln>
        </p:spPr>
      </p:pic>
      <p:pic>
        <p:nvPicPr>
          <p:cNvPr id="88" name="Picture 87" descr="A screenshot of a computer&#10;&#10;Description automatically generated">
            <a:extLst>
              <a:ext uri="{FF2B5EF4-FFF2-40B4-BE49-F238E27FC236}">
                <a16:creationId xmlns:a16="http://schemas.microsoft.com/office/drawing/2014/main" id="{49BD33C5-3066-9EE1-22AA-1BE7C75A180F}"/>
              </a:ext>
            </a:extLst>
          </p:cNvPr>
          <p:cNvPicPr>
            <a:picLocks noChangeAspect="1"/>
          </p:cNvPicPr>
          <p:nvPr/>
        </p:nvPicPr>
        <p:blipFill>
          <a:blip r:embed="rId7"/>
          <a:stretch>
            <a:fillRect/>
          </a:stretch>
        </p:blipFill>
        <p:spPr>
          <a:xfrm>
            <a:off x="9002207" y="5250805"/>
            <a:ext cx="1929427" cy="1207008"/>
          </a:xfrm>
          <a:prstGeom prst="rect">
            <a:avLst/>
          </a:prstGeom>
          <a:ln w="6350">
            <a:solidFill>
              <a:schemeClr val="tx1">
                <a:lumMod val="95000"/>
                <a:lumOff val="5000"/>
              </a:schemeClr>
            </a:solidFill>
          </a:ln>
        </p:spPr>
      </p:pic>
      <p:sp>
        <p:nvSpPr>
          <p:cNvPr id="89" name="TextBox 88">
            <a:extLst>
              <a:ext uri="{FF2B5EF4-FFF2-40B4-BE49-F238E27FC236}">
                <a16:creationId xmlns:a16="http://schemas.microsoft.com/office/drawing/2014/main" id="{2D6A4687-C7A0-3CEF-BA57-C0C828894859}"/>
              </a:ext>
            </a:extLst>
          </p:cNvPr>
          <p:cNvSpPr txBox="1"/>
          <p:nvPr/>
        </p:nvSpPr>
        <p:spPr>
          <a:xfrm>
            <a:off x="11213749" y="6196903"/>
            <a:ext cx="797013" cy="26161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Deploy…</a:t>
            </a:r>
          </a:p>
        </p:txBody>
      </p:sp>
      <p:sp>
        <p:nvSpPr>
          <p:cNvPr id="93" name="TextBox 92">
            <a:extLst>
              <a:ext uri="{FF2B5EF4-FFF2-40B4-BE49-F238E27FC236}">
                <a16:creationId xmlns:a16="http://schemas.microsoft.com/office/drawing/2014/main" id="{D4350612-41A2-F1CE-B05C-4425D971F327}"/>
              </a:ext>
            </a:extLst>
          </p:cNvPr>
          <p:cNvSpPr txBox="1"/>
          <p:nvPr/>
        </p:nvSpPr>
        <p:spPr>
          <a:xfrm>
            <a:off x="2290472" y="6510529"/>
            <a:ext cx="461986"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Data</a:t>
            </a:r>
          </a:p>
        </p:txBody>
      </p:sp>
      <p:sp>
        <p:nvSpPr>
          <p:cNvPr id="94" name="TextBox 93">
            <a:extLst>
              <a:ext uri="{FF2B5EF4-FFF2-40B4-BE49-F238E27FC236}">
                <a16:creationId xmlns:a16="http://schemas.microsoft.com/office/drawing/2014/main" id="{E9BFF590-5B51-55CF-B4EE-91C4BFD97C91}"/>
              </a:ext>
            </a:extLst>
          </p:cNvPr>
          <p:cNvSpPr txBox="1"/>
          <p:nvPr/>
        </p:nvSpPr>
        <p:spPr>
          <a:xfrm>
            <a:off x="4561079" y="6509533"/>
            <a:ext cx="878767"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Hierarchies</a:t>
            </a:r>
          </a:p>
        </p:txBody>
      </p:sp>
      <p:sp>
        <p:nvSpPr>
          <p:cNvPr id="95" name="TextBox 94">
            <a:extLst>
              <a:ext uri="{FF2B5EF4-FFF2-40B4-BE49-F238E27FC236}">
                <a16:creationId xmlns:a16="http://schemas.microsoft.com/office/drawing/2014/main" id="{888248F7-EECF-FB19-7BEE-3FFE4424CA87}"/>
              </a:ext>
            </a:extLst>
          </p:cNvPr>
          <p:cNvSpPr txBox="1"/>
          <p:nvPr/>
        </p:nvSpPr>
        <p:spPr>
          <a:xfrm>
            <a:off x="7056127" y="6509533"/>
            <a:ext cx="837089"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Resources</a:t>
            </a:r>
          </a:p>
        </p:txBody>
      </p:sp>
      <p:sp>
        <p:nvSpPr>
          <p:cNvPr id="96" name="TextBox 95">
            <a:extLst>
              <a:ext uri="{FF2B5EF4-FFF2-40B4-BE49-F238E27FC236}">
                <a16:creationId xmlns:a16="http://schemas.microsoft.com/office/drawing/2014/main" id="{53C1FD8F-B3B3-499B-32B6-BB9881EB06E4}"/>
              </a:ext>
            </a:extLst>
          </p:cNvPr>
          <p:cNvSpPr txBox="1"/>
          <p:nvPr/>
        </p:nvSpPr>
        <p:spPr>
          <a:xfrm>
            <a:off x="9608323" y="6510529"/>
            <a:ext cx="987771"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Assignments</a:t>
            </a:r>
          </a:p>
        </p:txBody>
      </p:sp>
      <p:sp>
        <p:nvSpPr>
          <p:cNvPr id="97" name="TextBox 96">
            <a:extLst>
              <a:ext uri="{FF2B5EF4-FFF2-40B4-BE49-F238E27FC236}">
                <a16:creationId xmlns:a16="http://schemas.microsoft.com/office/drawing/2014/main" id="{7C3ED99B-89E3-B654-A9A9-9687ACEA6A56}"/>
              </a:ext>
            </a:extLst>
          </p:cNvPr>
          <p:cNvSpPr txBox="1"/>
          <p:nvPr/>
        </p:nvSpPr>
        <p:spPr>
          <a:xfrm>
            <a:off x="256739" y="5644546"/>
            <a:ext cx="1024639" cy="430887"/>
          </a:xfrm>
          <a:prstGeom prst="rect">
            <a:avLst/>
          </a:prstGeom>
          <a:noFill/>
        </p:spPr>
        <p:txBody>
          <a:bodyPr wrap="none" rtlCol="0">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Step by Step</a:t>
            </a:r>
          </a:p>
          <a:p>
            <a:pPr marL="0" marR="0" lvl="0" indent="0"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Configuration</a:t>
            </a:r>
          </a:p>
        </p:txBody>
      </p:sp>
      <p:sp>
        <p:nvSpPr>
          <p:cNvPr id="6" name="TextBox 5">
            <a:extLst>
              <a:ext uri="{FF2B5EF4-FFF2-40B4-BE49-F238E27FC236}">
                <a16:creationId xmlns:a16="http://schemas.microsoft.com/office/drawing/2014/main" id="{045078C9-A739-06F9-1A90-9E61C947BD3E}"/>
              </a:ext>
            </a:extLst>
          </p:cNvPr>
          <p:cNvSpPr txBox="1"/>
          <p:nvPr/>
        </p:nvSpPr>
        <p:spPr>
          <a:xfrm>
            <a:off x="788952" y="1417394"/>
            <a:ext cx="4660163" cy="584775"/>
          </a:xfrm>
          <a:prstGeom prst="rect">
            <a:avLst/>
          </a:prstGeom>
          <a:noFill/>
        </p:spPr>
        <p:txBody>
          <a:bodyPr wrap="square">
            <a:spAutoFit/>
          </a:bodyPr>
          <a:lstStyle/>
          <a:p>
            <a:pPr algn="ctr"/>
            <a:r>
              <a:rPr lang="en-US" sz="1600"/>
              <a:t>Designed to get you to value faster—with a </a:t>
            </a:r>
            <a:r>
              <a:rPr lang="en-US" sz="1600" b="1"/>
              <a:t>proven, repeatable configuration flow</a:t>
            </a:r>
            <a:r>
              <a:rPr lang="en-US" sz="1600"/>
              <a:t> </a:t>
            </a:r>
          </a:p>
        </p:txBody>
      </p:sp>
      <p:grpSp>
        <p:nvGrpSpPr>
          <p:cNvPr id="12" name="Group 11">
            <a:extLst>
              <a:ext uri="{FF2B5EF4-FFF2-40B4-BE49-F238E27FC236}">
                <a16:creationId xmlns:a16="http://schemas.microsoft.com/office/drawing/2014/main" id="{636D81E5-8C32-C36D-2B5F-7B6E347B77B5}"/>
              </a:ext>
            </a:extLst>
          </p:cNvPr>
          <p:cNvGrpSpPr/>
          <p:nvPr/>
        </p:nvGrpSpPr>
        <p:grpSpPr>
          <a:xfrm>
            <a:off x="3583934" y="5714173"/>
            <a:ext cx="365760" cy="365760"/>
            <a:chOff x="3591683" y="5714173"/>
            <a:chExt cx="365760" cy="365760"/>
          </a:xfrm>
        </p:grpSpPr>
        <p:sp>
          <p:nvSpPr>
            <p:cNvPr id="10" name="Oval 9">
              <a:extLst>
                <a:ext uri="{FF2B5EF4-FFF2-40B4-BE49-F238E27FC236}">
                  <a16:creationId xmlns:a16="http://schemas.microsoft.com/office/drawing/2014/main" id="{32A0988E-9680-7F56-25C0-91F075315506}"/>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1" name="Graphic 10">
              <a:extLst>
                <a:ext uri="{FF2B5EF4-FFF2-40B4-BE49-F238E27FC236}">
                  <a16:creationId xmlns:a16="http://schemas.microsoft.com/office/drawing/2014/main" id="{7EB41D08-2345-AFC8-962B-3607D2429C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11670" y="5718231"/>
              <a:ext cx="332989" cy="357644"/>
            </a:xfrm>
            <a:prstGeom prst="rect">
              <a:avLst/>
            </a:prstGeom>
          </p:spPr>
        </p:pic>
      </p:grpSp>
      <p:grpSp>
        <p:nvGrpSpPr>
          <p:cNvPr id="14" name="Group 13">
            <a:extLst>
              <a:ext uri="{FF2B5EF4-FFF2-40B4-BE49-F238E27FC236}">
                <a16:creationId xmlns:a16="http://schemas.microsoft.com/office/drawing/2014/main" id="{10D07C74-0C5E-C106-FAB9-BBAA0547D094}"/>
              </a:ext>
            </a:extLst>
          </p:cNvPr>
          <p:cNvGrpSpPr/>
          <p:nvPr/>
        </p:nvGrpSpPr>
        <p:grpSpPr>
          <a:xfrm>
            <a:off x="6055913" y="5714173"/>
            <a:ext cx="365760" cy="365760"/>
            <a:chOff x="3591683" y="5714173"/>
            <a:chExt cx="365760" cy="365760"/>
          </a:xfrm>
        </p:grpSpPr>
        <p:sp>
          <p:nvSpPr>
            <p:cNvPr id="15" name="Oval 14">
              <a:extLst>
                <a:ext uri="{FF2B5EF4-FFF2-40B4-BE49-F238E27FC236}">
                  <a16:creationId xmlns:a16="http://schemas.microsoft.com/office/drawing/2014/main" id="{88D467C5-98E8-82E6-44D4-529A1F26D7A1}"/>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6" name="Graphic 15">
              <a:extLst>
                <a:ext uri="{FF2B5EF4-FFF2-40B4-BE49-F238E27FC236}">
                  <a16:creationId xmlns:a16="http://schemas.microsoft.com/office/drawing/2014/main" id="{2814C2C8-46B0-9630-35CA-A98408673E6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11670" y="5718231"/>
              <a:ext cx="332989" cy="357644"/>
            </a:xfrm>
            <a:prstGeom prst="rect">
              <a:avLst/>
            </a:prstGeom>
          </p:spPr>
        </p:pic>
      </p:grpSp>
      <p:grpSp>
        <p:nvGrpSpPr>
          <p:cNvPr id="17" name="Group 16">
            <a:extLst>
              <a:ext uri="{FF2B5EF4-FFF2-40B4-BE49-F238E27FC236}">
                <a16:creationId xmlns:a16="http://schemas.microsoft.com/office/drawing/2014/main" id="{5025B07D-DE92-484B-1D86-CEFF8D58C180}"/>
              </a:ext>
            </a:extLst>
          </p:cNvPr>
          <p:cNvGrpSpPr/>
          <p:nvPr/>
        </p:nvGrpSpPr>
        <p:grpSpPr>
          <a:xfrm>
            <a:off x="8535642" y="5714173"/>
            <a:ext cx="365760" cy="365760"/>
            <a:chOff x="3591683" y="5714173"/>
            <a:chExt cx="365760" cy="365760"/>
          </a:xfrm>
        </p:grpSpPr>
        <p:sp>
          <p:nvSpPr>
            <p:cNvPr id="18" name="Oval 17">
              <a:extLst>
                <a:ext uri="{FF2B5EF4-FFF2-40B4-BE49-F238E27FC236}">
                  <a16:creationId xmlns:a16="http://schemas.microsoft.com/office/drawing/2014/main" id="{4D658884-D7A9-65CB-4055-A92CB16204B3}"/>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9" name="Graphic 18">
              <a:extLst>
                <a:ext uri="{FF2B5EF4-FFF2-40B4-BE49-F238E27FC236}">
                  <a16:creationId xmlns:a16="http://schemas.microsoft.com/office/drawing/2014/main" id="{28F54DB5-D9A1-A188-3743-DA3B903336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11670" y="5718231"/>
              <a:ext cx="332989" cy="357644"/>
            </a:xfrm>
            <a:prstGeom prst="rect">
              <a:avLst/>
            </a:prstGeom>
          </p:spPr>
        </p:pic>
      </p:grpSp>
      <p:grpSp>
        <p:nvGrpSpPr>
          <p:cNvPr id="20" name="Group 19">
            <a:extLst>
              <a:ext uri="{FF2B5EF4-FFF2-40B4-BE49-F238E27FC236}">
                <a16:creationId xmlns:a16="http://schemas.microsoft.com/office/drawing/2014/main" id="{AE18B8CA-2A44-8B76-F405-B3822C1E0927}"/>
              </a:ext>
            </a:extLst>
          </p:cNvPr>
          <p:cNvGrpSpPr/>
          <p:nvPr/>
        </p:nvGrpSpPr>
        <p:grpSpPr>
          <a:xfrm>
            <a:off x="11030869" y="5714173"/>
            <a:ext cx="365760" cy="365760"/>
            <a:chOff x="3591683" y="5714173"/>
            <a:chExt cx="365760" cy="365760"/>
          </a:xfrm>
        </p:grpSpPr>
        <p:sp>
          <p:nvSpPr>
            <p:cNvPr id="21" name="Oval 20">
              <a:extLst>
                <a:ext uri="{FF2B5EF4-FFF2-40B4-BE49-F238E27FC236}">
                  <a16:creationId xmlns:a16="http://schemas.microsoft.com/office/drawing/2014/main" id="{1CA4CE54-F82E-6309-945B-186CE4332ADA}"/>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22" name="Graphic 21">
              <a:extLst>
                <a:ext uri="{FF2B5EF4-FFF2-40B4-BE49-F238E27FC236}">
                  <a16:creationId xmlns:a16="http://schemas.microsoft.com/office/drawing/2014/main" id="{4E0A6CF3-0C17-720B-E60E-41AFC8683A4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611670" y="5718231"/>
              <a:ext cx="332989" cy="357644"/>
            </a:xfrm>
            <a:prstGeom prst="rect">
              <a:avLst/>
            </a:prstGeom>
          </p:spPr>
        </p:pic>
      </p:grpSp>
      <p:grpSp>
        <p:nvGrpSpPr>
          <p:cNvPr id="35" name="Group 34">
            <a:extLst>
              <a:ext uri="{FF2B5EF4-FFF2-40B4-BE49-F238E27FC236}">
                <a16:creationId xmlns:a16="http://schemas.microsoft.com/office/drawing/2014/main" id="{F2CA4C9C-6DF7-85BE-FCD2-4971F57B0AB6}"/>
              </a:ext>
            </a:extLst>
          </p:cNvPr>
          <p:cNvGrpSpPr/>
          <p:nvPr/>
        </p:nvGrpSpPr>
        <p:grpSpPr>
          <a:xfrm>
            <a:off x="612183" y="2604624"/>
            <a:ext cx="5013702" cy="1895934"/>
            <a:chOff x="6342870" y="1785875"/>
            <a:chExt cx="5013702" cy="1895934"/>
          </a:xfrm>
        </p:grpSpPr>
        <p:sp>
          <p:nvSpPr>
            <p:cNvPr id="36" name="TextBox 35">
              <a:extLst>
                <a:ext uri="{FF2B5EF4-FFF2-40B4-BE49-F238E27FC236}">
                  <a16:creationId xmlns:a16="http://schemas.microsoft.com/office/drawing/2014/main" id="{10CF0B25-E446-0578-F498-FF9330C0C635}"/>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37" name="Rounded Rectangle 36">
              <a:extLst>
                <a:ext uri="{FF2B5EF4-FFF2-40B4-BE49-F238E27FC236}">
                  <a16:creationId xmlns:a16="http://schemas.microsoft.com/office/drawing/2014/main" id="{8472CEFB-8CE8-F549-6A19-8022212CAEE7}"/>
                </a:ext>
              </a:extLst>
            </p:cNvPr>
            <p:cNvSpPr/>
            <p:nvPr/>
          </p:nvSpPr>
          <p:spPr>
            <a:xfrm>
              <a:off x="6342870" y="1785875"/>
              <a:ext cx="5013702" cy="1895934"/>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3" name="TextBox 42">
              <a:extLst>
                <a:ext uri="{FF2B5EF4-FFF2-40B4-BE49-F238E27FC236}">
                  <a16:creationId xmlns:a16="http://schemas.microsoft.com/office/drawing/2014/main" id="{7EC4706E-5018-0AFD-AE41-136023256EB6}"/>
                </a:ext>
              </a:extLst>
            </p:cNvPr>
            <p:cNvSpPr txBox="1"/>
            <p:nvPr/>
          </p:nvSpPr>
          <p:spPr>
            <a:xfrm>
              <a:off x="6617560" y="2125002"/>
              <a:ext cx="4399813" cy="1247008"/>
            </a:xfrm>
            <a:prstGeom prst="rect">
              <a:avLst/>
            </a:prstGeom>
            <a:noFill/>
          </p:spPr>
          <p:txBody>
            <a:bodyPr wrap="square" rtlCol="0">
              <a:spAutoFit/>
            </a:bodyPr>
            <a:lstStyle/>
            <a:p>
              <a:pPr lvl="0" algn="ctr" defTabSz="914377">
                <a:lnSpc>
                  <a:spcPct val="120000"/>
                </a:lnSpc>
                <a:defRPr/>
              </a:pPr>
              <a:r>
                <a:rPr lang="en-US" sz="1600">
                  <a:solidFill>
                    <a:srgbClr val="0C314B"/>
                  </a:solidFill>
                </a:rPr>
                <a:t>Quickly configure your application by answering structured questions about your business model, GTM structure, and planning needs—no blank canvas required. </a:t>
              </a:r>
              <a:endParaRPr kumimoji="0" lang="en-US" sz="1600" b="0" u="none" strike="noStrike" kern="1200" cap="none" spc="0" normalizeH="0" baseline="0" noProof="0">
                <a:ln>
                  <a:noFill/>
                </a:ln>
                <a:solidFill>
                  <a:srgbClr val="0C314B"/>
                </a:solidFill>
                <a:effectLst/>
                <a:uLnTx/>
                <a:uFillTx/>
                <a:latin typeface="Arial" panose="020B0604020202020204"/>
                <a:ea typeface="Verdana" panose="020B0604030504040204" pitchFamily="34" charset="0"/>
                <a:cs typeface="Verdana" panose="020B0604030504040204" pitchFamily="34" charset="0"/>
              </a:endParaRPr>
            </a:p>
          </p:txBody>
        </p:sp>
      </p:grpSp>
      <p:sp>
        <p:nvSpPr>
          <p:cNvPr id="45" name="Rounded Rectangle 44">
            <a:extLst>
              <a:ext uri="{FF2B5EF4-FFF2-40B4-BE49-F238E27FC236}">
                <a16:creationId xmlns:a16="http://schemas.microsoft.com/office/drawing/2014/main" id="{5E3EBD6D-3991-0D12-ADA7-41D012E05446}"/>
              </a:ext>
            </a:extLst>
          </p:cNvPr>
          <p:cNvSpPr/>
          <p:nvPr/>
        </p:nvSpPr>
        <p:spPr>
          <a:xfrm>
            <a:off x="2337535" y="2386739"/>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defTabSz="1219050">
              <a:spcBef>
                <a:spcPct val="0"/>
              </a:spcBef>
              <a:buClr>
                <a:srgbClr val="3C67EA"/>
              </a:buClr>
              <a:defRPr/>
            </a:pPr>
            <a:r>
              <a:rPr lang="en-GB" sz="1400">
                <a:solidFill>
                  <a:srgbClr val="FFFFFF"/>
                </a:solidFill>
                <a:ea typeface="Verdana"/>
                <a:cs typeface="Verdana" panose="020B0604030504040204" pitchFamily="34" charset="0"/>
              </a:rPr>
              <a:t>Guided setup</a:t>
            </a:r>
            <a:endParaRPr lang="en-GB" sz="1400">
              <a:solidFill>
                <a:srgbClr val="FFFFFF"/>
              </a:solidFill>
              <a:ea typeface="Verdana" panose="020B0604030504040204" pitchFamily="34" charset="0"/>
              <a:cs typeface="Verdana" panose="020B0604030504040204" pitchFamily="34" charset="0"/>
            </a:endParaRPr>
          </a:p>
        </p:txBody>
      </p:sp>
      <p:grpSp>
        <p:nvGrpSpPr>
          <p:cNvPr id="46" name="Group 45">
            <a:extLst>
              <a:ext uri="{FF2B5EF4-FFF2-40B4-BE49-F238E27FC236}">
                <a16:creationId xmlns:a16="http://schemas.microsoft.com/office/drawing/2014/main" id="{CB79F39E-2D99-60A1-0D8B-DA46AE68C061}"/>
              </a:ext>
            </a:extLst>
          </p:cNvPr>
          <p:cNvGrpSpPr/>
          <p:nvPr/>
        </p:nvGrpSpPr>
        <p:grpSpPr>
          <a:xfrm>
            <a:off x="3870711" y="5083980"/>
            <a:ext cx="302151" cy="302151"/>
            <a:chOff x="4203905" y="3643249"/>
            <a:chExt cx="502920" cy="502920"/>
          </a:xfrm>
        </p:grpSpPr>
        <p:sp>
          <p:nvSpPr>
            <p:cNvPr id="47" name="Oval 46">
              <a:extLst>
                <a:ext uri="{FF2B5EF4-FFF2-40B4-BE49-F238E27FC236}">
                  <a16:creationId xmlns:a16="http://schemas.microsoft.com/office/drawing/2014/main" id="{B008B2DF-09FD-C076-0D0E-D152A5B246C7}"/>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8" name="TextBox 47">
              <a:extLst>
                <a:ext uri="{FF2B5EF4-FFF2-40B4-BE49-F238E27FC236}">
                  <a16:creationId xmlns:a16="http://schemas.microsoft.com/office/drawing/2014/main" id="{B5D71653-44DD-346A-47A2-3F0954F0248C}"/>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2</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5277D035-B233-4670-279F-2F3D4177413A}"/>
              </a:ext>
            </a:extLst>
          </p:cNvPr>
          <p:cNvGrpSpPr/>
          <p:nvPr/>
        </p:nvGrpSpPr>
        <p:grpSpPr>
          <a:xfrm>
            <a:off x="6356333" y="5083980"/>
            <a:ext cx="302151" cy="302151"/>
            <a:chOff x="4203905" y="3643249"/>
            <a:chExt cx="502920" cy="502920"/>
          </a:xfrm>
        </p:grpSpPr>
        <p:sp>
          <p:nvSpPr>
            <p:cNvPr id="50" name="Oval 49">
              <a:extLst>
                <a:ext uri="{FF2B5EF4-FFF2-40B4-BE49-F238E27FC236}">
                  <a16:creationId xmlns:a16="http://schemas.microsoft.com/office/drawing/2014/main" id="{000598A0-88DF-8A11-32E6-F77F7E9630E2}"/>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7" name="TextBox 56">
              <a:extLst>
                <a:ext uri="{FF2B5EF4-FFF2-40B4-BE49-F238E27FC236}">
                  <a16:creationId xmlns:a16="http://schemas.microsoft.com/office/drawing/2014/main" id="{3DDA612E-3437-2A7B-398C-D4C3654BFC5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3</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58" name="Group 57">
            <a:extLst>
              <a:ext uri="{FF2B5EF4-FFF2-40B4-BE49-F238E27FC236}">
                <a16:creationId xmlns:a16="http://schemas.microsoft.com/office/drawing/2014/main" id="{39F7EFA7-5B01-BE35-0F2D-07AD4A6E0367}"/>
              </a:ext>
            </a:extLst>
          </p:cNvPr>
          <p:cNvGrpSpPr/>
          <p:nvPr/>
        </p:nvGrpSpPr>
        <p:grpSpPr>
          <a:xfrm>
            <a:off x="8848395" y="5083980"/>
            <a:ext cx="302151" cy="302151"/>
            <a:chOff x="4203905" y="3643249"/>
            <a:chExt cx="502920" cy="502920"/>
          </a:xfrm>
        </p:grpSpPr>
        <p:sp>
          <p:nvSpPr>
            <p:cNvPr id="59" name="Oval 58">
              <a:extLst>
                <a:ext uri="{FF2B5EF4-FFF2-40B4-BE49-F238E27FC236}">
                  <a16:creationId xmlns:a16="http://schemas.microsoft.com/office/drawing/2014/main" id="{D315268C-F399-886D-C096-71D264AD6236}"/>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0" name="TextBox 59">
              <a:extLst>
                <a:ext uri="{FF2B5EF4-FFF2-40B4-BE49-F238E27FC236}">
                  <a16:creationId xmlns:a16="http://schemas.microsoft.com/office/drawing/2014/main" id="{09AD4C91-1A3C-48BC-03D2-D3E3EA59B344}"/>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4</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spTree>
    <p:extLst>
      <p:ext uri="{BB962C8B-B14F-4D97-AF65-F5344CB8AC3E}">
        <p14:creationId xmlns:p14="http://schemas.microsoft.com/office/powerpoint/2010/main" val="300639516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1BAA9-833C-5057-147E-610C09CE8970}"/>
              </a:ext>
            </a:extLst>
          </p:cNvPr>
          <p:cNvSpPr/>
          <p:nvPr/>
        </p:nvSpPr>
        <p:spPr>
          <a:xfrm>
            <a:off x="0" y="-1"/>
            <a:ext cx="5891753"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363ABCBB-F757-19DC-D8EE-536949116C55}"/>
              </a:ext>
            </a:extLst>
          </p:cNvPr>
          <p:cNvSpPr txBox="1">
            <a:spLocks/>
          </p:cNvSpPr>
          <p:nvPr/>
        </p:nvSpPr>
        <p:spPr>
          <a:xfrm>
            <a:off x="558800" y="392853"/>
            <a:ext cx="5749010"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A2F46"/>
                </a:solidFill>
                <a:effectLst/>
                <a:uLnTx/>
                <a:uFillTx/>
                <a:latin typeface="Arial" panose="020B0604020202020204" pitchFamily="34" charset="0"/>
                <a:ea typeface="Inter Medium" panose="02000503000000020004" pitchFamily="2" charset="0"/>
                <a:cs typeface="Arial" panose="020B0604020202020204" pitchFamily="34" charset="0"/>
              </a:rPr>
              <a:t>Anaplan </a:t>
            </a: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Go-to-Market Planning</a:t>
            </a:r>
            <a:b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b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Application Implementations</a:t>
            </a:r>
            <a:br>
              <a:rPr kumimoji="0" lang="en-GB" sz="2400" b="0" i="0" u="none" strike="noStrike" kern="1200" cap="none" spc="0" normalizeH="0" baseline="0" noProof="0">
                <a:ln>
                  <a:noFill/>
                </a:ln>
                <a:solidFill>
                  <a:srgbClr val="0A2F46"/>
                </a:solidFill>
                <a:effectLst/>
                <a:uLnTx/>
                <a:uFillTx/>
                <a:latin typeface="Arial" panose="020B0604020202020204" pitchFamily="34" charset="0"/>
                <a:ea typeface="Verdana" panose="020B0604030504040204" pitchFamily="34" charset="0"/>
                <a:cs typeface="Arial" panose="020B0604020202020204" pitchFamily="34" charset="0"/>
              </a:rPr>
            </a:br>
            <a:r>
              <a:rPr kumimoji="0" lang="en-US" sz="1600" b="0" i="0" u="none" strike="noStrike" kern="1200" cap="none" spc="0" normalizeH="0" baseline="0" noProof="0">
                <a:ln>
                  <a:noFill/>
                </a:ln>
                <a:solidFill>
                  <a:schemeClr val="accent1"/>
                </a:solidFill>
                <a:effectLst/>
                <a:uLnTx/>
                <a:uFillTx/>
                <a:latin typeface="Arial" panose="020B0604020202020204" pitchFamily="34" charset="0"/>
                <a:ea typeface="Verdana"/>
                <a:cs typeface="Arial" panose="020B0604020202020204" pitchFamily="34" charset="0"/>
              </a:rPr>
              <a:t>3-step implementation: Configure. Extend. Deploy.</a:t>
            </a:r>
            <a:endParaRPr kumimoji="0" lang="en-GB" sz="1600" b="0" i="0" u="none" strike="noStrike" kern="1200" cap="none" spc="0" normalizeH="0" baseline="0" noProof="0">
              <a:ln>
                <a:noFill/>
              </a:ln>
              <a:solidFill>
                <a:schemeClr val="accent1"/>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D0814B5B-2B20-1BE4-00C5-C62135F2C0F7}"/>
              </a:ext>
            </a:extLst>
          </p:cNvPr>
          <p:cNvSpPr/>
          <p:nvPr/>
        </p:nvSpPr>
        <p:spPr>
          <a:xfrm>
            <a:off x="506981" y="2025037"/>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Configure</a:t>
            </a:r>
          </a:p>
        </p:txBody>
      </p:sp>
      <p:sp>
        <p:nvSpPr>
          <p:cNvPr id="5" name="Rounded Rectangle 4">
            <a:extLst>
              <a:ext uri="{FF2B5EF4-FFF2-40B4-BE49-F238E27FC236}">
                <a16:creationId xmlns:a16="http://schemas.microsoft.com/office/drawing/2014/main" id="{001FEF9C-B216-908D-7C92-38FF793A2EB1}"/>
              </a:ext>
            </a:extLst>
          </p:cNvPr>
          <p:cNvSpPr/>
          <p:nvPr/>
        </p:nvSpPr>
        <p:spPr>
          <a:xfrm>
            <a:off x="495031" y="3412693"/>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Extend</a:t>
            </a:r>
          </a:p>
        </p:txBody>
      </p:sp>
      <p:sp>
        <p:nvSpPr>
          <p:cNvPr id="6" name="Rounded Rectangle 5">
            <a:extLst>
              <a:ext uri="{FF2B5EF4-FFF2-40B4-BE49-F238E27FC236}">
                <a16:creationId xmlns:a16="http://schemas.microsoft.com/office/drawing/2014/main" id="{9B6B784A-C1FE-4A73-8EEF-60F52E1C02D4}"/>
              </a:ext>
            </a:extLst>
          </p:cNvPr>
          <p:cNvSpPr/>
          <p:nvPr/>
        </p:nvSpPr>
        <p:spPr>
          <a:xfrm>
            <a:off x="492267" y="4808759"/>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Deploy</a:t>
            </a:r>
          </a:p>
        </p:txBody>
      </p:sp>
      <p:sp>
        <p:nvSpPr>
          <p:cNvPr id="7" name="TextBox 6">
            <a:extLst>
              <a:ext uri="{FF2B5EF4-FFF2-40B4-BE49-F238E27FC236}">
                <a16:creationId xmlns:a16="http://schemas.microsoft.com/office/drawing/2014/main" id="{D193EA40-960C-E837-D26B-FE79324964A7}"/>
              </a:ext>
            </a:extLst>
          </p:cNvPr>
          <p:cNvSpPr txBox="1"/>
          <p:nvPr/>
        </p:nvSpPr>
        <p:spPr>
          <a:xfrm>
            <a:off x="2173972" y="1797813"/>
            <a:ext cx="3320596" cy="1275093"/>
          </a:xfrm>
          <a:prstGeom prst="rect">
            <a:avLst/>
          </a:prstGeom>
          <a:noFill/>
        </p:spPr>
        <p:txBody>
          <a:bodyPr wrap="square">
            <a:spAutoFit/>
          </a:bodyPr>
          <a:lstStyle/>
          <a:p>
            <a:pPr>
              <a:defRPr/>
            </a:pPr>
            <a:br>
              <a:rPr lang="en-US" sz="1093">
                <a:solidFill>
                  <a:srgbClr val="0A2F46"/>
                </a:solidFill>
                <a:cs typeface="Arial" panose="020B0604020202020204" pitchFamily="34" charset="0"/>
              </a:rPr>
            </a:br>
            <a:r>
              <a:rPr lang="en-US" sz="1100">
                <a:solidFill>
                  <a:srgbClr val="0A2F46"/>
                </a:solidFill>
                <a:cs typeface="Arial" panose="020B0604020202020204" pitchFamily="34" charset="0"/>
              </a:rPr>
              <a:t>Start with a guided setup that builds your model and UX automatically—based on structured inputs about your hierarchies, data, naming conventions, and GTM logic. Your planning foundation is purpose-built from day one. </a:t>
            </a:r>
            <a:br>
              <a:rPr lang="en-US" sz="1093">
                <a:solidFill>
                  <a:srgbClr val="0A2F46"/>
                </a:solidFill>
                <a:cs typeface="Arial" panose="020B0604020202020204" pitchFamily="34" charset="0"/>
              </a:rPr>
            </a:br>
            <a:endParaRPr lang="en-US" sz="1093">
              <a:solidFill>
                <a:srgbClr val="0A2F46"/>
              </a:solidFill>
              <a:cs typeface="Arial" panose="020B0604020202020204" pitchFamily="34" charset="0"/>
            </a:endParaRPr>
          </a:p>
        </p:txBody>
      </p:sp>
      <p:sp>
        <p:nvSpPr>
          <p:cNvPr id="8" name="TextBox 7">
            <a:extLst>
              <a:ext uri="{FF2B5EF4-FFF2-40B4-BE49-F238E27FC236}">
                <a16:creationId xmlns:a16="http://schemas.microsoft.com/office/drawing/2014/main" id="{57FFB5E8-4871-5B37-DF3C-98E8B47FAA0C}"/>
              </a:ext>
            </a:extLst>
          </p:cNvPr>
          <p:cNvSpPr txBox="1"/>
          <p:nvPr/>
        </p:nvSpPr>
        <p:spPr>
          <a:xfrm>
            <a:off x="2173972" y="3313266"/>
            <a:ext cx="3320596" cy="767261"/>
          </a:xfrm>
          <a:prstGeom prst="rect">
            <a:avLst/>
          </a:prstGeom>
          <a:noFill/>
        </p:spPr>
        <p:txBody>
          <a:bodyPr wrap="square">
            <a:spAutoFit/>
          </a:bodyPr>
          <a:lstStyle/>
          <a:p>
            <a:pPr>
              <a:defRPr/>
            </a:pPr>
            <a:r>
              <a:rPr lang="en-US" sz="1100">
                <a:solidFill>
                  <a:srgbClr val="0A2F46"/>
                </a:solidFill>
                <a:cs typeface="Arial" panose="020B0604020202020204" pitchFamily="34" charset="0"/>
              </a:rPr>
              <a:t>Adapt and expand the application to reflect your business’s unique needs.</a:t>
            </a:r>
            <a:r>
              <a:rPr lang="en-US" sz="1093">
                <a:solidFill>
                  <a:srgbClr val="0A2F46"/>
                </a:solidFill>
                <a:cs typeface="Arial" panose="020B0604020202020204" pitchFamily="34" charset="0"/>
              </a:rPr>
              <a:t> Leverage the power of Anaplan’s flexible modeling platform to make the</a:t>
            </a:r>
            <a:br>
              <a:rPr lang="en-US" sz="1093">
                <a:solidFill>
                  <a:srgbClr val="0A2F46"/>
                </a:solidFill>
                <a:cs typeface="Arial" panose="020B0604020202020204" pitchFamily="34" charset="0"/>
              </a:rPr>
            </a:br>
            <a:r>
              <a:rPr lang="en-US" sz="1093">
                <a:solidFill>
                  <a:srgbClr val="0A2F46"/>
                </a:solidFill>
                <a:cs typeface="Arial" panose="020B0604020202020204" pitchFamily="34" charset="0"/>
              </a:rPr>
              <a:t>app your own—without starting from scratch.</a:t>
            </a:r>
          </a:p>
        </p:txBody>
      </p:sp>
      <p:sp>
        <p:nvSpPr>
          <p:cNvPr id="9" name="TextBox 8">
            <a:extLst>
              <a:ext uri="{FF2B5EF4-FFF2-40B4-BE49-F238E27FC236}">
                <a16:creationId xmlns:a16="http://schemas.microsoft.com/office/drawing/2014/main" id="{013217C6-A987-6FE1-01FC-178A4A7182EB}"/>
              </a:ext>
            </a:extLst>
          </p:cNvPr>
          <p:cNvSpPr txBox="1"/>
          <p:nvPr/>
        </p:nvSpPr>
        <p:spPr>
          <a:xfrm>
            <a:off x="2173972" y="4771325"/>
            <a:ext cx="3320596" cy="1275093"/>
          </a:xfrm>
          <a:prstGeom prst="rect">
            <a:avLst/>
          </a:prstGeom>
          <a:noFill/>
        </p:spPr>
        <p:txBody>
          <a:bodyPr wrap="square">
            <a:spAutoFit/>
          </a:bodyPr>
          <a:lstStyle/>
          <a:p>
            <a:pPr>
              <a:defRPr/>
            </a:pPr>
            <a:r>
              <a:rPr lang="en-US" sz="1100">
                <a:solidFill>
                  <a:srgbClr val="0A2F46"/>
                </a:solidFill>
                <a:cs typeface="Arial" panose="020B0604020202020204" pitchFamily="34" charset="0"/>
              </a:rPr>
              <a:t>Move quickly into testing and rollout. This accelerated path to deployment helps you capture value sooner, with built-in best practices and a launchpad for future expansion across your business, </a:t>
            </a:r>
            <a:r>
              <a:rPr lang="en-US" sz="1093">
                <a:solidFill>
                  <a:srgbClr val="0A2F46"/>
                </a:solidFill>
                <a:cs typeface="Arial" panose="020B0604020202020204" pitchFamily="34" charset="0"/>
              </a:rPr>
              <a:t>ready to evolve alongside your business with additional Anaplan applications or purpose-built extensions.</a:t>
            </a:r>
          </a:p>
        </p:txBody>
      </p:sp>
      <p:cxnSp>
        <p:nvCxnSpPr>
          <p:cNvPr id="10" name="Straight Arrow Connector 9">
            <a:extLst>
              <a:ext uri="{FF2B5EF4-FFF2-40B4-BE49-F238E27FC236}">
                <a16:creationId xmlns:a16="http://schemas.microsoft.com/office/drawing/2014/main" id="{36C1D865-D56C-E824-FE45-098FF1702A49}"/>
              </a:ext>
            </a:extLst>
          </p:cNvPr>
          <p:cNvCxnSpPr>
            <a:cxnSpLocks/>
          </p:cNvCxnSpPr>
          <p:nvPr/>
        </p:nvCxnSpPr>
        <p:spPr>
          <a:xfrm>
            <a:off x="1249003" y="2640877"/>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pic>
        <p:nvPicPr>
          <p:cNvPr id="12" name="Picture 11" descr="Graphical user interface, application, Teams&#10;&#10;Description automatically generated">
            <a:extLst>
              <a:ext uri="{FF2B5EF4-FFF2-40B4-BE49-F238E27FC236}">
                <a16:creationId xmlns:a16="http://schemas.microsoft.com/office/drawing/2014/main" id="{572197D6-C8E0-29D2-D82E-884DE74A8BD3}"/>
              </a:ext>
            </a:extLst>
          </p:cNvPr>
          <p:cNvPicPr>
            <a:picLocks/>
          </p:cNvPicPr>
          <p:nvPr/>
        </p:nvPicPr>
        <p:blipFill>
          <a:blip r:embed="rId2"/>
          <a:stretch>
            <a:fillRect/>
          </a:stretch>
        </p:blipFill>
        <p:spPr>
          <a:xfrm>
            <a:off x="8955025" y="1115247"/>
            <a:ext cx="2474975" cy="1487709"/>
          </a:xfrm>
          <a:prstGeom prst="rect">
            <a:avLst/>
          </a:prstGeom>
          <a:ln w="3175">
            <a:solidFill>
              <a:schemeClr val="tx1"/>
            </a:solidFill>
          </a:ln>
        </p:spPr>
      </p:pic>
      <p:pic>
        <p:nvPicPr>
          <p:cNvPr id="13" name="Content Placeholder 5">
            <a:extLst>
              <a:ext uri="{FF2B5EF4-FFF2-40B4-BE49-F238E27FC236}">
                <a16:creationId xmlns:a16="http://schemas.microsoft.com/office/drawing/2014/main" id="{494916C7-EEE1-8B4F-3D72-C48E234D4385}"/>
              </a:ext>
            </a:extLst>
          </p:cNvPr>
          <p:cNvPicPr>
            <a:picLocks noChangeAspect="1"/>
          </p:cNvPicPr>
          <p:nvPr/>
        </p:nvPicPr>
        <p:blipFill>
          <a:blip r:embed="rId3"/>
          <a:stretch>
            <a:fillRect/>
          </a:stretch>
        </p:blipFill>
        <p:spPr>
          <a:xfrm>
            <a:off x="6404099" y="1116971"/>
            <a:ext cx="2479516" cy="1487709"/>
          </a:xfrm>
          <a:prstGeom prst="rect">
            <a:avLst/>
          </a:prstGeom>
          <a:ln w="3175">
            <a:solidFill>
              <a:schemeClr val="tx1"/>
            </a:solidFill>
          </a:ln>
        </p:spPr>
      </p:pic>
      <p:pic>
        <p:nvPicPr>
          <p:cNvPr id="14" name="Picture 13" descr="Graphical user interface, application, table, Excel&#10;&#10;Description automatically generated">
            <a:extLst>
              <a:ext uri="{FF2B5EF4-FFF2-40B4-BE49-F238E27FC236}">
                <a16:creationId xmlns:a16="http://schemas.microsoft.com/office/drawing/2014/main" id="{348B713E-AC21-A492-DAEB-A22E56B12A33}"/>
              </a:ext>
            </a:extLst>
          </p:cNvPr>
          <p:cNvPicPr>
            <a:picLocks/>
          </p:cNvPicPr>
          <p:nvPr/>
        </p:nvPicPr>
        <p:blipFill>
          <a:blip r:embed="rId4"/>
          <a:stretch>
            <a:fillRect/>
          </a:stretch>
        </p:blipFill>
        <p:spPr>
          <a:xfrm>
            <a:off x="6404101" y="4443752"/>
            <a:ext cx="2474975" cy="1487424"/>
          </a:xfrm>
          <a:prstGeom prst="rect">
            <a:avLst/>
          </a:prstGeom>
          <a:ln w="3175">
            <a:solidFill>
              <a:schemeClr val="tx1"/>
            </a:solidFill>
          </a:ln>
        </p:spPr>
      </p:pic>
      <p:grpSp>
        <p:nvGrpSpPr>
          <p:cNvPr id="15" name="Group 14">
            <a:extLst>
              <a:ext uri="{FF2B5EF4-FFF2-40B4-BE49-F238E27FC236}">
                <a16:creationId xmlns:a16="http://schemas.microsoft.com/office/drawing/2014/main" id="{365FE6BF-5A94-3C87-CDA1-FA6D05F03D94}"/>
              </a:ext>
            </a:extLst>
          </p:cNvPr>
          <p:cNvGrpSpPr/>
          <p:nvPr/>
        </p:nvGrpSpPr>
        <p:grpSpPr>
          <a:xfrm>
            <a:off x="8962469" y="4443756"/>
            <a:ext cx="2466667" cy="1487424"/>
            <a:chOff x="5197143" y="3525232"/>
            <a:chExt cx="1653740" cy="1002350"/>
          </a:xfrm>
        </p:grpSpPr>
        <p:pic>
          <p:nvPicPr>
            <p:cNvPr id="16" name="Picture 15" descr="Graphical user interface, application, Teams&#10;&#10;Description automatically generated">
              <a:extLst>
                <a:ext uri="{FF2B5EF4-FFF2-40B4-BE49-F238E27FC236}">
                  <a16:creationId xmlns:a16="http://schemas.microsoft.com/office/drawing/2014/main" id="{7165F623-2706-7E84-02BB-CED8E794186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197143" y="3525232"/>
              <a:ext cx="1653740" cy="1002350"/>
            </a:xfrm>
            <a:prstGeom prst="rect">
              <a:avLst/>
            </a:prstGeom>
            <a:ln w="3175">
              <a:solidFill>
                <a:schemeClr val="tx1"/>
              </a:solidFill>
            </a:ln>
            <a:effectLst>
              <a:outerShdw blurRad="63500" algn="ctr" rotWithShape="0">
                <a:prstClr val="black">
                  <a:alpha val="20000"/>
                </a:prstClr>
              </a:outerShdw>
            </a:effectLst>
          </p:spPr>
        </p:pic>
        <p:pic>
          <p:nvPicPr>
            <p:cNvPr id="17" name="Picture 16" descr="A map of the united states&#10;&#10;Description automatically generated">
              <a:extLst>
                <a:ext uri="{FF2B5EF4-FFF2-40B4-BE49-F238E27FC236}">
                  <a16:creationId xmlns:a16="http://schemas.microsoft.com/office/drawing/2014/main" id="{76115021-96E5-1AA3-8D8D-E24DE9C63D53}"/>
                </a:ext>
              </a:extLst>
            </p:cNvPr>
            <p:cNvPicPr>
              <a:picLocks noChangeAspect="1"/>
            </p:cNvPicPr>
            <p:nvPr/>
          </p:nvPicPr>
          <p:blipFill rotWithShape="1">
            <a:blip r:embed="rId6"/>
            <a:srcRect l="8702" r="7861"/>
            <a:stretch/>
          </p:blipFill>
          <p:spPr>
            <a:xfrm>
              <a:off x="5216987" y="3719355"/>
              <a:ext cx="653500" cy="459960"/>
            </a:xfrm>
            <a:prstGeom prst="rect">
              <a:avLst/>
            </a:prstGeom>
            <a:ln w="3175">
              <a:solidFill>
                <a:schemeClr val="tx1"/>
              </a:solidFill>
            </a:ln>
          </p:spPr>
        </p:pic>
      </p:grpSp>
      <p:pic>
        <p:nvPicPr>
          <p:cNvPr id="18" name="Picture 17" descr="Graphical user interface&#10;&#10;Description automatically generated">
            <a:extLst>
              <a:ext uri="{FF2B5EF4-FFF2-40B4-BE49-F238E27FC236}">
                <a16:creationId xmlns:a16="http://schemas.microsoft.com/office/drawing/2014/main" id="{69F22EE2-58F3-0DD3-A65C-825AE21612AC}"/>
              </a:ext>
            </a:extLst>
          </p:cNvPr>
          <p:cNvPicPr>
            <a:picLocks/>
          </p:cNvPicPr>
          <p:nvPr/>
        </p:nvPicPr>
        <p:blipFill>
          <a:blip r:embed="rId7"/>
          <a:stretch>
            <a:fillRect/>
          </a:stretch>
        </p:blipFill>
        <p:spPr>
          <a:xfrm>
            <a:off x="8954163" y="2771706"/>
            <a:ext cx="2474975" cy="1487424"/>
          </a:xfrm>
          <a:prstGeom prst="rect">
            <a:avLst/>
          </a:prstGeom>
          <a:ln w="3175">
            <a:solidFill>
              <a:schemeClr val="tx1"/>
            </a:solidFill>
          </a:ln>
        </p:spPr>
      </p:pic>
      <p:pic>
        <p:nvPicPr>
          <p:cNvPr id="19" name="Picture 18" descr="A screenshot of a computer&#10;&#10;Description automatically generated with medium confidence">
            <a:extLst>
              <a:ext uri="{FF2B5EF4-FFF2-40B4-BE49-F238E27FC236}">
                <a16:creationId xmlns:a16="http://schemas.microsoft.com/office/drawing/2014/main" id="{075E97F8-A412-59B6-0A8F-4E3A2D237F1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404101" y="2780621"/>
            <a:ext cx="2474975" cy="1487748"/>
          </a:xfrm>
          <a:prstGeom prst="rect">
            <a:avLst/>
          </a:prstGeom>
          <a:ln w="3175">
            <a:solidFill>
              <a:schemeClr val="tx1"/>
            </a:solidFill>
          </a:ln>
        </p:spPr>
      </p:pic>
      <p:cxnSp>
        <p:nvCxnSpPr>
          <p:cNvPr id="21" name="Straight Arrow Connector 20">
            <a:extLst>
              <a:ext uri="{FF2B5EF4-FFF2-40B4-BE49-F238E27FC236}">
                <a16:creationId xmlns:a16="http://schemas.microsoft.com/office/drawing/2014/main" id="{6F086640-7764-7169-5B2E-8ABD5B7D6F0B}"/>
              </a:ext>
            </a:extLst>
          </p:cNvPr>
          <p:cNvCxnSpPr>
            <a:cxnSpLocks/>
          </p:cNvCxnSpPr>
          <p:nvPr/>
        </p:nvCxnSpPr>
        <p:spPr>
          <a:xfrm>
            <a:off x="1249003" y="4060253"/>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spTree>
    <p:extLst>
      <p:ext uri="{BB962C8B-B14F-4D97-AF65-F5344CB8AC3E}">
        <p14:creationId xmlns:p14="http://schemas.microsoft.com/office/powerpoint/2010/main" val="3454293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536015"/>
            <a:ext cx="6339206" cy="2117424"/>
          </a:xfrm>
        </p:spPr>
        <p:txBody>
          <a:bodyPr lIns="0" tIns="45720" rIns="0" bIns="45720" anchor="t"/>
          <a:lstStyle/>
          <a:p>
            <a:r>
              <a:rPr lang="en-US" sz="4250">
                <a:latin typeface="Arial"/>
                <a:cs typeface="Arial"/>
              </a:rPr>
              <a:t>Process </a:t>
            </a:r>
            <a:br>
              <a:rPr lang="en-US" sz="4250">
                <a:latin typeface="Arial"/>
                <a:cs typeface="Arial"/>
              </a:rPr>
            </a:br>
            <a:r>
              <a:rPr lang="en-US" sz="4250">
                <a:latin typeface="Arial"/>
                <a:cs typeface="Arial"/>
              </a:rPr>
              <a:t>and configurable elements</a:t>
            </a:r>
          </a:p>
        </p:txBody>
      </p:sp>
      <p:sp>
        <p:nvSpPr>
          <p:cNvPr id="3" name="Text Placeholder 2">
            <a:extLst>
              <a:ext uri="{FF2B5EF4-FFF2-40B4-BE49-F238E27FC236}">
                <a16:creationId xmlns:a16="http://schemas.microsoft.com/office/drawing/2014/main" id="{C61AB046-3307-7487-01E9-CAEC127AEE52}"/>
              </a:ext>
            </a:extLst>
          </p:cNvPr>
          <p:cNvSpPr>
            <a:spLocks noGrp="1"/>
          </p:cNvSpPr>
          <p:nvPr>
            <p:ph type="body" sz="quarter" idx="10"/>
          </p:nvPr>
        </p:nvSpPr>
        <p:spPr/>
        <p:txBody>
          <a:bodyPr/>
          <a:lstStyle/>
          <a:p>
            <a:r>
              <a:rPr lang="en-US"/>
              <a:t>Section 2</a:t>
            </a:r>
          </a:p>
        </p:txBody>
      </p:sp>
    </p:spTree>
    <p:extLst>
      <p:ext uri="{BB962C8B-B14F-4D97-AF65-F5344CB8AC3E}">
        <p14:creationId xmlns:p14="http://schemas.microsoft.com/office/powerpoint/2010/main" val="291995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F6CB-7A4E-650C-1099-F1833238B5E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4ED2A61F-41B7-E711-EEA3-EC83A4215C7E}"/>
              </a:ext>
            </a:extLst>
          </p:cNvPr>
          <p:cNvSpPr txBox="1">
            <a:spLocks noGrp="1"/>
          </p:cNvSpPr>
          <p:nvPr>
            <p:ph type="title"/>
          </p:nvPr>
        </p:nvSpPr>
        <p:spPr>
          <a:prstGeom prst="rect">
            <a:avLst/>
          </a:prstGeom>
        </p:spPr>
        <p:txBody>
          <a:bodyPr/>
          <a:lstStyle>
            <a:lvl1pPr algn="l" defTabSz="121914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a:lstStyle>
          <a:p>
            <a:r>
              <a:rPr lang="en-US" i="0">
                <a:solidFill>
                  <a:schemeClr val="tx2"/>
                </a:solidFill>
                <a:effectLst/>
              </a:rPr>
              <a:t>Go-to-Market Capacity Planning </a:t>
            </a:r>
            <a:r>
              <a:rPr lang="en-US">
                <a:solidFill>
                  <a:schemeClr val="tx2"/>
                </a:solidFill>
              </a:rPr>
              <a:t>- Overview</a:t>
            </a:r>
            <a:endParaRPr lang="en-US" i="1">
              <a:solidFill>
                <a:schemeClr val="tx2"/>
              </a:solidFill>
            </a:endParaRPr>
          </a:p>
        </p:txBody>
      </p:sp>
      <p:sp>
        <p:nvSpPr>
          <p:cNvPr id="3" name="Rounded Rectangle 2">
            <a:extLst>
              <a:ext uri="{FF2B5EF4-FFF2-40B4-BE49-F238E27FC236}">
                <a16:creationId xmlns:a16="http://schemas.microsoft.com/office/drawing/2014/main" id="{7627D313-A768-F604-43C5-09C31A02BC80}"/>
              </a:ext>
            </a:extLst>
          </p:cNvPr>
          <p:cNvSpPr/>
          <p:nvPr/>
        </p:nvSpPr>
        <p:spPr>
          <a:xfrm>
            <a:off x="957565" y="5252992"/>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Role Based Performance Review</a:t>
            </a:r>
          </a:p>
        </p:txBody>
      </p:sp>
      <p:sp>
        <p:nvSpPr>
          <p:cNvPr id="4" name="Rounded Rectangle 3">
            <a:extLst>
              <a:ext uri="{FF2B5EF4-FFF2-40B4-BE49-F238E27FC236}">
                <a16:creationId xmlns:a16="http://schemas.microsoft.com/office/drawing/2014/main" id="{27D29136-9F89-CDFB-0A70-015A91C57D53}"/>
              </a:ext>
            </a:extLst>
          </p:cNvPr>
          <p:cNvSpPr/>
          <p:nvPr/>
        </p:nvSpPr>
        <p:spPr>
          <a:xfrm>
            <a:off x="957565" y="3821280"/>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Current FTE Reporting</a:t>
            </a:r>
          </a:p>
        </p:txBody>
      </p:sp>
      <p:sp>
        <p:nvSpPr>
          <p:cNvPr id="5" name="Rounded Rectangle 4">
            <a:extLst>
              <a:ext uri="{FF2B5EF4-FFF2-40B4-BE49-F238E27FC236}">
                <a16:creationId xmlns:a16="http://schemas.microsoft.com/office/drawing/2014/main" id="{E2081715-AB40-4C9D-4EE8-377E59352C49}"/>
              </a:ext>
            </a:extLst>
          </p:cNvPr>
          <p:cNvSpPr/>
          <p:nvPr/>
        </p:nvSpPr>
        <p:spPr>
          <a:xfrm>
            <a:off x="3392280" y="4565743"/>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Average Productivity</a:t>
            </a:r>
          </a:p>
        </p:txBody>
      </p:sp>
      <p:sp>
        <p:nvSpPr>
          <p:cNvPr id="6" name="Rounded Rectangle 5">
            <a:extLst>
              <a:ext uri="{FF2B5EF4-FFF2-40B4-BE49-F238E27FC236}">
                <a16:creationId xmlns:a16="http://schemas.microsoft.com/office/drawing/2014/main" id="{7FCE9D49-F9E1-C257-9A6A-70E5BBBF410B}"/>
              </a:ext>
            </a:extLst>
          </p:cNvPr>
          <p:cNvSpPr/>
          <p:nvPr/>
        </p:nvSpPr>
        <p:spPr>
          <a:xfrm>
            <a:off x="5314379" y="4565743"/>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Bottom-Up Planning</a:t>
            </a:r>
          </a:p>
        </p:txBody>
      </p:sp>
      <p:sp>
        <p:nvSpPr>
          <p:cNvPr id="8" name="Rounded Rectangle 7">
            <a:extLst>
              <a:ext uri="{FF2B5EF4-FFF2-40B4-BE49-F238E27FC236}">
                <a16:creationId xmlns:a16="http://schemas.microsoft.com/office/drawing/2014/main" id="{B8B2B481-6314-6BD3-D6E3-A1698202EDA2}"/>
              </a:ext>
            </a:extLst>
          </p:cNvPr>
          <p:cNvSpPr/>
          <p:nvPr/>
        </p:nvSpPr>
        <p:spPr>
          <a:xfrm>
            <a:off x="5314379" y="3076819"/>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Top-Down Planning</a:t>
            </a:r>
          </a:p>
        </p:txBody>
      </p:sp>
      <p:sp>
        <p:nvSpPr>
          <p:cNvPr id="9" name="Rounded Rectangle 8">
            <a:extLst>
              <a:ext uri="{FF2B5EF4-FFF2-40B4-BE49-F238E27FC236}">
                <a16:creationId xmlns:a16="http://schemas.microsoft.com/office/drawing/2014/main" id="{1D07C7D3-7BE2-F390-F176-0827552D55F8}"/>
              </a:ext>
            </a:extLst>
          </p:cNvPr>
          <p:cNvSpPr/>
          <p:nvPr/>
        </p:nvSpPr>
        <p:spPr>
          <a:xfrm>
            <a:off x="7254015" y="3076819"/>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Approved Blueprint</a:t>
            </a:r>
          </a:p>
        </p:txBody>
      </p:sp>
      <p:sp>
        <p:nvSpPr>
          <p:cNvPr id="10" name="Rounded Rectangle 9">
            <a:extLst>
              <a:ext uri="{FF2B5EF4-FFF2-40B4-BE49-F238E27FC236}">
                <a16:creationId xmlns:a16="http://schemas.microsoft.com/office/drawing/2014/main" id="{5D809459-5AD7-80FD-2C73-7466B4312A27}"/>
              </a:ext>
            </a:extLst>
          </p:cNvPr>
          <p:cNvSpPr/>
          <p:nvPr/>
        </p:nvSpPr>
        <p:spPr>
          <a:xfrm>
            <a:off x="7254015" y="4565743"/>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Sales Margins Planning</a:t>
            </a:r>
          </a:p>
        </p:txBody>
      </p:sp>
      <p:sp>
        <p:nvSpPr>
          <p:cNvPr id="11" name="Rounded Rectangle 10">
            <a:extLst>
              <a:ext uri="{FF2B5EF4-FFF2-40B4-BE49-F238E27FC236}">
                <a16:creationId xmlns:a16="http://schemas.microsoft.com/office/drawing/2014/main" id="{24FEE705-002C-3E5A-0E15-B6114627ACCE}"/>
              </a:ext>
            </a:extLst>
          </p:cNvPr>
          <p:cNvSpPr/>
          <p:nvPr/>
        </p:nvSpPr>
        <p:spPr>
          <a:xfrm>
            <a:off x="9193649" y="4565743"/>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In-Year Actual vs Planning</a:t>
            </a:r>
          </a:p>
        </p:txBody>
      </p:sp>
      <p:sp>
        <p:nvSpPr>
          <p:cNvPr id="12" name="Rounded Rectangle 11">
            <a:extLst>
              <a:ext uri="{FF2B5EF4-FFF2-40B4-BE49-F238E27FC236}">
                <a16:creationId xmlns:a16="http://schemas.microsoft.com/office/drawing/2014/main" id="{CECCAD64-137F-A942-03FE-7B5C036CFA42}"/>
              </a:ext>
            </a:extLst>
          </p:cNvPr>
          <p:cNvSpPr/>
          <p:nvPr/>
        </p:nvSpPr>
        <p:spPr>
          <a:xfrm>
            <a:off x="7254015" y="1568315"/>
            <a:ext cx="1371600" cy="109728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FFFFFF"/>
                </a:solidFill>
                <a:latin typeface="Arial" panose="020B0604020202020204" pitchFamily="34" charset="0"/>
                <a:ea typeface="Verdana" charset="0"/>
                <a:cs typeface="Arial" panose="020B0604020202020204" pitchFamily="34" charset="0"/>
              </a:rPr>
              <a:t>Territory &amp; Quota Application</a:t>
            </a:r>
          </a:p>
        </p:txBody>
      </p:sp>
      <p:sp>
        <p:nvSpPr>
          <p:cNvPr id="13" name="Rounded Rectangle 12">
            <a:extLst>
              <a:ext uri="{FF2B5EF4-FFF2-40B4-BE49-F238E27FC236}">
                <a16:creationId xmlns:a16="http://schemas.microsoft.com/office/drawing/2014/main" id="{4ACA2053-19E9-7EE2-23C7-95B60371BDF8}"/>
              </a:ext>
            </a:extLst>
          </p:cNvPr>
          <p:cNvSpPr/>
          <p:nvPr/>
        </p:nvSpPr>
        <p:spPr>
          <a:xfrm>
            <a:off x="3392280" y="3076819"/>
            <a:ext cx="1371600" cy="1097280"/>
          </a:xfrm>
          <a:prstGeom prst="round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5" b="1">
                <a:solidFill>
                  <a:srgbClr val="0A2F46"/>
                </a:solidFill>
                <a:latin typeface="Arial" panose="020B0604020202020204" pitchFamily="34" charset="0"/>
                <a:ea typeface="Verdana" charset="0"/>
                <a:cs typeface="Arial" panose="020B0604020202020204" pitchFamily="34" charset="0"/>
              </a:rPr>
              <a:t>Coverage Analysis</a:t>
            </a:r>
          </a:p>
        </p:txBody>
      </p:sp>
      <p:sp>
        <p:nvSpPr>
          <p:cNvPr id="14" name="Rounded Rectangle 13">
            <a:extLst>
              <a:ext uri="{FF2B5EF4-FFF2-40B4-BE49-F238E27FC236}">
                <a16:creationId xmlns:a16="http://schemas.microsoft.com/office/drawing/2014/main" id="{9D7FB58C-56C7-6BEE-C2D0-EDEE8FB04783}"/>
              </a:ext>
            </a:extLst>
          </p:cNvPr>
          <p:cNvSpPr/>
          <p:nvPr/>
        </p:nvSpPr>
        <p:spPr>
          <a:xfrm>
            <a:off x="2365376" y="1568312"/>
            <a:ext cx="1371600" cy="109728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en-US" sz="1291" b="1">
                <a:solidFill>
                  <a:srgbClr val="FFFFFF"/>
                </a:solidFill>
                <a:latin typeface="Arial" panose="020B0604020202020204" pitchFamily="34" charset="0"/>
                <a:ea typeface="Verdana" charset="0"/>
                <a:cs typeface="Arial" panose="020B0604020202020204" pitchFamily="34" charset="0"/>
              </a:rPr>
              <a:t>Account Segmentation</a:t>
            </a:r>
          </a:p>
          <a:p>
            <a:pPr algn="ctr" defTabSz="1219170"/>
            <a:r>
              <a:rPr lang="en-US" sz="1291" b="1">
                <a:solidFill>
                  <a:srgbClr val="FFFFFF"/>
                </a:solidFill>
                <a:latin typeface="Arial" panose="020B0604020202020204" pitchFamily="34" charset="0"/>
                <a:ea typeface="Verdana" charset="0"/>
                <a:cs typeface="Arial" panose="020B0604020202020204" pitchFamily="34" charset="0"/>
              </a:rPr>
              <a:t>Application</a:t>
            </a:r>
          </a:p>
        </p:txBody>
      </p:sp>
      <p:cxnSp>
        <p:nvCxnSpPr>
          <p:cNvPr id="17" name="Elbow Connector 16">
            <a:extLst>
              <a:ext uri="{FF2B5EF4-FFF2-40B4-BE49-F238E27FC236}">
                <a16:creationId xmlns:a16="http://schemas.microsoft.com/office/drawing/2014/main" id="{69AB1249-FC4D-6777-2020-A6EDC9E083E5}"/>
              </a:ext>
            </a:extLst>
          </p:cNvPr>
          <p:cNvCxnSpPr>
            <a:cxnSpLocks/>
            <a:stCxn id="4" idx="3"/>
            <a:endCxn id="5" idx="1"/>
          </p:cNvCxnSpPr>
          <p:nvPr/>
        </p:nvCxnSpPr>
        <p:spPr>
          <a:xfrm>
            <a:off x="2329165" y="4369921"/>
            <a:ext cx="1063115" cy="744463"/>
          </a:xfrm>
          <a:prstGeom prst="bentConnector3">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4DEE945-6938-B4D4-A239-F6E98BBB46F2}"/>
              </a:ext>
            </a:extLst>
          </p:cNvPr>
          <p:cNvCxnSpPr>
            <a:stCxn id="9" idx="0"/>
            <a:endCxn id="12" idx="2"/>
          </p:cNvCxnSpPr>
          <p:nvPr/>
        </p:nvCxnSpPr>
        <p:spPr>
          <a:xfrm flipV="1">
            <a:off x="7939815" y="2665596"/>
            <a:ext cx="0" cy="411225"/>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695F0629-9BD5-ACAD-94AE-17A945EC859A}"/>
              </a:ext>
            </a:extLst>
          </p:cNvPr>
          <p:cNvCxnSpPr>
            <a:cxnSpLocks/>
            <a:stCxn id="10" idx="0"/>
            <a:endCxn id="9" idx="2"/>
          </p:cNvCxnSpPr>
          <p:nvPr/>
        </p:nvCxnSpPr>
        <p:spPr>
          <a:xfrm flipV="1">
            <a:off x="7939815" y="4174100"/>
            <a:ext cx="0" cy="391643"/>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30F1CB3-B07B-3B74-703C-5E617C14B53A}"/>
              </a:ext>
            </a:extLst>
          </p:cNvPr>
          <p:cNvCxnSpPr>
            <a:cxnSpLocks/>
            <a:stCxn id="10" idx="3"/>
            <a:endCxn id="11" idx="1"/>
          </p:cNvCxnSpPr>
          <p:nvPr/>
        </p:nvCxnSpPr>
        <p:spPr>
          <a:xfrm>
            <a:off x="8625615" y="5114383"/>
            <a:ext cx="568035"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C5FFD7C-EFAE-2079-2A84-115E86E58295}"/>
              </a:ext>
            </a:extLst>
          </p:cNvPr>
          <p:cNvCxnSpPr>
            <a:cxnSpLocks/>
            <a:stCxn id="6" idx="3"/>
            <a:endCxn id="10" idx="1"/>
          </p:cNvCxnSpPr>
          <p:nvPr/>
        </p:nvCxnSpPr>
        <p:spPr>
          <a:xfrm>
            <a:off x="6685979" y="5114383"/>
            <a:ext cx="568036"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1A45FCF-25A5-6D04-B8E8-18ACAF9BCCE9}"/>
              </a:ext>
            </a:extLst>
          </p:cNvPr>
          <p:cNvCxnSpPr>
            <a:cxnSpLocks/>
            <a:stCxn id="5" idx="3"/>
            <a:endCxn id="6" idx="1"/>
          </p:cNvCxnSpPr>
          <p:nvPr/>
        </p:nvCxnSpPr>
        <p:spPr>
          <a:xfrm>
            <a:off x="4763880" y="5114383"/>
            <a:ext cx="550499"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43" name="Elbow Connector 42">
            <a:extLst>
              <a:ext uri="{FF2B5EF4-FFF2-40B4-BE49-F238E27FC236}">
                <a16:creationId xmlns:a16="http://schemas.microsoft.com/office/drawing/2014/main" id="{6E4AEE8E-6BA5-89B4-194F-6662A780D0E6}"/>
              </a:ext>
            </a:extLst>
          </p:cNvPr>
          <p:cNvCxnSpPr>
            <a:cxnSpLocks/>
            <a:stCxn id="3" idx="3"/>
            <a:endCxn id="5" idx="1"/>
          </p:cNvCxnSpPr>
          <p:nvPr/>
        </p:nvCxnSpPr>
        <p:spPr>
          <a:xfrm flipV="1">
            <a:off x="2329165" y="5114381"/>
            <a:ext cx="1063115" cy="687251"/>
          </a:xfrm>
          <a:prstGeom prst="bentConnector3">
            <a:avLst>
              <a:gd name="adj1" fmla="val 50000"/>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63C34B00-5FCB-E310-BE7E-ED1496AC9557}"/>
              </a:ext>
            </a:extLst>
          </p:cNvPr>
          <p:cNvCxnSpPr>
            <a:cxnSpLocks/>
            <a:stCxn id="8" idx="2"/>
            <a:endCxn id="6" idx="0"/>
          </p:cNvCxnSpPr>
          <p:nvPr/>
        </p:nvCxnSpPr>
        <p:spPr>
          <a:xfrm>
            <a:off x="6000179" y="4174100"/>
            <a:ext cx="0" cy="391643"/>
          </a:xfrm>
          <a:prstGeom prst="straightConnector1">
            <a:avLst/>
          </a:prstGeom>
          <a:ln w="254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C6A8D20-1507-308F-78BF-3935D765BD0A}"/>
              </a:ext>
            </a:extLst>
          </p:cNvPr>
          <p:cNvCxnSpPr>
            <a:cxnSpLocks/>
            <a:stCxn id="5" idx="0"/>
            <a:endCxn id="13" idx="2"/>
          </p:cNvCxnSpPr>
          <p:nvPr/>
        </p:nvCxnSpPr>
        <p:spPr>
          <a:xfrm flipV="1">
            <a:off x="4078080" y="4174100"/>
            <a:ext cx="0" cy="391643"/>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E6B2676-687B-FF64-894F-6A8BA5CDB261}"/>
              </a:ext>
            </a:extLst>
          </p:cNvPr>
          <p:cNvCxnSpPr>
            <a:stCxn id="13" idx="3"/>
            <a:endCxn id="8" idx="1"/>
          </p:cNvCxnSpPr>
          <p:nvPr/>
        </p:nvCxnSpPr>
        <p:spPr>
          <a:xfrm>
            <a:off x="4763880" y="3625459"/>
            <a:ext cx="550499" cy="0"/>
          </a:xfrm>
          <a:prstGeom prst="straightConnector1">
            <a:avLst/>
          </a:prstGeom>
          <a:ln w="25400">
            <a:solidFill>
              <a:schemeClr val="tx1"/>
            </a:solidFill>
            <a:prstDash val="solid"/>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62" name="Elbow Connector 61">
            <a:extLst>
              <a:ext uri="{FF2B5EF4-FFF2-40B4-BE49-F238E27FC236}">
                <a16:creationId xmlns:a16="http://schemas.microsoft.com/office/drawing/2014/main" id="{165E715D-7AB6-4B0C-0D9B-90FCBAD32FD1}"/>
              </a:ext>
            </a:extLst>
          </p:cNvPr>
          <p:cNvCxnSpPr>
            <a:stCxn id="5" idx="3"/>
            <a:endCxn id="8" idx="1"/>
          </p:cNvCxnSpPr>
          <p:nvPr/>
        </p:nvCxnSpPr>
        <p:spPr>
          <a:xfrm flipV="1">
            <a:off x="4763880" y="3625460"/>
            <a:ext cx="550499" cy="1488923"/>
          </a:xfrm>
          <a:prstGeom prst="bentConnector3">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69" name="Freeform 68">
            <a:extLst>
              <a:ext uri="{FF2B5EF4-FFF2-40B4-BE49-F238E27FC236}">
                <a16:creationId xmlns:a16="http://schemas.microsoft.com/office/drawing/2014/main" id="{63499AA0-FB98-3DEF-ABE2-C0CE679773D8}"/>
              </a:ext>
            </a:extLst>
          </p:cNvPr>
          <p:cNvSpPr/>
          <p:nvPr/>
        </p:nvSpPr>
        <p:spPr>
          <a:xfrm>
            <a:off x="-1205649" y="1566042"/>
            <a:ext cx="10454753" cy="3764309"/>
          </a:xfrm>
          <a:custGeom>
            <a:avLst/>
            <a:gdLst>
              <a:gd name="connsiteX0" fmla="*/ 10454753 w 10454753"/>
              <a:gd name="connsiteY0" fmla="*/ 0 h 3764309"/>
              <a:gd name="connsiteX1" fmla="*/ 2172602 w 10454753"/>
              <a:gd name="connsiteY1" fmla="*/ 3752193 h 3764309"/>
              <a:gd name="connsiteX2" fmla="*/ 196657 w 10454753"/>
              <a:gd name="connsiteY2" fmla="*/ 1229711 h 3764309"/>
              <a:gd name="connsiteX3" fmla="*/ 186147 w 10454753"/>
              <a:gd name="connsiteY3" fmla="*/ 2144111 h 3764309"/>
            </a:gdLst>
            <a:ahLst/>
            <a:cxnLst>
              <a:cxn ang="0">
                <a:pos x="connsiteX0" y="connsiteY0"/>
              </a:cxn>
              <a:cxn ang="0">
                <a:pos x="connsiteX1" y="connsiteY1"/>
              </a:cxn>
              <a:cxn ang="0">
                <a:pos x="connsiteX2" y="connsiteY2"/>
              </a:cxn>
              <a:cxn ang="0">
                <a:pos x="connsiteX3" y="connsiteY3"/>
              </a:cxn>
            </a:cxnLst>
            <a:rect l="l" t="t" r="r" b="b"/>
            <a:pathLst>
              <a:path w="10454753" h="3764309">
                <a:moveTo>
                  <a:pt x="10454753" y="0"/>
                </a:moveTo>
                <a:cubicBezTo>
                  <a:pt x="7168519" y="1773620"/>
                  <a:pt x="3882285" y="3547241"/>
                  <a:pt x="2172602" y="3752193"/>
                </a:cubicBezTo>
                <a:cubicBezTo>
                  <a:pt x="462919" y="3957145"/>
                  <a:pt x="527733" y="1497725"/>
                  <a:pt x="196657" y="1229711"/>
                </a:cubicBezTo>
                <a:cubicBezTo>
                  <a:pt x="-134419" y="961697"/>
                  <a:pt x="16230" y="1799021"/>
                  <a:pt x="186147" y="2144111"/>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a:solidFill>
                <a:srgbClr val="FFFFFF"/>
              </a:solidFill>
              <a:latin typeface="Arial" panose="020B0604020202020204"/>
            </a:endParaRPr>
          </a:p>
        </p:txBody>
      </p:sp>
      <p:cxnSp>
        <p:nvCxnSpPr>
          <p:cNvPr id="27" name="Elbow Connector 26">
            <a:extLst>
              <a:ext uri="{FF2B5EF4-FFF2-40B4-BE49-F238E27FC236}">
                <a16:creationId xmlns:a16="http://schemas.microsoft.com/office/drawing/2014/main" id="{C089EA48-30FC-9D33-D6BA-56B68BFD43C0}"/>
              </a:ext>
            </a:extLst>
          </p:cNvPr>
          <p:cNvCxnSpPr>
            <a:stCxn id="14" idx="2"/>
            <a:endCxn id="13" idx="1"/>
          </p:cNvCxnSpPr>
          <p:nvPr/>
        </p:nvCxnSpPr>
        <p:spPr>
          <a:xfrm rot="16200000" flipH="1">
            <a:off x="2741796" y="2974973"/>
            <a:ext cx="959867" cy="341104"/>
          </a:xfrm>
          <a:prstGeom prst="bentConnector2">
            <a:avLst/>
          </a:prstGeom>
          <a:ln w="254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51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B6600-6B2D-999D-61E8-F23098993344}"/>
            </a:ext>
          </a:extLst>
        </p:cNvPr>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BBDB8485-1141-8E7C-3B1E-F065ACAB46FD}"/>
              </a:ext>
            </a:extLst>
          </p:cNvPr>
          <p:cNvGraphicFramePr>
            <a:graphicFrameLocks noGrp="1"/>
          </p:cNvGraphicFramePr>
          <p:nvPr>
            <p:extLst>
              <p:ext uri="{D42A27DB-BD31-4B8C-83A1-F6EECF244321}">
                <p14:modId xmlns:p14="http://schemas.microsoft.com/office/powerpoint/2010/main" val="1201363610"/>
              </p:ext>
            </p:extLst>
          </p:nvPr>
        </p:nvGraphicFramePr>
        <p:xfrm>
          <a:off x="615105" y="1092145"/>
          <a:ext cx="11060961" cy="5069270"/>
        </p:xfrm>
        <a:graphic>
          <a:graphicData uri="http://schemas.openxmlformats.org/drawingml/2006/table">
            <a:tbl>
              <a:tblPr firstRow="1" bandRow="1">
                <a:tableStyleId>{EB9631B5-78F2-41C9-869B-9F39066F8104}</a:tableStyleId>
              </a:tblPr>
              <a:tblGrid>
                <a:gridCol w="883324">
                  <a:extLst>
                    <a:ext uri="{9D8B030D-6E8A-4147-A177-3AD203B41FA5}">
                      <a16:colId xmlns:a16="http://schemas.microsoft.com/office/drawing/2014/main" val="841697569"/>
                    </a:ext>
                  </a:extLst>
                </a:gridCol>
                <a:gridCol w="1750743">
                  <a:extLst>
                    <a:ext uri="{9D8B030D-6E8A-4147-A177-3AD203B41FA5}">
                      <a16:colId xmlns:a16="http://schemas.microsoft.com/office/drawing/2014/main" val="83425204"/>
                    </a:ext>
                  </a:extLst>
                </a:gridCol>
                <a:gridCol w="4169910">
                  <a:extLst>
                    <a:ext uri="{9D8B030D-6E8A-4147-A177-3AD203B41FA5}">
                      <a16:colId xmlns:a16="http://schemas.microsoft.com/office/drawing/2014/main" val="243471327"/>
                    </a:ext>
                  </a:extLst>
                </a:gridCol>
                <a:gridCol w="4256984">
                  <a:extLst>
                    <a:ext uri="{9D8B030D-6E8A-4147-A177-3AD203B41FA5}">
                      <a16:colId xmlns:a16="http://schemas.microsoft.com/office/drawing/2014/main" val="2834086973"/>
                    </a:ext>
                  </a:extLst>
                </a:gridCol>
              </a:tblGrid>
              <a:tr h="415768">
                <a:tc>
                  <a:txBody>
                    <a:bodyPr/>
                    <a:lstStyle/>
                    <a:p>
                      <a:r>
                        <a:rPr lang="en-US" sz="1100"/>
                        <a:t>Step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a:t>Process name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a:t>Process description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tc>
                  <a:txBody>
                    <a:bodyPr/>
                    <a:lstStyle/>
                    <a:p>
                      <a:r>
                        <a:rPr lang="en-US" sz="1100"/>
                        <a:t>Configurability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C314B"/>
                    </a:solidFill>
                  </a:tcPr>
                </a:tc>
                <a:extLst>
                  <a:ext uri="{0D108BD9-81ED-4DB2-BD59-A6C34878D82A}">
                    <a16:rowId xmlns:a16="http://schemas.microsoft.com/office/drawing/2014/main" val="3514735591"/>
                  </a:ext>
                </a:extLst>
              </a:tr>
              <a:tr h="933260">
                <a:tc>
                  <a:txBody>
                    <a:bodyPr/>
                    <a:lstStyle/>
                    <a:p>
                      <a:pPr algn="ctr"/>
                      <a:r>
                        <a:rPr lang="en-US" sz="900" b="1"/>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algn="l" rtl="0" fontAlgn="base">
                        <a:lnSpc>
                          <a:spcPts val="1125"/>
                        </a:lnSpc>
                        <a:buNone/>
                      </a:pPr>
                      <a:r>
                        <a:rPr lang="en-US" sz="900" b="1" i="0">
                          <a:solidFill>
                            <a:srgbClr val="0A2F46"/>
                          </a:solidFill>
                          <a:effectLst/>
                          <a:latin typeface="Arial" panose="020B0604020202020204" pitchFamily="34" charset="0"/>
                        </a:rPr>
                        <a:t>Current FTE Reporting​</a:t>
                      </a:r>
                      <a:endParaRPr lang="en-US" b="1" i="0">
                        <a:solidFill>
                          <a:srgbClr val="0A2F46"/>
                        </a:solidFill>
                        <a:effectLs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Real time visibility of HC assigned by various levels of Sales Hierarchy.​</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HC &amp; FTE Reporting by Role, Sales Hierarchy and month.​</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Ramp Assumption Scenario Modelling.​</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Employee level details for role &amp; organization.​</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Monthly Role History.​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dimensions to apply for ramping profiles in historical and current positions/employees for FTE calculation.​</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attributes to analyze historically by employee and position.​</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Dimensions here are account-related and are populated automatically.​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extLst>
                  <a:ext uri="{0D108BD9-81ED-4DB2-BD59-A6C34878D82A}">
                    <a16:rowId xmlns:a16="http://schemas.microsoft.com/office/drawing/2014/main" val="1341170248"/>
                  </a:ext>
                </a:extLst>
              </a:tr>
              <a:tr h="957991">
                <a:tc>
                  <a:txBody>
                    <a:bodyPr/>
                    <a:lstStyle/>
                    <a:p>
                      <a:pPr algn="ctr"/>
                      <a:r>
                        <a:rPr lang="en-US" sz="90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ase">
                        <a:lnSpc>
                          <a:spcPts val="1125"/>
                        </a:lnSpc>
                        <a:buNone/>
                      </a:pPr>
                      <a:r>
                        <a:rPr lang="en-US" sz="900" b="1" i="0">
                          <a:solidFill>
                            <a:srgbClr val="0A2F46"/>
                          </a:solidFill>
                          <a:effectLst/>
                          <a:latin typeface="Arial" panose="020B0604020202020204" pitchFamily="34" charset="0"/>
                        </a:rPr>
                        <a:t>Role-Based Performance Review​</a:t>
                      </a:r>
                      <a:endParaRPr lang="en-US" b="1" i="0">
                        <a:solidFill>
                          <a:srgbClr val="0A2F46"/>
                        </a:solidFill>
                        <a:effectLs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Analyze Performance metrics per Role using configurable dimensions.​</a:t>
                      </a:r>
                      <a:br>
                        <a:rPr lang="en-US" sz="900" kern="1200">
                          <a:solidFill>
                            <a:schemeClr val="dk1"/>
                          </a:solidFill>
                          <a:latin typeface="+mn-lt"/>
                          <a:ea typeface="+mn-ea"/>
                          <a:cs typeface="+mn-cs"/>
                        </a:rPr>
                      </a:br>
                      <a:r>
                        <a:rPr lang="en-US" sz="900" kern="1200">
                          <a:solidFill>
                            <a:schemeClr val="dk1"/>
                          </a:solidFill>
                          <a:latin typeface="+mn-lt"/>
                          <a:ea typeface="+mn-ea"/>
                          <a:cs typeface="+mn-cs"/>
                        </a:rPr>
                        <a:t>e.g., By Role, Segment, Industry, Tenure Band, etc.​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dimensions to apply for reporting on current role analysis.​</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sources for Account Data​.</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deals with forecast categories on this list will be included in the Forecast for close won.​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33960491"/>
                  </a:ext>
                </a:extLst>
              </a:tr>
              <a:tr h="1150431">
                <a:tc>
                  <a:txBody>
                    <a:bodyPr/>
                    <a:lstStyle/>
                    <a:p>
                      <a:pPr algn="ctr"/>
                      <a:r>
                        <a:rPr lang="en-US" sz="90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algn="l" rtl="0" fontAlgn="base">
                        <a:lnSpc>
                          <a:spcPts val="1125"/>
                        </a:lnSpc>
                        <a:buNone/>
                      </a:pPr>
                      <a:r>
                        <a:rPr lang="en-US" sz="900" b="1" i="0">
                          <a:solidFill>
                            <a:srgbClr val="0A2F46"/>
                          </a:solidFill>
                          <a:effectLst/>
                          <a:latin typeface="Arial" panose="020B0604020202020204" pitchFamily="34" charset="0"/>
                        </a:rPr>
                        <a:t>Average Productivity​</a:t>
                      </a:r>
                      <a:endParaRPr lang="en-US" b="1" i="0">
                        <a:solidFill>
                          <a:srgbClr val="0A2F46"/>
                        </a:solidFill>
                        <a:effectLs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HC Gap Analysis.​</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Coverage recommendation for core functions.​</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Recommendation of how Resources to allocate should be Split between Core and Support.​</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Role/Role &amp; Role/Account Coverage assumption input​.</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Time Based Coverage assumption (Gartner recommendation for CSM).​</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Live Segmentation impact on Capacity gap.​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tc>
                  <a:txBody>
                    <a:bodyPr/>
                    <a:lstStyle/>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Same as above​.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3F1EE"/>
                    </a:solidFill>
                  </a:tcPr>
                </a:tc>
                <a:extLst>
                  <a:ext uri="{0D108BD9-81ED-4DB2-BD59-A6C34878D82A}">
                    <a16:rowId xmlns:a16="http://schemas.microsoft.com/office/drawing/2014/main" val="2865483205"/>
                  </a:ext>
                </a:extLst>
              </a:tr>
              <a:tr h="0">
                <a:tc>
                  <a:txBody>
                    <a:bodyPr/>
                    <a:lstStyle/>
                    <a:p>
                      <a:pPr lvl="0" algn="ctr">
                        <a:buNone/>
                      </a:pPr>
                      <a:r>
                        <a:rPr lang="en-US" sz="90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rtl="0" fontAlgn="base">
                        <a:lnSpc>
                          <a:spcPts val="1125"/>
                        </a:lnSpc>
                        <a:buNone/>
                      </a:pPr>
                      <a:r>
                        <a:rPr lang="en-US" sz="900" b="1" i="0">
                          <a:solidFill>
                            <a:srgbClr val="0A2F46"/>
                          </a:solidFill>
                          <a:effectLst/>
                          <a:latin typeface="Arial" panose="020B0604020202020204" pitchFamily="34" charset="0"/>
                        </a:rPr>
                        <a:t>Coverage Analysis​</a:t>
                      </a:r>
                      <a:endParaRPr lang="en-US" b="1" i="0">
                        <a:solidFill>
                          <a:srgbClr val="0A2F46"/>
                        </a:solidFill>
                        <a:effectLs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Exclude accounts based on pre-defined attributes (e.g., country tier, revenue, employee count).​</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Assess the impact of excluded accounts on Wallet Size.​</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Prioritize high-potential accounts for planning focus.​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sales hierarchy level to map sales roles to account segments and define role-to-account or role-to-role ratios.​</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dimensions and sales hierarchy granularity for importing sales targets​.</a:t>
                      </a:r>
                    </a:p>
                    <a:p>
                      <a:pPr marL="171450" lvl="0" indent="-171450" algn="l" defTabSz="1219170" rtl="0" eaLnBrk="1" fontAlgn="base" latinLnBrk="0" hangingPunct="1">
                        <a:lnSpc>
                          <a:spcPct val="150000"/>
                        </a:lnSpc>
                        <a:buClrTx/>
                        <a:buFont typeface="Arial" panose="020B0604020202020204" pitchFamily="34" charset="0"/>
                        <a:buChar char="•"/>
                      </a:pPr>
                      <a:r>
                        <a:rPr lang="en-US" sz="900" kern="1200">
                          <a:solidFill>
                            <a:schemeClr val="dk1"/>
                          </a:solidFill>
                          <a:latin typeface="+mn-lt"/>
                          <a:ea typeface="+mn-ea"/>
                          <a:cs typeface="+mn-cs"/>
                        </a:rPr>
                        <a:t>Select the sales hierarchy level to enter workload account and capacity assumptions.​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93330033"/>
                  </a:ext>
                </a:extLst>
              </a:tr>
            </a:tbl>
          </a:graphicData>
        </a:graphic>
      </p:graphicFrame>
      <p:sp>
        <p:nvSpPr>
          <p:cNvPr id="6" name="Title 1">
            <a:extLst>
              <a:ext uri="{FF2B5EF4-FFF2-40B4-BE49-F238E27FC236}">
                <a16:creationId xmlns:a16="http://schemas.microsoft.com/office/drawing/2014/main" id="{D294B2C7-01E0-8A1B-25D0-B8C7744603DC}"/>
              </a:ext>
            </a:extLst>
          </p:cNvPr>
          <p:cNvSpPr>
            <a:spLocks noGrp="1"/>
          </p:cNvSpPr>
          <p:nvPr>
            <p:ph type="title"/>
          </p:nvPr>
        </p:nvSpPr>
        <p:spPr>
          <a:xfrm>
            <a:off x="615105" y="392856"/>
            <a:ext cx="10582982" cy="451405"/>
          </a:xfrm>
        </p:spPr>
        <p:txBody>
          <a:bodyPr lIns="0" tIns="60960" rIns="0" bIns="60960" anchor="t"/>
          <a:lstStyle/>
          <a:p>
            <a:r>
              <a:rPr lang="en-GB" sz="2000" b="1">
                <a:ea typeface="Verdana"/>
              </a:rPr>
              <a:t>Go-to-Market Capacity Planning: </a:t>
            </a:r>
            <a:r>
              <a:rPr lang="en-US" sz="2000" b="1"/>
              <a:t>Key processes and configurable elements</a:t>
            </a:r>
            <a:endParaRPr lang="en-GB" sz="2000" b="1">
              <a:ea typeface="Verdana" panose="020B0604030504040204" pitchFamily="34" charset="0"/>
            </a:endParaRPr>
          </a:p>
        </p:txBody>
      </p:sp>
    </p:spTree>
    <p:extLst>
      <p:ext uri="{BB962C8B-B14F-4D97-AF65-F5344CB8AC3E}">
        <p14:creationId xmlns:p14="http://schemas.microsoft.com/office/powerpoint/2010/main" val="352627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F3E3E-673B-FA81-704A-93E7C6FB52F8}"/>
            </a:ext>
          </a:extLst>
        </p:cNvPr>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D332B631-FE99-FEB9-E6E8-6AA2DF4E717F}"/>
              </a:ext>
            </a:extLst>
          </p:cNvPr>
          <p:cNvGraphicFramePr>
            <a:graphicFrameLocks noGrp="1"/>
          </p:cNvGraphicFramePr>
          <p:nvPr>
            <p:extLst>
              <p:ext uri="{D42A27DB-BD31-4B8C-83A1-F6EECF244321}">
                <p14:modId xmlns:p14="http://schemas.microsoft.com/office/powerpoint/2010/main" val="3340988444"/>
              </p:ext>
            </p:extLst>
          </p:nvPr>
        </p:nvGraphicFramePr>
        <p:xfrm>
          <a:off x="615105" y="889981"/>
          <a:ext cx="11089215" cy="5581891"/>
        </p:xfrm>
        <a:graphic>
          <a:graphicData uri="http://schemas.openxmlformats.org/drawingml/2006/table">
            <a:tbl>
              <a:tblPr firstRow="1" bandRow="1">
                <a:tableStyleId>{00A15C55-8517-42AA-B614-E9B94910E393}</a:tableStyleId>
              </a:tblPr>
              <a:tblGrid>
                <a:gridCol w="885580">
                  <a:extLst>
                    <a:ext uri="{9D8B030D-6E8A-4147-A177-3AD203B41FA5}">
                      <a16:colId xmlns:a16="http://schemas.microsoft.com/office/drawing/2014/main" val="841697569"/>
                    </a:ext>
                  </a:extLst>
                </a:gridCol>
                <a:gridCol w="1750814">
                  <a:extLst>
                    <a:ext uri="{9D8B030D-6E8A-4147-A177-3AD203B41FA5}">
                      <a16:colId xmlns:a16="http://schemas.microsoft.com/office/drawing/2014/main" val="83425204"/>
                    </a:ext>
                  </a:extLst>
                </a:gridCol>
                <a:gridCol w="4184962">
                  <a:extLst>
                    <a:ext uri="{9D8B030D-6E8A-4147-A177-3AD203B41FA5}">
                      <a16:colId xmlns:a16="http://schemas.microsoft.com/office/drawing/2014/main" val="243471327"/>
                    </a:ext>
                  </a:extLst>
                </a:gridCol>
                <a:gridCol w="4267859">
                  <a:extLst>
                    <a:ext uri="{9D8B030D-6E8A-4147-A177-3AD203B41FA5}">
                      <a16:colId xmlns:a16="http://schemas.microsoft.com/office/drawing/2014/main" val="2834086973"/>
                    </a:ext>
                  </a:extLst>
                </a:gridCol>
              </a:tblGrid>
              <a:tr h="512177">
                <a:tc>
                  <a:txBody>
                    <a:bodyPr/>
                    <a:lstStyle/>
                    <a:p>
                      <a:r>
                        <a:rPr lang="en-US" sz="1100" dirty="0">
                          <a:latin typeface="Arial"/>
                          <a:cs typeface="Arial"/>
                        </a:rPr>
                        <a:t>Step</a:t>
                      </a:r>
                    </a:p>
                  </a:txBody>
                  <a:tcPr anchor="ctr">
                    <a:solidFill>
                      <a:srgbClr val="0C314B"/>
                    </a:solidFill>
                  </a:tcPr>
                </a:tc>
                <a:tc>
                  <a:txBody>
                    <a:bodyPr/>
                    <a:lstStyle/>
                    <a:p>
                      <a:r>
                        <a:rPr lang="en-US" sz="1100" dirty="0">
                          <a:latin typeface="Arial"/>
                          <a:cs typeface="Arial"/>
                        </a:rPr>
                        <a:t>Process name</a:t>
                      </a:r>
                    </a:p>
                  </a:txBody>
                  <a:tcPr anchor="ctr">
                    <a:solidFill>
                      <a:srgbClr val="0C314B"/>
                    </a:solidFill>
                  </a:tcPr>
                </a:tc>
                <a:tc>
                  <a:txBody>
                    <a:bodyPr/>
                    <a:lstStyle/>
                    <a:p>
                      <a:r>
                        <a:rPr lang="en-US" sz="1100" dirty="0">
                          <a:latin typeface="Arial"/>
                          <a:cs typeface="Arial"/>
                        </a:rPr>
                        <a:t>Process description</a:t>
                      </a:r>
                    </a:p>
                  </a:txBody>
                  <a:tcPr anchor="ctr">
                    <a:solidFill>
                      <a:srgbClr val="0C314B"/>
                    </a:solidFill>
                  </a:tcPr>
                </a:tc>
                <a:tc>
                  <a:txBody>
                    <a:bodyPr/>
                    <a:lstStyle/>
                    <a:p>
                      <a:r>
                        <a:rPr lang="en-US" sz="1100" dirty="0">
                          <a:latin typeface="Arial"/>
                          <a:cs typeface="Arial"/>
                        </a:rPr>
                        <a:t>Configurability</a:t>
                      </a:r>
                    </a:p>
                  </a:txBody>
                  <a:tcPr anchor="ctr">
                    <a:solidFill>
                      <a:srgbClr val="0C314B"/>
                    </a:solidFill>
                  </a:tcPr>
                </a:tc>
                <a:extLst>
                  <a:ext uri="{0D108BD9-81ED-4DB2-BD59-A6C34878D82A}">
                    <a16:rowId xmlns:a16="http://schemas.microsoft.com/office/drawing/2014/main" val="3514735591"/>
                  </a:ext>
                </a:extLst>
              </a:tr>
              <a:tr h="1718232">
                <a:tc>
                  <a:txBody>
                    <a:bodyPr/>
                    <a:lstStyle/>
                    <a:p>
                      <a:pPr lvl="0" algn="ctr">
                        <a:buNone/>
                      </a:pPr>
                      <a:r>
                        <a:rPr lang="en-US" sz="900" dirty="0">
                          <a:latin typeface="Arial"/>
                          <a:cs typeface="Arial"/>
                        </a:rPr>
                        <a:t>5</a:t>
                      </a:r>
                    </a:p>
                  </a:txBody>
                  <a:tcPr anchor="ctr">
                    <a:solidFill>
                      <a:srgbClr val="F3F1EE"/>
                    </a:solidFill>
                  </a:tcPr>
                </a:tc>
                <a:tc>
                  <a:txBody>
                    <a:bodyPr/>
                    <a:lstStyle/>
                    <a:p>
                      <a:pPr algn="l" rtl="0" fontAlgn="base">
                        <a:lnSpc>
                          <a:spcPts val="1125"/>
                        </a:lnSpc>
                        <a:buNone/>
                      </a:pPr>
                      <a:r>
                        <a:rPr lang="en-US" sz="900" b="1" i="0" dirty="0">
                          <a:solidFill>
                            <a:srgbClr val="0A2F46"/>
                          </a:solidFill>
                          <a:effectLst/>
                          <a:latin typeface="Arial"/>
                        </a:rPr>
                        <a:t>Top-Down Planning​</a:t>
                      </a:r>
                      <a:endParaRPr lang="en-US" b="1" i="0" dirty="0">
                        <a:solidFill>
                          <a:srgbClr val="0A2F46"/>
                        </a:solidFill>
                        <a:effectLst/>
                        <a:latin typeface="Arial"/>
                      </a:endParaRPr>
                    </a:p>
                  </a:txBody>
                  <a:tcPr anchor="ctr">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Input Resources to allocate numbers and cascade down the sales hierarchy.​</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What-if Scenario.​</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Cascade down constraints &amp; Recommendations.​</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Workflow: Approval/Dispute process for Resources to allocate split.​</a:t>
                      </a:r>
                    </a:p>
                  </a:txBody>
                  <a:tcPr anchor="ctr">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Create and name scenarios for tops-down HC target setting and broader application use.​</a:t>
                      </a:r>
                    </a:p>
                    <a:p>
                      <a:pPr marL="171450" lvl="0" indent="-171450" algn="l"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Select if Role Grade dimension is applicable for your tops-down HC process.</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Select levels for tops-down HC target setting.​</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Select dimensions and sales hierarchy granularity for importing the finance budget​.</a:t>
                      </a:r>
                    </a:p>
                    <a:p>
                      <a:pPr marL="171450" lvl="0" indent="-171450" algn="l" defTabSz="1219170" rtl="0" eaLnBrk="1" fontAlgn="base" latinLnBrk="0" hangingPunct="1">
                        <a:lnSpc>
                          <a:spcPct val="150000"/>
                        </a:lnSpc>
                        <a:buFont typeface="Arial" panose="020B0604020202020204" pitchFamily="34" charset="0"/>
                        <a:buChar char="•"/>
                      </a:pPr>
                      <a:r>
                        <a:rPr lang="en-US" sz="900" kern="1200" dirty="0">
                          <a:solidFill>
                            <a:schemeClr val="dk1"/>
                          </a:solidFill>
                          <a:latin typeface="+mn-lt"/>
                          <a:ea typeface="+mn-ea"/>
                          <a:cs typeface="+mn-cs"/>
                        </a:rPr>
                        <a:t>Select sales hierarchy level to map sales roles to role grades. ​</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Select sales hierarchy level to input cost per head assumptions.​</a:t>
                      </a:r>
                    </a:p>
                  </a:txBody>
                  <a:tcPr anchor="ctr">
                    <a:solidFill>
                      <a:srgbClr val="F3F1EE"/>
                    </a:solidFill>
                  </a:tcPr>
                </a:tc>
                <a:extLst>
                  <a:ext uri="{0D108BD9-81ED-4DB2-BD59-A6C34878D82A}">
                    <a16:rowId xmlns:a16="http://schemas.microsoft.com/office/drawing/2014/main" val="1879725759"/>
                  </a:ext>
                </a:extLst>
              </a:tr>
              <a:tr h="1162128">
                <a:tc>
                  <a:txBody>
                    <a:bodyPr/>
                    <a:lstStyle/>
                    <a:p>
                      <a:pPr lvl="0" algn="ctr">
                        <a:buNone/>
                      </a:pPr>
                      <a:r>
                        <a:rPr lang="en-US" sz="900" dirty="0">
                          <a:latin typeface="Arial"/>
                          <a:cs typeface="Arial"/>
                        </a:rPr>
                        <a:t>6</a:t>
                      </a:r>
                    </a:p>
                  </a:txBody>
                  <a:tcPr anchor="ctr">
                    <a:solidFill>
                      <a:schemeClr val="bg1"/>
                    </a:solidFill>
                  </a:tcPr>
                </a:tc>
                <a:tc>
                  <a:txBody>
                    <a:bodyPr/>
                    <a:lstStyle/>
                    <a:p>
                      <a:pPr algn="l" rtl="0" fontAlgn="base">
                        <a:lnSpc>
                          <a:spcPts val="1125"/>
                        </a:lnSpc>
                        <a:buNone/>
                      </a:pPr>
                      <a:r>
                        <a:rPr lang="en-US" sz="900" b="1" i="0">
                          <a:solidFill>
                            <a:srgbClr val="0A2F46"/>
                          </a:solidFill>
                          <a:effectLst/>
                          <a:latin typeface="Arial" panose="020B0604020202020204" pitchFamily="34" charset="0"/>
                        </a:rPr>
                        <a:t>Bottom-up Planning​</a:t>
                      </a:r>
                      <a:endParaRPr lang="en-US" b="1" i="0">
                        <a:solidFill>
                          <a:srgbClr val="0A2F46"/>
                        </a:solidFill>
                        <a:effectLst/>
                      </a:endParaRPr>
                    </a:p>
                  </a:txBody>
                  <a:tcPr anchor="ctr">
                    <a:solidFill>
                      <a:schemeClr val="bg1"/>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Monthly Hiring &amp; Attrition input per Role.​</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Monthly Productivity tracking.​</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HC &amp; FTE Reporting by Role and month.​</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What-if Scenario.​</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TA Collaboration Dashboard.​</a:t>
                      </a:r>
                    </a:p>
                  </a:txBody>
                  <a:tcPr anchor="ctr">
                    <a:solidFill>
                      <a:schemeClr val="bg1"/>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Select the sales hierarchy level for bottoms-up hiring plan review and approvals for both direct and indirect roles.​</a:t>
                      </a:r>
                    </a:p>
                  </a:txBody>
                  <a:tcPr anchor="ctr">
                    <a:solidFill>
                      <a:schemeClr val="bg1"/>
                    </a:solidFill>
                  </a:tcPr>
                </a:tc>
                <a:extLst>
                  <a:ext uri="{0D108BD9-81ED-4DB2-BD59-A6C34878D82A}">
                    <a16:rowId xmlns:a16="http://schemas.microsoft.com/office/drawing/2014/main" val="3408103969"/>
                  </a:ext>
                </a:extLst>
              </a:tr>
              <a:tr h="1082943">
                <a:tc>
                  <a:txBody>
                    <a:bodyPr/>
                    <a:lstStyle/>
                    <a:p>
                      <a:pPr lvl="0" algn="ctr">
                        <a:buNone/>
                      </a:pPr>
                      <a:r>
                        <a:rPr lang="en-US" sz="900" dirty="0">
                          <a:latin typeface="Arial"/>
                          <a:cs typeface="Arial"/>
                        </a:rPr>
                        <a:t>7</a:t>
                      </a:r>
                    </a:p>
                  </a:txBody>
                  <a:tcPr anchor="ctr">
                    <a:solidFill>
                      <a:srgbClr val="F3F1EE"/>
                    </a:solidFill>
                  </a:tcPr>
                </a:tc>
                <a:tc>
                  <a:txBody>
                    <a:bodyPr/>
                    <a:lstStyle/>
                    <a:p>
                      <a:pPr algn="l" rtl="0" fontAlgn="base">
                        <a:lnSpc>
                          <a:spcPts val="1125"/>
                        </a:lnSpc>
                        <a:buNone/>
                      </a:pPr>
                      <a:r>
                        <a:rPr lang="en-US" sz="900" b="1" i="0">
                          <a:solidFill>
                            <a:srgbClr val="0A2F46"/>
                          </a:solidFill>
                          <a:effectLst/>
                          <a:latin typeface="Arial" panose="020B0604020202020204" pitchFamily="34" charset="0"/>
                        </a:rPr>
                        <a:t>Sales Margins Planning​</a:t>
                      </a:r>
                      <a:endParaRPr lang="en-US" b="1" i="0">
                        <a:solidFill>
                          <a:srgbClr val="0A2F46"/>
                        </a:solidFill>
                        <a:effectLst/>
                      </a:endParaRPr>
                    </a:p>
                  </a:txBody>
                  <a:tcPr anchor="ctr">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Input Role &amp; Level wise average cost.​</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Aggregate Cost Data.​</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Input/Analyze Cost structure. ​</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Monthly Sales Margin tracking (based on Productivity assumption, ramping &amp; seasonality).​</a:t>
                      </a:r>
                    </a:p>
                  </a:txBody>
                  <a:tcPr anchor="ctr">
                    <a:solidFill>
                      <a:srgbClr val="F3F1EE"/>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Select the sales hierarchy level for bottoms-up hiring plan review and approvals for both direct and indirect roles.​</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Select dimensions and sales hierarchy granularity for importing the finance budget​.</a:t>
                      </a:r>
                    </a:p>
                  </a:txBody>
                  <a:tcPr anchor="ctr">
                    <a:solidFill>
                      <a:srgbClr val="F3F1EE"/>
                    </a:solidFill>
                  </a:tcPr>
                </a:tc>
                <a:extLst>
                  <a:ext uri="{0D108BD9-81ED-4DB2-BD59-A6C34878D82A}">
                    <a16:rowId xmlns:a16="http://schemas.microsoft.com/office/drawing/2014/main" val="3602923023"/>
                  </a:ext>
                </a:extLst>
              </a:tr>
              <a:tr h="0">
                <a:tc>
                  <a:txBody>
                    <a:bodyPr/>
                    <a:lstStyle/>
                    <a:p>
                      <a:pPr marL="0" lvl="0" algn="ctr" defTabSz="1219170" rtl="0" eaLnBrk="1" fontAlgn="base" latinLnBrk="0" hangingPunct="1">
                        <a:lnSpc>
                          <a:spcPts val="1125"/>
                        </a:lnSpc>
                        <a:buNone/>
                      </a:pPr>
                      <a:r>
                        <a:rPr lang="en-US" sz="900" kern="1200">
                          <a:solidFill>
                            <a:schemeClr val="dk1"/>
                          </a:solidFill>
                          <a:latin typeface="Arial" panose="020B0604020202020204" pitchFamily="34" charset="0"/>
                          <a:ea typeface="+mn-ea"/>
                          <a:cs typeface="Arial" panose="020B0604020202020204" pitchFamily="34" charset="0"/>
                        </a:rPr>
                        <a:t>8​</a:t>
                      </a:r>
                    </a:p>
                  </a:txBody>
                  <a:tcPr anchor="ctr">
                    <a:solidFill>
                      <a:schemeClr val="bg1"/>
                    </a:solidFill>
                  </a:tcPr>
                </a:tc>
                <a:tc>
                  <a:txBody>
                    <a:bodyPr/>
                    <a:lstStyle/>
                    <a:p>
                      <a:pPr algn="l" rtl="0" fontAlgn="base">
                        <a:lnSpc>
                          <a:spcPts val="1125"/>
                        </a:lnSpc>
                        <a:buNone/>
                      </a:pPr>
                      <a:r>
                        <a:rPr lang="en-US" sz="900" b="1" i="0">
                          <a:solidFill>
                            <a:srgbClr val="0A2F46"/>
                          </a:solidFill>
                          <a:effectLst/>
                          <a:latin typeface="Arial" panose="020B0604020202020204" pitchFamily="34" charset="0"/>
                        </a:rPr>
                        <a:t>In-Year Actual vs Planning​</a:t>
                      </a:r>
                      <a:endParaRPr lang="en-US" b="1" i="0">
                        <a:solidFill>
                          <a:srgbClr val="0A2F46"/>
                        </a:solidFill>
                        <a:effectLst/>
                      </a:endParaRPr>
                    </a:p>
                  </a:txBody>
                  <a:tcPr anchor="ctr">
                    <a:solidFill>
                      <a:schemeClr val="bg1"/>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Lock Planning Input.​</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Approval workflow.​</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Snapshot Hiring Plan versions.​</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Re-open Planning Period.​</a:t>
                      </a:r>
                    </a:p>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Analyze gap vs plan.​</a:t>
                      </a:r>
                    </a:p>
                  </a:txBody>
                  <a:tcPr anchor="ctr">
                    <a:solidFill>
                      <a:schemeClr val="bg1"/>
                    </a:solidFill>
                  </a:tcPr>
                </a:tc>
                <a:tc>
                  <a:txBody>
                    <a:bodyPr/>
                    <a:lstStyle/>
                    <a:p>
                      <a:pPr marL="171450" lvl="0" indent="-171450" algn="l" defTabSz="1219170" rtl="0" eaLnBrk="1" fontAlgn="base" latinLnBrk="0" hangingPunct="1">
                        <a:lnSpc>
                          <a:spcPct val="150000"/>
                        </a:lnSpc>
                        <a:buFont typeface="Arial" panose="020B0604020202020204" pitchFamily="34" charset="0"/>
                        <a:buChar char="•"/>
                      </a:pPr>
                      <a:r>
                        <a:rPr lang="en-US" sz="900" kern="1200">
                          <a:solidFill>
                            <a:schemeClr val="dk1"/>
                          </a:solidFill>
                          <a:latin typeface="+mn-lt"/>
                          <a:ea typeface="+mn-ea"/>
                          <a:cs typeface="+mn-cs"/>
                        </a:rPr>
                        <a:t>Same as </a:t>
                      </a:r>
                      <a:r>
                        <a:rPr lang="en-US" sz="900" b="1" kern="1200">
                          <a:solidFill>
                            <a:schemeClr val="dk1"/>
                          </a:solidFill>
                          <a:latin typeface="+mn-lt"/>
                          <a:ea typeface="+mn-ea"/>
                          <a:cs typeface="+mn-cs"/>
                        </a:rPr>
                        <a:t>Bottom-up Planning</a:t>
                      </a:r>
                      <a:r>
                        <a:rPr lang="en-US" sz="900" kern="1200">
                          <a:solidFill>
                            <a:schemeClr val="dk1"/>
                          </a:solidFill>
                          <a:latin typeface="+mn-lt"/>
                          <a:ea typeface="+mn-ea"/>
                          <a:cs typeface="+mn-cs"/>
                        </a:rPr>
                        <a:t>.​</a:t>
                      </a:r>
                    </a:p>
                  </a:txBody>
                  <a:tcPr anchor="ctr">
                    <a:solidFill>
                      <a:schemeClr val="bg1"/>
                    </a:solidFill>
                  </a:tcPr>
                </a:tc>
                <a:extLst>
                  <a:ext uri="{0D108BD9-81ED-4DB2-BD59-A6C34878D82A}">
                    <a16:rowId xmlns:a16="http://schemas.microsoft.com/office/drawing/2014/main" val="2522379066"/>
                  </a:ext>
                </a:extLst>
              </a:tr>
            </a:tbl>
          </a:graphicData>
        </a:graphic>
      </p:graphicFrame>
      <p:sp>
        <p:nvSpPr>
          <p:cNvPr id="2" name="Title 1">
            <a:extLst>
              <a:ext uri="{FF2B5EF4-FFF2-40B4-BE49-F238E27FC236}">
                <a16:creationId xmlns:a16="http://schemas.microsoft.com/office/drawing/2014/main" id="{F8AAEA10-88C9-1A67-7E9D-C0AEE7308CFF}"/>
              </a:ext>
            </a:extLst>
          </p:cNvPr>
          <p:cNvSpPr txBox="1">
            <a:spLocks/>
          </p:cNvSpPr>
          <p:nvPr/>
        </p:nvSpPr>
        <p:spPr>
          <a:xfrm>
            <a:off x="615105" y="392856"/>
            <a:ext cx="10582982"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GB" sz="2000" b="1">
                <a:ea typeface="Verdana"/>
              </a:rPr>
              <a:t>Go-to-Market Capacity Planning: </a:t>
            </a:r>
            <a:r>
              <a:rPr lang="en-US" sz="2000" b="1"/>
              <a:t>Key processes and configurable elements – cont.</a:t>
            </a:r>
            <a:endParaRPr lang="en-GB" sz="2000" b="1">
              <a:ea typeface="Verdana" panose="020B0604030504040204" pitchFamily="34" charset="0"/>
            </a:endParaRPr>
          </a:p>
        </p:txBody>
      </p:sp>
    </p:spTree>
    <p:extLst>
      <p:ext uri="{BB962C8B-B14F-4D97-AF65-F5344CB8AC3E}">
        <p14:creationId xmlns:p14="http://schemas.microsoft.com/office/powerpoint/2010/main" val="1578055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9465A-CCE6-7642-EF88-A03C4BC5D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7E2A7-C5E4-A835-CC99-55E5E1B32FD7}"/>
              </a:ext>
            </a:extLst>
          </p:cNvPr>
          <p:cNvSpPr>
            <a:spLocks noGrp="1"/>
          </p:cNvSpPr>
          <p:nvPr>
            <p:ph type="title"/>
          </p:nvPr>
        </p:nvSpPr>
        <p:spPr/>
        <p:txBody>
          <a:bodyPr lIns="0" tIns="45720" rIns="0" bIns="45720" anchor="t"/>
          <a:lstStyle/>
          <a:p>
            <a:r>
              <a:rPr lang="en-US" sz="4250">
                <a:latin typeface="Arial"/>
                <a:cs typeface="Arial"/>
              </a:rPr>
              <a:t>Prework and assumptions</a:t>
            </a:r>
          </a:p>
        </p:txBody>
      </p:sp>
      <p:sp>
        <p:nvSpPr>
          <p:cNvPr id="3" name="Text Placeholder 2">
            <a:extLst>
              <a:ext uri="{FF2B5EF4-FFF2-40B4-BE49-F238E27FC236}">
                <a16:creationId xmlns:a16="http://schemas.microsoft.com/office/drawing/2014/main" id="{A3672A51-27A4-2CB6-E250-9CA55E2BE77E}"/>
              </a:ext>
            </a:extLst>
          </p:cNvPr>
          <p:cNvSpPr>
            <a:spLocks noGrp="1"/>
          </p:cNvSpPr>
          <p:nvPr>
            <p:ph type="body" sz="quarter" idx="10"/>
          </p:nvPr>
        </p:nvSpPr>
        <p:spPr/>
        <p:txBody>
          <a:bodyPr/>
          <a:lstStyle/>
          <a:p>
            <a:r>
              <a:rPr lang="en-US"/>
              <a:t>Section 3</a:t>
            </a:r>
          </a:p>
        </p:txBody>
      </p:sp>
    </p:spTree>
    <p:extLst>
      <p:ext uri="{BB962C8B-B14F-4D97-AF65-F5344CB8AC3E}">
        <p14:creationId xmlns:p14="http://schemas.microsoft.com/office/powerpoint/2010/main" val="109684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83154B-0AE2-9420-4E14-487642E1B704}"/>
              </a:ext>
            </a:extLst>
          </p:cNvPr>
          <p:cNvSpPr/>
          <p:nvPr/>
        </p:nvSpPr>
        <p:spPr>
          <a:xfrm>
            <a:off x="484070" y="1966181"/>
            <a:ext cx="10755264" cy="22972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Assumptions</a:t>
            </a:r>
            <a:r>
              <a:rPr lang="en-GB">
                <a:latin typeface="Arial"/>
                <a:ea typeface="Verdana"/>
                <a:cs typeface="Arial"/>
              </a:rPr>
              <a:t> </a:t>
            </a:r>
            <a:endParaRPr lang="en-GB"/>
          </a:p>
        </p:txBody>
      </p:sp>
      <p:sp>
        <p:nvSpPr>
          <p:cNvPr id="5" name="TextBox 4">
            <a:extLst>
              <a:ext uri="{FF2B5EF4-FFF2-40B4-BE49-F238E27FC236}">
                <a16:creationId xmlns:a16="http://schemas.microsoft.com/office/drawing/2014/main" id="{4661C2E2-B526-ADC9-BC75-FB727256AEA4}"/>
              </a:ext>
            </a:extLst>
          </p:cNvPr>
          <p:cNvSpPr txBox="1"/>
          <p:nvPr/>
        </p:nvSpPr>
        <p:spPr>
          <a:xfrm>
            <a:off x="952666" y="1111078"/>
            <a:ext cx="9833868" cy="5225918"/>
          </a:xfrm>
          <a:prstGeom prst="rect">
            <a:avLst/>
          </a:prstGeom>
          <a:noFill/>
        </p:spPr>
        <p:txBody>
          <a:bodyPr wrap="square" lIns="91440" tIns="45720" rIns="91440" bIns="45720" rtlCol="0" anchor="t">
            <a:spAutoFit/>
          </a:bodyPr>
          <a:lstStyle/>
          <a:p>
            <a:r>
              <a:rPr lang="en-US" sz="1600" b="1"/>
              <a:t>To successfully implement this application as designed,</a:t>
            </a:r>
            <a:br>
              <a:rPr lang="en-US" sz="1600" b="1"/>
            </a:br>
            <a:r>
              <a:rPr lang="en-US" sz="1600" b="1"/>
              <a:t>the planning process is subject to the following assumptions:</a:t>
            </a:r>
          </a:p>
          <a:p>
            <a:br>
              <a:rPr lang="en-US" sz="1600"/>
            </a:br>
            <a:endParaRPr lang="en-US" sz="1600" b="1"/>
          </a:p>
          <a:p>
            <a:pPr>
              <a:lnSpc>
                <a:spcPct val="150000"/>
              </a:lnSpc>
            </a:pPr>
            <a:r>
              <a:rPr lang="en-US" sz="1600" b="1"/>
              <a:t>Assumptions</a:t>
            </a:r>
            <a:endParaRPr lang="en-US" sz="1600">
              <a:cs typeface="Arial" panose="020B0604020202020204"/>
            </a:endParaRPr>
          </a:p>
          <a:p>
            <a:pPr marL="285750" indent="-285750">
              <a:lnSpc>
                <a:spcPct val="150000"/>
              </a:lnSpc>
              <a:buFont typeface="Arial" pitchFamily="2" charset="2"/>
              <a:buChar char="•"/>
            </a:pPr>
            <a:r>
              <a:rPr lang="en-US" sz="1600"/>
              <a:t>You have an </a:t>
            </a:r>
            <a:r>
              <a:rPr lang="en-US" sz="1600" b="1"/>
              <a:t>existing, structured territory hierarchy </a:t>
            </a:r>
            <a:r>
              <a:rPr lang="en-US" sz="1600"/>
              <a:t>available for alignment and reporting.​</a:t>
            </a:r>
          </a:p>
          <a:p>
            <a:pPr marL="285750" indent="-285750" fontAlgn="base">
              <a:lnSpc>
                <a:spcPct val="150000"/>
              </a:lnSpc>
              <a:buFont typeface="Arial" pitchFamily="2" charset="2"/>
              <a:buChar char="•"/>
            </a:pPr>
            <a:r>
              <a:rPr lang="en-US" sz="1600"/>
              <a:t>You use </a:t>
            </a:r>
            <a:r>
              <a:rPr lang="en-US" sz="1600" b="1"/>
              <a:t>position-based planning </a:t>
            </a:r>
            <a:r>
              <a:rPr lang="en-US" sz="1600"/>
              <a:t>using data from your HR system or other data sources.​</a:t>
            </a:r>
          </a:p>
          <a:p>
            <a:pPr marL="285750" indent="-285750" fontAlgn="base">
              <a:lnSpc>
                <a:spcPct val="150000"/>
              </a:lnSpc>
              <a:buFont typeface="Arial" pitchFamily="2" charset="2"/>
              <a:buChar char="•"/>
            </a:pPr>
            <a:r>
              <a:rPr lang="en-US" sz="1600"/>
              <a:t>You leverage either a </a:t>
            </a:r>
            <a:r>
              <a:rPr lang="en-US" sz="1600" b="1"/>
              <a:t>Sales Role or Job Role </a:t>
            </a:r>
            <a:r>
              <a:rPr lang="en-US" sz="1600"/>
              <a:t>structure as part of your hiring plan. ​</a:t>
            </a:r>
          </a:p>
          <a:p>
            <a:pPr marL="285750" indent="-285750" fontAlgn="base">
              <a:lnSpc>
                <a:spcPct val="150000"/>
              </a:lnSpc>
              <a:buFont typeface="Arial" pitchFamily="2" charset="2"/>
              <a:buChar char="•"/>
            </a:pPr>
            <a:r>
              <a:rPr lang="en-US" sz="1600" b="1"/>
              <a:t>Segmentation data</a:t>
            </a:r>
            <a:r>
              <a:rPr lang="en-US" sz="1600"/>
              <a:t> is available to inform capacity planning and headcount distribution. </a:t>
            </a:r>
          </a:p>
          <a:p>
            <a:endParaRPr lang="en-US" sz="1600"/>
          </a:p>
          <a:p>
            <a:endParaRPr lang="en-US" sz="1600"/>
          </a:p>
          <a:p>
            <a:r>
              <a:rPr lang="en-US" sz="1600"/>
              <a:t> </a:t>
            </a:r>
          </a:p>
          <a:p>
            <a:r>
              <a:rPr lang="en-US" sz="1400"/>
              <a:t>If these are not true today, there are two options: </a:t>
            </a:r>
            <a:br>
              <a:rPr lang="en-US" sz="1400"/>
            </a:br>
            <a:endParaRPr lang="en-US" sz="1400"/>
          </a:p>
          <a:p>
            <a:pPr marL="285750" indent="-285750">
              <a:buFont typeface="Arial"/>
              <a:buChar char="•"/>
            </a:pPr>
            <a:r>
              <a:rPr lang="en-US" sz="1400" b="1">
                <a:solidFill>
                  <a:schemeClr val="accent1"/>
                </a:solidFill>
              </a:rPr>
              <a:t>Modify or extend the application</a:t>
            </a:r>
            <a:r>
              <a:rPr lang="en-US" sz="1400">
                <a:solidFill>
                  <a:schemeClr val="accent1"/>
                </a:solidFill>
              </a:rPr>
              <a:t> </a:t>
            </a:r>
            <a:r>
              <a:rPr lang="en-US" sz="1400"/>
              <a:t>to accommodate the existing planning model.</a:t>
            </a:r>
            <a:br>
              <a:rPr lang="en-US" sz="1400"/>
            </a:br>
            <a:endParaRPr lang="en-US" sz="1400">
              <a:cs typeface="Arial"/>
            </a:endParaRPr>
          </a:p>
          <a:p>
            <a:pPr marL="285750" indent="-285750">
              <a:buFont typeface="Arial"/>
              <a:buChar char="•"/>
            </a:pPr>
            <a:r>
              <a:rPr lang="en-US" sz="1400" b="1">
                <a:solidFill>
                  <a:schemeClr val="accent1"/>
                </a:solidFill>
              </a:rPr>
              <a:t>Adjust the planning process</a:t>
            </a:r>
            <a:r>
              <a:rPr lang="en-US" sz="1400">
                <a:solidFill>
                  <a:schemeClr val="accent1"/>
                </a:solidFill>
              </a:rPr>
              <a:t> </a:t>
            </a:r>
            <a:r>
              <a:rPr lang="en-US" sz="1400"/>
              <a:t>to align with supported methodologies and industry best practices.</a:t>
            </a:r>
            <a:endParaRPr lang="en-US" sz="1400">
              <a:cs typeface="Arial"/>
            </a:endParaRPr>
          </a:p>
          <a:p>
            <a:endParaRPr lang="en-US" sz="1333">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7123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Sales data requirements and description</a:t>
            </a:r>
            <a:endParaRPr lang="en-US">
              <a:solidFill>
                <a:schemeClr val="tx2"/>
              </a:solidFill>
            </a:endParaRPr>
          </a:p>
        </p:txBody>
      </p:sp>
      <p:graphicFrame>
        <p:nvGraphicFramePr>
          <p:cNvPr id="7" name="Table 6">
            <a:extLst>
              <a:ext uri="{FF2B5EF4-FFF2-40B4-BE49-F238E27FC236}">
                <a16:creationId xmlns:a16="http://schemas.microsoft.com/office/drawing/2014/main" id="{CED2003E-17BB-D070-4312-E23A7B54ED6C}"/>
              </a:ext>
            </a:extLst>
          </p:cNvPr>
          <p:cNvGraphicFramePr>
            <a:graphicFrameLocks noGrp="1"/>
          </p:cNvGraphicFramePr>
          <p:nvPr>
            <p:extLst>
              <p:ext uri="{D42A27DB-BD31-4B8C-83A1-F6EECF244321}">
                <p14:modId xmlns:p14="http://schemas.microsoft.com/office/powerpoint/2010/main" val="946525797"/>
              </p:ext>
            </p:extLst>
          </p:nvPr>
        </p:nvGraphicFramePr>
        <p:xfrm>
          <a:off x="615102" y="943912"/>
          <a:ext cx="10741781" cy="4485338"/>
        </p:xfrm>
        <a:graphic>
          <a:graphicData uri="http://schemas.openxmlformats.org/drawingml/2006/table">
            <a:tbl>
              <a:tblPr firstRow="1" bandRow="1">
                <a:tableStyleId>{793D81CF-94F2-401A-BA57-92F5A7B2D0C5}</a:tableStyleId>
              </a:tblPr>
              <a:tblGrid>
                <a:gridCol w="1684124">
                  <a:extLst>
                    <a:ext uri="{9D8B030D-6E8A-4147-A177-3AD203B41FA5}">
                      <a16:colId xmlns:a16="http://schemas.microsoft.com/office/drawing/2014/main" val="3697837074"/>
                    </a:ext>
                  </a:extLst>
                </a:gridCol>
                <a:gridCol w="4103022">
                  <a:extLst>
                    <a:ext uri="{9D8B030D-6E8A-4147-A177-3AD203B41FA5}">
                      <a16:colId xmlns:a16="http://schemas.microsoft.com/office/drawing/2014/main" val="2947779872"/>
                    </a:ext>
                  </a:extLst>
                </a:gridCol>
                <a:gridCol w="4954635">
                  <a:extLst>
                    <a:ext uri="{9D8B030D-6E8A-4147-A177-3AD203B41FA5}">
                      <a16:colId xmlns:a16="http://schemas.microsoft.com/office/drawing/2014/main" val="3748911495"/>
                    </a:ext>
                  </a:extLst>
                </a:gridCol>
              </a:tblGrid>
              <a:tr h="419498">
                <a:tc>
                  <a:txBody>
                    <a:bodyPr/>
                    <a:lstStyle/>
                    <a:p>
                      <a:pPr algn="ctr" rtl="0" fontAlgn="base"/>
                      <a:r>
                        <a:rPr lang="en-US" sz="1600">
                          <a:solidFill>
                            <a:schemeClr val="bg1"/>
                          </a:solidFill>
                          <a:effectLst/>
                        </a:rPr>
                        <a:t>Data</a:t>
                      </a:r>
                      <a:endParaRPr lang="en-US">
                        <a:solidFill>
                          <a:schemeClr val="bg1"/>
                        </a:solidFill>
                        <a:effectLst/>
                      </a:endParaRPr>
                    </a:p>
                  </a:txBody>
                  <a:tcPr anchor="ctr">
                    <a:solidFill>
                      <a:srgbClr val="0C314B"/>
                    </a:solidFill>
                  </a:tcPr>
                </a:tc>
                <a:tc>
                  <a:txBody>
                    <a:bodyPr/>
                    <a:lstStyle/>
                    <a:p>
                      <a:pPr lvl="0" algn="ctr">
                        <a:buNone/>
                      </a:pPr>
                      <a:r>
                        <a:rPr lang="en-US" sz="1600">
                          <a:solidFill>
                            <a:schemeClr val="bg1"/>
                          </a:solidFill>
                          <a:effectLst/>
                        </a:rPr>
                        <a:t>Description</a:t>
                      </a:r>
                    </a:p>
                  </a:txBody>
                  <a:tcPr anchor="ctr">
                    <a:solidFill>
                      <a:srgbClr val="0C314B"/>
                    </a:solidFill>
                  </a:tcPr>
                </a:tc>
                <a:tc>
                  <a:txBody>
                    <a:bodyPr/>
                    <a:lstStyle/>
                    <a:p>
                      <a:pPr algn="ctr" rtl="0" fontAlgn="base"/>
                      <a:r>
                        <a:rPr lang="en-US" sz="1600">
                          <a:solidFill>
                            <a:schemeClr val="bg1"/>
                          </a:solidFill>
                          <a:effectLst/>
                        </a:rPr>
                        <a:t>Mandatory attributes​</a:t>
                      </a:r>
                      <a:endParaRPr lang="en-US">
                        <a:solidFill>
                          <a:schemeClr val="bg1"/>
                        </a:solidFill>
                        <a:effectLst/>
                      </a:endParaRPr>
                    </a:p>
                  </a:txBody>
                  <a:tcPr anchor="ctr">
                    <a:solidFill>
                      <a:srgbClr val="0C314B"/>
                    </a:solidFill>
                  </a:tcPr>
                </a:tc>
                <a:extLst>
                  <a:ext uri="{0D108BD9-81ED-4DB2-BD59-A6C34878D82A}">
                    <a16:rowId xmlns:a16="http://schemas.microsoft.com/office/drawing/2014/main" val="737408206"/>
                  </a:ext>
                </a:extLst>
              </a:tr>
              <a:tr h="1493666">
                <a:tc>
                  <a:txBody>
                    <a:bodyPr/>
                    <a:lstStyle/>
                    <a:p>
                      <a:pPr marL="0" marR="0" lvl="0" indent="0" algn="l" defTabSz="1219170" rtl="0" eaLnBrk="1" latinLnBrk="0" hangingPunct="1">
                        <a:lnSpc>
                          <a:spcPct val="110000"/>
                        </a:lnSpc>
                        <a:spcBef>
                          <a:spcPts val="0"/>
                        </a:spcBef>
                        <a:spcAft>
                          <a:spcPts val="0"/>
                        </a:spcAft>
                        <a:buClr>
                          <a:srgbClr val="000000"/>
                        </a:buClr>
                        <a:buNone/>
                      </a:pPr>
                      <a:r>
                        <a:rPr lang="en-US" sz="1400" b="1" u="none" strike="noStrike" noProof="0">
                          <a:solidFill>
                            <a:srgbClr val="0C314B"/>
                          </a:solidFill>
                          <a:effectLst/>
                        </a:rPr>
                        <a:t>Actuals </a:t>
                      </a:r>
                      <a:endParaRPr lang="en-US" sz="1400" b="1" u="none" strike="noStrike">
                        <a:solidFill>
                          <a:srgbClr val="0C314B"/>
                        </a:solidFill>
                        <a:effectLst/>
                      </a:endParaRPr>
                    </a:p>
                    <a:p>
                      <a:pPr marL="0" marR="0" lvl="0" indent="0" algn="l" rtl="0" eaLnBrk="1" latinLnBrk="0" hangingPunct="1">
                        <a:lnSpc>
                          <a:spcPct val="110000"/>
                        </a:lnSpc>
                        <a:spcBef>
                          <a:spcPts val="0"/>
                        </a:spcBef>
                        <a:spcAft>
                          <a:spcPts val="0"/>
                        </a:spcAft>
                        <a:buFont typeface="Arial,Sans-Serif"/>
                        <a:buNone/>
                      </a:pPr>
                      <a:r>
                        <a:rPr lang="en-US" sz="1100" b="0" u="none" strike="noStrike" noProof="0">
                          <a:solidFill>
                            <a:srgbClr val="0C314B"/>
                          </a:solidFill>
                          <a:effectLst/>
                        </a:rPr>
                        <a:t>(such as orders, bookings, invoices, transactions, etc.)</a:t>
                      </a:r>
                    </a:p>
                    <a:p>
                      <a:pPr marL="0" lvl="0" algn="l" defTabSz="1219170" rtl="0" eaLnBrk="1" latinLnBrk="0" hangingPunct="1">
                        <a:buNone/>
                      </a:pPr>
                      <a:endParaRPr lang="en-US" sz="1600" b="1">
                        <a:solidFill>
                          <a:srgbClr val="0C314B"/>
                        </a:solidFill>
                        <a:effectLst/>
                      </a:endParaRPr>
                    </a:p>
                  </a:txBody>
                  <a:tcPr anchor="ctr">
                    <a:solidFill>
                      <a:srgbClr val="F3F1EE"/>
                    </a:solidFill>
                  </a:tcPr>
                </a:tc>
                <a:tc>
                  <a:txBody>
                    <a:bodyPr/>
                    <a:lstStyle/>
                    <a:p>
                      <a:pPr marL="0" marR="0" lvl="0" indent="-151765" algn="l" rtl="0" eaLnBrk="1" latinLnBrk="0" hangingPunct="1">
                        <a:lnSpc>
                          <a:spcPct val="110000"/>
                        </a:lnSpc>
                        <a:spcBef>
                          <a:spcPts val="0"/>
                        </a:spcBef>
                        <a:spcAft>
                          <a:spcPts val="0"/>
                        </a:spcAft>
                        <a:buClr>
                          <a:srgbClr val="000000"/>
                        </a:buClr>
                        <a:buNone/>
                      </a:pPr>
                      <a:r>
                        <a:rPr lang="en-US" sz="1200" u="none" strike="noStrike" noProof="0">
                          <a:solidFill>
                            <a:srgbClr val="0C314B"/>
                          </a:solidFill>
                          <a:effectLst/>
                        </a:rPr>
                        <a:t>This can be either one data file, or it can be loaded with two data files where the second is a more detailed line-item level (such as orders and order lines where the order lines contain details by products).</a:t>
                      </a:r>
                    </a:p>
                  </a:txBody>
                  <a:tcPr anchor="ctr">
                    <a:solidFill>
                      <a:srgbClr val="F3F1EE"/>
                    </a:solidFill>
                  </a:tcPr>
                </a:tc>
                <a:tc>
                  <a:txBody>
                    <a:bodyPr/>
                    <a:lstStyle/>
                    <a:p>
                      <a:pPr marL="0" lvl="0" algn="l" rtl="0" eaLnBrk="1" latinLnBrk="0" hangingPunct="1">
                        <a:lnSpc>
                          <a:spcPct val="100000"/>
                        </a:lnSpc>
                        <a:spcBef>
                          <a:spcPts val="0"/>
                        </a:spcBef>
                        <a:spcAft>
                          <a:spcPts val="0"/>
                        </a:spcAft>
                        <a:buNone/>
                      </a:pPr>
                      <a:r>
                        <a:rPr lang="en-US" sz="1200" u="none" strike="noStrike" noProof="0">
                          <a:solidFill>
                            <a:srgbClr val="0C314B"/>
                          </a:solidFill>
                          <a:effectLst/>
                        </a:rPr>
                        <a:t>ID, name, account, product, date, amount, last year wallet, ARR.</a:t>
                      </a:r>
                    </a:p>
                    <a:p>
                      <a:pPr marL="0" lvl="0" algn="l" defTabSz="1219170" rtl="0" eaLnBrk="1" latinLnBrk="0" hangingPunct="1">
                        <a:lnSpc>
                          <a:spcPct val="100000"/>
                        </a:lnSpc>
                        <a:spcBef>
                          <a:spcPts val="0"/>
                        </a:spcBef>
                        <a:spcAft>
                          <a:spcPts val="0"/>
                        </a:spcAft>
                        <a:buNone/>
                      </a:pPr>
                      <a:endParaRPr lang="en-US" sz="1200" u="none" strike="noStrike" noProof="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a:solidFill>
                            <a:srgbClr val="0C314B"/>
                          </a:solidFill>
                          <a:effectLst/>
                        </a:rPr>
                        <a:t>If using the detailed data file, have an ID to link to the initial file.</a:t>
                      </a:r>
                    </a:p>
                    <a:p>
                      <a:pPr marL="0" lvl="0" algn="l" defTabSz="1219170" rtl="0" eaLnBrk="1" latinLnBrk="0" hangingPunct="1">
                        <a:lnSpc>
                          <a:spcPct val="100000"/>
                        </a:lnSpc>
                        <a:spcBef>
                          <a:spcPts val="0"/>
                        </a:spcBef>
                        <a:spcAft>
                          <a:spcPts val="0"/>
                        </a:spcAft>
                        <a:buNone/>
                      </a:pPr>
                      <a:endParaRPr lang="en-US" sz="1200" u="none" strike="noStrike" noProof="0">
                        <a:solidFill>
                          <a:srgbClr val="0C314B"/>
                        </a:solidFill>
                        <a:effectLst/>
                      </a:endParaRPr>
                    </a:p>
                    <a:p>
                      <a:pPr marL="0" lvl="0" algn="l" defTabSz="1219170" rtl="0" eaLnBrk="1" latinLnBrk="0" hangingPunct="1">
                        <a:buNone/>
                      </a:pPr>
                      <a:r>
                        <a:rPr lang="en-US" sz="1200">
                          <a:solidFill>
                            <a:srgbClr val="0C314B"/>
                          </a:solidFill>
                          <a:effectLst/>
                        </a:rPr>
                        <a:t>The mandatory attributes must be present between the two data files.</a:t>
                      </a:r>
                    </a:p>
                  </a:txBody>
                  <a:tcPr anchor="ctr">
                    <a:solidFill>
                      <a:srgbClr val="F3F1EE"/>
                    </a:solidFill>
                  </a:tcPr>
                </a:tc>
                <a:extLst>
                  <a:ext uri="{0D108BD9-81ED-4DB2-BD59-A6C34878D82A}">
                    <a16:rowId xmlns:a16="http://schemas.microsoft.com/office/drawing/2014/main" val="1534925166"/>
                  </a:ext>
                </a:extLst>
              </a:tr>
              <a:tr h="1580815">
                <a:tc>
                  <a:txBody>
                    <a:bodyPr/>
                    <a:lstStyle/>
                    <a:p>
                      <a:pPr marL="0" lvl="0" algn="l" defTabSz="1219170" rtl="0" eaLnBrk="1" latinLnBrk="0" hangingPunct="1">
                        <a:lnSpc>
                          <a:spcPct val="100000"/>
                        </a:lnSpc>
                        <a:spcBef>
                          <a:spcPts val="0"/>
                        </a:spcBef>
                        <a:spcAft>
                          <a:spcPts val="0"/>
                        </a:spcAft>
                        <a:buNone/>
                      </a:pPr>
                      <a:r>
                        <a:rPr lang="en-US" sz="1400" b="1" u="none" strike="noStrike" kern="1200" noProof="0">
                          <a:solidFill>
                            <a:srgbClr val="0C314B"/>
                          </a:solidFill>
                          <a:effectLst/>
                          <a:latin typeface="+mn-lt"/>
                          <a:ea typeface="+mn-ea"/>
                          <a:cs typeface="+mn-cs"/>
                        </a:rPr>
                        <a:t>Forecast </a:t>
                      </a:r>
                      <a:endParaRPr lang="en-US" sz="1400" b="1" u="none" strike="noStrike" kern="1200">
                        <a:solidFill>
                          <a:srgbClr val="0C314B"/>
                        </a:solidFill>
                        <a:effectLst/>
                        <a:latin typeface="+mn-lt"/>
                        <a:ea typeface="+mn-ea"/>
                        <a:cs typeface="+mn-cs"/>
                      </a:endParaRPr>
                    </a:p>
                    <a:p>
                      <a:pPr marL="0" lvl="0" algn="l" rtl="0" eaLnBrk="1" latinLnBrk="0" hangingPunct="1">
                        <a:lnSpc>
                          <a:spcPct val="100000"/>
                        </a:lnSpc>
                        <a:spcBef>
                          <a:spcPts val="0"/>
                        </a:spcBef>
                        <a:spcAft>
                          <a:spcPts val="0"/>
                        </a:spcAft>
                        <a:buNone/>
                      </a:pPr>
                      <a:r>
                        <a:rPr lang="en-US" sz="1100" b="0" u="none" strike="noStrike" noProof="0">
                          <a:solidFill>
                            <a:srgbClr val="0C314B"/>
                          </a:solidFill>
                          <a:effectLst/>
                        </a:rPr>
                        <a:t>(such as opportunities, opportunity lines)</a:t>
                      </a:r>
                    </a:p>
                    <a:p>
                      <a:pPr marL="0" lvl="0" algn="l" defTabSz="1219170" rtl="0" eaLnBrk="1" latinLnBrk="0" hangingPunct="1">
                        <a:buNone/>
                      </a:pPr>
                      <a:endParaRPr lang="en-US" sz="1600" b="1">
                        <a:solidFill>
                          <a:srgbClr val="0C314B"/>
                        </a:solidFill>
                        <a:effectLst/>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a:solidFill>
                            <a:srgbClr val="0C314B"/>
                          </a:solidFill>
                          <a:effectLst/>
                        </a:rPr>
                        <a:t>This can be either one data file, or it can be loaded with two data files where the second is a more detailed line-item level (such as opportunities and opportunity lines where the lines contain details by products).</a:t>
                      </a:r>
                      <a:endParaRPr lang="en-US" sz="1200" u="none" strike="noStrike">
                        <a:solidFill>
                          <a:srgbClr val="0C314B"/>
                        </a:solidFill>
                        <a:effectLst/>
                      </a:endParaRPr>
                    </a:p>
                  </a:txBody>
                  <a:tcPr anchor="ctr"/>
                </a:tc>
                <a:tc>
                  <a:txBody>
                    <a:bodyPr/>
                    <a:lstStyle/>
                    <a:p>
                      <a:pPr marL="0" lvl="0" algn="l" rtl="0" eaLnBrk="1" latinLnBrk="0" hangingPunct="1">
                        <a:lnSpc>
                          <a:spcPct val="100000"/>
                        </a:lnSpc>
                        <a:spcBef>
                          <a:spcPts val="0"/>
                        </a:spcBef>
                        <a:spcAft>
                          <a:spcPts val="0"/>
                        </a:spcAft>
                        <a:buNone/>
                      </a:pPr>
                      <a:r>
                        <a:rPr lang="en-US" sz="1200" u="none" strike="noStrike" noProof="0">
                          <a:solidFill>
                            <a:srgbClr val="0C314B"/>
                          </a:solidFill>
                          <a:effectLst/>
                        </a:rPr>
                        <a:t>ID, name, account, product, date, amount, opportunity owner ID, attribute to filter likely deals (such as forecast category or deal stage)</a:t>
                      </a:r>
                      <a:endParaRPr lang="en-US" sz="1200" u="none" strike="noStrike">
                        <a:solidFill>
                          <a:srgbClr val="0C314B"/>
                        </a:solidFill>
                        <a:effectLst/>
                      </a:endParaRPr>
                    </a:p>
                    <a:p>
                      <a:pPr marL="0" lvl="0" algn="l" defTabSz="1219170" rtl="0" eaLnBrk="1" latinLnBrk="0" hangingPunct="1">
                        <a:lnSpc>
                          <a:spcPct val="100000"/>
                        </a:lnSpc>
                        <a:spcBef>
                          <a:spcPts val="0"/>
                        </a:spcBef>
                        <a:spcAft>
                          <a:spcPts val="0"/>
                        </a:spcAft>
                        <a:buNone/>
                      </a:pPr>
                      <a:endParaRPr lang="en-US" sz="1200" u="none" strike="noStrike" noProof="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a:solidFill>
                            <a:srgbClr val="0C314B"/>
                          </a:solidFill>
                          <a:effectLst/>
                        </a:rPr>
                        <a:t>If using the detailed data file, have an ID to link to the initial file.</a:t>
                      </a:r>
                    </a:p>
                    <a:p>
                      <a:pPr marL="0" lvl="0" algn="l" defTabSz="1219170" rtl="0" eaLnBrk="1" latinLnBrk="0" hangingPunct="1">
                        <a:lnSpc>
                          <a:spcPct val="100000"/>
                        </a:lnSpc>
                        <a:spcBef>
                          <a:spcPts val="0"/>
                        </a:spcBef>
                        <a:spcAft>
                          <a:spcPts val="0"/>
                        </a:spcAft>
                        <a:buNone/>
                      </a:pPr>
                      <a:endParaRPr lang="en-US" sz="1200" u="none" strike="noStrike" noProof="0">
                        <a:solidFill>
                          <a:srgbClr val="0C314B"/>
                        </a:solidFill>
                        <a:effectLst/>
                      </a:endParaRPr>
                    </a:p>
                    <a:p>
                      <a:pPr marL="0" lvl="0" algn="l" defTabSz="1219170" rtl="0" eaLnBrk="1" latinLnBrk="0" hangingPunct="1">
                        <a:lnSpc>
                          <a:spcPct val="100000"/>
                        </a:lnSpc>
                        <a:spcBef>
                          <a:spcPts val="0"/>
                        </a:spcBef>
                        <a:spcAft>
                          <a:spcPts val="0"/>
                        </a:spcAft>
                        <a:buNone/>
                      </a:pPr>
                      <a:r>
                        <a:rPr lang="en-US" sz="1200" u="none" strike="noStrike" noProof="0">
                          <a:solidFill>
                            <a:srgbClr val="0C314B"/>
                          </a:solidFill>
                          <a:effectLst/>
                        </a:rPr>
                        <a:t>The mandatory attributes must be present between the two data files.</a:t>
                      </a:r>
                    </a:p>
                  </a:txBody>
                  <a:tcPr anchor="ctr"/>
                </a:tc>
                <a:extLst>
                  <a:ext uri="{0D108BD9-81ED-4DB2-BD59-A6C34878D82A}">
                    <a16:rowId xmlns:a16="http://schemas.microsoft.com/office/drawing/2014/main" val="3431287782"/>
                  </a:ext>
                </a:extLst>
              </a:tr>
              <a:tr h="991359">
                <a:tc>
                  <a:txBody>
                    <a:bodyPr/>
                    <a:lstStyle/>
                    <a:p>
                      <a:pPr marL="0" lvl="0" algn="l" defTabSz="1219170" rtl="0" eaLnBrk="1" latinLnBrk="0" hangingPunct="1">
                        <a:buNone/>
                      </a:pPr>
                      <a:r>
                        <a:rPr lang="en-US" sz="1400" b="1" u="none" strike="noStrike" kern="1200">
                          <a:solidFill>
                            <a:srgbClr val="0C314B"/>
                          </a:solidFill>
                          <a:effectLst/>
                          <a:latin typeface="+mn-lt"/>
                          <a:ea typeface="+mn-ea"/>
                          <a:cs typeface="+mn-cs"/>
                        </a:rPr>
                        <a:t>Employee/</a:t>
                      </a:r>
                    </a:p>
                    <a:p>
                      <a:pPr marL="0" lvl="0" algn="l" defTabSz="1219170" rtl="0" eaLnBrk="1" latinLnBrk="0" hangingPunct="1">
                        <a:buNone/>
                      </a:pPr>
                      <a:r>
                        <a:rPr lang="en-US" sz="1400" b="1" u="none" strike="noStrike" kern="1200">
                          <a:solidFill>
                            <a:srgbClr val="0C314B"/>
                          </a:solidFill>
                          <a:effectLst/>
                          <a:latin typeface="+mn-lt"/>
                          <a:ea typeface="+mn-ea"/>
                          <a:cs typeface="+mn-cs"/>
                        </a:rPr>
                        <a:t>Position Data</a:t>
                      </a:r>
                    </a:p>
                  </a:txBody>
                  <a:tcPr anchor="ctr"/>
                </a:tc>
                <a:tc>
                  <a:txBody>
                    <a:bodyPr/>
                    <a:lstStyle/>
                    <a:p>
                      <a:pPr marL="0" lvl="0" algn="l" rtl="0" eaLnBrk="1" latinLnBrk="0" hangingPunct="1">
                        <a:lnSpc>
                          <a:spcPct val="100000"/>
                        </a:lnSpc>
                        <a:spcBef>
                          <a:spcPts val="0"/>
                        </a:spcBef>
                        <a:spcAft>
                          <a:spcPts val="0"/>
                        </a:spcAft>
                        <a:buNone/>
                      </a:pPr>
                      <a:r>
                        <a:rPr lang="en-US" sz="1200" b="0" i="0" u="none" strike="noStrike" kern="1200">
                          <a:solidFill>
                            <a:schemeClr val="dk1"/>
                          </a:solidFill>
                          <a:effectLst/>
                          <a:latin typeface="+mn-lt"/>
                          <a:ea typeface="+mn-ea"/>
                          <a:cs typeface="+mn-cs"/>
                        </a:rPr>
                        <a:t>This data can be loaded in via flat files or from a source system.</a:t>
                      </a:r>
                      <a:endParaRPr lang="en-US" sz="1200" u="none" strike="noStrike">
                        <a:solidFill>
                          <a:srgbClr val="0C314B"/>
                        </a:solidFill>
                        <a:effectLst/>
                      </a:endParaRPr>
                    </a:p>
                  </a:txBody>
                  <a:tcPr anchor="ctr"/>
                </a:tc>
                <a:tc>
                  <a:txBody>
                    <a:bodyPr/>
                    <a:lstStyle/>
                    <a:p>
                      <a:pPr marL="0" lvl="0" algn="l" defTabSz="1219170" rtl="0" eaLnBrk="1" latinLnBrk="0" hangingPunct="1">
                        <a:lnSpc>
                          <a:spcPct val="100000"/>
                        </a:lnSpc>
                        <a:spcBef>
                          <a:spcPts val="0"/>
                        </a:spcBef>
                        <a:spcAft>
                          <a:spcPts val="0"/>
                        </a:spcAft>
                        <a:buNone/>
                      </a:pPr>
                      <a:r>
                        <a:rPr lang="en-US" sz="1200" b="0" i="0" u="none" strike="noStrike" kern="1200">
                          <a:solidFill>
                            <a:schemeClr val="dk1"/>
                          </a:solidFill>
                          <a:effectLst/>
                          <a:latin typeface="+mn-lt"/>
                          <a:ea typeface="+mn-ea"/>
                          <a:cs typeface="+mn-cs"/>
                        </a:rPr>
                        <a:t>ID, Job Family, Role Grade, Sales Role, Sales Hierarchy, Role Start Date, Role End Date, SFDC ID.</a:t>
                      </a:r>
                      <a:endParaRPr lang="en-US" sz="1200" u="none" strike="noStrike" noProof="0">
                        <a:solidFill>
                          <a:srgbClr val="0C314B"/>
                        </a:solidFill>
                        <a:effectLst/>
                      </a:endParaRPr>
                    </a:p>
                  </a:txBody>
                  <a:tcPr anchor="ctr"/>
                </a:tc>
                <a:extLst>
                  <a:ext uri="{0D108BD9-81ED-4DB2-BD59-A6C34878D82A}">
                    <a16:rowId xmlns:a16="http://schemas.microsoft.com/office/drawing/2014/main" val="2658721884"/>
                  </a:ext>
                </a:extLst>
              </a:tr>
            </a:tbl>
          </a:graphicData>
        </a:graphic>
      </p:graphicFrame>
      <p:sp>
        <p:nvSpPr>
          <p:cNvPr id="9" name="TextBox 8">
            <a:extLst>
              <a:ext uri="{FF2B5EF4-FFF2-40B4-BE49-F238E27FC236}">
                <a16:creationId xmlns:a16="http://schemas.microsoft.com/office/drawing/2014/main" id="{076DAF24-F629-FBD1-65C0-86D7CCCD5BEB}"/>
              </a:ext>
            </a:extLst>
          </p:cNvPr>
          <p:cNvSpPr txBox="1"/>
          <p:nvPr/>
        </p:nvSpPr>
        <p:spPr>
          <a:xfrm>
            <a:off x="615102" y="5652478"/>
            <a:ext cx="979714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CSV files should be a flat view with the attribute fields in columns and items in rows.</a:t>
            </a:r>
            <a:endParaRPr lang="en-US" sz="700">
              <a:solidFill>
                <a:schemeClr val="bg1">
                  <a:lumMod val="50000"/>
                </a:schemeClr>
              </a:solidFill>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The files can include additional attribute fields.</a:t>
            </a: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Additional data files can be brought in as needed.</a:t>
            </a: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All files should have a column for "Date Loaded to Anaplan" that should be populated with the current date.</a:t>
            </a:r>
            <a:endParaRPr lang="en-US" sz="700">
              <a:solidFill>
                <a:schemeClr val="bg1">
                  <a:lumMod val="50000"/>
                </a:schemeClr>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57609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Metadata requirements and description </a:t>
            </a:r>
            <a:endParaRPr lang="en-US">
              <a:solidFill>
                <a:schemeClr val="tx2"/>
              </a:solidFill>
            </a:endParaRPr>
          </a:p>
        </p:txBody>
      </p:sp>
      <p:graphicFrame>
        <p:nvGraphicFramePr>
          <p:cNvPr id="3" name="Table 2">
            <a:extLst>
              <a:ext uri="{FF2B5EF4-FFF2-40B4-BE49-F238E27FC236}">
                <a16:creationId xmlns:a16="http://schemas.microsoft.com/office/drawing/2014/main" id="{1EEB7865-534A-EC35-EC6F-EE409591E758}"/>
              </a:ext>
            </a:extLst>
          </p:cNvPr>
          <p:cNvGraphicFramePr>
            <a:graphicFrameLocks noGrp="1"/>
          </p:cNvGraphicFramePr>
          <p:nvPr>
            <p:extLst>
              <p:ext uri="{D42A27DB-BD31-4B8C-83A1-F6EECF244321}">
                <p14:modId xmlns:p14="http://schemas.microsoft.com/office/powerpoint/2010/main" val="2615510698"/>
              </p:ext>
            </p:extLst>
          </p:nvPr>
        </p:nvGraphicFramePr>
        <p:xfrm>
          <a:off x="614038" y="924757"/>
          <a:ext cx="10956062" cy="4397487"/>
        </p:xfrm>
        <a:graphic>
          <a:graphicData uri="http://schemas.openxmlformats.org/drawingml/2006/table">
            <a:tbl>
              <a:tblPr firstRow="1" bandRow="1">
                <a:tableStyleId>{793D81CF-94F2-401A-BA57-92F5A7B2D0C5}</a:tableStyleId>
              </a:tblPr>
              <a:tblGrid>
                <a:gridCol w="2827420">
                  <a:extLst>
                    <a:ext uri="{9D8B030D-6E8A-4147-A177-3AD203B41FA5}">
                      <a16:colId xmlns:a16="http://schemas.microsoft.com/office/drawing/2014/main" val="1536700407"/>
                    </a:ext>
                  </a:extLst>
                </a:gridCol>
                <a:gridCol w="4030942">
                  <a:extLst>
                    <a:ext uri="{9D8B030D-6E8A-4147-A177-3AD203B41FA5}">
                      <a16:colId xmlns:a16="http://schemas.microsoft.com/office/drawing/2014/main" val="1882405905"/>
                    </a:ext>
                  </a:extLst>
                </a:gridCol>
                <a:gridCol w="4097700">
                  <a:extLst>
                    <a:ext uri="{9D8B030D-6E8A-4147-A177-3AD203B41FA5}">
                      <a16:colId xmlns:a16="http://schemas.microsoft.com/office/drawing/2014/main" val="1929866753"/>
                    </a:ext>
                  </a:extLst>
                </a:gridCol>
              </a:tblGrid>
              <a:tr h="433430">
                <a:tc>
                  <a:txBody>
                    <a:bodyPr/>
                    <a:lstStyle/>
                    <a:p>
                      <a:pPr algn="ctr"/>
                      <a:r>
                        <a:rPr lang="en-US" sz="1600">
                          <a:solidFill>
                            <a:schemeClr val="bg1"/>
                          </a:solidFill>
                        </a:rPr>
                        <a:t>Dimensions</a:t>
                      </a:r>
                    </a:p>
                  </a:txBody>
                  <a:tcPr anchor="ctr">
                    <a:solidFill>
                      <a:srgbClr val="0C314B"/>
                    </a:solidFill>
                  </a:tcPr>
                </a:tc>
                <a:tc>
                  <a:txBody>
                    <a:bodyPr/>
                    <a:lstStyle/>
                    <a:p>
                      <a:pPr lvl="0" algn="ctr">
                        <a:buNone/>
                      </a:pPr>
                      <a:r>
                        <a:rPr lang="en-US" sz="1600">
                          <a:solidFill>
                            <a:schemeClr val="bg1"/>
                          </a:solidFill>
                        </a:rPr>
                        <a:t>Description</a:t>
                      </a:r>
                    </a:p>
                  </a:txBody>
                  <a:tcPr anchor="ctr">
                    <a:solidFill>
                      <a:srgbClr val="0C314B"/>
                    </a:solidFill>
                  </a:tcPr>
                </a:tc>
                <a:tc>
                  <a:txBody>
                    <a:bodyPr/>
                    <a:lstStyle/>
                    <a:p>
                      <a:pPr algn="ctr"/>
                      <a:r>
                        <a:rPr lang="en-US" sz="1600">
                          <a:solidFill>
                            <a:schemeClr val="bg1"/>
                          </a:solidFill>
                        </a:rPr>
                        <a:t>Mandatory attributes</a:t>
                      </a:r>
                    </a:p>
                  </a:txBody>
                  <a:tcPr anchor="ctr">
                    <a:solidFill>
                      <a:srgbClr val="0C314B"/>
                    </a:solidFill>
                  </a:tcPr>
                </a:tc>
                <a:extLst>
                  <a:ext uri="{0D108BD9-81ED-4DB2-BD59-A6C34878D82A}">
                    <a16:rowId xmlns:a16="http://schemas.microsoft.com/office/drawing/2014/main" val="2060222883"/>
                  </a:ext>
                </a:extLst>
              </a:tr>
              <a:tr h="661428">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Accounts </a:t>
                      </a:r>
                      <a:endParaRPr lang="en-US" sz="1400" b="1">
                        <a:solidFill>
                          <a:srgbClr val="0C314B"/>
                        </a:solidFill>
                      </a:endParaRPr>
                    </a:p>
                    <a:p>
                      <a:pPr marL="0" marR="0" lvl="0" indent="0" algn="l">
                        <a:lnSpc>
                          <a:spcPct val="110000"/>
                        </a:lnSpc>
                        <a:spcBef>
                          <a:spcPts val="0"/>
                        </a:spcBef>
                        <a:spcAft>
                          <a:spcPts val="0"/>
                        </a:spcAft>
                        <a:buNone/>
                      </a:pPr>
                      <a:r>
                        <a:rPr lang="en-US" sz="1100" b="0" u="none" strike="noStrike" noProof="0">
                          <a:solidFill>
                            <a:srgbClr val="0C314B"/>
                          </a:solidFill>
                        </a:rPr>
                        <a:t>(could also be clients, customers, etc.) </a:t>
                      </a:r>
                    </a:p>
                  </a:txBody>
                  <a:tcPr anchor="ctr">
                    <a:solidFill>
                      <a:srgbClr val="F3F1EE"/>
                    </a:solidFill>
                  </a:tcPr>
                </a:tc>
                <a:tc>
                  <a:txBody>
                    <a:bodyPr/>
                    <a:lstStyle/>
                    <a:p>
                      <a:pPr marL="0" lvl="0" indent="0" algn="l">
                        <a:lnSpc>
                          <a:spcPct val="100000"/>
                        </a:lnSpc>
                        <a:spcBef>
                          <a:spcPts val="0"/>
                        </a:spcBef>
                        <a:spcAft>
                          <a:spcPts val="0"/>
                        </a:spcAft>
                        <a:buFont typeface="Arial"/>
                        <a:buNone/>
                      </a:pPr>
                      <a:r>
                        <a:rPr lang="en-US" sz="1000" u="none" strike="noStrike" noProof="0">
                          <a:solidFill>
                            <a:srgbClr val="0C314B"/>
                          </a:solidFill>
                        </a:rPr>
                        <a:t>Source data for any down-stream account summary reporting.</a:t>
                      </a: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Parent, Territory, Address</a:t>
                      </a:r>
                      <a:br>
                        <a:rPr lang="en-US" sz="1200" u="none" strike="noStrike" noProof="0" dirty="0">
                          <a:solidFill>
                            <a:srgbClr val="0C314B"/>
                          </a:solidFill>
                        </a:rPr>
                      </a:br>
                      <a:r>
                        <a:rPr lang="en-US" sz="1200" u="none" strike="noStrike" noProof="0">
                          <a:solidFill>
                            <a:srgbClr val="0C314B"/>
                          </a:solidFill>
                        </a:rPr>
                        <a:t>(city, state, country, postal code), account owner</a:t>
                      </a:r>
                    </a:p>
                  </a:txBody>
                  <a:tcPr anchor="ctr">
                    <a:solidFill>
                      <a:srgbClr val="F3F1EE"/>
                    </a:solidFill>
                  </a:tcPr>
                </a:tc>
                <a:extLst>
                  <a:ext uri="{0D108BD9-81ED-4DB2-BD59-A6C34878D82A}">
                    <a16:rowId xmlns:a16="http://schemas.microsoft.com/office/drawing/2014/main" val="1998209985"/>
                  </a:ext>
                </a:extLst>
              </a:tr>
              <a:tr h="608024">
                <a:tc>
                  <a:txBody>
                    <a:bodyPr/>
                    <a:lstStyle/>
                    <a:p>
                      <a:pPr marL="0" lvl="0" indent="0" algn="l">
                        <a:lnSpc>
                          <a:spcPct val="110000"/>
                        </a:lnSpc>
                        <a:spcBef>
                          <a:spcPts val="0"/>
                        </a:spcBef>
                        <a:spcAft>
                          <a:spcPts val="0"/>
                        </a:spcAft>
                        <a:buNone/>
                      </a:pPr>
                      <a:r>
                        <a:rPr lang="en-US" sz="1400" b="1" u="none" strike="noStrike" noProof="0">
                          <a:solidFill>
                            <a:srgbClr val="0C314B"/>
                          </a:solidFill>
                        </a:rPr>
                        <a:t>Opportunity</a:t>
                      </a:r>
                    </a:p>
                  </a:txBody>
                  <a:tcPr anchor="ctr"/>
                </a:tc>
                <a:tc>
                  <a:txBody>
                    <a:bodyPr/>
                    <a:lstStyle/>
                    <a:p>
                      <a:pPr marL="0" lvl="0" indent="0" algn="l">
                        <a:lnSpc>
                          <a:spcPct val="100000"/>
                        </a:lnSpc>
                        <a:spcBef>
                          <a:spcPts val="0"/>
                        </a:spcBef>
                        <a:spcAft>
                          <a:spcPts val="0"/>
                        </a:spcAft>
                        <a:buFont typeface="Arial"/>
                        <a:buNone/>
                      </a:pPr>
                      <a:r>
                        <a:rPr lang="en-US" sz="1000" u="none" strike="noStrike" noProof="0">
                          <a:solidFill>
                            <a:srgbClr val="0C314B"/>
                          </a:solidFill>
                        </a:rPr>
                        <a:t>Source data before down-stream opportunity summary reporting.</a:t>
                      </a:r>
                    </a:p>
                  </a:txBody>
                  <a:tcPr anchor="ctr"/>
                </a:tc>
                <a:tc>
                  <a:txBody>
                    <a:bodyPr/>
                    <a:lstStyle/>
                    <a:p>
                      <a:pPr lvl="0" algn="l">
                        <a:lnSpc>
                          <a:spcPct val="100000"/>
                        </a:lnSpc>
                        <a:spcBef>
                          <a:spcPts val="0"/>
                        </a:spcBef>
                        <a:spcAft>
                          <a:spcPts val="0"/>
                        </a:spcAft>
                        <a:buNone/>
                      </a:pPr>
                      <a:r>
                        <a:rPr lang="en-US" sz="1200" u="none" strike="noStrike" noProof="0">
                          <a:solidFill>
                            <a:srgbClr val="0C314B"/>
                          </a:solidFill>
                        </a:rPr>
                        <a:t>Name, ID, Account, Product ID, Estimated Close Date, Total Amount, Stage, Stage Entry Date</a:t>
                      </a:r>
                    </a:p>
                  </a:txBody>
                  <a:tcPr anchor="ctr"/>
                </a:tc>
                <a:extLst>
                  <a:ext uri="{0D108BD9-81ED-4DB2-BD59-A6C34878D82A}">
                    <a16:rowId xmlns:a16="http://schemas.microsoft.com/office/drawing/2014/main" val="3823709350"/>
                  </a:ext>
                </a:extLst>
              </a:tr>
              <a:tr h="608024">
                <a:tc>
                  <a:txBody>
                    <a:bodyPr/>
                    <a:lstStyle/>
                    <a:p>
                      <a:pPr lvl="0">
                        <a:buNone/>
                      </a:pPr>
                      <a:r>
                        <a:rPr lang="en-US" sz="1400" b="1" u="none" strike="noStrike" noProof="0">
                          <a:solidFill>
                            <a:srgbClr val="0C314B"/>
                          </a:solidFill>
                        </a:rPr>
                        <a:t>Employee </a:t>
                      </a:r>
                      <a:endParaRPr lang="en-US" sz="1400" b="1">
                        <a:solidFill>
                          <a:srgbClr val="0C314B"/>
                        </a:solidFill>
                      </a:endParaRPr>
                    </a:p>
                    <a:p>
                      <a:pPr lvl="0">
                        <a:buNone/>
                      </a:pPr>
                      <a:r>
                        <a:rPr lang="en-US" sz="1100" b="0" u="none" strike="noStrike" noProof="0">
                          <a:solidFill>
                            <a:srgbClr val="0C314B"/>
                          </a:solidFill>
                        </a:rPr>
                        <a:t>(could also be sales reps, sellers, etc.)</a:t>
                      </a:r>
                      <a:endParaRPr lang="en-US" sz="1100" b="0">
                        <a:solidFill>
                          <a:srgbClr val="0C314B"/>
                        </a:solidFill>
                      </a:endParaRPr>
                    </a:p>
                  </a:txBody>
                  <a:tcPr anchor="ctr">
                    <a:solidFill>
                      <a:schemeClr val="bg2"/>
                    </a:solidFill>
                  </a:tcPr>
                </a:tc>
                <a:tc>
                  <a:txBody>
                    <a:bodyPr/>
                    <a:lstStyle/>
                    <a:p>
                      <a:pPr marL="0" lvl="0" indent="0" algn="l" defTabSz="914400" rtl="0" eaLnBrk="1" latinLnBrk="0" hangingPunct="1">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Used to map employees to source data like opportunity data, Account, Position.</a:t>
                      </a:r>
                      <a:endParaRPr lang="en-US" sz="1000" u="none" strike="noStrike" kern="1200" noProof="0">
                        <a:solidFill>
                          <a:srgbClr val="0C314B"/>
                        </a:solidFill>
                        <a:latin typeface="+mn-lt"/>
                        <a:ea typeface="+mn-ea"/>
                        <a:cs typeface="+mn-cs"/>
                      </a:endParaRPr>
                    </a:p>
                  </a:txBody>
                  <a:tcPr anchor="ctr">
                    <a:solidFill>
                      <a:schemeClr val="bg2"/>
                    </a:solidFill>
                  </a:tcPr>
                </a:tc>
                <a:tc>
                  <a:txBody>
                    <a:bodyPr/>
                    <a:lstStyle/>
                    <a:p>
                      <a:pPr marL="0" lvl="0" algn="l" defTabSz="914400" rtl="0" eaLnBrk="1" latinLnBrk="0" hangingPunct="1">
                        <a:lnSpc>
                          <a:spcPct val="100000"/>
                        </a:lnSpc>
                        <a:spcBef>
                          <a:spcPts val="0"/>
                        </a:spcBef>
                        <a:spcAft>
                          <a:spcPts val="0"/>
                        </a:spcAft>
                        <a:buNone/>
                      </a:pPr>
                      <a:r>
                        <a:rPr lang="en-US" sz="1200" u="none" strike="noStrike" kern="1200">
                          <a:solidFill>
                            <a:srgbClr val="0C314B"/>
                          </a:solidFill>
                          <a:latin typeface="+mn-lt"/>
                          <a:ea typeface="+mn-ea"/>
                          <a:cs typeface="+mn-cs"/>
                        </a:rPr>
                        <a:t>ID, Role Start and End date, Hire date, Sales Role, Role Grade, Job Family, sales hierarchy</a:t>
                      </a:r>
                      <a:endParaRPr lang="en-US" sz="1200" u="none" strike="noStrike" kern="1200" noProof="0">
                        <a:solidFill>
                          <a:srgbClr val="0C314B"/>
                        </a:solidFill>
                        <a:latin typeface="+mn-lt"/>
                        <a:ea typeface="+mn-ea"/>
                        <a:cs typeface="+mn-cs"/>
                      </a:endParaRPr>
                    </a:p>
                  </a:txBody>
                  <a:tcPr anchor="ctr">
                    <a:solidFill>
                      <a:schemeClr val="bg2"/>
                    </a:solidFill>
                  </a:tcPr>
                </a:tc>
                <a:extLst>
                  <a:ext uri="{0D108BD9-81ED-4DB2-BD59-A6C34878D82A}">
                    <a16:rowId xmlns:a16="http://schemas.microsoft.com/office/drawing/2014/main" val="733539446"/>
                  </a:ext>
                </a:extLst>
              </a:tr>
              <a:tr h="608024">
                <a:tc>
                  <a:txBody>
                    <a:bodyPr/>
                    <a:lstStyle/>
                    <a:p>
                      <a:pPr algn="l" rtl="0" fontAlgn="base">
                        <a:lnSpc>
                          <a:spcPts val="1950"/>
                        </a:lnSpc>
                        <a:buNone/>
                      </a:pPr>
                      <a:r>
                        <a:rPr lang="en-US" sz="1400" b="1" u="none" strike="noStrike" kern="1200">
                          <a:solidFill>
                            <a:srgbClr val="0C314B"/>
                          </a:solidFill>
                          <a:latin typeface="+mn-lt"/>
                          <a:ea typeface="+mn-ea"/>
                          <a:cs typeface="+mn-cs"/>
                        </a:rPr>
                        <a:t>Position​</a:t>
                      </a:r>
                    </a:p>
                  </a:txBody>
                  <a:tcPr anchor="ctr"/>
                </a:tc>
                <a:tc>
                  <a:txBody>
                    <a:bodyPr/>
                    <a:lstStyle/>
                    <a:p>
                      <a:pPr marL="0" lvl="0" indent="0" algn="l" defTabSz="914400" rtl="0" eaLnBrk="1" fontAlgn="base" latinLnBrk="0" hangingPunct="1">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Used for Current role-based metrics like headcount, FTE, and average productivity .</a:t>
                      </a:r>
                    </a:p>
                    <a:p>
                      <a:pPr marL="0" lvl="0" indent="0" algn="l" defTabSz="914400" rtl="0" eaLnBrk="1" fontAlgn="base" latinLnBrk="0" hangingPunct="1">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a:t>
                      </a:r>
                    </a:p>
                  </a:txBody>
                  <a:tcPr anchor="ctr"/>
                </a:tc>
                <a:tc>
                  <a:txBody>
                    <a:bodyPr/>
                    <a:lstStyle/>
                    <a:p>
                      <a:pPr marL="0" lvl="0" algn="l" defTabSz="914400" rtl="0" eaLnBrk="1" fontAlgn="base" latinLnBrk="0" hangingPunct="1">
                        <a:lnSpc>
                          <a:spcPct val="100000"/>
                        </a:lnSpc>
                        <a:spcBef>
                          <a:spcPts val="0"/>
                        </a:spcBef>
                        <a:spcAft>
                          <a:spcPts val="0"/>
                        </a:spcAft>
                        <a:buNone/>
                      </a:pPr>
                      <a:r>
                        <a:rPr lang="en-US" sz="1200" u="none" strike="noStrike" kern="1200">
                          <a:solidFill>
                            <a:srgbClr val="0C314B"/>
                          </a:solidFill>
                          <a:latin typeface="+mn-lt"/>
                          <a:ea typeface="+mn-ea"/>
                          <a:cs typeface="+mn-cs"/>
                        </a:rPr>
                        <a:t>Position ID, Employee ID, Sales hierarchy, Job family, Sales role, Role grade, Role end and Start date​</a:t>
                      </a:r>
                    </a:p>
                  </a:txBody>
                  <a:tcPr anchor="ctr"/>
                </a:tc>
                <a:extLst>
                  <a:ext uri="{0D108BD9-81ED-4DB2-BD59-A6C34878D82A}">
                    <a16:rowId xmlns:a16="http://schemas.microsoft.com/office/drawing/2014/main" val="1338714610"/>
                  </a:ext>
                </a:extLst>
              </a:tr>
              <a:tr h="464959">
                <a:tc>
                  <a:txBody>
                    <a:bodyPr/>
                    <a:lstStyle/>
                    <a:p>
                      <a:pPr algn="l" rtl="0" fontAlgn="base">
                        <a:lnSpc>
                          <a:spcPts val="1800"/>
                        </a:lnSpc>
                        <a:buNone/>
                      </a:pPr>
                      <a:r>
                        <a:rPr lang="en-US" sz="1400" b="1" u="none" strike="noStrike" kern="1200">
                          <a:solidFill>
                            <a:srgbClr val="0C314B"/>
                          </a:solidFill>
                          <a:latin typeface="+mn-lt"/>
                          <a:ea typeface="+mn-ea"/>
                          <a:cs typeface="+mn-cs"/>
                        </a:rPr>
                        <a:t>Job Family ​</a:t>
                      </a:r>
                    </a:p>
                  </a:txBody>
                  <a:tcPr anchor="ctr">
                    <a:solidFill>
                      <a:srgbClr val="F3F1EE"/>
                    </a:solidFill>
                  </a:tcPr>
                </a:tc>
                <a:tc>
                  <a:txBody>
                    <a:bodyPr/>
                    <a:lstStyle/>
                    <a:p>
                      <a:pPr marL="0" lvl="0" indent="0" algn="l" defTabSz="914400" rtl="0" eaLnBrk="1" fontAlgn="base" latinLnBrk="0" hangingPunct="1">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Used for any relevant reporting and planning, Yearly performance and the top-down process​</a:t>
                      </a:r>
                    </a:p>
                  </a:txBody>
                  <a:tcPr anchor="ctr">
                    <a:solidFill>
                      <a:srgbClr val="F3F1EE"/>
                    </a:solidFill>
                  </a:tcPr>
                </a:tc>
                <a:tc>
                  <a:txBody>
                    <a:bodyPr/>
                    <a:lstStyle/>
                    <a:p>
                      <a:pPr marL="0" lvl="0" algn="l" defTabSz="914400" rtl="0" eaLnBrk="1" fontAlgn="base" latinLnBrk="0" hangingPunct="1">
                        <a:lnSpc>
                          <a:spcPct val="100000"/>
                        </a:lnSpc>
                        <a:spcBef>
                          <a:spcPts val="0"/>
                        </a:spcBef>
                        <a:spcAft>
                          <a:spcPts val="0"/>
                        </a:spcAft>
                        <a:buNone/>
                      </a:pPr>
                      <a:r>
                        <a:rPr lang="en-US" sz="1200" u="none" strike="noStrike" kern="1200">
                          <a:solidFill>
                            <a:srgbClr val="0C314B"/>
                          </a:solidFill>
                          <a:latin typeface="+mn-lt"/>
                          <a:ea typeface="+mn-ea"/>
                          <a:cs typeface="+mn-cs"/>
                        </a:rPr>
                        <a:t>Name, ID, Parent, Sales role mapping</a:t>
                      </a:r>
                    </a:p>
                  </a:txBody>
                  <a:tcPr anchor="ctr">
                    <a:solidFill>
                      <a:srgbClr val="F3F1EE"/>
                    </a:solidFill>
                  </a:tcPr>
                </a:tc>
                <a:extLst>
                  <a:ext uri="{0D108BD9-81ED-4DB2-BD59-A6C34878D82A}">
                    <a16:rowId xmlns:a16="http://schemas.microsoft.com/office/drawing/2014/main" val="819309534"/>
                  </a:ext>
                </a:extLst>
              </a:tr>
              <a:tr h="464959">
                <a:tc>
                  <a:txBody>
                    <a:bodyPr/>
                    <a:lstStyle/>
                    <a:p>
                      <a:pPr algn="l" rtl="0" fontAlgn="base">
                        <a:lnSpc>
                          <a:spcPts val="1950"/>
                        </a:lnSpc>
                        <a:buNone/>
                      </a:pPr>
                      <a:r>
                        <a:rPr lang="en-US" sz="1400" b="1" u="none" strike="noStrike" kern="1200">
                          <a:solidFill>
                            <a:srgbClr val="0C314B"/>
                          </a:solidFill>
                          <a:latin typeface="+mn-lt"/>
                          <a:ea typeface="+mn-ea"/>
                          <a:cs typeface="+mn-cs"/>
                        </a:rPr>
                        <a:t>Sales Role​</a:t>
                      </a:r>
                    </a:p>
                  </a:txBody>
                  <a:tcPr anchor="ctr">
                    <a:solidFill>
                      <a:schemeClr val="bg1"/>
                    </a:solidFill>
                  </a:tcPr>
                </a:tc>
                <a:tc>
                  <a:txBody>
                    <a:bodyPr/>
                    <a:lstStyle/>
                    <a:p>
                      <a:pPr marL="0" lvl="0" indent="0" algn="l" defTabSz="914400" rtl="0" eaLnBrk="1" fontAlgn="base" latinLnBrk="0" hangingPunct="1">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Used for any relevant reporting and planning like Yearly performance, the top-down process, the bottom-up hiring plan, and mapping to segmentation data​.</a:t>
                      </a:r>
                    </a:p>
                  </a:txBody>
                  <a:tcPr anchor="ctr">
                    <a:solidFill>
                      <a:schemeClr val="bg1"/>
                    </a:solidFill>
                  </a:tcPr>
                </a:tc>
                <a:tc>
                  <a:txBody>
                    <a:bodyPr/>
                    <a:lstStyle/>
                    <a:p>
                      <a:pPr marL="0" lvl="0" algn="l" defTabSz="914400" rtl="0" eaLnBrk="1" fontAlgn="base" latinLnBrk="0" hangingPunct="1">
                        <a:lnSpc>
                          <a:spcPct val="100000"/>
                        </a:lnSpc>
                        <a:spcBef>
                          <a:spcPts val="0"/>
                        </a:spcBef>
                        <a:spcAft>
                          <a:spcPts val="0"/>
                        </a:spcAft>
                        <a:buNone/>
                      </a:pPr>
                      <a:r>
                        <a:rPr lang="en-US" sz="1200" u="none" strike="noStrike" kern="1200">
                          <a:solidFill>
                            <a:srgbClr val="0C314B"/>
                          </a:solidFill>
                          <a:latin typeface="+mn-lt"/>
                          <a:ea typeface="+mn-ea"/>
                          <a:cs typeface="+mn-cs"/>
                        </a:rPr>
                        <a:t>Name, ID, Job family mapping, Direct sellers roles​</a:t>
                      </a:r>
                    </a:p>
                  </a:txBody>
                  <a:tcPr anchor="ctr">
                    <a:solidFill>
                      <a:schemeClr val="bg1"/>
                    </a:solidFill>
                  </a:tcPr>
                </a:tc>
                <a:extLst>
                  <a:ext uri="{0D108BD9-81ED-4DB2-BD59-A6C34878D82A}">
                    <a16:rowId xmlns:a16="http://schemas.microsoft.com/office/drawing/2014/main" val="4043371168"/>
                  </a:ext>
                </a:extLst>
              </a:tr>
              <a:tr h="464958">
                <a:tc>
                  <a:txBody>
                    <a:bodyPr/>
                    <a:lstStyle/>
                    <a:p>
                      <a:pPr lvl="0" algn="l" rtl="0">
                        <a:lnSpc>
                          <a:spcPts val="1950"/>
                        </a:lnSpc>
                        <a:buNone/>
                      </a:pPr>
                      <a:r>
                        <a:rPr lang="en-US" sz="1400" b="1" u="none" strike="noStrike" kern="1200">
                          <a:solidFill>
                            <a:srgbClr val="0C314B"/>
                          </a:solidFill>
                          <a:latin typeface="+mn-lt"/>
                          <a:ea typeface="+mn-ea"/>
                          <a:cs typeface="+mn-cs"/>
                        </a:rPr>
                        <a:t>Role Grade​ (optional)</a:t>
                      </a:r>
                      <a:endParaRPr lang="en-US"/>
                    </a:p>
                  </a:txBody>
                  <a:tcPr anchor="ctr">
                    <a:solidFill>
                      <a:srgbClr val="F3F1EF"/>
                    </a:solidFill>
                  </a:tcPr>
                </a:tc>
                <a:tc>
                  <a:txBody>
                    <a:bodyPr/>
                    <a:lstStyle/>
                    <a:p>
                      <a:pPr marL="0" lvl="0" indent="0" algn="l" rtl="0">
                        <a:lnSpc>
                          <a:spcPct val="100000"/>
                        </a:lnSpc>
                        <a:spcBef>
                          <a:spcPts val="0"/>
                        </a:spcBef>
                        <a:spcAft>
                          <a:spcPts val="0"/>
                        </a:spcAft>
                        <a:buFont typeface="Arial"/>
                        <a:buNone/>
                      </a:pPr>
                      <a:r>
                        <a:rPr lang="en-US" sz="1000" u="none" strike="noStrike" kern="1200">
                          <a:solidFill>
                            <a:srgbClr val="0C314B"/>
                          </a:solidFill>
                          <a:latin typeface="+mn-lt"/>
                          <a:ea typeface="+mn-ea"/>
                          <a:cs typeface="+mn-cs"/>
                        </a:rPr>
                        <a:t>Used for any relevant reporting and planning, Yearly performance, and the top-down process​.</a:t>
                      </a:r>
                      <a:endParaRPr lang="en-US"/>
                    </a:p>
                  </a:txBody>
                  <a:tcPr anchor="ctr">
                    <a:solidFill>
                      <a:srgbClr val="F3F1EF"/>
                    </a:solidFill>
                  </a:tcPr>
                </a:tc>
                <a:tc>
                  <a:txBody>
                    <a:bodyPr/>
                    <a:lstStyle/>
                    <a:p>
                      <a:pPr marL="0" lvl="0" algn="l" rtl="0">
                        <a:lnSpc>
                          <a:spcPct val="100000"/>
                        </a:lnSpc>
                        <a:spcBef>
                          <a:spcPts val="0"/>
                        </a:spcBef>
                        <a:spcAft>
                          <a:spcPts val="0"/>
                        </a:spcAft>
                        <a:buNone/>
                      </a:pPr>
                      <a:r>
                        <a:rPr lang="en-US" sz="1200" u="none" strike="noStrike" kern="1200">
                          <a:solidFill>
                            <a:srgbClr val="0C314B"/>
                          </a:solidFill>
                          <a:latin typeface="+mn-lt"/>
                          <a:ea typeface="+mn-ea"/>
                          <a:cs typeface="+mn-cs"/>
                        </a:rPr>
                        <a:t>Name, ID</a:t>
                      </a:r>
                      <a:endParaRPr lang="en-US"/>
                    </a:p>
                  </a:txBody>
                  <a:tcPr anchor="ctr">
                    <a:solidFill>
                      <a:srgbClr val="F3F1EF"/>
                    </a:solidFill>
                  </a:tcPr>
                </a:tc>
                <a:extLst>
                  <a:ext uri="{0D108BD9-81ED-4DB2-BD59-A6C34878D82A}">
                    <a16:rowId xmlns:a16="http://schemas.microsoft.com/office/drawing/2014/main" val="3976648445"/>
                  </a:ext>
                </a:extLst>
              </a:tr>
            </a:tbl>
          </a:graphicData>
        </a:graphic>
      </p:graphicFrame>
      <p:sp>
        <p:nvSpPr>
          <p:cNvPr id="7" name="TextBox 6">
            <a:extLst>
              <a:ext uri="{FF2B5EF4-FFF2-40B4-BE49-F238E27FC236}">
                <a16:creationId xmlns:a16="http://schemas.microsoft.com/office/drawing/2014/main" id="{4178F6A4-EB68-7E93-CCED-0933EAE263E7}"/>
              </a:ext>
            </a:extLst>
          </p:cNvPr>
          <p:cNvSpPr txBox="1"/>
          <p:nvPr/>
        </p:nvSpPr>
        <p:spPr>
          <a:xfrm>
            <a:off x="614038" y="5409117"/>
            <a:ext cx="10680495"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CSV files should be a flat view with the attribute fields in columns and dimension items in rows.</a:t>
            </a:r>
            <a:endParaRPr lang="en-US" sz="700">
              <a:solidFill>
                <a:schemeClr val="bg1">
                  <a:lumMod val="50000"/>
                </a:schemeClr>
              </a:solidFill>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The files can include additional attribute fields.</a:t>
            </a: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Additional dimensions and hierarchies can be brought in as needed.</a:t>
            </a: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Where numbered lists are referenced (for example, DH Attributes by Account Flat. Account Parent), the value loaded to that field in the data hub should be the CODE, not the name (e.g., 1234 rather than Procter and Gamble).</a:t>
            </a:r>
          </a:p>
          <a:p>
            <a:pPr marL="285750" indent="-285750">
              <a:buFont typeface="Arial" panose="020B0604020202020204" pitchFamily="34" charset="0"/>
              <a:buChar char="•"/>
            </a:pPr>
            <a:r>
              <a:rPr lang="en-US" sz="700">
                <a:solidFill>
                  <a:schemeClr val="bg1">
                    <a:lumMod val="50000"/>
                  </a:schemeClr>
                </a:solidFill>
                <a:latin typeface="Arial"/>
                <a:ea typeface="Verdana"/>
                <a:cs typeface="Arial"/>
              </a:rPr>
              <a:t>For files that contain hierarchies, they must be in parent child format. There's no need to include a parent for the first level of the hierarchy.</a:t>
            </a:r>
            <a:endParaRPr lang="en-US" sz="700">
              <a:solidFill>
                <a:schemeClr val="bg1">
                  <a:lumMod val="50000"/>
                </a:schemeClr>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307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0444-2B64-2913-B8C1-C82C8FD59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C6420-8BE9-49FD-E965-F6CD7F2C9DA1}"/>
              </a:ext>
            </a:extLst>
          </p:cNvPr>
          <p:cNvSpPr>
            <a:spLocks noGrp="1"/>
          </p:cNvSpPr>
          <p:nvPr>
            <p:ph type="title"/>
          </p:nvPr>
        </p:nvSpPr>
        <p:spPr>
          <a:xfrm>
            <a:off x="1018036" y="3536015"/>
            <a:ext cx="7571525" cy="1250836"/>
          </a:xfrm>
        </p:spPr>
        <p:txBody>
          <a:bodyPr lIns="0" tIns="45720" rIns="0" bIns="45720" anchor="t"/>
          <a:lstStyle/>
          <a:p>
            <a:r>
              <a:rPr lang="en-US" sz="4250">
                <a:latin typeface="Arial"/>
                <a:cs typeface="Arial"/>
              </a:rPr>
              <a:t>Model design</a:t>
            </a:r>
          </a:p>
        </p:txBody>
      </p:sp>
      <p:sp>
        <p:nvSpPr>
          <p:cNvPr id="3" name="Text Placeholder 2">
            <a:extLst>
              <a:ext uri="{FF2B5EF4-FFF2-40B4-BE49-F238E27FC236}">
                <a16:creationId xmlns:a16="http://schemas.microsoft.com/office/drawing/2014/main" id="{DFAC7037-38A3-D8FF-1307-BFDD28723CD8}"/>
              </a:ext>
            </a:extLst>
          </p:cNvPr>
          <p:cNvSpPr>
            <a:spLocks noGrp="1"/>
          </p:cNvSpPr>
          <p:nvPr>
            <p:ph type="body" sz="quarter" idx="10"/>
          </p:nvPr>
        </p:nvSpPr>
        <p:spPr/>
        <p:txBody>
          <a:bodyPr/>
          <a:lstStyle/>
          <a:p>
            <a:r>
              <a:rPr lang="en-US"/>
              <a:t>Section 4</a:t>
            </a:r>
          </a:p>
        </p:txBody>
      </p:sp>
    </p:spTree>
    <p:extLst>
      <p:ext uri="{BB962C8B-B14F-4D97-AF65-F5344CB8AC3E}">
        <p14:creationId xmlns:p14="http://schemas.microsoft.com/office/powerpoint/2010/main" val="309509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CDFB-95D8-AD76-FF7E-6FF69BF48EBC}"/>
              </a:ext>
            </a:extLst>
          </p:cNvPr>
          <p:cNvSpPr>
            <a:spLocks noGrp="1"/>
          </p:cNvSpPr>
          <p:nvPr>
            <p:ph type="title"/>
          </p:nvPr>
        </p:nvSpPr>
        <p:spPr/>
        <p:txBody>
          <a:bodyPr lIns="0" tIns="45720" rIns="0" bIns="45720" anchor="t"/>
          <a:lstStyle/>
          <a:p>
            <a:r>
              <a:rPr lang="en-US" sz="2000">
                <a:solidFill>
                  <a:schemeClr val="tx2"/>
                </a:solidFill>
              </a:rPr>
              <a:t>Model diagram overview</a:t>
            </a:r>
            <a:endParaRPr lang="en-US" sz="1700"/>
          </a:p>
        </p:txBody>
      </p:sp>
      <p:pic>
        <p:nvPicPr>
          <p:cNvPr id="4" name="Picture 3" descr="A diagram of a flowchart&#10;&#10;AI-generated content may be incorrect.">
            <a:extLst>
              <a:ext uri="{FF2B5EF4-FFF2-40B4-BE49-F238E27FC236}">
                <a16:creationId xmlns:a16="http://schemas.microsoft.com/office/drawing/2014/main" id="{13AF0AAF-25BF-DC5B-59AD-3C905965DD51}"/>
              </a:ext>
            </a:extLst>
          </p:cNvPr>
          <p:cNvPicPr>
            <a:picLocks noChangeAspect="1"/>
          </p:cNvPicPr>
          <p:nvPr/>
        </p:nvPicPr>
        <p:blipFill>
          <a:blip r:embed="rId2"/>
          <a:stretch>
            <a:fillRect/>
          </a:stretch>
        </p:blipFill>
        <p:spPr>
          <a:xfrm>
            <a:off x="1152478" y="846333"/>
            <a:ext cx="10983746" cy="5451610"/>
          </a:xfrm>
          <a:prstGeom prst="rect">
            <a:avLst/>
          </a:prstGeom>
        </p:spPr>
      </p:pic>
      <p:pic>
        <p:nvPicPr>
          <p:cNvPr id="3" name="Picture 2" descr="A close-up of a sign&#10;&#10;AI-generated content may be incorrect.">
            <a:extLst>
              <a:ext uri="{FF2B5EF4-FFF2-40B4-BE49-F238E27FC236}">
                <a16:creationId xmlns:a16="http://schemas.microsoft.com/office/drawing/2014/main" id="{E062E28C-DCCD-2736-D585-8D0CF15324C5}"/>
              </a:ext>
            </a:extLst>
          </p:cNvPr>
          <p:cNvPicPr>
            <a:picLocks noChangeAspect="1"/>
          </p:cNvPicPr>
          <p:nvPr/>
        </p:nvPicPr>
        <p:blipFill>
          <a:blip r:embed="rId3"/>
          <a:stretch>
            <a:fillRect/>
          </a:stretch>
        </p:blipFill>
        <p:spPr>
          <a:xfrm>
            <a:off x="109362" y="1391861"/>
            <a:ext cx="1045403" cy="3307873"/>
          </a:xfrm>
          <a:prstGeom prst="rect">
            <a:avLst/>
          </a:prstGeom>
        </p:spPr>
      </p:pic>
      <p:sp>
        <p:nvSpPr>
          <p:cNvPr id="6" name="Title 1">
            <a:extLst>
              <a:ext uri="{FF2B5EF4-FFF2-40B4-BE49-F238E27FC236}">
                <a16:creationId xmlns:a16="http://schemas.microsoft.com/office/drawing/2014/main" id="{6BCA37E9-93E1-C73B-9771-071ACF44E140}"/>
              </a:ext>
            </a:extLst>
          </p:cNvPr>
          <p:cNvSpPr txBox="1">
            <a:spLocks/>
          </p:cNvSpPr>
          <p:nvPr/>
        </p:nvSpPr>
        <p:spPr>
          <a:xfrm>
            <a:off x="203709" y="116630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US" sz="1050">
                <a:solidFill>
                  <a:schemeClr val="tx2"/>
                </a:solidFill>
                <a:latin typeface="Arial"/>
                <a:ea typeface="Verdana"/>
                <a:cs typeface="Arial"/>
              </a:rPr>
              <a:t>Module Legend</a:t>
            </a:r>
            <a:endParaRPr lang="en-US" sz="1050">
              <a:solidFill>
                <a:schemeClr val="tx2"/>
              </a:solidFill>
            </a:endParaRPr>
          </a:p>
          <a:p>
            <a:endParaRPr lang="en-US" sz="1700"/>
          </a:p>
        </p:txBody>
      </p:sp>
    </p:spTree>
    <p:extLst>
      <p:ext uri="{BB962C8B-B14F-4D97-AF65-F5344CB8AC3E}">
        <p14:creationId xmlns:p14="http://schemas.microsoft.com/office/powerpoint/2010/main" val="233038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30E9-B667-1EF5-A755-F6A5715A239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C1AE275A-CEFD-10BC-2F9C-133A86955A8C}"/>
              </a:ext>
            </a:extLst>
          </p:cNvPr>
          <p:cNvGraphicFramePr>
            <a:graphicFrameLocks noGrp="1"/>
          </p:cNvGraphicFramePr>
          <p:nvPr>
            <p:extLst>
              <p:ext uri="{D42A27DB-BD31-4B8C-83A1-F6EECF244321}">
                <p14:modId xmlns:p14="http://schemas.microsoft.com/office/powerpoint/2010/main" val="3053164070"/>
              </p:ext>
            </p:extLst>
          </p:nvPr>
        </p:nvGraphicFramePr>
        <p:xfrm>
          <a:off x="604632" y="1345162"/>
          <a:ext cx="10720406" cy="3425460"/>
        </p:xfrm>
        <a:graphic>
          <a:graphicData uri="http://schemas.openxmlformats.org/drawingml/2006/table">
            <a:tbl>
              <a:tblPr firstRow="1" bandRow="1">
                <a:tableStyleId>{793D81CF-94F2-401A-BA57-92F5A7B2D0C5}</a:tableStyleId>
              </a:tblPr>
              <a:tblGrid>
                <a:gridCol w="2693609">
                  <a:extLst>
                    <a:ext uri="{9D8B030D-6E8A-4147-A177-3AD203B41FA5}">
                      <a16:colId xmlns:a16="http://schemas.microsoft.com/office/drawing/2014/main" val="3697837074"/>
                    </a:ext>
                  </a:extLst>
                </a:gridCol>
                <a:gridCol w="5170481">
                  <a:extLst>
                    <a:ext uri="{9D8B030D-6E8A-4147-A177-3AD203B41FA5}">
                      <a16:colId xmlns:a16="http://schemas.microsoft.com/office/drawing/2014/main" val="2947779872"/>
                    </a:ext>
                  </a:extLst>
                </a:gridCol>
                <a:gridCol w="2856316">
                  <a:extLst>
                    <a:ext uri="{9D8B030D-6E8A-4147-A177-3AD203B41FA5}">
                      <a16:colId xmlns:a16="http://schemas.microsoft.com/office/drawing/2014/main" val="3748911495"/>
                    </a:ext>
                  </a:extLst>
                </a:gridCol>
              </a:tblGrid>
              <a:tr h="585210">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algn="ctr" rtl="0" fontAlgn="base"/>
                      <a:r>
                        <a:rPr lang="en-US" sz="1600">
                          <a:solidFill>
                            <a:schemeClr val="bg1"/>
                          </a:solidFill>
                          <a:effectLst/>
                          <a:latin typeface="Arial" panose="020B0604020202020204" pitchFamily="34" charset="0"/>
                          <a:cs typeface="Arial" panose="020B0604020202020204" pitchFamily="34" charset="0"/>
                        </a:rPr>
                        <a:t>Guided setup</a:t>
                      </a:r>
                      <a:br>
                        <a:rPr lang="en-US" sz="1600">
                          <a:solidFill>
                            <a:schemeClr val="bg1"/>
                          </a:solidFill>
                          <a:effectLst/>
                          <a:latin typeface="Arial" panose="020B0604020202020204" pitchFamily="34" charset="0"/>
                          <a:cs typeface="Arial" panose="020B0604020202020204" pitchFamily="34" charset="0"/>
                        </a:rPr>
                      </a:br>
                      <a:r>
                        <a:rPr lang="en-US" sz="1600">
                          <a:solidFill>
                            <a:schemeClr val="bg1"/>
                          </a:solidFill>
                          <a:effectLst/>
                          <a:latin typeface="Arial" panose="020B0604020202020204" pitchFamily="34" charset="0"/>
                          <a:cs typeface="Arial" panose="020B0604020202020204" pitchFamily="34" charset="0"/>
                        </a:rPr>
                        <a:t>inputs / explanation</a:t>
                      </a:r>
                      <a:endParaRPr lang="en-US">
                        <a:solidFill>
                          <a:schemeClr val="bg1"/>
                        </a:solidFill>
                        <a:effectLst/>
                        <a:latin typeface="Arial" panose="020B0604020202020204" pitchFamily="34" charset="0"/>
                        <a:cs typeface="Arial" panose="020B0604020202020204" pitchFamily="34" charset="0"/>
                      </a:endParaRPr>
                    </a:p>
                  </a:txBody>
                  <a:tcPr anchor="ctr">
                    <a:solidFill>
                      <a:srgbClr val="0C314B"/>
                    </a:solidFill>
                  </a:tcPr>
                </a:tc>
                <a:extLst>
                  <a:ext uri="{0D108BD9-81ED-4DB2-BD59-A6C34878D82A}">
                    <a16:rowId xmlns:a16="http://schemas.microsoft.com/office/drawing/2014/main" val="737408206"/>
                  </a:ext>
                </a:extLst>
              </a:tr>
              <a:tr h="593288">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Yearly Performance​</a:t>
                      </a:r>
                    </a:p>
                  </a:txBody>
                  <a:tcPr anchor="ctr">
                    <a:solidFill>
                      <a:srgbClr val="F3F1EE"/>
                    </a:solidFill>
                  </a:tcPr>
                </a:tc>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Provides reporting on historical data to include things like Current HC &amp; FTEs, # of Won Deals, Closed Won ACV, # of Accounts, Average Productivity ​</a:t>
                      </a:r>
                    </a:p>
                  </a:txBody>
                  <a:tcPr anchor="ctr">
                    <a:solidFill>
                      <a:srgbClr val="F3F1EE"/>
                    </a:solidFill>
                  </a:tcPr>
                </a:tc>
                <a:tc>
                  <a:txBody>
                    <a:bodyPr/>
                    <a:lstStyle/>
                    <a:p>
                      <a:pPr marL="0" lvl="0" algn="l" defTabSz="91440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will get replicated by selected attributes by both the sales role dimension as well as the bottom level of the job family.</a:t>
                      </a:r>
                    </a:p>
                  </a:txBody>
                  <a:tcPr anchor="ctr">
                    <a:solidFill>
                      <a:srgbClr val="F3F1EE"/>
                    </a:solidFill>
                  </a:tcPr>
                </a:tc>
                <a:extLst>
                  <a:ext uri="{0D108BD9-81ED-4DB2-BD59-A6C34878D82A}">
                    <a16:rowId xmlns:a16="http://schemas.microsoft.com/office/drawing/2014/main" val="1534925166"/>
                  </a:ext>
                </a:extLst>
              </a:tr>
              <a:tr h="605912">
                <a:tc>
                  <a:txBody>
                    <a:bodyPr/>
                    <a:lstStyle/>
                    <a:p>
                      <a:pPr marL="0" lvl="0" algn="l" defTabSz="914400" rtl="0" eaLnBrk="1" fontAlgn="base" latinLnBrk="0" hangingPunct="1">
                        <a:lnSpc>
                          <a:spcPts val="180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FTE​</a:t>
                      </a:r>
                    </a:p>
                  </a:txBody>
                  <a:tcPr anchor="ctr"/>
                </a:tc>
                <a:tc>
                  <a:txBody>
                    <a:bodyPr/>
                    <a:lstStyle/>
                    <a:p>
                      <a:pPr marL="0" lvl="0" algn="l" defTabSz="914400" rtl="0" eaLnBrk="1" fontAlgn="base" latinLnBrk="0" hangingPunct="1">
                        <a:lnSpc>
                          <a:spcPts val="180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Output module to show both headcount and FTE counts by month ​</a:t>
                      </a:r>
                    </a:p>
                  </a:txBody>
                  <a:tcPr anchor="ctr"/>
                </a:tc>
                <a:tc>
                  <a:txBody>
                    <a:bodyPr/>
                    <a:lstStyle/>
                    <a:p>
                      <a:pPr marL="0" lvl="0" algn="l" defTabSz="91440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will get replicated by selected attributes by both the sales role dimension as well as the bottom level of the job family.​</a:t>
                      </a:r>
                    </a:p>
                  </a:txBody>
                  <a:tcPr anchor="ctr"/>
                </a:tc>
                <a:extLst>
                  <a:ext uri="{0D108BD9-81ED-4DB2-BD59-A6C34878D82A}">
                    <a16:rowId xmlns:a16="http://schemas.microsoft.com/office/drawing/2014/main" val="3431287782"/>
                  </a:ext>
                </a:extLst>
              </a:tr>
              <a:tr h="580665">
                <a:tc>
                  <a:txBody>
                    <a:bodyPr/>
                    <a:lstStyle/>
                    <a:p>
                      <a:pPr marL="0" lvl="0" algn="l" defTabSz="914400" rtl="0" eaLnBrk="1" fontAlgn="base" latinLnBrk="0" hangingPunct="1">
                        <a:lnSpc>
                          <a:spcPts val="13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CALC: Position by Month​</a:t>
                      </a:r>
                    </a:p>
                    <a:p>
                      <a:pPr marL="0" lvl="0" algn="l" defTabSz="914400" rtl="0" eaLnBrk="1" fontAlgn="base" latinLnBrk="0" hangingPunct="1">
                        <a:lnSpc>
                          <a:spcPts val="180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a:t>
                      </a:r>
                    </a:p>
                  </a:txBody>
                  <a:tcPr anchor="ctr">
                    <a:solidFill>
                      <a:srgbClr val="F3F1EE"/>
                    </a:solidFill>
                  </a:tcPr>
                </a:tc>
                <a:tc>
                  <a:txBody>
                    <a:bodyPr/>
                    <a:lstStyle/>
                    <a:p>
                      <a:pPr marL="0" lvl="0" algn="l" defTabSz="914400" rtl="0" eaLnBrk="1" fontAlgn="base" latinLnBrk="0" hangingPunct="1">
                        <a:lnSpc>
                          <a:spcPts val="180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Calculation module to help calculate headcount and FTE over time, with taking into account ramping profiles and start/end dates for positions​</a:t>
                      </a:r>
                    </a:p>
                  </a:txBody>
                  <a:tcPr anchor="ctr">
                    <a:solidFill>
                      <a:srgbClr val="F3F1EE"/>
                    </a:solidFill>
                  </a:tcPr>
                </a:tc>
                <a:tc>
                  <a:txBody>
                    <a:bodyPr/>
                    <a:lstStyle/>
                    <a:p>
                      <a:pPr marL="0" lvl="0" algn="l" defTabSz="91440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p>
                      <a:pPr marL="0" lvl="0" algn="l" defTabSz="91440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669100209"/>
                  </a:ext>
                </a:extLst>
              </a:tr>
              <a:tr h="605912">
                <a:tc>
                  <a:txBody>
                    <a:bodyPr/>
                    <a:lstStyle/>
                    <a:p>
                      <a:pPr marL="0" lvl="0" algn="l" defTabSz="914400" rtl="0" eaLnBrk="1" fontAlgn="base" latinLnBrk="0" hangingPunct="1">
                        <a:lnSpc>
                          <a:spcPts val="1275"/>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Historical Ramping Profile Assumptions​</a:t>
                      </a:r>
                    </a:p>
                    <a:p>
                      <a:pPr marL="0" lvl="0" algn="l" defTabSz="914400" rtl="0" eaLnBrk="1" fontAlgn="base" latinLnBrk="0" hangingPunct="1">
                        <a:lnSpc>
                          <a:spcPts val="180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a:t>
                      </a:r>
                    </a:p>
                  </a:txBody>
                  <a:tcPr anchor="ctr"/>
                </a:tc>
                <a:tc>
                  <a:txBody>
                    <a:bodyPr/>
                    <a:lstStyle/>
                    <a:p>
                      <a:pPr marL="0" lvl="0" algn="l" defTabSz="914400" rtl="0" eaLnBrk="1" fontAlgn="base" latinLnBrk="0" hangingPunct="1">
                        <a:lnSpc>
                          <a:spcPts val="180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module for monthly ramping profiles by selected dimensions in the configurator and historical years to be used in calculating FTEs over time​</a:t>
                      </a:r>
                    </a:p>
                  </a:txBody>
                  <a:tcPr anchor="ctr"/>
                </a:tc>
                <a:tc>
                  <a:txBody>
                    <a:bodyPr/>
                    <a:lstStyle/>
                    <a:p>
                      <a:pPr marL="0" lvl="0" algn="l" defTabSz="91440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Dimensionality can be configured​.</a:t>
                      </a:r>
                    </a:p>
                  </a:txBody>
                  <a:tcPr anchor="ctr"/>
                </a:tc>
                <a:extLst>
                  <a:ext uri="{0D108BD9-81ED-4DB2-BD59-A6C34878D82A}">
                    <a16:rowId xmlns:a16="http://schemas.microsoft.com/office/drawing/2014/main" val="3132130153"/>
                  </a:ext>
                </a:extLst>
              </a:tr>
            </a:tbl>
          </a:graphicData>
        </a:graphic>
      </p:graphicFrame>
      <p:sp>
        <p:nvSpPr>
          <p:cNvPr id="4" name="Title 1">
            <a:extLst>
              <a:ext uri="{FF2B5EF4-FFF2-40B4-BE49-F238E27FC236}">
                <a16:creationId xmlns:a16="http://schemas.microsoft.com/office/drawing/2014/main" id="{E1DABDF0-642D-B083-E53E-ADF927979DCC}"/>
              </a:ext>
            </a:extLst>
          </p:cNvPr>
          <p:cNvSpPr txBox="1">
            <a:spLocks/>
          </p:cNvSpPr>
          <p:nvPr/>
        </p:nvSpPr>
        <p:spPr>
          <a:xfrm>
            <a:off x="604632" y="364934"/>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US">
                <a:solidFill>
                  <a:schemeClr val="tx2"/>
                </a:solidFill>
              </a:rPr>
              <a:t>Define headcount data</a:t>
            </a:r>
            <a:r>
              <a:rPr lang="en-GB">
                <a:solidFill>
                  <a:srgbClr val="1C2345"/>
                </a:solidFill>
                <a:latin typeface="Arial"/>
                <a:ea typeface="Verdana"/>
                <a:cs typeface="Arial"/>
              </a:rPr>
              <a:t>:</a:t>
            </a:r>
          </a:p>
          <a:p>
            <a:r>
              <a:rPr lang="en-GB" sz="2000">
                <a:solidFill>
                  <a:schemeClr val="accent1"/>
                </a:solidFill>
                <a:latin typeface="Arial"/>
                <a:ea typeface="Verdana"/>
                <a:cs typeface="Arial"/>
              </a:rPr>
              <a:t>key modules</a:t>
            </a:r>
          </a:p>
          <a:p>
            <a:endParaRPr lang="en-GB">
              <a:solidFill>
                <a:srgbClr val="1C2345"/>
              </a:solidFill>
              <a:latin typeface="Arial"/>
              <a:ea typeface="Verdana"/>
              <a:cs typeface="Arial"/>
            </a:endParaRPr>
          </a:p>
        </p:txBody>
      </p:sp>
    </p:spTree>
    <p:extLst>
      <p:ext uri="{BB962C8B-B14F-4D97-AF65-F5344CB8AC3E}">
        <p14:creationId xmlns:p14="http://schemas.microsoft.com/office/powerpoint/2010/main" val="383093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7D59A70-2DA2-70B4-CEAB-20C41A6754D6}"/>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GB" sz="2400">
                <a:solidFill>
                  <a:srgbClr val="1C2345"/>
                </a:solidFill>
                <a:latin typeface="Arial"/>
                <a:ea typeface="Verdana"/>
                <a:cs typeface="Arial"/>
              </a:rPr>
              <a:t>Headcount data:</a:t>
            </a:r>
            <a:br>
              <a:rPr lang="en-GB" sz="2400">
                <a:solidFill>
                  <a:srgbClr val="1C2345"/>
                </a:solidFill>
                <a:latin typeface="Arial"/>
                <a:ea typeface="Verdana"/>
                <a:cs typeface="Arial"/>
              </a:rPr>
            </a:br>
            <a:r>
              <a:rPr lang="en-GB" sz="2000">
                <a:solidFill>
                  <a:schemeClr val="accent1"/>
                </a:solidFill>
                <a:latin typeface="Arial"/>
                <a:ea typeface="Verdana"/>
                <a:cs typeface="Arial"/>
              </a:rPr>
              <a:t>diagram</a:t>
            </a:r>
            <a:endParaRPr lang="en-US" sz="2000"/>
          </a:p>
        </p:txBody>
      </p:sp>
      <p:pic>
        <p:nvPicPr>
          <p:cNvPr id="5" name="Content Placeholder 4">
            <a:extLst>
              <a:ext uri="{FF2B5EF4-FFF2-40B4-BE49-F238E27FC236}">
                <a16:creationId xmlns:a16="http://schemas.microsoft.com/office/drawing/2014/main" id="{C514271B-CD2C-DF02-8CD8-1DC0C2DBCE8F}"/>
              </a:ext>
            </a:extLst>
          </p:cNvPr>
          <p:cNvPicPr>
            <a:picLocks noGrp="1" noChangeAspect="1"/>
          </p:cNvPicPr>
          <p:nvPr>
            <p:ph idx="1"/>
          </p:nvPr>
        </p:nvPicPr>
        <p:blipFill>
          <a:blip r:embed="rId2"/>
          <a:srcRect l="4767" t="9884" r="1734" b="4942"/>
          <a:stretch/>
        </p:blipFill>
        <p:spPr>
          <a:xfrm>
            <a:off x="2719630" y="2195439"/>
            <a:ext cx="6768794" cy="2465837"/>
          </a:xfrm>
        </p:spPr>
      </p:pic>
    </p:spTree>
    <p:extLst>
      <p:ext uri="{BB962C8B-B14F-4D97-AF65-F5344CB8AC3E}">
        <p14:creationId xmlns:p14="http://schemas.microsoft.com/office/powerpoint/2010/main" val="116678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8600-ABEC-5F3F-BC4A-3DCF324F5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E79E7-781A-6A69-910F-B07AF66463A6}"/>
              </a:ext>
            </a:extLst>
          </p:cNvPr>
          <p:cNvSpPr>
            <a:spLocks noGrp="1"/>
          </p:cNvSpPr>
          <p:nvPr>
            <p:ph type="title"/>
          </p:nvPr>
        </p:nvSpPr>
        <p:spPr/>
        <p:txBody>
          <a:bodyPr lIns="0" tIns="60960" rIns="0" bIns="60960" anchor="t"/>
          <a:lstStyle/>
          <a:p>
            <a:r>
              <a:rPr lang="en-GB">
                <a:solidFill>
                  <a:schemeClr val="tx2"/>
                </a:solidFill>
              </a:rPr>
              <a:t>Define Headcount Gap Analysis</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67D976BF-1FCA-0807-22DC-D02B90D1444F}"/>
              </a:ext>
            </a:extLst>
          </p:cNvPr>
          <p:cNvGraphicFramePr>
            <a:graphicFrameLocks noGrp="1"/>
          </p:cNvGraphicFramePr>
          <p:nvPr>
            <p:extLst>
              <p:ext uri="{D42A27DB-BD31-4B8C-83A1-F6EECF244321}">
                <p14:modId xmlns:p14="http://schemas.microsoft.com/office/powerpoint/2010/main" val="1675021772"/>
              </p:ext>
            </p:extLst>
          </p:nvPr>
        </p:nvGraphicFramePr>
        <p:xfrm>
          <a:off x="617318" y="1296216"/>
          <a:ext cx="10795749" cy="3590573"/>
        </p:xfrm>
        <a:graphic>
          <a:graphicData uri="http://schemas.openxmlformats.org/drawingml/2006/table">
            <a:tbl>
              <a:tblPr firstRow="1" bandRow="1">
                <a:tableStyleId>{793D81CF-94F2-401A-BA57-92F5A7B2D0C5}</a:tableStyleId>
              </a:tblPr>
              <a:tblGrid>
                <a:gridCol w="2326158">
                  <a:extLst>
                    <a:ext uri="{9D8B030D-6E8A-4147-A177-3AD203B41FA5}">
                      <a16:colId xmlns:a16="http://schemas.microsoft.com/office/drawing/2014/main" val="3697837074"/>
                    </a:ext>
                  </a:extLst>
                </a:gridCol>
                <a:gridCol w="5246896">
                  <a:extLst>
                    <a:ext uri="{9D8B030D-6E8A-4147-A177-3AD203B41FA5}">
                      <a16:colId xmlns:a16="http://schemas.microsoft.com/office/drawing/2014/main" val="2947779872"/>
                    </a:ext>
                  </a:extLst>
                </a:gridCol>
                <a:gridCol w="3222695">
                  <a:extLst>
                    <a:ext uri="{9D8B030D-6E8A-4147-A177-3AD203B41FA5}">
                      <a16:colId xmlns:a16="http://schemas.microsoft.com/office/drawing/2014/main" val="3748911495"/>
                    </a:ext>
                  </a:extLst>
                </a:gridCol>
              </a:tblGrid>
              <a:tr h="495904">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71500">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HC Gap Direct Sellers Target Capacity​</a:t>
                      </a:r>
                    </a:p>
                  </a:txBody>
                  <a:tcPr anchor="ctr">
                    <a:solidFill>
                      <a:srgbClr val="F3F1EE"/>
                    </a:solidFill>
                  </a:tcPr>
                </a:tc>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An output module to view monthly productivity vs target Gap that is based on current headcount, added headcount hiring plan, bookings target, and productivity assumptions.</a:t>
                      </a:r>
                    </a:p>
                  </a:txBody>
                  <a:tcPr anchor="ctr">
                    <a:solidFill>
                      <a:srgbClr val="F3F1EE"/>
                    </a:solidFill>
                  </a:tcPr>
                </a:tc>
                <a:tc>
                  <a:txBody>
                    <a:bodyPr/>
                    <a:lstStyle/>
                    <a:p>
                      <a:pPr marL="0" lvl="0" algn="l" defTabSz="91440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1534925166"/>
                  </a:ext>
                </a:extLst>
              </a:tr>
              <a:tr h="521368">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HC Gap Area Role Scenario Assumptions​</a:t>
                      </a:r>
                    </a:p>
                  </a:txBody>
                  <a:tcPr anchor="ctr"/>
                </a:tc>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module to put in productivity assumptions such as attainment % and productivity growth % which drive expected productivity​.</a:t>
                      </a:r>
                    </a:p>
                  </a:txBody>
                  <a:tcPr anchor="ctr"/>
                </a:tc>
                <a:tc>
                  <a:txBody>
                    <a:bodyPr/>
                    <a:lstStyle/>
                    <a:p>
                      <a:pPr marL="0" lvl="0" algn="l" defTabSz="91440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431287782"/>
                  </a:ext>
                </a:extLst>
              </a:tr>
              <a:tr h="786983">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Monthly Seasonality​</a:t>
                      </a:r>
                    </a:p>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a:t>
                      </a:r>
                    </a:p>
                  </a:txBody>
                  <a:tcPr anchor="ctr">
                    <a:solidFill>
                      <a:srgbClr val="F3F1EE"/>
                    </a:solidFill>
                  </a:tcPr>
                </a:tc>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module to breakdown yearly productivity and target values down to the month​.</a:t>
                      </a:r>
                    </a:p>
                  </a:txBody>
                  <a:tcPr anchor="ctr">
                    <a:solidFill>
                      <a:srgbClr val="F3F1EE"/>
                    </a:solidFill>
                  </a:tcPr>
                </a:tc>
                <a:tc>
                  <a:txBody>
                    <a:bodyPr/>
                    <a:lstStyle/>
                    <a:p>
                      <a:pPr marL="0" lvl="0" algn="l" defTabSz="91440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669100209"/>
                  </a:ext>
                </a:extLst>
              </a:tr>
              <a:tr h="741947">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HC Gap Sales Role Coverage by Geo​</a:t>
                      </a:r>
                    </a:p>
                  </a:txBody>
                  <a:tcPr anchor="ctr"/>
                </a:tc>
                <a:tc>
                  <a:txBody>
                    <a:bodyPr/>
                    <a:lstStyle/>
                    <a:p>
                      <a:pPr marL="0" lvl="0" algn="l" defTabSz="91440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that shows coverage types and desired ratios by sales role as well as Planned HC based on coverage assumptions and used in </a:t>
                      </a:r>
                      <a:r>
                        <a:rPr lang="en-US" sz="1200" b="1" i="0" u="none" strike="noStrike" kern="1200">
                          <a:solidFill>
                            <a:srgbClr val="0C314B"/>
                          </a:solidFill>
                          <a:effectLst/>
                          <a:latin typeface="Arial" panose="020B0604020202020204" pitchFamily="34" charset="0"/>
                          <a:ea typeface="+mn-ea"/>
                          <a:cs typeface="Arial" panose="020B0604020202020204" pitchFamily="34" charset="0"/>
                        </a:rPr>
                        <a:t>Suggested Revenue HC</a:t>
                      </a:r>
                      <a:r>
                        <a:rPr lang="en-US" sz="1200" b="0" i="0" u="none" strike="noStrike" kern="1200">
                          <a:solidFill>
                            <a:srgbClr val="0C314B"/>
                          </a:solidFill>
                          <a:effectLst/>
                          <a:latin typeface="Arial" panose="020B0604020202020204" pitchFamily="34" charset="0"/>
                          <a:ea typeface="+mn-ea"/>
                          <a:cs typeface="Arial" panose="020B0604020202020204" pitchFamily="34" charset="0"/>
                        </a:rPr>
                        <a:t> in the top-down planning process​.</a:t>
                      </a:r>
                    </a:p>
                  </a:txBody>
                  <a:tcPr anchor="ctr"/>
                </a:tc>
                <a:tc>
                  <a:txBody>
                    <a:bodyPr/>
                    <a:lstStyle/>
                    <a:p>
                      <a:pPr marL="0" lvl="0" algn="l" defTabSz="91440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132130153"/>
                  </a:ext>
                </a:extLst>
              </a:tr>
            </a:tbl>
          </a:graphicData>
        </a:graphic>
      </p:graphicFrame>
    </p:spTree>
    <p:extLst>
      <p:ext uri="{BB962C8B-B14F-4D97-AF65-F5344CB8AC3E}">
        <p14:creationId xmlns:p14="http://schemas.microsoft.com/office/powerpoint/2010/main" val="273891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30F3EE7-D02B-AE88-B1EC-6F0284E6D6C6}"/>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GB" sz="2400">
                <a:solidFill>
                  <a:schemeClr val="tx2"/>
                </a:solidFill>
              </a:rPr>
              <a:t>Headcount Gap Analysis</a:t>
            </a:r>
            <a:r>
              <a:rPr lang="en-GB" sz="2400">
                <a:solidFill>
                  <a:schemeClr val="tx2"/>
                </a:solidFill>
                <a:latin typeface="Arial"/>
                <a:ea typeface="Verdana"/>
                <a:cs typeface="Arial"/>
              </a:rPr>
              <a:t>:</a:t>
            </a:r>
            <a:br>
              <a:rPr lang="en-GB" sz="2400">
                <a:solidFill>
                  <a:schemeClr val="tx2"/>
                </a:solidFill>
                <a:latin typeface="Arial"/>
                <a:ea typeface="Verdana"/>
                <a:cs typeface="Arial"/>
              </a:rPr>
            </a:br>
            <a:r>
              <a:rPr lang="en-GB" sz="2000">
                <a:solidFill>
                  <a:schemeClr val="accent1"/>
                </a:solidFill>
                <a:latin typeface="Arial"/>
                <a:ea typeface="Verdana"/>
                <a:cs typeface="Arial"/>
              </a:rPr>
              <a:t>diagram</a:t>
            </a:r>
            <a:endParaRPr lang="en-US" sz="2000"/>
          </a:p>
        </p:txBody>
      </p:sp>
      <p:pic>
        <p:nvPicPr>
          <p:cNvPr id="10" name="Content Placeholder 9" descr="A diagram of coverage planning&#10;&#10;AI-generated content may be incorrect.">
            <a:extLst>
              <a:ext uri="{FF2B5EF4-FFF2-40B4-BE49-F238E27FC236}">
                <a16:creationId xmlns:a16="http://schemas.microsoft.com/office/drawing/2014/main" id="{E862842C-E7DB-ADF4-A5A0-7FB3E953EFE0}"/>
              </a:ext>
            </a:extLst>
          </p:cNvPr>
          <p:cNvPicPr>
            <a:picLocks noGrp="1" noChangeAspect="1"/>
          </p:cNvPicPr>
          <p:nvPr>
            <p:ph idx="1"/>
          </p:nvPr>
        </p:nvPicPr>
        <p:blipFill>
          <a:blip r:embed="rId2"/>
          <a:srcRect r="66397" b="28273"/>
          <a:stretch>
            <a:fillRect/>
          </a:stretch>
        </p:blipFill>
        <p:spPr>
          <a:xfrm>
            <a:off x="2571751" y="1377164"/>
            <a:ext cx="6126480" cy="3931212"/>
          </a:xfrm>
        </p:spPr>
      </p:pic>
    </p:spTree>
    <p:extLst>
      <p:ext uri="{BB962C8B-B14F-4D97-AF65-F5344CB8AC3E}">
        <p14:creationId xmlns:p14="http://schemas.microsoft.com/office/powerpoint/2010/main" val="33335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B3D4-A991-9F8F-75CF-CAE2965CC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1CF0E-F8A4-A684-BC1E-6457181AFD20}"/>
              </a:ext>
            </a:extLst>
          </p:cNvPr>
          <p:cNvSpPr>
            <a:spLocks noGrp="1"/>
          </p:cNvSpPr>
          <p:nvPr>
            <p:ph type="title"/>
          </p:nvPr>
        </p:nvSpPr>
        <p:spPr/>
        <p:txBody>
          <a:bodyPr lIns="0" tIns="60960" rIns="0" bIns="60960" anchor="t"/>
          <a:lstStyle/>
          <a:p>
            <a:r>
              <a:rPr lang="en-GB">
                <a:solidFill>
                  <a:schemeClr val="tx2"/>
                </a:solidFill>
              </a:rPr>
              <a:t>Define Coverage Planning</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F1B9425C-C0AD-2B62-87A3-8D1B2D927EB3}"/>
              </a:ext>
            </a:extLst>
          </p:cNvPr>
          <p:cNvGraphicFramePr>
            <a:graphicFrameLocks noGrp="1"/>
          </p:cNvGraphicFramePr>
          <p:nvPr>
            <p:extLst>
              <p:ext uri="{D42A27DB-BD31-4B8C-83A1-F6EECF244321}">
                <p14:modId xmlns:p14="http://schemas.microsoft.com/office/powerpoint/2010/main" val="3631548379"/>
              </p:ext>
            </p:extLst>
          </p:nvPr>
        </p:nvGraphicFramePr>
        <p:xfrm>
          <a:off x="617318" y="1296216"/>
          <a:ext cx="10795749" cy="3342082"/>
        </p:xfrm>
        <a:graphic>
          <a:graphicData uri="http://schemas.openxmlformats.org/drawingml/2006/table">
            <a:tbl>
              <a:tblPr firstRow="1" bandRow="1">
                <a:tableStyleId>{793D81CF-94F2-401A-BA57-92F5A7B2D0C5}</a:tableStyleId>
              </a:tblPr>
              <a:tblGrid>
                <a:gridCol w="2326158">
                  <a:extLst>
                    <a:ext uri="{9D8B030D-6E8A-4147-A177-3AD203B41FA5}">
                      <a16:colId xmlns:a16="http://schemas.microsoft.com/office/drawing/2014/main" val="3697837074"/>
                    </a:ext>
                  </a:extLst>
                </a:gridCol>
                <a:gridCol w="5246896">
                  <a:extLst>
                    <a:ext uri="{9D8B030D-6E8A-4147-A177-3AD203B41FA5}">
                      <a16:colId xmlns:a16="http://schemas.microsoft.com/office/drawing/2014/main" val="2947779872"/>
                    </a:ext>
                  </a:extLst>
                </a:gridCol>
                <a:gridCol w="3222695">
                  <a:extLst>
                    <a:ext uri="{9D8B030D-6E8A-4147-A177-3AD203B41FA5}">
                      <a16:colId xmlns:a16="http://schemas.microsoft.com/office/drawing/2014/main" val="3748911495"/>
                    </a:ext>
                  </a:extLst>
                </a:gridCol>
              </a:tblGrid>
              <a:tr h="495904">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71500">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YoY Segment Metrics​</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Shows account data aggregated to sales hierarchy and segment. Metrics like current # of accounts, inflow/</a:t>
                      </a:r>
                      <a:r>
                        <a:rPr lang="en-US" sz="1200" b="0" i="0" u="none" strike="noStrike" kern="1200" err="1">
                          <a:solidFill>
                            <a:srgbClr val="0C314B"/>
                          </a:solidFill>
                          <a:effectLst/>
                          <a:latin typeface="Arial" panose="020B0604020202020204" pitchFamily="34" charset="0"/>
                          <a:ea typeface="+mn-ea"/>
                          <a:cs typeface="Arial" panose="020B0604020202020204" pitchFamily="34" charset="0"/>
                        </a:rPr>
                        <a:t>outlfow</a:t>
                      </a:r>
                      <a:r>
                        <a:rPr lang="en-US" sz="1200" b="0" i="0" u="none" strike="noStrike" kern="1200">
                          <a:solidFill>
                            <a:srgbClr val="0C314B"/>
                          </a:solidFill>
                          <a:effectLst/>
                          <a:latin typeface="Arial" panose="020B0604020202020204" pitchFamily="34" charset="0"/>
                          <a:ea typeface="+mn-ea"/>
                          <a:cs typeface="Arial" panose="020B0604020202020204" pitchFamily="34" charset="0"/>
                        </a:rPr>
                        <a:t>, target, and wallet size.​</a:t>
                      </a:r>
                    </a:p>
                  </a:txBody>
                  <a:tcPr anchor="ctr">
                    <a:solidFill>
                      <a:srgbClr val="F3F1EE"/>
                    </a:solidFill>
                  </a:tcPr>
                </a:tc>
                <a:tc>
                  <a:txBody>
                    <a:bodyPr/>
                    <a:lstStyle/>
                    <a:p>
                      <a:pPr marL="0" lvl="0" algn="l" defTabSz="1219170" rtl="0" eaLnBrk="1" fontAlgn="auto"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1534925166"/>
                  </a:ext>
                </a:extLst>
              </a:tr>
              <a:tr h="521368">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Segment to Role Mapping​</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Used to select which sales roles apply to which segments.</a:t>
                      </a:r>
                    </a:p>
                  </a:txBody>
                  <a:tcPr anchor="ctr"/>
                </a:tc>
                <a:tc>
                  <a:txBody>
                    <a:bodyPr/>
                    <a:lstStyle/>
                    <a:p>
                      <a:pPr marL="0" lvl="0" algn="l" defTabSz="121917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tc>
                <a:extLst>
                  <a:ext uri="{0D108BD9-81ED-4DB2-BD59-A6C34878D82A}">
                    <a16:rowId xmlns:a16="http://schemas.microsoft.com/office/drawing/2014/main" val="3431287782"/>
                  </a:ext>
                </a:extLst>
              </a:tr>
              <a:tr h="786983">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Coverage by Sales Role Flat​</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Used to look at current HC and account data by sales role, s well as select coverage type, role constraint, and desired ratios to give you suggested headcount based on coverage data​.</a:t>
                      </a:r>
                    </a:p>
                  </a:txBody>
                  <a:tcPr anchor="ctr">
                    <a:solidFill>
                      <a:srgbClr val="F3F1EE"/>
                    </a:solidFill>
                  </a:tcPr>
                </a:tc>
                <a:tc>
                  <a:txBody>
                    <a:bodyPr/>
                    <a:lstStyle/>
                    <a:p>
                      <a:pPr marL="0" lvl="0" algn="l" defTabSz="121917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p>
                      <a:pPr marL="0" lvl="0" algn="l" defTabSz="1219170" rtl="0" eaLnBrk="1" fontAlgn="base" latinLnBrk="0" hangingPunct="1">
                        <a:lnSpc>
                          <a:spcPts val="13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669100209"/>
                  </a:ext>
                </a:extLst>
              </a:tr>
              <a:tr h="741947">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Sales Role Coverage​</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Used to calculate suggested headcount at lower levels of the sales hierarchy based on coverage and desired ratio inputs above.​</a:t>
                      </a:r>
                    </a:p>
                  </a:txBody>
                  <a:tcPr anchor="ctr"/>
                </a:tc>
                <a:tc>
                  <a:txBody>
                    <a:bodyPr/>
                    <a:lstStyle/>
                    <a:p>
                      <a:pPr marL="0" lvl="0" algn="l" defTabSz="1219170" rtl="0" eaLnBrk="1" fontAlgn="auto" latinLnBrk="0" hangingPunct="1">
                        <a:lnSpc>
                          <a:spcPts val="180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132130153"/>
                  </a:ext>
                </a:extLst>
              </a:tr>
            </a:tbl>
          </a:graphicData>
        </a:graphic>
      </p:graphicFrame>
    </p:spTree>
    <p:extLst>
      <p:ext uri="{BB962C8B-B14F-4D97-AF65-F5344CB8AC3E}">
        <p14:creationId xmlns:p14="http://schemas.microsoft.com/office/powerpoint/2010/main" val="104077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BD402-ECE9-07C9-0EA3-24E653A70D7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8A815AD-3148-9978-4550-65D8F7974EAC}"/>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GB" sz="2000">
                <a:solidFill>
                  <a:schemeClr val="tx2"/>
                </a:solidFill>
              </a:rPr>
              <a:t>Coverage Planning </a:t>
            </a:r>
            <a:r>
              <a:rPr lang="en-GB" sz="2000">
                <a:solidFill>
                  <a:schemeClr val="tx2"/>
                </a:solidFill>
                <a:latin typeface="Arial"/>
                <a:ea typeface="Verdana"/>
                <a:cs typeface="Arial"/>
              </a:rPr>
              <a:t>:</a:t>
            </a:r>
            <a:br>
              <a:rPr lang="en-GB" sz="2000">
                <a:solidFill>
                  <a:schemeClr val="tx2"/>
                </a:solidFill>
                <a:latin typeface="Arial"/>
                <a:ea typeface="Verdana"/>
                <a:cs typeface="Arial"/>
              </a:rPr>
            </a:br>
            <a:r>
              <a:rPr lang="en-GB" sz="1800">
                <a:solidFill>
                  <a:schemeClr val="accent1"/>
                </a:solidFill>
                <a:latin typeface="Arial"/>
                <a:ea typeface="Verdana"/>
                <a:cs typeface="Arial"/>
              </a:rPr>
              <a:t>diagram</a:t>
            </a:r>
            <a:endParaRPr lang="en-US" sz="1800"/>
          </a:p>
          <a:p>
            <a:endParaRPr lang="en-US" sz="1700"/>
          </a:p>
        </p:txBody>
      </p:sp>
      <p:pic>
        <p:nvPicPr>
          <p:cNvPr id="10" name="Content Placeholder 9" descr="A diagram of coverage planning&#10;&#10;AI-generated content may be incorrect.">
            <a:extLst>
              <a:ext uri="{FF2B5EF4-FFF2-40B4-BE49-F238E27FC236}">
                <a16:creationId xmlns:a16="http://schemas.microsoft.com/office/drawing/2014/main" id="{B2970524-6D26-6EE6-270C-228C633764A7}"/>
              </a:ext>
            </a:extLst>
          </p:cNvPr>
          <p:cNvPicPr>
            <a:picLocks noGrp="1" noChangeAspect="1"/>
          </p:cNvPicPr>
          <p:nvPr>
            <p:ph idx="1"/>
          </p:nvPr>
        </p:nvPicPr>
        <p:blipFill>
          <a:blip r:embed="rId2"/>
          <a:srcRect l="37812" r="31250" b="29529"/>
          <a:stretch>
            <a:fillRect/>
          </a:stretch>
        </p:blipFill>
        <p:spPr>
          <a:xfrm>
            <a:off x="2946513" y="1425373"/>
            <a:ext cx="5852160" cy="4007254"/>
          </a:xfrm>
        </p:spPr>
      </p:pic>
    </p:spTree>
    <p:extLst>
      <p:ext uri="{BB962C8B-B14F-4D97-AF65-F5344CB8AC3E}">
        <p14:creationId xmlns:p14="http://schemas.microsoft.com/office/powerpoint/2010/main" val="220005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8DC9-6CC0-26FA-EA3E-82B77B8FD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35000-AEEE-B213-8445-8E01AA7B1513}"/>
              </a:ext>
            </a:extLst>
          </p:cNvPr>
          <p:cNvSpPr>
            <a:spLocks noGrp="1"/>
          </p:cNvSpPr>
          <p:nvPr>
            <p:ph type="title"/>
          </p:nvPr>
        </p:nvSpPr>
        <p:spPr/>
        <p:txBody>
          <a:bodyPr lIns="0" tIns="60960" rIns="0" bIns="60960" anchor="t"/>
          <a:lstStyle/>
          <a:p>
            <a:r>
              <a:rPr lang="en-GB">
                <a:solidFill>
                  <a:schemeClr val="tx2"/>
                </a:solidFill>
              </a:rPr>
              <a:t>Define Workload Coverage Capacity Planning</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C2791DCB-7667-05E9-4542-E9A478F9D263}"/>
              </a:ext>
            </a:extLst>
          </p:cNvPr>
          <p:cNvGraphicFramePr>
            <a:graphicFrameLocks noGrp="1"/>
          </p:cNvGraphicFramePr>
          <p:nvPr>
            <p:extLst>
              <p:ext uri="{D42A27DB-BD31-4B8C-83A1-F6EECF244321}">
                <p14:modId xmlns:p14="http://schemas.microsoft.com/office/powerpoint/2010/main" val="2400923046"/>
              </p:ext>
            </p:extLst>
          </p:nvPr>
        </p:nvGraphicFramePr>
        <p:xfrm>
          <a:off x="617318" y="1296217"/>
          <a:ext cx="10795749" cy="4973110"/>
        </p:xfrm>
        <a:graphic>
          <a:graphicData uri="http://schemas.openxmlformats.org/drawingml/2006/table">
            <a:tbl>
              <a:tblPr firstRow="1" bandRow="1">
                <a:tableStyleId>{793D81CF-94F2-401A-BA57-92F5A7B2D0C5}</a:tableStyleId>
              </a:tblPr>
              <a:tblGrid>
                <a:gridCol w="2326158">
                  <a:extLst>
                    <a:ext uri="{9D8B030D-6E8A-4147-A177-3AD203B41FA5}">
                      <a16:colId xmlns:a16="http://schemas.microsoft.com/office/drawing/2014/main" val="3697837074"/>
                    </a:ext>
                  </a:extLst>
                </a:gridCol>
                <a:gridCol w="4920364">
                  <a:extLst>
                    <a:ext uri="{9D8B030D-6E8A-4147-A177-3AD203B41FA5}">
                      <a16:colId xmlns:a16="http://schemas.microsoft.com/office/drawing/2014/main" val="2947779872"/>
                    </a:ext>
                  </a:extLst>
                </a:gridCol>
                <a:gridCol w="3549227">
                  <a:extLst>
                    <a:ext uri="{9D8B030D-6E8A-4147-A177-3AD203B41FA5}">
                      <a16:colId xmlns:a16="http://schemas.microsoft.com/office/drawing/2014/main" val="3748911495"/>
                    </a:ext>
                  </a:extLst>
                </a:gridCol>
              </a:tblGrid>
              <a:tr h="559902">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797246">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Coverage Headcount​</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module shows aggregated data based on inputs and calculation modules within the workload capacity process and shows </a:t>
                      </a:r>
                      <a:r>
                        <a:rPr lang="en-US" sz="1200" b="1" i="0" u="none" strike="noStrike" kern="1200">
                          <a:solidFill>
                            <a:srgbClr val="0C314B"/>
                          </a:solidFill>
                          <a:effectLst/>
                          <a:latin typeface="Arial" panose="020B0604020202020204" pitchFamily="34" charset="0"/>
                          <a:ea typeface="+mn-ea"/>
                          <a:cs typeface="Arial" panose="020B0604020202020204" pitchFamily="34" charset="0"/>
                        </a:rPr>
                        <a:t>Suggested Workload Headcount​</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solidFill>
                      <a:srgbClr val="F3F1EE"/>
                    </a:solidFill>
                  </a:tcPr>
                </a:tc>
                <a:extLst>
                  <a:ext uri="{0D108BD9-81ED-4DB2-BD59-A6C34878D82A}">
                    <a16:rowId xmlns:a16="http://schemas.microsoft.com/office/drawing/2014/main" val="1534925166"/>
                  </a:ext>
                </a:extLst>
              </a:tr>
              <a:tr h="551675">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Coverage Utilization Assumptions​</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available hours per week by roles applicable for workload calculations ​</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tc>
                <a:extLst>
                  <a:ext uri="{0D108BD9-81ED-4DB2-BD59-A6C34878D82A}">
                    <a16:rowId xmlns:a16="http://schemas.microsoft.com/office/drawing/2014/main" val="3431287782"/>
                  </a:ext>
                </a:extLst>
              </a:tr>
              <a:tr h="615641">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Workload Coverage Filter by Job Family L2​</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Select which job families should be shown and used within the workload coverage capacity exercise ​</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solidFill>
                      <a:srgbClr val="F3F1EE"/>
                    </a:solidFill>
                  </a:tcPr>
                </a:tc>
                <a:extLst>
                  <a:ext uri="{0D108BD9-81ED-4DB2-BD59-A6C34878D82A}">
                    <a16:rowId xmlns:a16="http://schemas.microsoft.com/office/drawing/2014/main" val="3669100209"/>
                  </a:ext>
                </a:extLst>
              </a:tr>
              <a:tr h="552004">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Workload Coverage Time Inputs​</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hours needed per account per week by sales role, customer profile, and segment​</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tc>
                <a:extLst>
                  <a:ext uri="{0D108BD9-81ED-4DB2-BD59-A6C34878D82A}">
                    <a16:rowId xmlns:a16="http://schemas.microsoft.com/office/drawing/2014/main" val="3132130153"/>
                  </a:ext>
                </a:extLst>
              </a:tr>
              <a:tr h="657639">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Coverage Segment Factor​</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Select multiplier used to multiply workload hours needed segment​</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You can select which level of the sales hierarchy this can be at within the configurator​.</a:t>
                      </a:r>
                    </a:p>
                  </a:txBody>
                  <a:tcPr anchor="ctr">
                    <a:solidFill>
                      <a:srgbClr val="F3F1EE"/>
                    </a:solidFill>
                  </a:tcPr>
                </a:tc>
                <a:extLst>
                  <a:ext uri="{0D108BD9-81ED-4DB2-BD59-A6C34878D82A}">
                    <a16:rowId xmlns:a16="http://schemas.microsoft.com/office/drawing/2014/main" val="2444445455"/>
                  </a:ext>
                </a:extLst>
              </a:tr>
              <a:tr h="551675">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Coverage Account Hours​</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Used to calculate Hours needed per week by role, based on assumption modules above​</a:t>
                      </a:r>
                    </a:p>
                  </a:txBody>
                  <a:tcPr anchor="ct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551677789"/>
                  </a:ext>
                </a:extLst>
              </a:tr>
              <a:tr h="551675">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CALC: Coverage Headcount​</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Used to calculate total hours needed by segment and hours needed gap to help calculate suggested headcount based on workload​</a:t>
                      </a:r>
                    </a:p>
                  </a:txBody>
                  <a:tcPr anchor="ctr">
                    <a:solidFill>
                      <a:srgbClr val="F3F1EE"/>
                    </a:solidFill>
                  </a:tcPr>
                </a:tc>
                <a:tc>
                  <a:txBody>
                    <a:bodyPr/>
                    <a:lstStyle/>
                    <a:p>
                      <a:pPr marL="0" lvl="0" algn="l" defTabSz="1219170" rtl="0" eaLnBrk="1" fontAlgn="base" latinLnBrk="0" hangingPunct="1">
                        <a:lnSpc>
                          <a:spcPts val="1950"/>
                        </a:lnSpc>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148742622"/>
                  </a:ext>
                </a:extLst>
              </a:tr>
            </a:tbl>
          </a:graphicData>
        </a:graphic>
      </p:graphicFrame>
    </p:spTree>
    <p:extLst>
      <p:ext uri="{BB962C8B-B14F-4D97-AF65-F5344CB8AC3E}">
        <p14:creationId xmlns:p14="http://schemas.microsoft.com/office/powerpoint/2010/main" val="2358241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0FF6-EBE4-BEBD-B477-AC9FC2078A2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1E263B9-C914-A747-102C-BB6BD8B67C62}"/>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GB" sz="2000">
                <a:solidFill>
                  <a:schemeClr val="tx2"/>
                </a:solidFill>
              </a:rPr>
              <a:t>Workload Coverage Capacity Planning</a:t>
            </a:r>
            <a:r>
              <a:rPr lang="en-GB" sz="2000">
                <a:solidFill>
                  <a:schemeClr val="tx2"/>
                </a:solidFill>
                <a:latin typeface="Arial"/>
                <a:ea typeface="Verdana"/>
                <a:cs typeface="Arial"/>
              </a:rPr>
              <a:t>:</a:t>
            </a:r>
            <a:br>
              <a:rPr lang="en-GB" sz="2000">
                <a:solidFill>
                  <a:schemeClr val="tx2"/>
                </a:solidFill>
                <a:latin typeface="Arial"/>
                <a:ea typeface="Verdana"/>
                <a:cs typeface="Arial"/>
              </a:rPr>
            </a:br>
            <a:r>
              <a:rPr lang="en-GB" sz="2000">
                <a:solidFill>
                  <a:schemeClr val="accent1"/>
                </a:solidFill>
                <a:latin typeface="Arial"/>
                <a:ea typeface="Verdana"/>
                <a:cs typeface="Arial"/>
              </a:rPr>
              <a:t>diagram</a:t>
            </a:r>
            <a:endParaRPr lang="en-US" sz="2000"/>
          </a:p>
          <a:p>
            <a:endParaRPr lang="en-US" sz="1700"/>
          </a:p>
        </p:txBody>
      </p:sp>
      <p:pic>
        <p:nvPicPr>
          <p:cNvPr id="10" name="Content Placeholder 9" descr="A diagram of coverage planning&#10;&#10;AI-generated content may be incorrect.">
            <a:extLst>
              <a:ext uri="{FF2B5EF4-FFF2-40B4-BE49-F238E27FC236}">
                <a16:creationId xmlns:a16="http://schemas.microsoft.com/office/drawing/2014/main" id="{17DA66BA-170B-413D-88B8-3E5B3A5BC409}"/>
              </a:ext>
            </a:extLst>
          </p:cNvPr>
          <p:cNvPicPr>
            <a:picLocks noGrp="1" noChangeAspect="1"/>
          </p:cNvPicPr>
          <p:nvPr>
            <p:ph idx="1"/>
          </p:nvPr>
        </p:nvPicPr>
        <p:blipFill>
          <a:blip r:embed="rId2"/>
          <a:srcRect l="67488" b="27221"/>
          <a:stretch>
            <a:fillRect/>
          </a:stretch>
        </p:blipFill>
        <p:spPr>
          <a:xfrm>
            <a:off x="2787638" y="1151614"/>
            <a:ext cx="6080760" cy="4092025"/>
          </a:xfrm>
        </p:spPr>
      </p:pic>
    </p:spTree>
    <p:extLst>
      <p:ext uri="{BB962C8B-B14F-4D97-AF65-F5344CB8AC3E}">
        <p14:creationId xmlns:p14="http://schemas.microsoft.com/office/powerpoint/2010/main" val="865160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569BC-BD68-326E-02D6-910198DD1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A8BC1-4D2C-C2BE-7425-11628BE6F33E}"/>
              </a:ext>
            </a:extLst>
          </p:cNvPr>
          <p:cNvSpPr>
            <a:spLocks noGrp="1"/>
          </p:cNvSpPr>
          <p:nvPr>
            <p:ph type="title"/>
          </p:nvPr>
        </p:nvSpPr>
        <p:spPr/>
        <p:txBody>
          <a:bodyPr lIns="0" tIns="60960" rIns="0" bIns="60960" anchor="t"/>
          <a:lstStyle/>
          <a:p>
            <a:r>
              <a:rPr lang="en-GB">
                <a:solidFill>
                  <a:schemeClr val="tx2"/>
                </a:solidFill>
              </a:rPr>
              <a:t>Define </a:t>
            </a:r>
            <a:r>
              <a:rPr lang="en-US">
                <a:solidFill>
                  <a:schemeClr val="tx2"/>
                </a:solidFill>
              </a:rPr>
              <a:t>Top-Down Headcount Target Setting</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58302DBB-EBA0-1442-C699-09D292966BBA}"/>
              </a:ext>
            </a:extLst>
          </p:cNvPr>
          <p:cNvGraphicFramePr>
            <a:graphicFrameLocks noGrp="1"/>
          </p:cNvGraphicFramePr>
          <p:nvPr>
            <p:extLst>
              <p:ext uri="{D42A27DB-BD31-4B8C-83A1-F6EECF244321}">
                <p14:modId xmlns:p14="http://schemas.microsoft.com/office/powerpoint/2010/main" val="3201192395"/>
              </p:ext>
            </p:extLst>
          </p:nvPr>
        </p:nvGraphicFramePr>
        <p:xfrm>
          <a:off x="617318" y="1296216"/>
          <a:ext cx="10795749" cy="4961011"/>
        </p:xfrm>
        <a:graphic>
          <a:graphicData uri="http://schemas.openxmlformats.org/drawingml/2006/table">
            <a:tbl>
              <a:tblPr firstRow="1" bandRow="1">
                <a:tableStyleId>{793D81CF-94F2-401A-BA57-92F5A7B2D0C5}</a:tableStyleId>
              </a:tblPr>
              <a:tblGrid>
                <a:gridCol w="2326158">
                  <a:extLst>
                    <a:ext uri="{9D8B030D-6E8A-4147-A177-3AD203B41FA5}">
                      <a16:colId xmlns:a16="http://schemas.microsoft.com/office/drawing/2014/main" val="3697837074"/>
                    </a:ext>
                  </a:extLst>
                </a:gridCol>
                <a:gridCol w="5246896">
                  <a:extLst>
                    <a:ext uri="{9D8B030D-6E8A-4147-A177-3AD203B41FA5}">
                      <a16:colId xmlns:a16="http://schemas.microsoft.com/office/drawing/2014/main" val="2947779872"/>
                    </a:ext>
                  </a:extLst>
                </a:gridCol>
                <a:gridCol w="3222695">
                  <a:extLst>
                    <a:ext uri="{9D8B030D-6E8A-4147-A177-3AD203B41FA5}">
                      <a16:colId xmlns:a16="http://schemas.microsoft.com/office/drawing/2014/main" val="3748911495"/>
                    </a:ext>
                  </a:extLst>
                </a:gridCol>
              </a:tblGrid>
              <a:tr h="495904">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7150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Global NTE Target​</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global planned headcount and attrition assumptions that will cascade the headcount target down the </a:t>
                      </a:r>
                      <a:r>
                        <a:rPr lang="en-US" sz="1200" b="0" i="0" u="none" strike="noStrike" kern="1200" err="1">
                          <a:solidFill>
                            <a:srgbClr val="0C314B"/>
                          </a:solidFill>
                          <a:effectLst/>
                          <a:latin typeface="Arial" panose="020B0604020202020204" pitchFamily="34" charset="0"/>
                          <a:ea typeface="+mn-ea"/>
                          <a:cs typeface="Arial" panose="020B0604020202020204" pitchFamily="34" charset="0"/>
                        </a:rPr>
                        <a:t>hc</a:t>
                      </a:r>
                      <a:r>
                        <a:rPr lang="en-US" sz="1200" b="0" i="0" u="none" strike="noStrike" kern="1200">
                          <a:solidFill>
                            <a:srgbClr val="0C314B"/>
                          </a:solidFill>
                          <a:effectLst/>
                          <a:latin typeface="Arial" panose="020B0604020202020204" pitchFamily="34" charset="0"/>
                          <a:ea typeface="+mn-ea"/>
                          <a:cs typeface="Arial" panose="020B0604020202020204" pitchFamily="34" charset="0"/>
                        </a:rPr>
                        <a:t> planning process​.</a:t>
                      </a:r>
                    </a:p>
                  </a:txBody>
                  <a:tcPr anchor="ctr">
                    <a:solidFill>
                      <a:srgbClr val="F3F1EE"/>
                    </a:solidFill>
                  </a:tcP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1534925166"/>
                  </a:ext>
                </a:extLst>
              </a:tr>
              <a:tr h="521368">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Tops Down HC Planning​</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to view Current and suggested HC, and then input +/- HC for planning year by Job Family Group L1​.</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Applicable Levels of the sales hierarchy.</a:t>
                      </a:r>
                    </a:p>
                  </a:txBody>
                  <a:tcPr anchor="ctr"/>
                </a:tc>
                <a:extLst>
                  <a:ext uri="{0D108BD9-81ED-4DB2-BD59-A6C34878D82A}">
                    <a16:rowId xmlns:a16="http://schemas.microsoft.com/office/drawing/2014/main" val="3431287782"/>
                  </a:ext>
                </a:extLst>
              </a:tr>
              <a:tr h="673013">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OUT: Tops Down HC Metrics by Geo T1​</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Standard metrics to view that will aid in allocating your planned headcount in the tops down process.​</a:t>
                      </a:r>
                    </a:p>
                  </a:txBody>
                  <a:tcPr anchor="ctr">
                    <a:solidFill>
                      <a:srgbClr val="F3F1EE"/>
                    </a:solidFill>
                  </a:tcP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669100209"/>
                  </a:ext>
                </a:extLst>
              </a:tr>
              <a:tr h="65184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Tops Down HC by ​</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to view Current and suggested HC, and then allocate HC for planning year by Job Family Group L1 &amp; Role Grade, or by Job family L2.​</a:t>
                      </a:r>
                    </a:p>
                  </a:txBody>
                  <a:tcPr anchor="ct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132130153"/>
                  </a:ext>
                </a:extLst>
              </a:tr>
              <a:tr h="698563">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Tops Down Workflow ​</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used for the workflow to select a final scenario and submit that scenario to the next level down. ​</a:t>
                      </a:r>
                    </a:p>
                  </a:txBody>
                  <a:tcPr anchor="ctr">
                    <a:solidFill>
                      <a:srgbClr val="F3F1EE"/>
                    </a:solidFill>
                  </a:tcP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2444445455"/>
                  </a:ext>
                </a:extLst>
              </a:tr>
              <a:tr h="58622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Job Family Role Grade HC​</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Module used for the last level of planning for a job family where we allocate the planned headcount by the job family L2 and the Role Grade.​</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An end user can configure which level of the sales hierarchy each job family ends at​.</a:t>
                      </a:r>
                    </a:p>
                  </a:txBody>
                  <a:tcPr anchor="ctr"/>
                </a:tc>
                <a:extLst>
                  <a:ext uri="{0D108BD9-81ED-4DB2-BD59-A6C34878D82A}">
                    <a16:rowId xmlns:a16="http://schemas.microsoft.com/office/drawing/2014/main" val="3551677789"/>
                  </a:ext>
                </a:extLst>
              </a:tr>
              <a:tr h="551447">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Consolas" panose="020B0609020204030204" pitchFamily="49" charset="0"/>
                          <a:ea typeface="+mn-ea"/>
                          <a:cs typeface="Consolas" panose="020B0609020204030204" pitchFamily="49" charset="0"/>
                        </a:rPr>
                        <a:t>INP: Job Title to Role Grade Hiring​</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The last step for each level of the tops down process for the job family L2's that end at that level. This is where you allocate the planned headcount down to the Sales Role and Role Grade​.</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An end user can filter which role grades apply to which sales role​.</a:t>
                      </a:r>
                    </a:p>
                  </a:txBody>
                  <a:tcPr anchor="ctr">
                    <a:solidFill>
                      <a:srgbClr val="F3F1EE"/>
                    </a:solidFill>
                  </a:tcPr>
                </a:tc>
                <a:extLst>
                  <a:ext uri="{0D108BD9-81ED-4DB2-BD59-A6C34878D82A}">
                    <a16:rowId xmlns:a16="http://schemas.microsoft.com/office/drawing/2014/main" val="3148742622"/>
                  </a:ext>
                </a:extLst>
              </a:tr>
            </a:tbl>
          </a:graphicData>
        </a:graphic>
      </p:graphicFrame>
    </p:spTree>
    <p:extLst>
      <p:ext uri="{BB962C8B-B14F-4D97-AF65-F5344CB8AC3E}">
        <p14:creationId xmlns:p14="http://schemas.microsoft.com/office/powerpoint/2010/main" val="137134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F911F7B-9691-EE1D-D9D6-7B64A1349B19}"/>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US" sz="2100">
                <a:solidFill>
                  <a:schemeClr val="tx2"/>
                </a:solidFill>
                <a:latin typeface="Arial"/>
                <a:ea typeface="Verdana"/>
                <a:cs typeface="Arial"/>
              </a:rPr>
              <a:t>Top-Down Headcount Target Setting:</a:t>
            </a:r>
            <a:br>
              <a:rPr lang="en-US" sz="2100">
                <a:solidFill>
                  <a:schemeClr val="tx2"/>
                </a:solidFill>
                <a:latin typeface="Arial"/>
                <a:ea typeface="Verdana"/>
                <a:cs typeface="Arial"/>
              </a:rPr>
            </a:br>
            <a:r>
              <a:rPr lang="en-GB" sz="1800">
                <a:solidFill>
                  <a:schemeClr val="accent1"/>
                </a:solidFill>
                <a:latin typeface="Arial"/>
                <a:ea typeface="Verdana"/>
                <a:cs typeface="Arial"/>
              </a:rPr>
              <a:t>diagram</a:t>
            </a:r>
            <a:endParaRPr lang="en-US">
              <a:solidFill>
                <a:schemeClr val="tx2"/>
              </a:solidFill>
            </a:endParaRPr>
          </a:p>
          <a:p>
            <a:endParaRPr lang="en-US" sz="1700"/>
          </a:p>
        </p:txBody>
      </p:sp>
      <p:pic>
        <p:nvPicPr>
          <p:cNvPr id="2" name="Picture 1" descr="A diagram of a target planning&#10;&#10;AI-generated content may be incorrect.">
            <a:extLst>
              <a:ext uri="{FF2B5EF4-FFF2-40B4-BE49-F238E27FC236}">
                <a16:creationId xmlns:a16="http://schemas.microsoft.com/office/drawing/2014/main" id="{3D6149EF-4F9A-9173-9BE7-FF2786717D0B}"/>
              </a:ext>
            </a:extLst>
          </p:cNvPr>
          <p:cNvPicPr>
            <a:picLocks noChangeAspect="1"/>
          </p:cNvPicPr>
          <p:nvPr/>
        </p:nvPicPr>
        <p:blipFill>
          <a:blip r:embed="rId2"/>
          <a:stretch>
            <a:fillRect/>
          </a:stretch>
        </p:blipFill>
        <p:spPr>
          <a:xfrm>
            <a:off x="670369" y="594527"/>
            <a:ext cx="10089262" cy="6858000"/>
          </a:xfrm>
          <a:prstGeom prst="rect">
            <a:avLst/>
          </a:prstGeom>
        </p:spPr>
      </p:pic>
    </p:spTree>
    <p:extLst>
      <p:ext uri="{BB962C8B-B14F-4D97-AF65-F5344CB8AC3E}">
        <p14:creationId xmlns:p14="http://schemas.microsoft.com/office/powerpoint/2010/main" val="292357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E7A08-4517-C27D-367F-F5D7B38A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8DE1C-807C-4C9C-6770-D8355D34B78E}"/>
              </a:ext>
            </a:extLst>
          </p:cNvPr>
          <p:cNvSpPr>
            <a:spLocks noGrp="1"/>
          </p:cNvSpPr>
          <p:nvPr>
            <p:ph type="title"/>
          </p:nvPr>
        </p:nvSpPr>
        <p:spPr/>
        <p:txBody>
          <a:bodyPr lIns="0" tIns="60960" rIns="0" bIns="60960" anchor="t"/>
          <a:lstStyle/>
          <a:p>
            <a:r>
              <a:rPr lang="en-GB">
                <a:solidFill>
                  <a:schemeClr val="tx2"/>
                </a:solidFill>
              </a:rPr>
              <a:t>Define </a:t>
            </a:r>
            <a:r>
              <a:rPr lang="en-US">
                <a:solidFill>
                  <a:schemeClr val="tx2"/>
                </a:solidFill>
              </a:rPr>
              <a:t>Bottom-Up Hiring Plan</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DF263C66-5173-CE05-937A-4FE17B7488EA}"/>
              </a:ext>
            </a:extLst>
          </p:cNvPr>
          <p:cNvGraphicFramePr>
            <a:graphicFrameLocks noGrp="1"/>
          </p:cNvGraphicFramePr>
          <p:nvPr>
            <p:extLst>
              <p:ext uri="{D42A27DB-BD31-4B8C-83A1-F6EECF244321}">
                <p14:modId xmlns:p14="http://schemas.microsoft.com/office/powerpoint/2010/main" val="85597951"/>
              </p:ext>
            </p:extLst>
          </p:nvPr>
        </p:nvGraphicFramePr>
        <p:xfrm>
          <a:off x="617318" y="1296216"/>
          <a:ext cx="10981268" cy="5380510"/>
        </p:xfrm>
        <a:graphic>
          <a:graphicData uri="http://schemas.openxmlformats.org/drawingml/2006/table">
            <a:tbl>
              <a:tblPr firstRow="1" bandRow="1">
                <a:tableStyleId>{793D81CF-94F2-401A-BA57-92F5A7B2D0C5}</a:tableStyleId>
              </a:tblPr>
              <a:tblGrid>
                <a:gridCol w="2366132">
                  <a:extLst>
                    <a:ext uri="{9D8B030D-6E8A-4147-A177-3AD203B41FA5}">
                      <a16:colId xmlns:a16="http://schemas.microsoft.com/office/drawing/2014/main" val="3697837074"/>
                    </a:ext>
                  </a:extLst>
                </a:gridCol>
                <a:gridCol w="6051295">
                  <a:extLst>
                    <a:ext uri="{9D8B030D-6E8A-4147-A177-3AD203B41FA5}">
                      <a16:colId xmlns:a16="http://schemas.microsoft.com/office/drawing/2014/main" val="2947779872"/>
                    </a:ext>
                  </a:extLst>
                </a:gridCol>
                <a:gridCol w="2563841">
                  <a:extLst>
                    <a:ext uri="{9D8B030D-6E8A-4147-A177-3AD203B41FA5}">
                      <a16:colId xmlns:a16="http://schemas.microsoft.com/office/drawing/2014/main" val="3748911495"/>
                    </a:ext>
                  </a:extLst>
                </a:gridCol>
              </a:tblGrid>
              <a:tr h="495904">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7150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OUT: Direct Sellers Target Capacity Scenarios​</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Very important reporting module that takes current Direct sales role FTE and productivity and shows added fte and productivity, and compares that against the bookings target for the planning year​</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Granularity of sales hierarchy is based on bottom level of planning​</a:t>
                      </a:r>
                    </a:p>
                  </a:txBody>
                  <a:tcPr anchor="ctr">
                    <a:solidFill>
                      <a:srgbClr val="F3F1EE"/>
                    </a:solidFill>
                  </a:tcPr>
                </a:tc>
                <a:extLst>
                  <a:ext uri="{0D108BD9-81ED-4DB2-BD59-A6C34878D82A}">
                    <a16:rowId xmlns:a16="http://schemas.microsoft.com/office/drawing/2014/main" val="1534925166"/>
                  </a:ext>
                </a:extLst>
              </a:tr>
              <a:tr h="521368">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New Hires​</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module where a user inputs new hires and attrition by month, direct sales role, and at the lowest level of the sales hierarchy for the planning year that then feeds all the calcs in the above module​</a:t>
                      </a:r>
                    </a:p>
                  </a:txBody>
                  <a:tcPr anchor="ct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431287782"/>
                  </a:ext>
                </a:extLst>
              </a:tr>
              <a:tr h="673013">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Role Scenario Assumptions​</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Inputs assumptions that are driving the current and added productivity for the planning year...assumptions like ramping profile, planned producitivity, and planned costs​</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Level of the sales hierarchy this is at matches the approval level set for the bottom-up process​</a:t>
                      </a:r>
                    </a:p>
                  </a:txBody>
                  <a:tcPr anchor="ctr">
                    <a:solidFill>
                      <a:srgbClr val="F3F1EE"/>
                    </a:solidFill>
                  </a:tcPr>
                </a:tc>
                <a:extLst>
                  <a:ext uri="{0D108BD9-81ED-4DB2-BD59-A6C34878D82A}">
                    <a16:rowId xmlns:a16="http://schemas.microsoft.com/office/drawing/2014/main" val="3669100209"/>
                  </a:ext>
                </a:extLst>
              </a:tr>
              <a:tr h="65184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Workflow Plan Approval​</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Shows the workflow status for each level of the sales hierarchy and if the data is locked or unlocked in the bottom-up process, also submit and approve based on workflow​</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Level of sales hierarchy to do approvals at​</a:t>
                      </a:r>
                    </a:p>
                  </a:txBody>
                  <a:tcPr anchor="ctr"/>
                </a:tc>
                <a:extLst>
                  <a:ext uri="{0D108BD9-81ED-4DB2-BD59-A6C34878D82A}">
                    <a16:rowId xmlns:a16="http://schemas.microsoft.com/office/drawing/2014/main" val="3132130153"/>
                  </a:ext>
                </a:extLst>
              </a:tr>
              <a:tr h="698563">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Non-Direct Hiring Plan_T​</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module is recreated at each level of the sales hierarchy and the applicable sales role for each level depends on what level of the sales hierarchy was the last level of planning for the job family (see top-down process for that). Much like the top module, used for reporting and inputting new HC by month and applicable sales role ​</a:t>
                      </a:r>
                    </a:p>
                  </a:txBody>
                  <a:tcPr anchor="ctr">
                    <a:solidFill>
                      <a:srgbClr val="F3F1EE"/>
                    </a:solidFill>
                  </a:tcP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2444445455"/>
                  </a:ext>
                </a:extLst>
              </a:tr>
              <a:tr h="58622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OUT: New Hire Properties ​</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module shows the submitted and approved reqs that are created based on the bottom-up hiring plan. This data can be pushed to downstream source systems and models.​</a:t>
                      </a:r>
                    </a:p>
                  </a:txBody>
                  <a:tcPr anchor="ct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551677789"/>
                  </a:ext>
                </a:extLst>
              </a:tr>
              <a:tr h="551447">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OUT: Direct Sellers Target Capacity Final​</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is a reporting module much like the top one but only shows data that been submitted and approved​</a:t>
                      </a:r>
                    </a:p>
                  </a:txBody>
                  <a:tcPr anchor="ctr">
                    <a:solidFill>
                      <a:srgbClr val="F3F1EE"/>
                    </a:solidFill>
                  </a:tcPr>
                </a:tc>
                <a:tc>
                  <a:txBody>
                    <a:bodyPr/>
                    <a:lstStyle/>
                    <a:p>
                      <a:pPr marL="0" marR="0" lvl="0" indent="0" algn="l" defTabSz="1219170" rtl="0" eaLnBrk="1" fontAlgn="auto"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148742622"/>
                  </a:ext>
                </a:extLst>
              </a:tr>
            </a:tbl>
          </a:graphicData>
        </a:graphic>
      </p:graphicFrame>
    </p:spTree>
    <p:extLst>
      <p:ext uri="{BB962C8B-B14F-4D97-AF65-F5344CB8AC3E}">
        <p14:creationId xmlns:p14="http://schemas.microsoft.com/office/powerpoint/2010/main" val="3696684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B412-43C3-19D7-6168-8B007F6EDB7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D6A3A1E-8DAC-6DDC-9AE0-0A413E97C82B}"/>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US" sz="2100">
                <a:solidFill>
                  <a:schemeClr val="tx2"/>
                </a:solidFill>
                <a:latin typeface="Arial"/>
                <a:ea typeface="Verdana"/>
                <a:cs typeface="Arial"/>
              </a:rPr>
              <a:t>Bottom-up Hiring Plan:</a:t>
            </a:r>
            <a:br>
              <a:rPr lang="en-US" sz="2100">
                <a:solidFill>
                  <a:schemeClr val="tx2"/>
                </a:solidFill>
                <a:latin typeface="Arial"/>
                <a:ea typeface="Verdana"/>
                <a:cs typeface="Arial"/>
              </a:rPr>
            </a:br>
            <a:r>
              <a:rPr lang="en-GB" sz="1800">
                <a:solidFill>
                  <a:schemeClr val="accent1"/>
                </a:solidFill>
                <a:latin typeface="Arial"/>
                <a:ea typeface="Verdana"/>
                <a:cs typeface="Arial"/>
              </a:rPr>
              <a:t>diagram</a:t>
            </a:r>
            <a:endParaRPr lang="en-US">
              <a:solidFill>
                <a:schemeClr val="tx2"/>
              </a:solidFill>
            </a:endParaRPr>
          </a:p>
          <a:p>
            <a:endParaRPr lang="en-US" sz="1700"/>
          </a:p>
        </p:txBody>
      </p:sp>
      <p:pic>
        <p:nvPicPr>
          <p:cNvPr id="1026" name="Picture 2" descr="A diagram of a business process&#10;&#10;AI-generated content may be incorrect.">
            <a:extLst>
              <a:ext uri="{FF2B5EF4-FFF2-40B4-BE49-F238E27FC236}">
                <a16:creationId xmlns:a16="http://schemas.microsoft.com/office/drawing/2014/main" id="{0ACEDF0B-C7BA-8ED3-4542-44A72CA2DE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650" y="1445975"/>
            <a:ext cx="6932235" cy="4960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388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C6007-B926-F96D-DFB6-C64F7061B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EEFB4-3126-5C4C-6EBF-93E73B1304F4}"/>
              </a:ext>
            </a:extLst>
          </p:cNvPr>
          <p:cNvSpPr>
            <a:spLocks noGrp="1"/>
          </p:cNvSpPr>
          <p:nvPr>
            <p:ph type="title"/>
          </p:nvPr>
        </p:nvSpPr>
        <p:spPr/>
        <p:txBody>
          <a:bodyPr lIns="0" tIns="60960" rIns="0" bIns="60960" anchor="t"/>
          <a:lstStyle/>
          <a:p>
            <a:r>
              <a:rPr lang="en-GB">
                <a:solidFill>
                  <a:schemeClr val="tx2"/>
                </a:solidFill>
              </a:rPr>
              <a:t>Define </a:t>
            </a:r>
            <a:r>
              <a:rPr lang="en-US">
                <a:solidFill>
                  <a:schemeClr val="tx2"/>
                </a:solidFill>
              </a:rPr>
              <a:t>Approval, Snapshotting, and In-Year Planning</a:t>
            </a:r>
            <a:r>
              <a:rPr lang="en-US" b="0">
                <a:solidFill>
                  <a:schemeClr val="tx2"/>
                </a:solidFill>
              </a:rPr>
              <a:t>​</a:t>
            </a:r>
            <a:r>
              <a:rPr lang="en-GB">
                <a:solidFill>
                  <a:schemeClr val="tx2"/>
                </a:solidFill>
                <a:latin typeface="Arial"/>
                <a:ea typeface="Verdana"/>
                <a:cs typeface="Arial"/>
              </a:rPr>
              <a:t>:</a:t>
            </a:r>
            <a:br>
              <a:rPr lang="en-GB">
                <a:solidFill>
                  <a:schemeClr val="tx2"/>
                </a:solidFill>
                <a:latin typeface="Arial"/>
                <a:ea typeface="Verdana"/>
                <a:cs typeface="Arial"/>
              </a:rPr>
            </a:br>
            <a:r>
              <a:rPr lang="en-GB" sz="2000">
                <a:solidFill>
                  <a:schemeClr val="accent1"/>
                </a:solidFill>
                <a:latin typeface="Arial"/>
                <a:ea typeface="Verdana"/>
                <a:cs typeface="Arial"/>
              </a:rPr>
              <a:t>key modules</a:t>
            </a:r>
            <a:endParaRPr lang="en-US" sz="2000">
              <a:solidFill>
                <a:schemeClr val="accent1"/>
              </a:solidFill>
            </a:endParaRPr>
          </a:p>
        </p:txBody>
      </p:sp>
      <p:graphicFrame>
        <p:nvGraphicFramePr>
          <p:cNvPr id="7" name="Table 6">
            <a:extLst>
              <a:ext uri="{FF2B5EF4-FFF2-40B4-BE49-F238E27FC236}">
                <a16:creationId xmlns:a16="http://schemas.microsoft.com/office/drawing/2014/main" id="{F4C03FBC-EC2C-6D33-29C2-71111CDBF1BF}"/>
              </a:ext>
            </a:extLst>
          </p:cNvPr>
          <p:cNvGraphicFramePr>
            <a:graphicFrameLocks noGrp="1"/>
          </p:cNvGraphicFramePr>
          <p:nvPr>
            <p:extLst>
              <p:ext uri="{D42A27DB-BD31-4B8C-83A1-F6EECF244321}">
                <p14:modId xmlns:p14="http://schemas.microsoft.com/office/powerpoint/2010/main" val="2176614828"/>
              </p:ext>
            </p:extLst>
          </p:nvPr>
        </p:nvGraphicFramePr>
        <p:xfrm>
          <a:off x="617318" y="1296216"/>
          <a:ext cx="10981268" cy="3778704"/>
        </p:xfrm>
        <a:graphic>
          <a:graphicData uri="http://schemas.openxmlformats.org/drawingml/2006/table">
            <a:tbl>
              <a:tblPr firstRow="1" bandRow="1">
                <a:tableStyleId>{793D81CF-94F2-401A-BA57-92F5A7B2D0C5}</a:tableStyleId>
              </a:tblPr>
              <a:tblGrid>
                <a:gridCol w="2366132">
                  <a:extLst>
                    <a:ext uri="{9D8B030D-6E8A-4147-A177-3AD203B41FA5}">
                      <a16:colId xmlns:a16="http://schemas.microsoft.com/office/drawing/2014/main" val="3697837074"/>
                    </a:ext>
                  </a:extLst>
                </a:gridCol>
                <a:gridCol w="6051295">
                  <a:extLst>
                    <a:ext uri="{9D8B030D-6E8A-4147-A177-3AD203B41FA5}">
                      <a16:colId xmlns:a16="http://schemas.microsoft.com/office/drawing/2014/main" val="2947779872"/>
                    </a:ext>
                  </a:extLst>
                </a:gridCol>
                <a:gridCol w="2563841">
                  <a:extLst>
                    <a:ext uri="{9D8B030D-6E8A-4147-A177-3AD203B41FA5}">
                      <a16:colId xmlns:a16="http://schemas.microsoft.com/office/drawing/2014/main" val="3748911495"/>
                    </a:ext>
                  </a:extLst>
                </a:gridCol>
              </a:tblGrid>
              <a:tr h="596803">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lvl="0" algn="ctr">
                        <a:lnSpc>
                          <a:spcPct val="100000"/>
                        </a:lnSpc>
                        <a:spcBef>
                          <a:spcPts val="0"/>
                        </a:spcBef>
                        <a:spcAft>
                          <a:spcPts val="0"/>
                        </a:spcAft>
                        <a:buNone/>
                      </a:pPr>
                      <a:r>
                        <a:rPr lang="en-US" sz="1600" b="1" i="0" u="none" strike="noStrike" noProof="0">
                          <a:solidFill>
                            <a:schemeClr val="bg1"/>
                          </a:solidFill>
                          <a:effectLst/>
                          <a:latin typeface="Arial" panose="020B0604020202020204" pitchFamily="34" charset="0"/>
                          <a:cs typeface="Arial" panose="020B0604020202020204" pitchFamily="34" charset="0"/>
                        </a:rPr>
                        <a:t>Guided setup</a:t>
                      </a:r>
                      <a:br>
                        <a:rPr lang="en-US" sz="1600" b="1" i="0" u="none" strike="noStrike" noProof="0">
                          <a:solidFill>
                            <a:schemeClr val="bg1"/>
                          </a:solidFill>
                          <a:effectLst/>
                          <a:latin typeface="Arial" panose="020B0604020202020204" pitchFamily="34" charset="0"/>
                          <a:cs typeface="Arial" panose="020B0604020202020204" pitchFamily="34" charset="0"/>
                        </a:rPr>
                      </a:br>
                      <a:r>
                        <a:rPr lang="en-US" sz="1600" b="1" i="0" u="none" strike="noStrike" noProof="0">
                          <a:solidFill>
                            <a:schemeClr val="bg1"/>
                          </a:solidFill>
                          <a:effectLst/>
                          <a:latin typeface="Arial" panose="020B0604020202020204" pitchFamily="34" charset="0"/>
                          <a:cs typeface="Arial" panose="020B0604020202020204" pitchFamily="34" charset="0"/>
                        </a:rPr>
                        <a:t>inputs / explanation</a:t>
                      </a:r>
                    </a:p>
                  </a:txBody>
                  <a:tcPr anchor="ctr">
                    <a:solidFill>
                      <a:srgbClr val="0C314B"/>
                    </a:solidFill>
                  </a:tcPr>
                </a:tc>
                <a:extLst>
                  <a:ext uri="{0D108BD9-81ED-4DB2-BD59-A6C34878D82A}">
                    <a16:rowId xmlns:a16="http://schemas.microsoft.com/office/drawing/2014/main" val="737408206"/>
                  </a:ext>
                </a:extLst>
              </a:tr>
              <a:tr h="588950">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Workflow Plan Approval​</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Shows the workflow status for each level of the sales hierarchy and if the data is locked or unlocked in the bottom-up process, also submit and approve based on workflow​</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Level of sales hierarchy to do approvals at​</a:t>
                      </a:r>
                    </a:p>
                  </a:txBody>
                  <a:tcPr anchor="ctr">
                    <a:solidFill>
                      <a:srgbClr val="F3F1EE"/>
                    </a:solidFill>
                  </a:tcPr>
                </a:tc>
                <a:extLst>
                  <a:ext uri="{0D108BD9-81ED-4DB2-BD59-A6C34878D82A}">
                    <a16:rowId xmlns:a16="http://schemas.microsoft.com/office/drawing/2014/main" val="1534925166"/>
                  </a:ext>
                </a:extLst>
              </a:tr>
              <a:tr h="907376">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OUT: Direct Sellers Target Capacity Scenarios​</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Very important reporting module that takes current Direct sales role FTE and productivity and shows added fte and productivity, and compares that against the bookings target for the planning year, as well as locks data and shows actuals when in in-year planning​</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Granularity of sales hierarchy is based on bottom level of planning​</a:t>
                      </a:r>
                    </a:p>
                  </a:txBody>
                  <a:tcPr anchor="ctr"/>
                </a:tc>
                <a:extLst>
                  <a:ext uri="{0D108BD9-81ED-4DB2-BD59-A6C34878D82A}">
                    <a16:rowId xmlns:a16="http://schemas.microsoft.com/office/drawing/2014/main" val="3431287782"/>
                  </a:ext>
                </a:extLst>
              </a:tr>
              <a:tr h="700065">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 Flat Hierarchy Snapshot by Region T3​</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When a snapshot is run, it snapshots the lowest level of the sales hierarchy nodes. This module is a way to map new sales regions to old sales regions so that history is correct when new sales regions are added/changed during the sales planning process​</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3669100209"/>
                  </a:ext>
                </a:extLst>
              </a:tr>
              <a:tr h="492755">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SNAPSHOT: Direct Sellers Target Capacity​</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module is where the all the snapshotted metrics are imported into by forecast version to compare against the current plan on hiring plan pages.​</a:t>
                      </a:r>
                    </a:p>
                  </a:txBody>
                  <a:tcPr anchor="ct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tc>
                <a:extLst>
                  <a:ext uri="{0D108BD9-81ED-4DB2-BD59-A6C34878D82A}">
                    <a16:rowId xmlns:a16="http://schemas.microsoft.com/office/drawing/2014/main" val="3132130153"/>
                  </a:ext>
                </a:extLst>
              </a:tr>
              <a:tr h="492755">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INPUT: Forecast Version Name​</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This module is where you name the snapshot and select if it's your AOP prior to running snapshot action​</a:t>
                      </a:r>
                    </a:p>
                  </a:txBody>
                  <a:tcPr anchor="ctr">
                    <a:solidFill>
                      <a:srgbClr val="F3F1EE"/>
                    </a:solidFill>
                  </a:tcPr>
                </a:tc>
                <a:tc>
                  <a:txBody>
                    <a:bodyPr/>
                    <a:lstStyle/>
                    <a:p>
                      <a:pPr marL="0" marR="0" lvl="0" indent="0" algn="l" defTabSz="1219170" rtl="0" eaLnBrk="1" fontAlgn="base" latinLnBrk="0" hangingPunct="1">
                        <a:lnSpc>
                          <a:spcPct val="110000"/>
                        </a:lnSpc>
                        <a:spcBef>
                          <a:spcPts val="0"/>
                        </a:spcBef>
                        <a:spcAft>
                          <a:spcPts val="0"/>
                        </a:spcAft>
                        <a:buNone/>
                      </a:pPr>
                      <a:r>
                        <a:rPr lang="en-US" sz="1200" b="0" i="0" u="none" strike="noStrike" kern="1200">
                          <a:solidFill>
                            <a:srgbClr val="0C314B"/>
                          </a:solidFill>
                          <a:effectLst/>
                          <a:latin typeface="Arial" panose="020B0604020202020204" pitchFamily="34" charset="0"/>
                          <a:ea typeface="+mn-ea"/>
                          <a:cs typeface="Arial" panose="020B0604020202020204" pitchFamily="34" charset="0"/>
                        </a:rPr>
                        <a:t>​</a:t>
                      </a:r>
                    </a:p>
                  </a:txBody>
                  <a:tcPr anchor="ctr">
                    <a:solidFill>
                      <a:srgbClr val="F3F1EE"/>
                    </a:solidFill>
                  </a:tcPr>
                </a:tc>
                <a:extLst>
                  <a:ext uri="{0D108BD9-81ED-4DB2-BD59-A6C34878D82A}">
                    <a16:rowId xmlns:a16="http://schemas.microsoft.com/office/drawing/2014/main" val="2444445455"/>
                  </a:ext>
                </a:extLst>
              </a:tr>
            </a:tbl>
          </a:graphicData>
        </a:graphic>
      </p:graphicFrame>
    </p:spTree>
    <p:extLst>
      <p:ext uri="{BB962C8B-B14F-4D97-AF65-F5344CB8AC3E}">
        <p14:creationId xmlns:p14="http://schemas.microsoft.com/office/powerpoint/2010/main" val="2086486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4275D-D8DE-A98B-11C2-A31A540C2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8D41D-894F-2B73-905C-3D7CDA276B5E}"/>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OWP to GTM Capacity Planning Integration</a:t>
            </a:r>
            <a:endParaRPr lang="en-GB"/>
          </a:p>
        </p:txBody>
      </p:sp>
      <p:sp>
        <p:nvSpPr>
          <p:cNvPr id="5" name="TextBox 4">
            <a:extLst>
              <a:ext uri="{FF2B5EF4-FFF2-40B4-BE49-F238E27FC236}">
                <a16:creationId xmlns:a16="http://schemas.microsoft.com/office/drawing/2014/main" id="{9B9BE157-07B1-54D0-75DA-811F4A668175}"/>
              </a:ext>
            </a:extLst>
          </p:cNvPr>
          <p:cNvSpPr txBox="1"/>
          <p:nvPr/>
        </p:nvSpPr>
        <p:spPr>
          <a:xfrm>
            <a:off x="952666" y="1111078"/>
            <a:ext cx="9833868" cy="8580747"/>
          </a:xfrm>
          <a:prstGeom prst="rect">
            <a:avLst/>
          </a:prstGeom>
          <a:noFill/>
        </p:spPr>
        <p:txBody>
          <a:bodyPr wrap="square" lIns="91440" tIns="45720" rIns="91440" bIns="45720" rtlCol="0" anchor="t">
            <a:spAutoFit/>
          </a:bodyPr>
          <a:lstStyle/>
          <a:p>
            <a:r>
              <a:rPr lang="en-US" sz="1600" b="1"/>
              <a:t>Bring in metrics from our OWP application for the following metrics to help you with the Bottoms-Up planning process in Capacity Planning</a:t>
            </a:r>
            <a:endParaRPr lang="en-US"/>
          </a:p>
          <a:p>
            <a:br>
              <a:rPr lang="en-US" sz="1600" dirty="0"/>
            </a:br>
            <a:endParaRPr lang="en-US" sz="1600" b="1"/>
          </a:p>
          <a:p>
            <a:pPr>
              <a:lnSpc>
                <a:spcPct val="150000"/>
              </a:lnSpc>
            </a:pPr>
            <a:r>
              <a:rPr lang="en-US" sz="1600" b="1"/>
              <a:t>Data from OWP to Capacity Planning that you will need to import</a:t>
            </a:r>
            <a:endParaRPr lang="en-US" sz="1600">
              <a:cs typeface="Arial" panose="020B0604020202020204"/>
            </a:endParaRPr>
          </a:p>
          <a:p>
            <a:pPr marL="285750" indent="-285750">
              <a:lnSpc>
                <a:spcPct val="150000"/>
              </a:lnSpc>
              <a:buFont typeface="Arial" pitchFamily="2" charset="2"/>
              <a:buChar char="•"/>
            </a:pPr>
            <a:r>
              <a:rPr lang="en-US" sz="1600" b="1">
                <a:ea typeface="+mn-lt"/>
                <a:cs typeface="+mn-lt"/>
              </a:rPr>
              <a:t>Attrition Rate % </a:t>
            </a:r>
            <a:r>
              <a:rPr lang="en-US" sz="1600">
                <a:ea typeface="+mn-lt"/>
                <a:cs typeface="+mn-lt"/>
              </a:rPr>
              <a:t>by Month, Job Family, Role Grade, Sales Hierarchy</a:t>
            </a:r>
          </a:p>
          <a:p>
            <a:pPr marL="285750" indent="-285750" fontAlgn="base">
              <a:lnSpc>
                <a:spcPct val="150000"/>
              </a:lnSpc>
              <a:buFont typeface="Arial" pitchFamily="2" charset="2"/>
              <a:buChar char="•"/>
            </a:pPr>
            <a:r>
              <a:rPr lang="en-US" sz="1600" b="1" dirty="0">
                <a:ea typeface="+mn-lt"/>
                <a:cs typeface="+mn-lt"/>
              </a:rPr>
              <a:t>Time to Hire </a:t>
            </a:r>
            <a:r>
              <a:rPr lang="en-US" sz="1600" dirty="0">
                <a:ea typeface="+mn-lt"/>
                <a:cs typeface="+mn-lt"/>
              </a:rPr>
              <a:t>by</a:t>
            </a:r>
            <a:r>
              <a:rPr lang="en-US" sz="1600">
                <a:ea typeface="+mn-lt"/>
                <a:cs typeface="+mn-lt"/>
              </a:rPr>
              <a:t> Sales Role</a:t>
            </a:r>
            <a:endParaRPr lang="en-US" sz="1600" dirty="0">
              <a:ea typeface="+mn-lt"/>
              <a:cs typeface="+mn-lt"/>
            </a:endParaRPr>
          </a:p>
          <a:p>
            <a:pPr fontAlgn="base">
              <a:lnSpc>
                <a:spcPct val="150000"/>
              </a:lnSpc>
            </a:pPr>
            <a:r>
              <a:rPr lang="en-US" sz="1600" b="1">
                <a:cs typeface="Arial" panose="020B0604020202020204"/>
              </a:rPr>
              <a:t>Modules to Import Data into</a:t>
            </a:r>
            <a:endParaRPr lang="en-US" sz="1600" b="1" dirty="0">
              <a:cs typeface="Arial" panose="020B0604020202020204"/>
            </a:endParaRPr>
          </a:p>
          <a:p>
            <a:pPr marL="285750" indent="-285750">
              <a:lnSpc>
                <a:spcPct val="150000"/>
              </a:lnSpc>
              <a:buFont typeface="Arial"/>
              <a:buChar char="•"/>
            </a:pPr>
            <a:r>
              <a:rPr lang="en-US" sz="1600">
                <a:ea typeface="+mn-lt"/>
                <a:cs typeface="+mn-lt"/>
              </a:rPr>
              <a:t>IMP: OWP Attrition Metrics</a:t>
            </a:r>
            <a:endParaRPr lang="en-US" sz="1600" b="1" dirty="0">
              <a:ea typeface="+mn-lt"/>
              <a:cs typeface="+mn-lt"/>
            </a:endParaRPr>
          </a:p>
          <a:p>
            <a:pPr marL="285750" indent="-285750">
              <a:lnSpc>
                <a:spcPct val="150000"/>
              </a:lnSpc>
              <a:buFont typeface="Arial"/>
              <a:buChar char="•"/>
            </a:pPr>
            <a:r>
              <a:rPr lang="en-US" sz="1600">
                <a:ea typeface="+mn-lt"/>
                <a:cs typeface="+mn-lt"/>
              </a:rPr>
              <a:t>IMP: OWP Time to Hire</a:t>
            </a:r>
            <a:endParaRPr lang="en-US" sz="1600" b="1">
              <a:ea typeface="+mn-lt"/>
              <a:cs typeface="+mn-lt"/>
            </a:endParaRPr>
          </a:p>
          <a:p>
            <a:pPr>
              <a:lnSpc>
                <a:spcPct val="150000"/>
              </a:lnSpc>
            </a:pPr>
            <a:r>
              <a:rPr lang="en-US" sz="1600" b="1">
                <a:ea typeface="+mn-lt"/>
                <a:cs typeface="+mn-lt"/>
              </a:rPr>
              <a:t>Page to See Data</a:t>
            </a:r>
          </a:p>
          <a:p>
            <a:pPr marL="285750" indent="-285750">
              <a:lnSpc>
                <a:spcPct val="150000"/>
              </a:lnSpc>
              <a:buFont typeface="Arial"/>
              <a:buChar char="•"/>
            </a:pPr>
            <a:r>
              <a:rPr lang="en-US" sz="1600">
                <a:ea typeface="+mn-lt"/>
                <a:cs typeface="+mn-lt"/>
              </a:rPr>
              <a:t>OWP Direct Seller Hiring Plan</a:t>
            </a:r>
            <a:endParaRPr lang="en-US" sz="1600" dirty="0">
              <a:ea typeface="+mn-lt"/>
              <a:cs typeface="+mn-lt"/>
            </a:endParaRPr>
          </a:p>
          <a:p>
            <a:pPr>
              <a:lnSpc>
                <a:spcPct val="150000"/>
              </a:lnSpc>
            </a:pPr>
            <a:endParaRPr lang="en-US" sz="1600" dirty="0">
              <a:ea typeface="+mn-lt"/>
              <a:cs typeface="+mn-lt"/>
            </a:endParaRPr>
          </a:p>
          <a:p>
            <a:pPr>
              <a:lnSpc>
                <a:spcPct val="150000"/>
              </a:lnSpc>
            </a:pPr>
            <a:r>
              <a:rPr lang="en-US" sz="1600">
                <a:ea typeface="+mn-lt"/>
                <a:cs typeface="+mn-lt"/>
              </a:rPr>
              <a:t>Right now, Manual imports are needed to get the relevant OWP data into the import modules. This will need to be done </a:t>
            </a:r>
            <a:r>
              <a:rPr lang="en-US" sz="1600" dirty="0">
                <a:ea typeface="+mn-lt"/>
                <a:cs typeface="+mn-lt"/>
              </a:rPr>
              <a:t>during the implementation</a:t>
            </a:r>
          </a:p>
          <a:p>
            <a:pPr>
              <a:lnSpc>
                <a:spcPct val="150000"/>
              </a:lnSpc>
            </a:pPr>
            <a:endParaRPr lang="en-US" sz="1600" dirty="0">
              <a:ea typeface="+mn-lt"/>
              <a:cs typeface="+mn-lt"/>
            </a:endParaRPr>
          </a:p>
          <a:p>
            <a:pPr marL="285750" indent="-285750">
              <a:lnSpc>
                <a:spcPct val="150000"/>
              </a:lnSpc>
              <a:buFont typeface="Arial"/>
              <a:buChar char="•"/>
            </a:pPr>
            <a:endParaRPr lang="en-US" sz="1600" dirty="0">
              <a:ea typeface="+mn-lt"/>
              <a:cs typeface="+mn-lt"/>
            </a:endParaRPr>
          </a:p>
          <a:p>
            <a:pPr marL="285750" indent="-285750">
              <a:lnSpc>
                <a:spcPct val="150000"/>
              </a:lnSpc>
              <a:buFont typeface="Arial"/>
              <a:buChar char="•"/>
            </a:pPr>
            <a:endParaRPr lang="en-US" sz="1600" b="1" dirty="0">
              <a:ea typeface="+mn-lt"/>
              <a:cs typeface="+mn-lt"/>
            </a:endParaRPr>
          </a:p>
          <a:p>
            <a:pPr>
              <a:lnSpc>
                <a:spcPct val="150000"/>
              </a:lnSpc>
            </a:pPr>
            <a:br>
              <a:rPr lang="en-US" sz="1600" b="1" dirty="0">
                <a:ea typeface="+mn-lt"/>
                <a:cs typeface="+mn-lt"/>
              </a:rPr>
            </a:br>
            <a:br>
              <a:rPr lang="en-US" sz="1600" dirty="0">
                <a:ea typeface="+mn-lt"/>
                <a:cs typeface="+mn-lt"/>
              </a:rPr>
            </a:br>
            <a:endParaRPr lang="en-US" sz="1600" b="1">
              <a:cs typeface="Arial" panose="020B0604020202020204"/>
            </a:endParaRPr>
          </a:p>
          <a:p>
            <a:endParaRPr lang="en-US" sz="1600"/>
          </a:p>
          <a:p>
            <a:endParaRPr lang="en-US" sz="1600"/>
          </a:p>
          <a:p>
            <a:endParaRPr lang="en-US" sz="1600" dirty="0">
              <a:cs typeface="Arial"/>
            </a:endParaRPr>
          </a:p>
          <a:p>
            <a:endParaRPr lang="en-US" sz="1333">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64922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B2DA5-5C9B-4EB7-94E4-A58189A34C3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AB7B7B3-647A-7C7C-4395-7865CD2F8DB7}"/>
              </a:ext>
            </a:extLst>
          </p:cNvPr>
          <p:cNvSpPr txBox="1">
            <a:spLocks/>
          </p:cNvSpPr>
          <p:nvPr/>
        </p:nvSpPr>
        <p:spPr>
          <a:xfrm>
            <a:off x="603313" y="368435"/>
            <a:ext cx="10983484" cy="451405"/>
          </a:xfrm>
          <a:prstGeom prst="rect">
            <a:avLst/>
          </a:prstGeom>
        </p:spPr>
        <p:txBody>
          <a:bodyPr lIns="0" tIns="45720" rIns="0" bIns="45720" anchor="t"/>
          <a:lstStyle>
            <a:lvl1pPr algn="l" defTabSz="1219170" rtl="0" eaLnBrk="1" latinLnBrk="0" hangingPunct="1">
              <a:spcBef>
                <a:spcPct val="0"/>
              </a:spcBef>
              <a:buNone/>
              <a:defRPr sz="1733" b="1" i="0" kern="1200">
                <a:solidFill>
                  <a:schemeClr val="accent2"/>
                </a:solidFill>
                <a:latin typeface="Arial" panose="020B0604020202020204" pitchFamily="34" charset="0"/>
                <a:ea typeface="Verdana" charset="0"/>
                <a:cs typeface="Arial" panose="020B0604020202020204" pitchFamily="34" charset="0"/>
              </a:defRPr>
            </a:lvl1pPr>
          </a:lstStyle>
          <a:p>
            <a:r>
              <a:rPr lang="en-US" sz="2400">
                <a:solidFill>
                  <a:schemeClr val="tx2"/>
                </a:solidFill>
              </a:rPr>
              <a:t>Approval, Snapshotting, and In-Year Planning</a:t>
            </a:r>
            <a:r>
              <a:rPr lang="en-US" sz="2400" b="0">
                <a:solidFill>
                  <a:schemeClr val="tx2"/>
                </a:solidFill>
              </a:rPr>
              <a:t>​</a:t>
            </a:r>
            <a:r>
              <a:rPr lang="en-US" sz="2100">
                <a:solidFill>
                  <a:schemeClr val="tx2"/>
                </a:solidFill>
                <a:latin typeface="Arial"/>
                <a:ea typeface="Verdana"/>
                <a:cs typeface="Arial"/>
              </a:rPr>
              <a:t>:</a:t>
            </a:r>
            <a:br>
              <a:rPr lang="en-US" sz="2100">
                <a:solidFill>
                  <a:schemeClr val="tx2"/>
                </a:solidFill>
                <a:latin typeface="Arial"/>
                <a:ea typeface="Verdana"/>
                <a:cs typeface="Arial"/>
              </a:rPr>
            </a:br>
            <a:r>
              <a:rPr lang="en-GB" sz="1800">
                <a:solidFill>
                  <a:schemeClr val="accent1"/>
                </a:solidFill>
                <a:latin typeface="Arial"/>
                <a:ea typeface="Verdana"/>
                <a:cs typeface="Arial"/>
              </a:rPr>
              <a:t>diagram</a:t>
            </a:r>
            <a:endParaRPr lang="en-US">
              <a:solidFill>
                <a:schemeClr val="tx2"/>
              </a:solidFill>
            </a:endParaRPr>
          </a:p>
          <a:p>
            <a:endParaRPr lang="en-US" sz="1700"/>
          </a:p>
        </p:txBody>
      </p:sp>
      <p:pic>
        <p:nvPicPr>
          <p:cNvPr id="2050" name="Picture 2" descr="A diagram of a process&#10;&#10;AI-generated content may be incorrect.">
            <a:extLst>
              <a:ext uri="{FF2B5EF4-FFF2-40B4-BE49-F238E27FC236}">
                <a16:creationId xmlns:a16="http://schemas.microsoft.com/office/drawing/2014/main" id="{6E9239CF-282B-33FB-2938-81FBEFEE8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630276"/>
            <a:ext cx="10983484" cy="4168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761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C0FF-C20E-A456-D30B-6C365B76C949}"/>
              </a:ext>
            </a:extLst>
          </p:cNvPr>
          <p:cNvSpPr>
            <a:spLocks noGrp="1"/>
          </p:cNvSpPr>
          <p:nvPr>
            <p:ph type="title"/>
          </p:nvPr>
        </p:nvSpPr>
        <p:spPr/>
        <p:txBody>
          <a:bodyPr/>
          <a:lstStyle/>
          <a:p>
            <a:r>
              <a:rPr lang="en-US"/>
              <a:t>For more information, refer to </a:t>
            </a:r>
            <a:br>
              <a:rPr lang="en-US" sz="3600">
                <a:solidFill>
                  <a:schemeClr val="accent1"/>
                </a:solidFill>
              </a:rPr>
            </a:br>
            <a:r>
              <a:rPr lang="en-US" sz="3600">
                <a:solidFill>
                  <a:schemeClr val="accent1"/>
                </a:solidFill>
                <a:hlinkClick r:id="rId2">
                  <a:extLst>
                    <a:ext uri="{A12FA001-AC4F-418D-AE19-62706E023703}">
                      <ahyp:hlinkClr xmlns:ahyp="http://schemas.microsoft.com/office/drawing/2018/hyperlinkcolor" val="tx"/>
                    </a:ext>
                  </a:extLst>
                </a:hlinkClick>
              </a:rPr>
              <a:t>applications.</a:t>
            </a:r>
            <a:r>
              <a:rPr lang="en-US" sz="3600">
                <a:solidFill>
                  <a:schemeClr val="accent1"/>
                </a:solidFill>
                <a:hlinkClick r:id="rId3">
                  <a:extLst>
                    <a:ext uri="{A12FA001-AC4F-418D-AE19-62706E023703}">
                      <ahyp:hlinkClr xmlns:ahyp="http://schemas.microsoft.com/office/drawing/2018/hyperlinkcolor" val="tx"/>
                    </a:ext>
                  </a:extLst>
                </a:hlinkClick>
              </a:rPr>
              <a:t>anaplan</a:t>
            </a:r>
            <a:r>
              <a:rPr lang="en-US" sz="3600">
                <a:solidFill>
                  <a:schemeClr val="accent1"/>
                </a:solidFill>
                <a:hlinkClick r:id="rId2">
                  <a:extLst>
                    <a:ext uri="{A12FA001-AC4F-418D-AE19-62706E023703}">
                      <ahyp:hlinkClr xmlns:ahyp="http://schemas.microsoft.com/office/drawing/2018/hyperlinkcolor" val="tx"/>
                    </a:ext>
                  </a:extLst>
                </a:hlinkClick>
              </a:rPr>
              <a:t>.com</a:t>
            </a:r>
            <a:endParaRPr lang="en-US">
              <a:solidFill>
                <a:schemeClr val="accent1"/>
              </a:solidFill>
            </a:endParaRPr>
          </a:p>
        </p:txBody>
      </p:sp>
    </p:spTree>
    <p:extLst>
      <p:ext uri="{BB962C8B-B14F-4D97-AF65-F5344CB8AC3E}">
        <p14:creationId xmlns:p14="http://schemas.microsoft.com/office/powerpoint/2010/main" val="31690758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6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3.xml><?xml version="1.0" encoding="utf-8"?>
<a:theme xmlns:a="http://schemas.openxmlformats.org/drawingml/2006/main" name="8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a:solidFill>
              <a:schemeClr val="bg1"/>
            </a:solidFill>
            <a:latin typeface="Inter" panose="02000503000000020004" pitchFamily="2"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1312f2c0-dda1-4b36-bf7c-5f95f823505b">
      <UserInfo>
        <DisplayName>Chan Duh</DisplayName>
        <AccountId>39</AccountId>
        <AccountType/>
      </UserInfo>
    </SharedWithUsers>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845AC9-4D91-4731-95D2-27F4968F9FA5}">
  <ds:schemaRefs>
    <ds:schemaRef ds:uri="http://schemas.microsoft.com/sharepoint/v3/contenttype/forms"/>
  </ds:schemaRefs>
</ds:datastoreItem>
</file>

<file path=customXml/itemProps2.xml><?xml version="1.0" encoding="utf-8"?>
<ds:datastoreItem xmlns:ds="http://schemas.openxmlformats.org/officeDocument/2006/customXml" ds:itemID="{A824765E-366A-42A4-80F9-62FFD749A5A6}">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F0CB0B0-2255-4825-ABE3-D54408222D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15</Notes>
  <HiddenSlides>0</HiddenSlides>
  <ScaleCrop>false</ScaleCrop>
  <HeadingPairs>
    <vt:vector size="4" baseType="variant">
      <vt:variant>
        <vt:lpstr>Theme</vt:lpstr>
      </vt:variant>
      <vt:variant>
        <vt:i4>3</vt:i4>
      </vt:variant>
      <vt:variant>
        <vt:lpstr>Slide Titles</vt:lpstr>
      </vt:variant>
      <vt:variant>
        <vt:i4>33</vt:i4>
      </vt:variant>
    </vt:vector>
  </HeadingPairs>
  <TitlesOfParts>
    <vt:vector size="36" baseType="lpstr">
      <vt:lpstr>1_Anaplan</vt:lpstr>
      <vt:lpstr>6_Anaplan</vt:lpstr>
      <vt:lpstr>8_Anaplan</vt:lpstr>
      <vt:lpstr>Anaplan  Go-to-market Planning Applications</vt:lpstr>
      <vt:lpstr>PowerPoint Presentation</vt:lpstr>
      <vt:lpstr>Table of Contents</vt:lpstr>
      <vt:lpstr>Overview</vt:lpstr>
      <vt:lpstr>PowerPoint Presentation</vt:lpstr>
      <vt:lpstr>Guided setup powered by the Anaplan Application Framework</vt:lpstr>
      <vt:lpstr>PowerPoint Presentation</vt:lpstr>
      <vt:lpstr>Process  and configurable elements</vt:lpstr>
      <vt:lpstr>Go-to-Market Capacity Planning - Overview</vt:lpstr>
      <vt:lpstr>Go-to-Market Capacity Planning: Key processes and configurable elements</vt:lpstr>
      <vt:lpstr>PowerPoint Presentation</vt:lpstr>
      <vt:lpstr>Prework and assumptions</vt:lpstr>
      <vt:lpstr>Assumptions </vt:lpstr>
      <vt:lpstr>Sales data requirements and description</vt:lpstr>
      <vt:lpstr>Metadata requirements and description </vt:lpstr>
      <vt:lpstr>Model design</vt:lpstr>
      <vt:lpstr>Model diagram overview</vt:lpstr>
      <vt:lpstr>PowerPoint Presentation</vt:lpstr>
      <vt:lpstr>PowerPoint Presentation</vt:lpstr>
      <vt:lpstr>Define Headcount Gap Analysis: key modules</vt:lpstr>
      <vt:lpstr>PowerPoint Presentation</vt:lpstr>
      <vt:lpstr>Define Coverage Planning: key modules</vt:lpstr>
      <vt:lpstr>PowerPoint Presentation</vt:lpstr>
      <vt:lpstr>Define Workload Coverage Capacity Planning: key modules</vt:lpstr>
      <vt:lpstr>PowerPoint Presentation</vt:lpstr>
      <vt:lpstr>Define Top-Down Headcount Target Setting: key modules</vt:lpstr>
      <vt:lpstr>PowerPoint Presentation</vt:lpstr>
      <vt:lpstr>Define Bottom-Up Hiring Plan: key modules</vt:lpstr>
      <vt:lpstr>PowerPoint Presentation</vt:lpstr>
      <vt:lpstr>Define Approval, Snapshotting, and In-Year Planning​: key modules</vt:lpstr>
      <vt:lpstr>OWP to GTM Capacity Planning Integration</vt:lpstr>
      <vt:lpstr>PowerPoint Presentation</vt:lpstr>
      <vt:lpstr>For more information, refer to  applications.anaplan.com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Timothy Brennan</dc:creator>
  <cp:revision>86</cp:revision>
  <dcterms:created xsi:type="dcterms:W3CDTF">2023-07-17T16:19:05Z</dcterms:created>
  <dcterms:modified xsi:type="dcterms:W3CDTF">2026-03-13T19:30:39Z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